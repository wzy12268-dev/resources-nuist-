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 id="2147487643" r:id="rId2"/>
    <p:sldMasterId id="2147488877" r:id="rId3"/>
    <p:sldMasterId id="2147489203" r:id="rId4"/>
    <p:sldMasterId id="2147489657" r:id="rId5"/>
    <p:sldMasterId id="2147489669" r:id="rId6"/>
    <p:sldMasterId id="2147489672" r:id="rId7"/>
  </p:sldMasterIdLst>
  <p:notesMasterIdLst>
    <p:notesMasterId r:id="rId40"/>
  </p:notesMasterIdLst>
  <p:handoutMasterIdLst>
    <p:handoutMasterId r:id="rId41"/>
  </p:handoutMasterIdLst>
  <p:sldIdLst>
    <p:sldId id="1205" r:id="rId8"/>
    <p:sldId id="1267" r:id="rId9"/>
    <p:sldId id="1254" r:id="rId10"/>
    <p:sldId id="1256" r:id="rId11"/>
    <p:sldId id="1264" r:id="rId12"/>
    <p:sldId id="1265" r:id="rId13"/>
    <p:sldId id="1255" r:id="rId14"/>
    <p:sldId id="1262" r:id="rId15"/>
    <p:sldId id="1263" r:id="rId16"/>
    <p:sldId id="1232" r:id="rId17"/>
    <p:sldId id="1233" r:id="rId18"/>
    <p:sldId id="1234" r:id="rId19"/>
    <p:sldId id="1235" r:id="rId20"/>
    <p:sldId id="1236" r:id="rId21"/>
    <p:sldId id="1237" r:id="rId22"/>
    <p:sldId id="1238" r:id="rId23"/>
    <p:sldId id="1239" r:id="rId24"/>
    <p:sldId id="1240" r:id="rId25"/>
    <p:sldId id="1241" r:id="rId26"/>
    <p:sldId id="1242" r:id="rId27"/>
    <p:sldId id="1243" r:id="rId28"/>
    <p:sldId id="1244" r:id="rId29"/>
    <p:sldId id="1245" r:id="rId30"/>
    <p:sldId id="1246" r:id="rId31"/>
    <p:sldId id="1247" r:id="rId32"/>
    <p:sldId id="1248" r:id="rId33"/>
    <p:sldId id="1257" r:id="rId34"/>
    <p:sldId id="1258" r:id="rId35"/>
    <p:sldId id="1259" r:id="rId36"/>
    <p:sldId id="1260" r:id="rId37"/>
    <p:sldId id="1261" r:id="rId38"/>
    <p:sldId id="1103" r:id="rId39"/>
  </p:sldIdLst>
  <p:sldSz cx="9144000" cy="5143500" type="screen16x9"/>
  <p:notesSz cx="7099300" cy="10234613"/>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FF"/>
    <a:srgbClr val="FF00FF"/>
    <a:srgbClr val="008000"/>
    <a:srgbClr val="FFCCCC"/>
    <a:srgbClr val="FF6600"/>
    <a:srgbClr val="00AB7E"/>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5" autoAdjust="0"/>
    <p:restoredTop sz="66459" autoAdjust="0"/>
  </p:normalViewPr>
  <p:slideViewPr>
    <p:cSldViewPr>
      <p:cViewPr varScale="1">
        <p:scale>
          <a:sx n="113" d="100"/>
          <a:sy n="113" d="100"/>
        </p:scale>
        <p:origin x="132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1292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0" Type="http://schemas.openxmlformats.org/officeDocument/2006/relationships/slide" Target="slides/slide13.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C7B74B37-E2F0-4BF2-9E3D-7D3EBB5A2896}"/>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1414" tIns="45708" rIns="91414" bIns="45708" numCol="1" anchor="t" anchorCtr="0" compatLnSpc="1">
            <a:prstTxWarp prst="textNoShape">
              <a:avLst/>
            </a:prstTxWarp>
          </a:bodyPr>
          <a:lstStyle>
            <a:lvl1pPr>
              <a:defRPr sz="1200"/>
            </a:lvl1pPr>
          </a:lstStyle>
          <a:p>
            <a:pPr>
              <a:defRPr/>
            </a:pPr>
            <a:endParaRPr lang="zh-CN" altLang="en-US"/>
          </a:p>
        </p:txBody>
      </p:sp>
      <p:sp>
        <p:nvSpPr>
          <p:cNvPr id="387075" name="Rectangle 3">
            <a:extLst>
              <a:ext uri="{FF2B5EF4-FFF2-40B4-BE49-F238E27FC236}">
                <a16:creationId xmlns:a16="http://schemas.microsoft.com/office/drawing/2014/main" id="{922547E4-31BB-4C1F-95CD-6AB83A8DFAF6}"/>
              </a:ext>
            </a:extLst>
          </p:cNvPr>
          <p:cNvSpPr>
            <a:spLocks noGrp="1" noChangeArrowheads="1"/>
          </p:cNvSpPr>
          <p:nvPr>
            <p:ph type="dt" sz="quarter" idx="1"/>
          </p:nvPr>
        </p:nvSpPr>
        <p:spPr bwMode="auto">
          <a:xfrm>
            <a:off x="4021138" y="0"/>
            <a:ext cx="3076575" cy="511175"/>
          </a:xfrm>
          <a:prstGeom prst="rect">
            <a:avLst/>
          </a:prstGeom>
          <a:noFill/>
          <a:ln>
            <a:noFill/>
          </a:ln>
          <a:effectLst/>
        </p:spPr>
        <p:txBody>
          <a:bodyPr vert="horz" wrap="square" lIns="91414" tIns="45708" rIns="91414" bIns="45708" numCol="1" anchor="t" anchorCtr="0" compatLnSpc="1">
            <a:prstTxWarp prst="textNoShape">
              <a:avLst/>
            </a:prstTxWarp>
          </a:bodyPr>
          <a:lstStyle>
            <a:lvl1pPr algn="r">
              <a:defRPr sz="1200"/>
            </a:lvl1pPr>
          </a:lstStyle>
          <a:p>
            <a:pPr>
              <a:defRPr/>
            </a:pPr>
            <a:fld id="{00797247-BC63-4B48-B28D-6C91E2E9EA64}" type="datetimeFigureOut">
              <a:rPr lang="zh-CN" altLang="en-US"/>
              <a:pPr>
                <a:defRPr/>
              </a:pPr>
              <a:t>2024/10/29</a:t>
            </a:fld>
            <a:endParaRPr lang="en-US" altLang="zh-CN"/>
          </a:p>
        </p:txBody>
      </p:sp>
      <p:sp>
        <p:nvSpPr>
          <p:cNvPr id="387076" name="Rectangle 4">
            <a:extLst>
              <a:ext uri="{FF2B5EF4-FFF2-40B4-BE49-F238E27FC236}">
                <a16:creationId xmlns:a16="http://schemas.microsoft.com/office/drawing/2014/main" id="{C11D8E80-B84C-4F90-A5E5-84AB92CEDC33}"/>
              </a:ext>
            </a:extLst>
          </p:cNvPr>
          <p:cNvSpPr>
            <a:spLocks noGrp="1" noChangeArrowheads="1"/>
          </p:cNvSpPr>
          <p:nvPr>
            <p:ph type="ftr" sz="quarter" idx="2"/>
          </p:nvPr>
        </p:nvSpPr>
        <p:spPr bwMode="auto">
          <a:xfrm>
            <a:off x="0" y="9721850"/>
            <a:ext cx="3076575" cy="511175"/>
          </a:xfrm>
          <a:prstGeom prst="rect">
            <a:avLst/>
          </a:prstGeom>
          <a:noFill/>
          <a:ln>
            <a:noFill/>
          </a:ln>
          <a:effectLst/>
        </p:spPr>
        <p:txBody>
          <a:bodyPr vert="horz" wrap="square" lIns="91414" tIns="45708" rIns="91414" bIns="45708" numCol="1" anchor="b" anchorCtr="0" compatLnSpc="1">
            <a:prstTxWarp prst="textNoShape">
              <a:avLst/>
            </a:prstTxWarp>
          </a:bodyPr>
          <a:lstStyle>
            <a:lvl1pPr>
              <a:defRPr sz="1200"/>
            </a:lvl1pPr>
          </a:lstStyle>
          <a:p>
            <a:pPr>
              <a:defRPr/>
            </a:pPr>
            <a:endParaRPr lang="en-US" altLang="zh-CN"/>
          </a:p>
        </p:txBody>
      </p:sp>
      <p:sp>
        <p:nvSpPr>
          <p:cNvPr id="387077" name="Rectangle 5">
            <a:extLst>
              <a:ext uri="{FF2B5EF4-FFF2-40B4-BE49-F238E27FC236}">
                <a16:creationId xmlns:a16="http://schemas.microsoft.com/office/drawing/2014/main" id="{51AB5A9D-5384-4355-89E9-4760C2278648}"/>
              </a:ext>
            </a:extLst>
          </p:cNvPr>
          <p:cNvSpPr>
            <a:spLocks noGrp="1" noChangeArrowheads="1"/>
          </p:cNvSpPr>
          <p:nvPr>
            <p:ph type="sldNum" sz="quarter" idx="3"/>
          </p:nvPr>
        </p:nvSpPr>
        <p:spPr bwMode="auto">
          <a:xfrm>
            <a:off x="4021138" y="9721850"/>
            <a:ext cx="3076575" cy="511175"/>
          </a:xfrm>
          <a:prstGeom prst="rect">
            <a:avLst/>
          </a:prstGeom>
          <a:noFill/>
          <a:ln>
            <a:noFill/>
          </a:ln>
          <a:effectLst/>
        </p:spPr>
        <p:txBody>
          <a:bodyPr vert="horz" wrap="square" lIns="91414" tIns="45708" rIns="91414" bIns="45708" numCol="1" anchor="b" anchorCtr="0" compatLnSpc="1">
            <a:prstTxWarp prst="textNoShape">
              <a:avLst/>
            </a:prstTxWarp>
          </a:bodyPr>
          <a:lstStyle>
            <a:lvl1pPr algn="r">
              <a:defRPr sz="1200"/>
            </a:lvl1pPr>
          </a:lstStyle>
          <a:p>
            <a:fld id="{5722CE12-AB36-468F-AD58-FF5432A45F8C}" type="slidenum">
              <a:rPr lang="zh-CN" altLang="en-US"/>
              <a:pPr/>
              <a:t>‹#›</a:t>
            </a:fld>
            <a:endParaRPr lang="en-US" altLang="zh-CN"/>
          </a:p>
        </p:txBody>
      </p:sp>
    </p:spTree>
    <p:extLst>
      <p:ext uri="{BB962C8B-B14F-4D97-AF65-F5344CB8AC3E}">
        <p14:creationId xmlns:p14="http://schemas.microsoft.com/office/powerpoint/2010/main" val="118981617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85B4214F-B4ED-4D27-85BC-74306DFCAB7F}"/>
              </a:ext>
            </a:extLst>
          </p:cNvPr>
          <p:cNvSpPr>
            <a:spLocks noGrp="1" noChangeArrowheads="1"/>
          </p:cNvSpPr>
          <p:nvPr>
            <p:ph type="hdr" sz="quarter"/>
          </p:nvPr>
        </p:nvSpPr>
        <p:spPr bwMode="auto">
          <a:xfrm>
            <a:off x="0" y="0"/>
            <a:ext cx="3076575" cy="511175"/>
          </a:xfrm>
          <a:prstGeom prst="rect">
            <a:avLst/>
          </a:prstGeom>
          <a:noFill/>
          <a:ln>
            <a:noFill/>
          </a:ln>
        </p:spPr>
        <p:txBody>
          <a:bodyPr vert="horz" wrap="square" lIns="99019" tIns="49510" rIns="99019" bIns="49510" numCol="1" anchor="t" anchorCtr="0" compatLnSpc="1">
            <a:prstTxWarp prst="textNoShape">
              <a:avLst/>
            </a:prstTxWarp>
          </a:bodyPr>
          <a:lstStyle>
            <a:lvl1pPr defTabSz="988409" eaLnBrk="1" hangingPunct="1">
              <a:defRPr sz="1300"/>
            </a:lvl1pPr>
          </a:lstStyle>
          <a:p>
            <a:pPr>
              <a:defRPr/>
            </a:pPr>
            <a:endParaRPr lang="zh-CN" altLang="en-US"/>
          </a:p>
        </p:txBody>
      </p:sp>
      <p:sp>
        <p:nvSpPr>
          <p:cNvPr id="327683" name="Rectangle 3">
            <a:extLst>
              <a:ext uri="{FF2B5EF4-FFF2-40B4-BE49-F238E27FC236}">
                <a16:creationId xmlns:a16="http://schemas.microsoft.com/office/drawing/2014/main" id="{9E786FA9-A399-4669-96DC-8970BB5B9230}"/>
              </a:ext>
            </a:extLst>
          </p:cNvPr>
          <p:cNvSpPr>
            <a:spLocks noGrp="1" noChangeArrowheads="1"/>
          </p:cNvSpPr>
          <p:nvPr>
            <p:ph type="dt" idx="1"/>
          </p:nvPr>
        </p:nvSpPr>
        <p:spPr bwMode="auto">
          <a:xfrm>
            <a:off x="4022725" y="0"/>
            <a:ext cx="3076575" cy="511175"/>
          </a:xfrm>
          <a:prstGeom prst="rect">
            <a:avLst/>
          </a:prstGeom>
          <a:noFill/>
          <a:ln>
            <a:noFill/>
          </a:ln>
        </p:spPr>
        <p:txBody>
          <a:bodyPr vert="horz" wrap="square" lIns="99019" tIns="49510" rIns="99019" bIns="49510" numCol="1" anchor="t" anchorCtr="0" compatLnSpc="1">
            <a:prstTxWarp prst="textNoShape">
              <a:avLst/>
            </a:prstTxWarp>
          </a:bodyPr>
          <a:lstStyle>
            <a:lvl1pPr algn="r" defTabSz="988409" eaLnBrk="1" hangingPunct="1">
              <a:defRPr sz="1300"/>
            </a:lvl1pPr>
          </a:lstStyle>
          <a:p>
            <a:pPr>
              <a:defRPr/>
            </a:pPr>
            <a:endParaRPr lang="en-US" altLang="zh-CN"/>
          </a:p>
        </p:txBody>
      </p:sp>
      <p:sp>
        <p:nvSpPr>
          <p:cNvPr id="20484" name="Rectangle 4">
            <a:extLst>
              <a:ext uri="{FF2B5EF4-FFF2-40B4-BE49-F238E27FC236}">
                <a16:creationId xmlns:a16="http://schemas.microsoft.com/office/drawing/2014/main" id="{1A3D87CA-84B5-4808-BC13-C030E2B8E7E7}"/>
              </a:ext>
            </a:extLst>
          </p:cNvPr>
          <p:cNvSpPr>
            <a:spLocks noGrp="1" noRot="1" noChangeAspect="1" noChangeArrowheads="1" noTextEdit="1"/>
          </p:cNvSpPr>
          <p:nvPr>
            <p:ph type="sldImg" idx="2"/>
          </p:nvPr>
        </p:nvSpPr>
        <p:spPr bwMode="auto">
          <a:xfrm>
            <a:off x="139700" y="768350"/>
            <a:ext cx="6821488"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685" name="Rectangle 5">
            <a:extLst>
              <a:ext uri="{FF2B5EF4-FFF2-40B4-BE49-F238E27FC236}">
                <a16:creationId xmlns:a16="http://schemas.microsoft.com/office/drawing/2014/main" id="{D5F4F4E3-1469-498F-A99D-74EDE1494D86}"/>
              </a:ext>
            </a:extLst>
          </p:cNvPr>
          <p:cNvSpPr>
            <a:spLocks noGrp="1" noChangeArrowheads="1"/>
          </p:cNvSpPr>
          <p:nvPr>
            <p:ph type="body" sz="quarter" idx="3"/>
          </p:nvPr>
        </p:nvSpPr>
        <p:spPr bwMode="auto">
          <a:xfrm>
            <a:off x="946150" y="4860925"/>
            <a:ext cx="5207000" cy="4605338"/>
          </a:xfrm>
          <a:prstGeom prst="rect">
            <a:avLst/>
          </a:prstGeom>
          <a:noFill/>
          <a:ln>
            <a:noFill/>
          </a:ln>
        </p:spPr>
        <p:txBody>
          <a:bodyPr vert="horz" wrap="square" lIns="99019" tIns="49510" rIns="99019" bIns="4951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686" name="Rectangle 6">
            <a:extLst>
              <a:ext uri="{FF2B5EF4-FFF2-40B4-BE49-F238E27FC236}">
                <a16:creationId xmlns:a16="http://schemas.microsoft.com/office/drawing/2014/main" id="{6D1A402F-61F3-4609-8E7B-EDC6076923B3}"/>
              </a:ext>
            </a:extLst>
          </p:cNvPr>
          <p:cNvSpPr>
            <a:spLocks noGrp="1" noChangeArrowheads="1"/>
          </p:cNvSpPr>
          <p:nvPr>
            <p:ph type="ftr" sz="quarter" idx="4"/>
          </p:nvPr>
        </p:nvSpPr>
        <p:spPr bwMode="auto">
          <a:xfrm>
            <a:off x="0" y="9723438"/>
            <a:ext cx="3076575" cy="511175"/>
          </a:xfrm>
          <a:prstGeom prst="rect">
            <a:avLst/>
          </a:prstGeom>
          <a:noFill/>
          <a:ln>
            <a:noFill/>
          </a:ln>
        </p:spPr>
        <p:txBody>
          <a:bodyPr vert="horz" wrap="square" lIns="99019" tIns="49510" rIns="99019" bIns="49510" numCol="1" anchor="b" anchorCtr="0" compatLnSpc="1">
            <a:prstTxWarp prst="textNoShape">
              <a:avLst/>
            </a:prstTxWarp>
          </a:bodyPr>
          <a:lstStyle>
            <a:lvl1pPr defTabSz="988409" eaLnBrk="1" hangingPunct="1">
              <a:defRPr sz="1300"/>
            </a:lvl1pPr>
          </a:lstStyle>
          <a:p>
            <a:pPr>
              <a:defRPr/>
            </a:pPr>
            <a:endParaRPr lang="en-US" altLang="zh-CN"/>
          </a:p>
        </p:txBody>
      </p:sp>
      <p:sp>
        <p:nvSpPr>
          <p:cNvPr id="327687" name="Rectangle 7">
            <a:extLst>
              <a:ext uri="{FF2B5EF4-FFF2-40B4-BE49-F238E27FC236}">
                <a16:creationId xmlns:a16="http://schemas.microsoft.com/office/drawing/2014/main" id="{385DEA04-91E0-4347-9B39-EFFE1E6AA7A7}"/>
              </a:ext>
            </a:extLst>
          </p:cNvPr>
          <p:cNvSpPr>
            <a:spLocks noGrp="1" noChangeArrowheads="1"/>
          </p:cNvSpPr>
          <p:nvPr>
            <p:ph type="sldNum" sz="quarter" idx="5"/>
          </p:nvPr>
        </p:nvSpPr>
        <p:spPr bwMode="auto">
          <a:xfrm>
            <a:off x="4022725" y="9723438"/>
            <a:ext cx="3076575" cy="511175"/>
          </a:xfrm>
          <a:prstGeom prst="rect">
            <a:avLst/>
          </a:prstGeom>
          <a:noFill/>
          <a:ln>
            <a:noFill/>
          </a:ln>
        </p:spPr>
        <p:txBody>
          <a:bodyPr vert="horz" wrap="square" lIns="99019" tIns="49510" rIns="99019" bIns="49510" numCol="1" anchor="b" anchorCtr="0" compatLnSpc="1">
            <a:prstTxWarp prst="textNoShape">
              <a:avLst/>
            </a:prstTxWarp>
          </a:bodyPr>
          <a:lstStyle>
            <a:lvl1pPr algn="r" defTabSz="987425" eaLnBrk="1" hangingPunct="1">
              <a:defRPr sz="1300"/>
            </a:lvl1pPr>
          </a:lstStyle>
          <a:p>
            <a:fld id="{34694D73-1962-467F-9589-8F3D3F631763}" type="slidenum">
              <a:rPr lang="zh-CN" altLang="en-US"/>
              <a:pPr/>
              <a:t>‹#›</a:t>
            </a:fld>
            <a:endParaRPr lang="en-US" altLang="zh-CN"/>
          </a:p>
        </p:txBody>
      </p:sp>
    </p:spTree>
    <p:extLst>
      <p:ext uri="{BB962C8B-B14F-4D97-AF65-F5344CB8AC3E}">
        <p14:creationId xmlns:p14="http://schemas.microsoft.com/office/powerpoint/2010/main" val="237503451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a:ln/>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Tahoma" panose="020B0604030504040204" pitchFamily="34" charset="0"/>
                <a:ea typeface="宋体" panose="02010600030101010101" pitchFamily="2" charset="-122"/>
              </a:defRPr>
            </a:lvl1pPr>
            <a:lvl2pPr marL="769938" indent="-295275" defTabSz="985838">
              <a:defRPr>
                <a:solidFill>
                  <a:schemeClr val="tx1"/>
                </a:solidFill>
                <a:latin typeface="Tahoma" panose="020B0604030504040204" pitchFamily="34" charset="0"/>
                <a:ea typeface="宋体" panose="02010600030101010101" pitchFamily="2" charset="-122"/>
              </a:defRPr>
            </a:lvl2pPr>
            <a:lvl3pPr marL="1185863" indent="-236538" defTabSz="985838">
              <a:defRPr>
                <a:solidFill>
                  <a:schemeClr val="tx1"/>
                </a:solidFill>
                <a:latin typeface="Tahoma" panose="020B0604030504040204" pitchFamily="34" charset="0"/>
                <a:ea typeface="宋体" panose="02010600030101010101" pitchFamily="2" charset="-122"/>
              </a:defRPr>
            </a:lvl3pPr>
            <a:lvl4pPr marL="1660525" indent="-236538" defTabSz="985838">
              <a:defRPr>
                <a:solidFill>
                  <a:schemeClr val="tx1"/>
                </a:solidFill>
                <a:latin typeface="Tahoma" panose="020B0604030504040204" pitchFamily="34" charset="0"/>
                <a:ea typeface="宋体" panose="02010600030101010101" pitchFamily="2" charset="-122"/>
              </a:defRPr>
            </a:lvl4pPr>
            <a:lvl5pPr marL="2133600" indent="-236538" defTabSz="985838">
              <a:defRPr>
                <a:solidFill>
                  <a:schemeClr val="tx1"/>
                </a:solidFill>
                <a:latin typeface="Tahoma" panose="020B0604030504040204" pitchFamily="34" charset="0"/>
                <a:ea typeface="宋体" panose="02010600030101010101" pitchFamily="2" charset="-122"/>
              </a:defRPr>
            </a:lvl5pPr>
            <a:lvl6pPr marL="25908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480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052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9624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68EA5EE-7B9E-4F11-8FFF-4A8C055CC509}" type="slidenum">
              <a:rPr lang="zh-CN" altLang="en-US" smtClean="0">
                <a:solidFill>
                  <a:srgbClr val="000000"/>
                </a:solidFill>
                <a:latin typeface="Arial" panose="020B0604020202020204" pitchFamily="34" charset="0"/>
                <a:ea typeface="楷体_GB2312"/>
                <a:cs typeface="楷体_GB2312"/>
              </a:rPr>
              <a:pPr/>
              <a:t>1</a:t>
            </a:fld>
            <a:endParaRPr lang="zh-CN" altLang="en-US">
              <a:solidFill>
                <a:srgbClr val="000000"/>
              </a:solidFill>
              <a:latin typeface="Arial" panose="020B0604020202020204" pitchFamily="34" charset="0"/>
              <a:ea typeface="楷体_GB2312"/>
              <a:cs typeface="楷体_GB2312"/>
            </a:endParaRPr>
          </a:p>
        </p:txBody>
      </p:sp>
    </p:spTree>
    <p:extLst>
      <p:ext uri="{BB962C8B-B14F-4D97-AF65-F5344CB8AC3E}">
        <p14:creationId xmlns:p14="http://schemas.microsoft.com/office/powerpoint/2010/main" val="1909294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9013">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9013">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9013">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9013">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89013" rtl="0" eaLnBrk="1" fontAlgn="base" latinLnBrk="0" hangingPunct="1">
              <a:lnSpc>
                <a:spcPct val="100000"/>
              </a:lnSpc>
              <a:spcBef>
                <a:spcPct val="0"/>
              </a:spcBef>
              <a:spcAft>
                <a:spcPct val="0"/>
              </a:spcAft>
              <a:buClrTx/>
              <a:buSzTx/>
              <a:buFontTx/>
              <a:buNone/>
              <a:tabLst/>
              <a:defRPr/>
            </a:pPr>
            <a:fld id="{685E527C-69D4-4655-9125-0A0A1D2C6F10}" type="slidenum">
              <a:rPr kumimoji="0" lang="zh-CN" altLang="en-US" sz="1300" b="0" i="0" u="none" strike="noStrike" kern="1200" cap="none" spc="0" normalizeH="0" baseline="0" noProof="0" smtClean="0">
                <a:ln>
                  <a:noFill/>
                </a:ln>
                <a:solidFill>
                  <a:srgbClr val="000000"/>
                </a:solidFill>
                <a:effectLst/>
                <a:uLnTx/>
                <a:uFillTx/>
                <a:latin typeface="Arial" panose="020B0604020202020204" pitchFamily="34" charset="0"/>
                <a:ea typeface="楷体_GB2312"/>
                <a:cs typeface="楷体_GB2312"/>
              </a:rPr>
              <a:pPr marL="0" marR="0" lvl="0" indent="0" algn="r" defTabSz="989013" rtl="0" eaLnBrk="1" fontAlgn="base" latinLnBrk="0" hangingPunct="1">
                <a:lnSpc>
                  <a:spcPct val="100000"/>
                </a:lnSpc>
                <a:spcBef>
                  <a:spcPct val="0"/>
                </a:spcBef>
                <a:spcAft>
                  <a:spcPct val="0"/>
                </a:spcAft>
                <a:buClrTx/>
                <a:buSzTx/>
                <a:buFontTx/>
                <a:buNone/>
                <a:tabLst/>
                <a:defRPr/>
              </a:pPr>
              <a:t>2</a:t>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楷体_GB2312"/>
              <a:cs typeface="楷体_GB2312"/>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7738" eaLnBrk="1" hangingPunct="1"/>
            <a:endParaRPr lang="zh-CN" altLang="en-US" dirty="0">
              <a:latin typeface="Arial" panose="020B0604020202020204" pitchFamily="34" charset="0"/>
            </a:endParaRPr>
          </a:p>
        </p:txBody>
      </p:sp>
    </p:spTree>
    <p:extLst>
      <p:ext uri="{BB962C8B-B14F-4D97-AF65-F5344CB8AC3E}">
        <p14:creationId xmlns:p14="http://schemas.microsoft.com/office/powerpoint/2010/main" val="1954706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p:spPr>
      </p:sp>
      <p:sp>
        <p:nvSpPr>
          <p:cNvPr id="256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56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a:solidFill>
                  <a:schemeClr val="tx1"/>
                </a:solidFill>
                <a:latin typeface="Tahoma" panose="020B0604030504040204" pitchFamily="34" charset="0"/>
                <a:ea typeface="宋体" panose="02010600030101010101" pitchFamily="2" charset="-122"/>
              </a:defRPr>
            </a:lvl1pPr>
            <a:lvl2pPr marL="742950" indent="-285750" defTabSz="987425">
              <a:defRPr>
                <a:solidFill>
                  <a:schemeClr val="tx1"/>
                </a:solidFill>
                <a:latin typeface="Tahoma" panose="020B0604030504040204" pitchFamily="34" charset="0"/>
                <a:ea typeface="宋体" panose="02010600030101010101" pitchFamily="2" charset="-122"/>
              </a:defRPr>
            </a:lvl2pPr>
            <a:lvl3pPr marL="1143000" indent="-228600" defTabSz="987425">
              <a:defRPr>
                <a:solidFill>
                  <a:schemeClr val="tx1"/>
                </a:solidFill>
                <a:latin typeface="Tahoma" panose="020B0604030504040204" pitchFamily="34" charset="0"/>
                <a:ea typeface="宋体" panose="02010600030101010101" pitchFamily="2" charset="-122"/>
              </a:defRPr>
            </a:lvl3pPr>
            <a:lvl4pPr marL="1600200" indent="-228600" defTabSz="987425">
              <a:defRPr>
                <a:solidFill>
                  <a:schemeClr val="tx1"/>
                </a:solidFill>
                <a:latin typeface="Tahoma" panose="020B0604030504040204" pitchFamily="34" charset="0"/>
                <a:ea typeface="宋体" panose="02010600030101010101" pitchFamily="2" charset="-122"/>
              </a:defRPr>
            </a:lvl4pPr>
            <a:lvl5pPr marL="2057400" indent="-228600" defTabSz="987425">
              <a:defRPr>
                <a:solidFill>
                  <a:schemeClr val="tx1"/>
                </a:solidFill>
                <a:latin typeface="Tahoma" panose="020B0604030504040204" pitchFamily="34" charset="0"/>
                <a:ea typeface="宋体" panose="02010600030101010101" pitchFamily="2" charset="-122"/>
              </a:defRPr>
            </a:lvl5pPr>
            <a:lvl6pPr marL="25146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r" defTabSz="987425" rtl="0" eaLnBrk="1" fontAlgn="base" latinLnBrk="0" hangingPunct="1">
              <a:lnSpc>
                <a:spcPct val="100000"/>
              </a:lnSpc>
              <a:spcBef>
                <a:spcPct val="0"/>
              </a:spcBef>
              <a:spcAft>
                <a:spcPct val="0"/>
              </a:spcAft>
              <a:buClrTx/>
              <a:buSzTx/>
              <a:buFontTx/>
              <a:buNone/>
              <a:tabLst/>
              <a:defRPr/>
            </a:pPr>
            <a:fld id="{6A43A08A-DEC0-42FB-901F-7E77411B57FA}" type="slidenum">
              <a:rPr kumimoji="0" lang="zh-CN" altLang="en-US" sz="1300" b="0"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87425" rtl="0" eaLnBrk="1" fontAlgn="base" latinLnBrk="0" hangingPunct="1">
                <a:lnSpc>
                  <a:spcPct val="100000"/>
                </a:lnSpc>
                <a:spcBef>
                  <a:spcPct val="0"/>
                </a:spcBef>
                <a:spcAft>
                  <a:spcPct val="0"/>
                </a:spcAft>
                <a:buClrTx/>
                <a:buSzTx/>
                <a:buFontTx/>
                <a:buNone/>
                <a:tabLst/>
                <a:defRPr/>
              </a:pPr>
              <a:t>3</a:t>
            </a:fld>
            <a:endParaRPr kumimoji="0" lang="en-US" altLang="zh-CN" sz="13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2263820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p:spPr>
      </p:sp>
      <p:sp>
        <p:nvSpPr>
          <p:cNvPr id="256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56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a:solidFill>
                  <a:schemeClr val="tx1"/>
                </a:solidFill>
                <a:latin typeface="Tahoma" panose="020B0604030504040204" pitchFamily="34" charset="0"/>
                <a:ea typeface="宋体" panose="02010600030101010101" pitchFamily="2" charset="-122"/>
              </a:defRPr>
            </a:lvl1pPr>
            <a:lvl2pPr marL="742950" indent="-285750" defTabSz="987425">
              <a:defRPr>
                <a:solidFill>
                  <a:schemeClr val="tx1"/>
                </a:solidFill>
                <a:latin typeface="Tahoma" panose="020B0604030504040204" pitchFamily="34" charset="0"/>
                <a:ea typeface="宋体" panose="02010600030101010101" pitchFamily="2" charset="-122"/>
              </a:defRPr>
            </a:lvl2pPr>
            <a:lvl3pPr marL="1143000" indent="-228600" defTabSz="987425">
              <a:defRPr>
                <a:solidFill>
                  <a:schemeClr val="tx1"/>
                </a:solidFill>
                <a:latin typeface="Tahoma" panose="020B0604030504040204" pitchFamily="34" charset="0"/>
                <a:ea typeface="宋体" panose="02010600030101010101" pitchFamily="2" charset="-122"/>
              </a:defRPr>
            </a:lvl3pPr>
            <a:lvl4pPr marL="1600200" indent="-228600" defTabSz="987425">
              <a:defRPr>
                <a:solidFill>
                  <a:schemeClr val="tx1"/>
                </a:solidFill>
                <a:latin typeface="Tahoma" panose="020B0604030504040204" pitchFamily="34" charset="0"/>
                <a:ea typeface="宋体" panose="02010600030101010101" pitchFamily="2" charset="-122"/>
              </a:defRPr>
            </a:lvl4pPr>
            <a:lvl5pPr marL="2057400" indent="-228600" defTabSz="987425">
              <a:defRPr>
                <a:solidFill>
                  <a:schemeClr val="tx1"/>
                </a:solidFill>
                <a:latin typeface="Tahoma" panose="020B0604030504040204" pitchFamily="34" charset="0"/>
                <a:ea typeface="宋体" panose="02010600030101010101" pitchFamily="2" charset="-122"/>
              </a:defRPr>
            </a:lvl5pPr>
            <a:lvl6pPr marL="25146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A43A08A-DEC0-42FB-901F-7E77411B57FA}" type="slidenum">
              <a:rPr lang="zh-CN" altLang="en-US" smtClean="0">
                <a:solidFill>
                  <a:srgbClr val="000000"/>
                </a:solidFill>
              </a:rPr>
              <a:pPr/>
              <a:t>4</a:t>
            </a:fld>
            <a:endParaRPr lang="en-US" altLang="zh-CN">
              <a:solidFill>
                <a:srgbClr val="000000"/>
              </a:solidFill>
            </a:endParaRPr>
          </a:p>
        </p:txBody>
      </p:sp>
    </p:spTree>
    <p:extLst>
      <p:ext uri="{BB962C8B-B14F-4D97-AF65-F5344CB8AC3E}">
        <p14:creationId xmlns:p14="http://schemas.microsoft.com/office/powerpoint/2010/main" val="1939246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4694D73-1962-467F-9589-8F3D3F631763}" type="slidenum">
              <a:rPr lang="zh-CN" altLang="en-US" smtClean="0"/>
              <a:pPr/>
              <a:t>5</a:t>
            </a:fld>
            <a:endParaRPr lang="en-US" altLang="zh-CN"/>
          </a:p>
        </p:txBody>
      </p:sp>
    </p:spTree>
    <p:extLst>
      <p:ext uri="{BB962C8B-B14F-4D97-AF65-F5344CB8AC3E}">
        <p14:creationId xmlns:p14="http://schemas.microsoft.com/office/powerpoint/2010/main" val="4083091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4694D73-1962-467F-9589-8F3D3F631763}" type="slidenum">
              <a:rPr lang="zh-CN" altLang="en-US" smtClean="0"/>
              <a:pPr/>
              <a:t>6</a:t>
            </a:fld>
            <a:endParaRPr lang="en-US" altLang="zh-CN"/>
          </a:p>
        </p:txBody>
      </p:sp>
    </p:spTree>
    <p:extLst>
      <p:ext uri="{BB962C8B-B14F-4D97-AF65-F5344CB8AC3E}">
        <p14:creationId xmlns:p14="http://schemas.microsoft.com/office/powerpoint/2010/main" val="1828456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76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a:solidFill>
                  <a:schemeClr val="tx1"/>
                </a:solidFill>
                <a:latin typeface="Tahoma" panose="020B0604030504040204" pitchFamily="34" charset="0"/>
                <a:ea typeface="宋体" panose="02010600030101010101" pitchFamily="2" charset="-122"/>
              </a:defRPr>
            </a:lvl1pPr>
            <a:lvl2pPr marL="742950" indent="-285750" defTabSz="987425">
              <a:defRPr>
                <a:solidFill>
                  <a:schemeClr val="tx1"/>
                </a:solidFill>
                <a:latin typeface="Tahoma" panose="020B0604030504040204" pitchFamily="34" charset="0"/>
                <a:ea typeface="宋体" panose="02010600030101010101" pitchFamily="2" charset="-122"/>
              </a:defRPr>
            </a:lvl2pPr>
            <a:lvl3pPr marL="1143000" indent="-228600" defTabSz="987425">
              <a:defRPr>
                <a:solidFill>
                  <a:schemeClr val="tx1"/>
                </a:solidFill>
                <a:latin typeface="Tahoma" panose="020B0604030504040204" pitchFamily="34" charset="0"/>
                <a:ea typeface="宋体" panose="02010600030101010101" pitchFamily="2" charset="-122"/>
              </a:defRPr>
            </a:lvl3pPr>
            <a:lvl4pPr marL="1600200" indent="-228600" defTabSz="987425">
              <a:defRPr>
                <a:solidFill>
                  <a:schemeClr val="tx1"/>
                </a:solidFill>
                <a:latin typeface="Tahoma" panose="020B0604030504040204" pitchFamily="34" charset="0"/>
                <a:ea typeface="宋体" panose="02010600030101010101" pitchFamily="2" charset="-122"/>
              </a:defRPr>
            </a:lvl4pPr>
            <a:lvl5pPr marL="2057400" indent="-228600" defTabSz="987425">
              <a:defRPr>
                <a:solidFill>
                  <a:schemeClr val="tx1"/>
                </a:solidFill>
                <a:latin typeface="Tahoma" panose="020B0604030504040204" pitchFamily="34" charset="0"/>
                <a:ea typeface="宋体" panose="02010600030101010101" pitchFamily="2" charset="-122"/>
              </a:defRPr>
            </a:lvl5pPr>
            <a:lvl6pPr marL="25146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D650FFA-193D-487C-AAA3-D05801366CD2}" type="slidenum">
              <a:rPr lang="zh-CN" altLang="en-US" smtClean="0">
                <a:solidFill>
                  <a:srgbClr val="000000"/>
                </a:solidFill>
              </a:rPr>
              <a:pPr/>
              <a:t>7</a:t>
            </a:fld>
            <a:endParaRPr lang="en-US" altLang="zh-CN">
              <a:solidFill>
                <a:srgbClr val="000000"/>
              </a:solidFill>
            </a:endParaRPr>
          </a:p>
        </p:txBody>
      </p:sp>
    </p:spTree>
    <p:extLst>
      <p:ext uri="{BB962C8B-B14F-4D97-AF65-F5344CB8AC3E}">
        <p14:creationId xmlns:p14="http://schemas.microsoft.com/office/powerpoint/2010/main" val="869294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694D73-1962-467F-9589-8F3D3F631763}" type="slidenum">
              <a:rPr lang="zh-CN" altLang="en-US" smtClean="0"/>
              <a:pPr/>
              <a:t>8</a:t>
            </a:fld>
            <a:endParaRPr lang="en-US" altLang="zh-CN"/>
          </a:p>
        </p:txBody>
      </p:sp>
    </p:spTree>
    <p:extLst>
      <p:ext uri="{BB962C8B-B14F-4D97-AF65-F5344CB8AC3E}">
        <p14:creationId xmlns:p14="http://schemas.microsoft.com/office/powerpoint/2010/main" val="1717351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694D73-1962-467F-9589-8F3D3F631763}" type="slidenum">
              <a:rPr lang="zh-CN" altLang="en-US" smtClean="0"/>
              <a:pPr/>
              <a:t>9</a:t>
            </a:fld>
            <a:endParaRPr lang="en-US" altLang="zh-CN"/>
          </a:p>
        </p:txBody>
      </p:sp>
    </p:spTree>
    <p:extLst>
      <p:ext uri="{BB962C8B-B14F-4D97-AF65-F5344CB8AC3E}">
        <p14:creationId xmlns:p14="http://schemas.microsoft.com/office/powerpoint/2010/main" val="1046039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idx="4294967295"/>
          </p:nvPr>
        </p:nvSpPr>
        <p:spPr>
          <a:ln/>
        </p:spPr>
      </p:sp>
      <p:sp>
        <p:nvSpPr>
          <p:cNvPr id="38915"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
        <p:nvSpPr>
          <p:cNvPr id="3891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5838">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5838">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5838">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5838">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32198BB-ED1C-452D-BCBE-17C07AC30ED0}" type="slidenum">
              <a:rPr lang="zh-CN" altLang="en-US" sz="1300" smtClean="0">
                <a:solidFill>
                  <a:srgbClr val="000000"/>
                </a:solidFill>
                <a:latin typeface="Tahoma" panose="020B0604030504040204" pitchFamily="34" charset="0"/>
              </a:rPr>
              <a:pPr>
                <a:spcBef>
                  <a:spcPct val="0"/>
                </a:spcBef>
              </a:pPr>
              <a:t>10</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2704713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ChangeArrowheads="1" noTextEdit="1"/>
          </p:cNvSpPr>
          <p:nvPr>
            <p:ph type="sldImg" idx="4294967295"/>
          </p:nvPr>
        </p:nvSpPr>
        <p:spPr>
          <a:ln/>
        </p:spPr>
      </p:sp>
      <p:sp>
        <p:nvSpPr>
          <p:cNvPr id="40963"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4096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5838">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5838">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5838">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5838">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75C2F50-2FA3-4A1A-8FC3-6142CB354B63}" type="slidenum">
              <a:rPr lang="zh-CN" altLang="en-US" sz="1300" smtClean="0">
                <a:solidFill>
                  <a:srgbClr val="000000"/>
                </a:solidFill>
                <a:latin typeface="Tahoma" panose="020B0604030504040204" pitchFamily="34" charset="0"/>
              </a:rPr>
              <a:pPr>
                <a:spcBef>
                  <a:spcPct val="0"/>
                </a:spcBef>
              </a:pPr>
              <a:t>11</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374475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idx="4294967295"/>
          </p:nvPr>
        </p:nvSpPr>
        <p:spPr>
          <a:ln/>
        </p:spPr>
      </p:sp>
      <p:sp>
        <p:nvSpPr>
          <p:cNvPr id="43011"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477632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idx="4294967295"/>
          </p:nvPr>
        </p:nvSpPr>
        <p:spPr>
          <a:ln/>
        </p:spPr>
      </p:sp>
      <p:sp>
        <p:nvSpPr>
          <p:cNvPr id="45059"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1628747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idx="4294967295"/>
          </p:nvPr>
        </p:nvSpPr>
        <p:spPr>
          <a:ln/>
        </p:spPr>
      </p:sp>
      <p:sp>
        <p:nvSpPr>
          <p:cNvPr id="47107"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1236824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idx="4294967295"/>
          </p:nvPr>
        </p:nvSpPr>
        <p:spPr>
          <a:ln/>
        </p:spPr>
      </p:sp>
      <p:sp>
        <p:nvSpPr>
          <p:cNvPr id="49155"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550482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idx="4294967295"/>
          </p:nvPr>
        </p:nvSpPr>
        <p:spPr>
          <a:ln/>
        </p:spPr>
      </p:sp>
      <p:sp>
        <p:nvSpPr>
          <p:cNvPr id="51203"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512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7425">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7425">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7425">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7425">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1A5C91-C176-41A5-8A93-3A11A4839578}" type="slidenum">
              <a:rPr lang="zh-CN" altLang="en-US" sz="1300" smtClean="0">
                <a:solidFill>
                  <a:srgbClr val="000000"/>
                </a:solidFill>
                <a:latin typeface="Tahoma" panose="020B0604030504040204" pitchFamily="34" charset="0"/>
              </a:rPr>
              <a:pPr>
                <a:spcBef>
                  <a:spcPct val="0"/>
                </a:spcBef>
              </a:pPr>
              <a:t>16</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3063792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idx="4294967295"/>
          </p:nvPr>
        </p:nvSpPr>
        <p:spPr>
          <a:ln/>
        </p:spPr>
      </p:sp>
      <p:sp>
        <p:nvSpPr>
          <p:cNvPr id="53251"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1396853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idx="4294967295"/>
          </p:nvPr>
        </p:nvSpPr>
        <p:spPr>
          <a:ln/>
        </p:spPr>
      </p:sp>
      <p:sp>
        <p:nvSpPr>
          <p:cNvPr id="55299"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3312392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4694D73-1962-467F-9589-8F3D3F631763}" type="slidenum">
              <a:rPr lang="zh-CN" altLang="en-US" smtClean="0"/>
              <a:pPr/>
              <a:t>19</a:t>
            </a:fld>
            <a:endParaRPr lang="en-US" altLang="zh-CN"/>
          </a:p>
        </p:txBody>
      </p:sp>
    </p:spTree>
    <p:extLst>
      <p:ext uri="{BB962C8B-B14F-4D97-AF65-F5344CB8AC3E}">
        <p14:creationId xmlns:p14="http://schemas.microsoft.com/office/powerpoint/2010/main" val="39202904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5838">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5838">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5838">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5838">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22700A6-C179-403B-84DF-2FCF5AB21591}" type="slidenum">
              <a:rPr lang="zh-CN" altLang="en-US" sz="1300" smtClean="0">
                <a:solidFill>
                  <a:srgbClr val="000000"/>
                </a:solidFill>
                <a:latin typeface="Tahoma" panose="020B0604030504040204" pitchFamily="34" charset="0"/>
              </a:rPr>
              <a:pPr>
                <a:spcBef>
                  <a:spcPct val="0"/>
                </a:spcBef>
              </a:pPr>
              <a:t>20</a:t>
            </a:fld>
            <a:endParaRPr lang="zh-CN" altLang="en-US" sz="1300">
              <a:solidFill>
                <a:srgbClr val="000000"/>
              </a:solidFill>
              <a:latin typeface="Tahoma" panose="020B0604030504040204" pitchFamily="34" charset="0"/>
            </a:endParaRPr>
          </a:p>
        </p:txBody>
      </p:sp>
      <p:sp>
        <p:nvSpPr>
          <p:cNvPr id="58371" name="Rectangle 2"/>
          <p:cNvSpPr>
            <a:spLocks noGrp="1" noRot="1" noChangeAspect="1" noChangeArrowheads="1" noTextEdit="1"/>
          </p:cNvSpPr>
          <p:nvPr>
            <p:ph type="sldImg" idx="4294967295"/>
          </p:nvPr>
        </p:nvSpPr>
        <p:spPr>
          <a:ln/>
        </p:spPr>
      </p:sp>
      <p:sp>
        <p:nvSpPr>
          <p:cNvPr id="58372"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extLst>
      <p:ext uri="{BB962C8B-B14F-4D97-AF65-F5344CB8AC3E}">
        <p14:creationId xmlns:p14="http://schemas.microsoft.com/office/powerpoint/2010/main" val="3139328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5838">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5838">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5838">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5838">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87CB93B-9941-48D5-92DE-98A0F4D7F505}" type="slidenum">
              <a:rPr lang="zh-CN" altLang="en-US" sz="1300" smtClean="0">
                <a:solidFill>
                  <a:srgbClr val="000000"/>
                </a:solidFill>
                <a:latin typeface="Tahoma" panose="020B0604030504040204" pitchFamily="34" charset="0"/>
              </a:rPr>
              <a:pPr>
                <a:spcBef>
                  <a:spcPct val="0"/>
                </a:spcBef>
              </a:pPr>
              <a:t>21</a:t>
            </a:fld>
            <a:endParaRPr lang="zh-CN" altLang="en-US" sz="1300">
              <a:solidFill>
                <a:srgbClr val="000000"/>
              </a:solidFill>
              <a:latin typeface="Tahoma" panose="020B0604030504040204" pitchFamily="34" charset="0"/>
            </a:endParaRPr>
          </a:p>
        </p:txBody>
      </p:sp>
      <p:sp>
        <p:nvSpPr>
          <p:cNvPr id="60419" name="Rectangle 2"/>
          <p:cNvSpPr>
            <a:spLocks noGrp="1" noRot="1" noChangeAspect="1" noChangeArrowheads="1" noTextEdit="1"/>
          </p:cNvSpPr>
          <p:nvPr>
            <p:ph type="sldImg" idx="4294967295"/>
          </p:nvPr>
        </p:nvSpPr>
        <p:spPr>
          <a:ln/>
        </p:spPr>
      </p:sp>
      <p:sp>
        <p:nvSpPr>
          <p:cNvPr id="60420"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extLst>
      <p:ext uri="{BB962C8B-B14F-4D97-AF65-F5344CB8AC3E}">
        <p14:creationId xmlns:p14="http://schemas.microsoft.com/office/powerpoint/2010/main" val="357520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ChangeArrowheads="1" noTextEdit="1"/>
          </p:cNvSpPr>
          <p:nvPr>
            <p:ph type="sldImg" idx="4294967295"/>
          </p:nvPr>
        </p:nvSpPr>
        <p:spPr>
          <a:ln/>
        </p:spPr>
      </p:sp>
      <p:sp>
        <p:nvSpPr>
          <p:cNvPr id="62467"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246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7425">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7425">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7425">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7425">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2A59C2B-12C1-4A95-A8CD-FE99E18F6CD4}" type="slidenum">
              <a:rPr lang="zh-CN" altLang="en-US" sz="1300" smtClean="0">
                <a:solidFill>
                  <a:srgbClr val="000000"/>
                </a:solidFill>
                <a:latin typeface="Tahoma" panose="020B0604030504040204" pitchFamily="34" charset="0"/>
              </a:rPr>
              <a:pPr>
                <a:spcBef>
                  <a:spcPct val="0"/>
                </a:spcBef>
              </a:pPr>
              <a:t>22</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2540848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idx="4294967295"/>
          </p:nvPr>
        </p:nvSpPr>
        <p:spPr>
          <a:ln/>
        </p:spPr>
      </p:sp>
      <p:sp>
        <p:nvSpPr>
          <p:cNvPr id="64515"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6451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5838">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5838">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5838">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5838">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4FD92E-316C-4030-AB21-BAB221814648}" type="slidenum">
              <a:rPr lang="zh-CN" altLang="en-US" sz="1300" smtClean="0">
                <a:solidFill>
                  <a:srgbClr val="000000"/>
                </a:solidFill>
                <a:latin typeface="Tahoma" panose="020B0604030504040204" pitchFamily="34" charset="0"/>
              </a:rPr>
              <a:pPr>
                <a:spcBef>
                  <a:spcPct val="0"/>
                </a:spcBef>
              </a:pPr>
              <a:t>23</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2474348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5838">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5838">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5838">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5838">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583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1B9002-ADDD-403D-9262-AD0C84A70C0D}" type="slidenum">
              <a:rPr lang="zh-CN" altLang="en-US" sz="1300" smtClean="0">
                <a:solidFill>
                  <a:srgbClr val="000000"/>
                </a:solidFill>
                <a:latin typeface="Tahoma" panose="020B0604030504040204" pitchFamily="34" charset="0"/>
              </a:rPr>
              <a:pPr>
                <a:spcBef>
                  <a:spcPct val="0"/>
                </a:spcBef>
              </a:pPr>
              <a:t>24</a:t>
            </a:fld>
            <a:endParaRPr lang="zh-CN" altLang="en-US" sz="1300">
              <a:solidFill>
                <a:srgbClr val="000000"/>
              </a:solidFill>
              <a:latin typeface="Tahoma" panose="020B0604030504040204" pitchFamily="34" charset="0"/>
            </a:endParaRPr>
          </a:p>
        </p:txBody>
      </p:sp>
      <p:sp>
        <p:nvSpPr>
          <p:cNvPr id="66563" name="Rectangle 2"/>
          <p:cNvSpPr>
            <a:spLocks noGrp="1" noRot="1" noChangeAspect="1" noChangeArrowheads="1" noTextEdit="1"/>
          </p:cNvSpPr>
          <p:nvPr>
            <p:ph type="sldImg" idx="4294967295"/>
          </p:nvPr>
        </p:nvSpPr>
        <p:spPr>
          <a:ln/>
        </p:spPr>
      </p:sp>
      <p:sp>
        <p:nvSpPr>
          <p:cNvPr id="66564"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960827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694D73-1962-467F-9589-8F3D3F631763}" type="slidenum">
              <a:rPr lang="zh-CN" altLang="en-US" smtClean="0"/>
              <a:pPr/>
              <a:t>25</a:t>
            </a:fld>
            <a:endParaRPr lang="en-US" altLang="zh-CN"/>
          </a:p>
        </p:txBody>
      </p:sp>
    </p:spTree>
    <p:extLst>
      <p:ext uri="{BB962C8B-B14F-4D97-AF65-F5344CB8AC3E}">
        <p14:creationId xmlns:p14="http://schemas.microsoft.com/office/powerpoint/2010/main" val="23426016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ln/>
        </p:spPr>
      </p:sp>
      <p:sp>
        <p:nvSpPr>
          <p:cNvPr id="696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96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a:solidFill>
                  <a:schemeClr val="tx1"/>
                </a:solidFill>
                <a:latin typeface="Tahoma" panose="020B0604030504040204" pitchFamily="34" charset="0"/>
                <a:ea typeface="宋体" panose="02010600030101010101" pitchFamily="2" charset="-122"/>
              </a:defRPr>
            </a:lvl1pPr>
            <a:lvl2pPr marL="742950" indent="-285750" defTabSz="987425">
              <a:defRPr>
                <a:solidFill>
                  <a:schemeClr val="tx1"/>
                </a:solidFill>
                <a:latin typeface="Tahoma" panose="020B0604030504040204" pitchFamily="34" charset="0"/>
                <a:ea typeface="宋体" panose="02010600030101010101" pitchFamily="2" charset="-122"/>
              </a:defRPr>
            </a:lvl2pPr>
            <a:lvl3pPr marL="1143000" indent="-228600" defTabSz="987425">
              <a:defRPr>
                <a:solidFill>
                  <a:schemeClr val="tx1"/>
                </a:solidFill>
                <a:latin typeface="Tahoma" panose="020B0604030504040204" pitchFamily="34" charset="0"/>
                <a:ea typeface="宋体" panose="02010600030101010101" pitchFamily="2" charset="-122"/>
              </a:defRPr>
            </a:lvl3pPr>
            <a:lvl4pPr marL="1600200" indent="-228600" defTabSz="987425">
              <a:defRPr>
                <a:solidFill>
                  <a:schemeClr val="tx1"/>
                </a:solidFill>
                <a:latin typeface="Tahoma" panose="020B0604030504040204" pitchFamily="34" charset="0"/>
                <a:ea typeface="宋体" panose="02010600030101010101" pitchFamily="2" charset="-122"/>
              </a:defRPr>
            </a:lvl4pPr>
            <a:lvl5pPr marL="2057400" indent="-228600" defTabSz="987425">
              <a:defRPr>
                <a:solidFill>
                  <a:schemeClr val="tx1"/>
                </a:solidFill>
                <a:latin typeface="Tahoma" panose="020B0604030504040204" pitchFamily="34" charset="0"/>
                <a:ea typeface="宋体" panose="02010600030101010101" pitchFamily="2" charset="-122"/>
              </a:defRPr>
            </a:lvl5pPr>
            <a:lvl6pPr marL="25146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7447F1A-1372-45B2-871F-A02A605E919B}" type="slidenum">
              <a:rPr lang="zh-CN" altLang="en-US" smtClean="0"/>
              <a:pPr/>
              <a:t>26</a:t>
            </a:fld>
            <a:endParaRPr lang="en-US" altLang="zh-CN"/>
          </a:p>
        </p:txBody>
      </p:sp>
    </p:spTree>
    <p:extLst>
      <p:ext uri="{BB962C8B-B14F-4D97-AF65-F5344CB8AC3E}">
        <p14:creationId xmlns:p14="http://schemas.microsoft.com/office/powerpoint/2010/main" val="11368953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87425" rtl="0" eaLnBrk="1" fontAlgn="base" latinLnBrk="0" hangingPunct="1">
              <a:lnSpc>
                <a:spcPct val="100000"/>
              </a:lnSpc>
              <a:spcBef>
                <a:spcPct val="0"/>
              </a:spcBef>
              <a:spcAft>
                <a:spcPct val="0"/>
              </a:spcAft>
              <a:buClrTx/>
              <a:buSzTx/>
              <a:buFontTx/>
              <a:buNone/>
              <a:tabLst/>
              <a:defRPr/>
            </a:pPr>
            <a:fld id="{34694D73-1962-467F-9589-8F3D3F631763}" type="slidenum">
              <a:rPr kumimoji="0" lang="zh-CN" altLang="en-US" sz="1300" b="0"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87425" rtl="0" eaLnBrk="1" fontAlgn="base" latinLnBrk="0" hangingPunct="1">
                <a:lnSpc>
                  <a:spcPct val="100000"/>
                </a:lnSpc>
                <a:spcBef>
                  <a:spcPct val="0"/>
                </a:spcBef>
                <a:spcAft>
                  <a:spcPct val="0"/>
                </a:spcAft>
                <a:buClrTx/>
                <a:buSzTx/>
                <a:buFontTx/>
                <a:buNone/>
                <a:tabLst/>
                <a:defRPr/>
              </a:pPr>
              <a:t>27</a:t>
            </a:fld>
            <a:endParaRPr kumimoji="0" lang="en-US" altLang="zh-CN" sz="13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1041750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ChangeArrowheads="1" noTextEdit="1"/>
          </p:cNvSpPr>
          <p:nvPr>
            <p:ph type="sldImg" idx="4294967295"/>
          </p:nvPr>
        </p:nvSpPr>
        <p:spPr>
          <a:ln/>
        </p:spPr>
      </p:sp>
      <p:sp>
        <p:nvSpPr>
          <p:cNvPr id="72707"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27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7425">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7425">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7425">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7425">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87425" rtl="0" eaLnBrk="1" fontAlgn="base" latinLnBrk="0" hangingPunct="1">
              <a:lnSpc>
                <a:spcPct val="100000"/>
              </a:lnSpc>
              <a:spcBef>
                <a:spcPct val="0"/>
              </a:spcBef>
              <a:spcAft>
                <a:spcPct val="0"/>
              </a:spcAft>
              <a:buClrTx/>
              <a:buSzTx/>
              <a:buFontTx/>
              <a:buNone/>
              <a:tabLst/>
              <a:defRPr/>
            </a:pPr>
            <a:fld id="{7AF2280F-2E2D-416F-8CC8-A873B3F99252}" type="slidenum">
              <a:rPr kumimoji="0" lang="zh-CN" altLang="en-US" sz="1300" b="0"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87425" rtl="0" eaLnBrk="1" fontAlgn="base" latinLnBrk="0" hangingPunct="1">
                <a:lnSpc>
                  <a:spcPct val="100000"/>
                </a:lnSpc>
                <a:spcBef>
                  <a:spcPct val="0"/>
                </a:spcBef>
                <a:spcAft>
                  <a:spcPct val="0"/>
                </a:spcAft>
                <a:buClrTx/>
                <a:buSzTx/>
                <a:buFontTx/>
                <a:buNone/>
                <a:tabLst/>
                <a:defRPr/>
              </a:pPr>
              <a:t>28</a:t>
            </a:fld>
            <a:endParaRPr kumimoji="0" lang="zh-CN" altLang="en-US" sz="13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797336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87425" rtl="0" eaLnBrk="1" fontAlgn="base" latinLnBrk="0" hangingPunct="1">
              <a:lnSpc>
                <a:spcPct val="100000"/>
              </a:lnSpc>
              <a:spcBef>
                <a:spcPct val="0"/>
              </a:spcBef>
              <a:spcAft>
                <a:spcPct val="0"/>
              </a:spcAft>
              <a:buClrTx/>
              <a:buSzTx/>
              <a:buFontTx/>
              <a:buNone/>
              <a:tabLst/>
              <a:defRPr/>
            </a:pPr>
            <a:fld id="{34694D73-1962-467F-9589-8F3D3F631763}" type="slidenum">
              <a:rPr kumimoji="0" lang="zh-CN" altLang="en-US" sz="1300" b="0"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87425" rtl="0" eaLnBrk="1" fontAlgn="base" latinLnBrk="0" hangingPunct="1">
                <a:lnSpc>
                  <a:spcPct val="100000"/>
                </a:lnSpc>
                <a:spcBef>
                  <a:spcPct val="0"/>
                </a:spcBef>
                <a:spcAft>
                  <a:spcPct val="0"/>
                </a:spcAft>
                <a:buClrTx/>
                <a:buSzTx/>
                <a:buFontTx/>
                <a:buNone/>
                <a:tabLst/>
                <a:defRPr/>
              </a:pPr>
              <a:t>29</a:t>
            </a:fld>
            <a:endParaRPr kumimoji="0" lang="en-US" altLang="zh-CN" sz="13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1301596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50913">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50913">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50913">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50913">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509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509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509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509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50913" rtl="0" eaLnBrk="1" fontAlgn="base" latinLnBrk="0" hangingPunct="1">
              <a:lnSpc>
                <a:spcPct val="100000"/>
              </a:lnSpc>
              <a:spcBef>
                <a:spcPct val="0"/>
              </a:spcBef>
              <a:spcAft>
                <a:spcPct val="0"/>
              </a:spcAft>
              <a:buClrTx/>
              <a:buSzTx/>
              <a:buFontTx/>
              <a:buNone/>
              <a:tabLst/>
              <a:defRPr/>
            </a:pPr>
            <a:fld id="{5C4519D0-4EEE-43C1-B7C8-F00C8CC9C31D}" type="slidenum">
              <a:rPr kumimoji="0" lang="zh-CN" altLang="en-US" sz="1300" b="0"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50913" rtl="0" eaLnBrk="1" fontAlgn="base" latinLnBrk="0" hangingPunct="1">
                <a:lnSpc>
                  <a:spcPct val="100000"/>
                </a:lnSpc>
                <a:spcBef>
                  <a:spcPct val="0"/>
                </a:spcBef>
                <a:spcAft>
                  <a:spcPct val="0"/>
                </a:spcAft>
                <a:buClrTx/>
                <a:buSzTx/>
                <a:buFontTx/>
                <a:buNone/>
                <a:tabLst/>
                <a:defRPr/>
              </a:pPr>
              <a:t>30</a:t>
            </a:fld>
            <a:endParaRPr kumimoji="0" lang="zh-CN" altLang="en-US" sz="13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5779" name="Rectangle 2"/>
          <p:cNvSpPr>
            <a:spLocks noGrp="1" noRot="1" noChangeAspect="1" noChangeArrowheads="1" noTextEdit="1"/>
          </p:cNvSpPr>
          <p:nvPr>
            <p:ph type="sldImg" idx="4294967295"/>
          </p:nvPr>
        </p:nvSpPr>
        <p:spPr>
          <a:ln/>
        </p:spPr>
      </p:sp>
      <p:sp>
        <p:nvSpPr>
          <p:cNvPr id="75780"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9001129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ChangeArrowheads="1" noTextEdit="1"/>
          </p:cNvSpPr>
          <p:nvPr>
            <p:ph type="sldImg" idx="4294967295"/>
          </p:nvPr>
        </p:nvSpPr>
        <p:spPr>
          <a:ln/>
        </p:spPr>
      </p:sp>
      <p:sp>
        <p:nvSpPr>
          <p:cNvPr id="77827"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78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7425">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7425">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7425">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7425">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742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87425" rtl="0" eaLnBrk="1" fontAlgn="base" latinLnBrk="0" hangingPunct="1">
              <a:lnSpc>
                <a:spcPct val="100000"/>
              </a:lnSpc>
              <a:spcBef>
                <a:spcPct val="0"/>
              </a:spcBef>
              <a:spcAft>
                <a:spcPct val="0"/>
              </a:spcAft>
              <a:buClrTx/>
              <a:buSzTx/>
              <a:buFontTx/>
              <a:buNone/>
              <a:tabLst/>
              <a:defRPr/>
            </a:pPr>
            <a:fld id="{FE10B9F3-2F18-4FA2-A4A8-633F8F9F9134}" type="slidenum">
              <a:rPr kumimoji="0" lang="zh-CN" altLang="en-US" sz="1300" b="0"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87425" rtl="0" eaLnBrk="1" fontAlgn="base" latinLnBrk="0" hangingPunct="1">
                <a:lnSpc>
                  <a:spcPct val="100000"/>
                </a:lnSpc>
                <a:spcBef>
                  <a:spcPct val="0"/>
                </a:spcBef>
                <a:spcAft>
                  <a:spcPct val="0"/>
                </a:spcAft>
                <a:buClrTx/>
                <a:buSzTx/>
                <a:buFontTx/>
                <a:buNone/>
                <a:tabLst/>
                <a:defRPr/>
              </a:pPr>
              <a:t>31</a:t>
            </a:fld>
            <a:endParaRPr kumimoji="0" lang="zh-CN" altLang="en-US" sz="13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39308558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82AF6476-3941-48D8-943F-0BEC55F717D4}"/>
              </a:ext>
            </a:extLst>
          </p:cNvPr>
          <p:cNvSpPr>
            <a:spLocks noGrp="1" noRot="1" noChangeAspect="1" noTextEdit="1"/>
          </p:cNvSpPr>
          <p:nvPr>
            <p:ph type="sldImg"/>
          </p:nvPr>
        </p:nvSpPr>
        <p:spPr>
          <a:ln/>
        </p:spPr>
      </p:sp>
      <p:sp>
        <p:nvSpPr>
          <p:cNvPr id="82947" name="备注占位符 2">
            <a:extLst>
              <a:ext uri="{FF2B5EF4-FFF2-40B4-BE49-F238E27FC236}">
                <a16:creationId xmlns:a16="http://schemas.microsoft.com/office/drawing/2014/main" id="{2FD804F3-3BD0-4F17-8328-D60B7CF5473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82948" name="灯片编号占位符 3">
            <a:extLst>
              <a:ext uri="{FF2B5EF4-FFF2-40B4-BE49-F238E27FC236}">
                <a16:creationId xmlns:a16="http://schemas.microsoft.com/office/drawing/2014/main" id="{83C453F4-92A1-4C78-BAF5-14F70C92196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a:solidFill>
                  <a:schemeClr val="tx1"/>
                </a:solidFill>
                <a:latin typeface="Tahoma" panose="020B0604030504040204" pitchFamily="34" charset="0"/>
                <a:ea typeface="宋体" panose="02010600030101010101" pitchFamily="2" charset="-122"/>
              </a:defRPr>
            </a:lvl1pPr>
            <a:lvl2pPr marL="742950" indent="-285750" defTabSz="987425">
              <a:defRPr>
                <a:solidFill>
                  <a:schemeClr val="tx1"/>
                </a:solidFill>
                <a:latin typeface="Tahoma" panose="020B0604030504040204" pitchFamily="34" charset="0"/>
                <a:ea typeface="宋体" panose="02010600030101010101" pitchFamily="2" charset="-122"/>
              </a:defRPr>
            </a:lvl2pPr>
            <a:lvl3pPr marL="1143000" indent="-228600" defTabSz="987425">
              <a:defRPr>
                <a:solidFill>
                  <a:schemeClr val="tx1"/>
                </a:solidFill>
                <a:latin typeface="Tahoma" panose="020B0604030504040204" pitchFamily="34" charset="0"/>
                <a:ea typeface="宋体" panose="02010600030101010101" pitchFamily="2" charset="-122"/>
              </a:defRPr>
            </a:lvl3pPr>
            <a:lvl4pPr marL="1600200" indent="-228600" defTabSz="987425">
              <a:defRPr>
                <a:solidFill>
                  <a:schemeClr val="tx1"/>
                </a:solidFill>
                <a:latin typeface="Tahoma" panose="020B0604030504040204" pitchFamily="34" charset="0"/>
                <a:ea typeface="宋体" panose="02010600030101010101" pitchFamily="2" charset="-122"/>
              </a:defRPr>
            </a:lvl4pPr>
            <a:lvl5pPr marL="2057400" indent="-228600" defTabSz="987425">
              <a:defRPr>
                <a:solidFill>
                  <a:schemeClr val="tx1"/>
                </a:solidFill>
                <a:latin typeface="Tahoma" panose="020B0604030504040204" pitchFamily="34" charset="0"/>
                <a:ea typeface="宋体" panose="02010600030101010101" pitchFamily="2" charset="-122"/>
              </a:defRPr>
            </a:lvl5pPr>
            <a:lvl6pPr marL="25146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B74E20F-D60C-425A-BDCF-A987F8B982D6}" type="slidenum">
              <a:rPr lang="zh-CN" altLang="en-US"/>
              <a:pPr/>
              <a:t>32</a:t>
            </a:fld>
            <a:endParaRPr lang="en-US" altLang="zh-CN"/>
          </a:p>
        </p:txBody>
      </p:sp>
    </p:spTree>
    <p:extLst>
      <p:ext uri="{BB962C8B-B14F-4D97-AF65-F5344CB8AC3E}">
        <p14:creationId xmlns:p14="http://schemas.microsoft.com/office/powerpoint/2010/main" val="1976708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903B4486-721B-4205-B5C6-E85352CC032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E77A681-6ACE-493E-8CD6-7B144A2481F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C9BF1E9-4552-4DC6-87CB-EEDF8993FE81}"/>
              </a:ext>
            </a:extLst>
          </p:cNvPr>
          <p:cNvSpPr>
            <a:spLocks noGrp="1" noChangeArrowheads="1"/>
          </p:cNvSpPr>
          <p:nvPr>
            <p:ph type="sldNum" sz="quarter" idx="12"/>
          </p:nvPr>
        </p:nvSpPr>
        <p:spPr>
          <a:ln/>
        </p:spPr>
        <p:txBody>
          <a:bodyPr/>
          <a:lstStyle>
            <a:lvl1pPr>
              <a:defRPr/>
            </a:lvl1pPr>
          </a:lstStyle>
          <a:p>
            <a:fld id="{13E87CDA-53DA-41C5-A627-C825DFBE4FA3}" type="slidenum">
              <a:rPr lang="zh-CN" altLang="en-US"/>
              <a:pPr/>
              <a:t>‹#›</a:t>
            </a:fld>
            <a:endParaRPr lang="en-US" altLang="zh-CN"/>
          </a:p>
        </p:txBody>
      </p:sp>
    </p:spTree>
    <p:extLst>
      <p:ext uri="{BB962C8B-B14F-4D97-AF65-F5344CB8AC3E}">
        <p14:creationId xmlns:p14="http://schemas.microsoft.com/office/powerpoint/2010/main" val="1564103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3F3F1DD-B51E-4507-AB80-A4C4C120819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CA5ACCA-62FB-4894-A735-A64949550CD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063E45D-39D4-4261-9889-370A018312A0}"/>
              </a:ext>
            </a:extLst>
          </p:cNvPr>
          <p:cNvSpPr>
            <a:spLocks noGrp="1" noChangeArrowheads="1"/>
          </p:cNvSpPr>
          <p:nvPr>
            <p:ph type="sldNum" sz="quarter" idx="12"/>
          </p:nvPr>
        </p:nvSpPr>
        <p:spPr>
          <a:ln/>
        </p:spPr>
        <p:txBody>
          <a:bodyPr/>
          <a:lstStyle>
            <a:lvl1pPr>
              <a:defRPr/>
            </a:lvl1pPr>
          </a:lstStyle>
          <a:p>
            <a:fld id="{C714DCAE-2341-4694-AD7E-A1DF7E1C9056}" type="slidenum">
              <a:rPr lang="zh-CN" altLang="en-US"/>
              <a:pPr/>
              <a:t>‹#›</a:t>
            </a:fld>
            <a:endParaRPr lang="en-US" altLang="zh-CN"/>
          </a:p>
        </p:txBody>
      </p:sp>
    </p:spTree>
    <p:extLst>
      <p:ext uri="{BB962C8B-B14F-4D97-AF65-F5344CB8AC3E}">
        <p14:creationId xmlns:p14="http://schemas.microsoft.com/office/powerpoint/2010/main" val="1110377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880DC18D-FA2F-4621-91A6-2AF857D293F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AEF0341-1A10-455C-8AC6-FD9918932A3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0C65CF4-4B1A-4A71-BA61-D88A675A32CD}"/>
              </a:ext>
            </a:extLst>
          </p:cNvPr>
          <p:cNvSpPr>
            <a:spLocks noGrp="1" noChangeArrowheads="1"/>
          </p:cNvSpPr>
          <p:nvPr>
            <p:ph type="sldNum" sz="quarter" idx="12"/>
          </p:nvPr>
        </p:nvSpPr>
        <p:spPr>
          <a:ln/>
        </p:spPr>
        <p:txBody>
          <a:bodyPr/>
          <a:lstStyle>
            <a:lvl1pPr>
              <a:defRPr/>
            </a:lvl1pPr>
          </a:lstStyle>
          <a:p>
            <a:fld id="{0CDB281A-57C7-4F6A-972E-1BEBE9B1C487}" type="slidenum">
              <a:rPr lang="zh-CN" altLang="en-US"/>
              <a:pPr/>
              <a:t>‹#›</a:t>
            </a:fld>
            <a:endParaRPr lang="en-US" altLang="zh-CN"/>
          </a:p>
        </p:txBody>
      </p:sp>
    </p:spTree>
    <p:extLst>
      <p:ext uri="{BB962C8B-B14F-4D97-AF65-F5344CB8AC3E}">
        <p14:creationId xmlns:p14="http://schemas.microsoft.com/office/powerpoint/2010/main" val="3222589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4136506-5F38-44E2-8C5B-91D56CD3B48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38AEE7C-1CA3-493E-BF65-E96E0807380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DBCA35A-F79C-41DA-8833-937F24CE4E6E}"/>
              </a:ext>
            </a:extLst>
          </p:cNvPr>
          <p:cNvSpPr>
            <a:spLocks noGrp="1" noChangeArrowheads="1"/>
          </p:cNvSpPr>
          <p:nvPr>
            <p:ph type="sldNum" sz="quarter" idx="12"/>
          </p:nvPr>
        </p:nvSpPr>
        <p:spPr>
          <a:ln/>
        </p:spPr>
        <p:txBody>
          <a:bodyPr/>
          <a:lstStyle>
            <a:lvl1pPr>
              <a:defRPr/>
            </a:lvl1pPr>
          </a:lstStyle>
          <a:p>
            <a:fld id="{4C432920-BBAF-44A9-8C5E-FF99F4F96A31}" type="slidenum">
              <a:rPr lang="zh-CN" altLang="en-US"/>
              <a:pPr/>
              <a:t>‹#›</a:t>
            </a:fld>
            <a:endParaRPr lang="en-US" altLang="zh-CN"/>
          </a:p>
        </p:txBody>
      </p:sp>
    </p:spTree>
    <p:extLst>
      <p:ext uri="{BB962C8B-B14F-4D97-AF65-F5344CB8AC3E}">
        <p14:creationId xmlns:p14="http://schemas.microsoft.com/office/powerpoint/2010/main" val="1091276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63308D6-A822-4F45-8F07-14C8A66DDED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E5AE6A0-9CB5-4F0D-8CD7-F23E60602AB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A76D45B1-B109-4006-9A0B-413CFCB832E4}"/>
              </a:ext>
            </a:extLst>
          </p:cNvPr>
          <p:cNvSpPr>
            <a:spLocks noGrp="1" noChangeArrowheads="1"/>
          </p:cNvSpPr>
          <p:nvPr>
            <p:ph type="sldNum" sz="quarter" idx="12"/>
          </p:nvPr>
        </p:nvSpPr>
        <p:spPr>
          <a:ln/>
        </p:spPr>
        <p:txBody>
          <a:bodyPr/>
          <a:lstStyle>
            <a:lvl1pPr>
              <a:defRPr/>
            </a:lvl1pPr>
          </a:lstStyle>
          <a:p>
            <a:fld id="{D7B402DB-EBE8-4598-9F29-E2D0A5BF3CBC}" type="slidenum">
              <a:rPr lang="zh-CN" altLang="en-US"/>
              <a:pPr/>
              <a:t>‹#›</a:t>
            </a:fld>
            <a:endParaRPr lang="en-US" altLang="zh-CN"/>
          </a:p>
        </p:txBody>
      </p:sp>
    </p:spTree>
    <p:extLst>
      <p:ext uri="{BB962C8B-B14F-4D97-AF65-F5344CB8AC3E}">
        <p14:creationId xmlns:p14="http://schemas.microsoft.com/office/powerpoint/2010/main" val="1150185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26C2036E-542B-4AE4-9D39-5D35C6889D0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D94AB85-A395-491F-930F-9D17E6CD70A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F4E6E4B-E70D-4767-BAE8-5AE773BC96E9}"/>
              </a:ext>
            </a:extLst>
          </p:cNvPr>
          <p:cNvSpPr>
            <a:spLocks noGrp="1" noChangeArrowheads="1"/>
          </p:cNvSpPr>
          <p:nvPr>
            <p:ph type="sldNum" sz="quarter" idx="12"/>
          </p:nvPr>
        </p:nvSpPr>
        <p:spPr>
          <a:ln/>
        </p:spPr>
        <p:txBody>
          <a:bodyPr/>
          <a:lstStyle>
            <a:lvl1pPr>
              <a:defRPr/>
            </a:lvl1pPr>
          </a:lstStyle>
          <a:p>
            <a:fld id="{7F16D8AC-DF45-4B58-9D92-22B9C20BBDEC}" type="slidenum">
              <a:rPr lang="zh-CN" altLang="en-US"/>
              <a:pPr/>
              <a:t>‹#›</a:t>
            </a:fld>
            <a:endParaRPr lang="en-US" altLang="zh-CN"/>
          </a:p>
        </p:txBody>
      </p:sp>
    </p:spTree>
    <p:extLst>
      <p:ext uri="{BB962C8B-B14F-4D97-AF65-F5344CB8AC3E}">
        <p14:creationId xmlns:p14="http://schemas.microsoft.com/office/powerpoint/2010/main" val="1351610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62A7DDF-3331-415D-967D-2ACD6C04D0B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293D40DF-F756-48CC-AC12-AAE8869F9C9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674105F-37B0-4841-9CB5-CF07E69AD52E}"/>
              </a:ext>
            </a:extLst>
          </p:cNvPr>
          <p:cNvSpPr>
            <a:spLocks noGrp="1" noChangeArrowheads="1"/>
          </p:cNvSpPr>
          <p:nvPr>
            <p:ph type="sldNum" sz="quarter" idx="12"/>
          </p:nvPr>
        </p:nvSpPr>
        <p:spPr>
          <a:ln/>
        </p:spPr>
        <p:txBody>
          <a:bodyPr/>
          <a:lstStyle>
            <a:lvl1pPr>
              <a:defRPr/>
            </a:lvl1pPr>
          </a:lstStyle>
          <a:p>
            <a:fld id="{8443CBF1-6F78-4282-B925-F23397BBE8AD}" type="slidenum">
              <a:rPr lang="zh-CN" altLang="en-US"/>
              <a:pPr/>
              <a:t>‹#›</a:t>
            </a:fld>
            <a:endParaRPr lang="en-US" altLang="zh-CN"/>
          </a:p>
        </p:txBody>
      </p:sp>
    </p:spTree>
    <p:extLst>
      <p:ext uri="{BB962C8B-B14F-4D97-AF65-F5344CB8AC3E}">
        <p14:creationId xmlns:p14="http://schemas.microsoft.com/office/powerpoint/2010/main" val="361209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93A9F86-11A0-4BD9-B81F-EE4B270D1E5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7F039EF-3868-48C2-AB44-95E34CC6CD3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E258322-5FBF-4E97-9EE6-60CBF1B9B7A9}"/>
              </a:ext>
            </a:extLst>
          </p:cNvPr>
          <p:cNvSpPr>
            <a:spLocks noGrp="1" noChangeArrowheads="1"/>
          </p:cNvSpPr>
          <p:nvPr>
            <p:ph type="sldNum" sz="quarter" idx="12"/>
          </p:nvPr>
        </p:nvSpPr>
        <p:spPr>
          <a:ln/>
        </p:spPr>
        <p:txBody>
          <a:bodyPr/>
          <a:lstStyle>
            <a:lvl1pPr>
              <a:defRPr/>
            </a:lvl1pPr>
          </a:lstStyle>
          <a:p>
            <a:fld id="{BEF977A3-D5F8-4A42-A5CE-8D6618CA44A7}" type="slidenum">
              <a:rPr lang="zh-CN" altLang="en-US"/>
              <a:pPr/>
              <a:t>‹#›</a:t>
            </a:fld>
            <a:endParaRPr lang="en-US" altLang="zh-CN"/>
          </a:p>
        </p:txBody>
      </p:sp>
    </p:spTree>
    <p:extLst>
      <p:ext uri="{BB962C8B-B14F-4D97-AF65-F5344CB8AC3E}">
        <p14:creationId xmlns:p14="http://schemas.microsoft.com/office/powerpoint/2010/main" val="4096055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B2EDD93-5A92-4399-9C1F-40536448B7C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7129C76-CC87-40C5-9350-0F6866ADB9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575B006-042B-44AB-8F93-DC1FF56128F5}"/>
              </a:ext>
            </a:extLst>
          </p:cNvPr>
          <p:cNvSpPr>
            <a:spLocks noGrp="1" noChangeArrowheads="1"/>
          </p:cNvSpPr>
          <p:nvPr>
            <p:ph type="sldNum" sz="quarter" idx="12"/>
          </p:nvPr>
        </p:nvSpPr>
        <p:spPr>
          <a:ln/>
        </p:spPr>
        <p:txBody>
          <a:bodyPr/>
          <a:lstStyle>
            <a:lvl1pPr>
              <a:defRPr/>
            </a:lvl1pPr>
          </a:lstStyle>
          <a:p>
            <a:fld id="{70D12721-BF87-447C-B580-E4AC3A9E92EF}" type="slidenum">
              <a:rPr lang="zh-CN" altLang="en-US"/>
              <a:pPr/>
              <a:t>‹#›</a:t>
            </a:fld>
            <a:endParaRPr lang="en-US" altLang="zh-CN"/>
          </a:p>
        </p:txBody>
      </p:sp>
    </p:spTree>
    <p:extLst>
      <p:ext uri="{BB962C8B-B14F-4D97-AF65-F5344CB8AC3E}">
        <p14:creationId xmlns:p14="http://schemas.microsoft.com/office/powerpoint/2010/main" val="2962507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2588E89-B7ED-481D-A008-BD2D6AAB689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6FF3AFD-2980-409F-8A47-102F021A4D5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9B0879F-01AB-4929-99D8-216B36C62666}"/>
              </a:ext>
            </a:extLst>
          </p:cNvPr>
          <p:cNvSpPr>
            <a:spLocks noGrp="1" noChangeArrowheads="1"/>
          </p:cNvSpPr>
          <p:nvPr>
            <p:ph type="sldNum" sz="quarter" idx="12"/>
          </p:nvPr>
        </p:nvSpPr>
        <p:spPr>
          <a:ln/>
        </p:spPr>
        <p:txBody>
          <a:bodyPr/>
          <a:lstStyle>
            <a:lvl1pPr>
              <a:defRPr/>
            </a:lvl1pPr>
          </a:lstStyle>
          <a:p>
            <a:fld id="{2F5F2784-10D7-4EE2-94AF-641057258805}" type="slidenum">
              <a:rPr lang="zh-CN" altLang="en-US"/>
              <a:pPr/>
              <a:t>‹#›</a:t>
            </a:fld>
            <a:endParaRPr lang="en-US" altLang="zh-CN"/>
          </a:p>
        </p:txBody>
      </p:sp>
    </p:spTree>
    <p:extLst>
      <p:ext uri="{BB962C8B-B14F-4D97-AF65-F5344CB8AC3E}">
        <p14:creationId xmlns:p14="http://schemas.microsoft.com/office/powerpoint/2010/main" val="4178311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C26EA92-2804-43A1-A5A2-7DFB8DA808E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1C4D016-2693-4F6C-95B1-D43025494A3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047FC6B-6A63-4C2B-8625-DA0329C06E4C}"/>
              </a:ext>
            </a:extLst>
          </p:cNvPr>
          <p:cNvSpPr>
            <a:spLocks noGrp="1" noChangeArrowheads="1"/>
          </p:cNvSpPr>
          <p:nvPr>
            <p:ph type="sldNum" sz="quarter" idx="12"/>
          </p:nvPr>
        </p:nvSpPr>
        <p:spPr>
          <a:ln/>
        </p:spPr>
        <p:txBody>
          <a:bodyPr/>
          <a:lstStyle>
            <a:lvl1pPr>
              <a:defRPr/>
            </a:lvl1pPr>
          </a:lstStyle>
          <a:p>
            <a:fld id="{E4A130B4-FFC8-45DC-8DF1-801F3FE51DCE}" type="slidenum">
              <a:rPr lang="zh-CN" altLang="en-US"/>
              <a:pPr/>
              <a:t>‹#›</a:t>
            </a:fld>
            <a:endParaRPr lang="en-US" altLang="zh-CN"/>
          </a:p>
        </p:txBody>
      </p:sp>
    </p:spTree>
    <p:extLst>
      <p:ext uri="{BB962C8B-B14F-4D97-AF65-F5344CB8AC3E}">
        <p14:creationId xmlns:p14="http://schemas.microsoft.com/office/powerpoint/2010/main" val="428542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980B7E58-0CB4-4EB5-9DAC-C9AAE49938B9}"/>
              </a:ext>
            </a:extLst>
          </p:cNvPr>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a:extLst>
              <a:ext uri="{FF2B5EF4-FFF2-40B4-BE49-F238E27FC236}">
                <a16:creationId xmlns:a16="http://schemas.microsoft.com/office/drawing/2014/main" id="{FAFAB7A0-006F-4BE8-9DD0-582E5A7ED08E}"/>
              </a:ext>
            </a:extLst>
          </p:cNvPr>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a:extLst>
              <a:ext uri="{FF2B5EF4-FFF2-40B4-BE49-F238E27FC236}">
                <a16:creationId xmlns:a16="http://schemas.microsoft.com/office/drawing/2014/main" id="{3C2668C7-D942-40F0-845A-77AFB86D9BA3}"/>
              </a:ext>
            </a:extLst>
          </p:cNvPr>
          <p:cNvSpPr>
            <a:spLocks noGrp="1"/>
          </p:cNvSpPr>
          <p:nvPr>
            <p:ph type="sldNum" sz="quarter" idx="12"/>
          </p:nvPr>
        </p:nvSpPr>
        <p:spPr/>
        <p:txBody>
          <a:bodyPr/>
          <a:lstStyle>
            <a:lvl1pPr>
              <a:defRPr>
                <a:ea typeface="楷体_GB2312" panose="02010609030101010101"/>
                <a:cs typeface="楷体_GB2312" panose="02010609030101010101"/>
              </a:defRPr>
            </a:lvl1pPr>
          </a:lstStyle>
          <a:p>
            <a:fld id="{DF421641-717B-45EC-B07C-6F0B2E5888DC}" type="slidenum">
              <a:rPr lang="zh-CN" altLang="en-US"/>
              <a:pPr/>
              <a:t>‹#›</a:t>
            </a:fld>
            <a:endParaRPr lang="en-US" altLang="zh-CN"/>
          </a:p>
        </p:txBody>
      </p:sp>
    </p:spTree>
    <p:extLst>
      <p:ext uri="{BB962C8B-B14F-4D97-AF65-F5344CB8AC3E}">
        <p14:creationId xmlns:p14="http://schemas.microsoft.com/office/powerpoint/2010/main" val="2790846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D850C7B9-155F-4FD9-864F-9B2B0C33715C}"/>
              </a:ext>
            </a:extLst>
          </p:cNvPr>
          <p:cNvGrpSpPr>
            <a:grpSpLocks/>
          </p:cNvGrpSpPr>
          <p:nvPr userDrawn="1"/>
        </p:nvGrpSpPr>
        <p:grpSpPr bwMode="auto">
          <a:xfrm>
            <a:off x="0" y="195263"/>
            <a:ext cx="755650" cy="431800"/>
            <a:chOff x="-786" y="195486"/>
            <a:chExt cx="756363" cy="432048"/>
          </a:xfrm>
        </p:grpSpPr>
        <p:sp>
          <p:nvSpPr>
            <p:cNvPr id="5" name="五边形 7">
              <a:extLst>
                <a:ext uri="{FF2B5EF4-FFF2-40B4-BE49-F238E27FC236}">
                  <a16:creationId xmlns:a16="http://schemas.microsoft.com/office/drawing/2014/main" id="{C4DFF45B-BDAB-49D4-8E71-B829105E9080}"/>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8">
              <a:extLst>
                <a:ext uri="{FF2B5EF4-FFF2-40B4-BE49-F238E27FC236}">
                  <a16:creationId xmlns:a16="http://schemas.microsoft.com/office/drawing/2014/main" id="{6784ADE9-368F-4E9C-8850-2D8811C1F7B0}"/>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a:extLst>
              <a:ext uri="{FF2B5EF4-FFF2-40B4-BE49-F238E27FC236}">
                <a16:creationId xmlns:a16="http://schemas.microsoft.com/office/drawing/2014/main" id="{8B2DD9D8-952F-4ED7-AC41-5893EB319AFE}"/>
              </a:ext>
            </a:extLst>
          </p:cNvPr>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a:extLst>
              <a:ext uri="{FF2B5EF4-FFF2-40B4-BE49-F238E27FC236}">
                <a16:creationId xmlns:a16="http://schemas.microsoft.com/office/drawing/2014/main" id="{C0BADF51-9021-4BCD-83E0-846A4D7DABF4}"/>
              </a:ext>
            </a:extLst>
          </p:cNvPr>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a:extLst>
              <a:ext uri="{FF2B5EF4-FFF2-40B4-BE49-F238E27FC236}">
                <a16:creationId xmlns:a16="http://schemas.microsoft.com/office/drawing/2014/main" id="{C0727211-92FD-42CF-9333-B85CFFF1BC78}"/>
              </a:ext>
            </a:extLst>
          </p:cNvPr>
          <p:cNvSpPr>
            <a:spLocks noGrp="1"/>
          </p:cNvSpPr>
          <p:nvPr>
            <p:ph type="sldNum" sz="quarter" idx="12"/>
          </p:nvPr>
        </p:nvSpPr>
        <p:spPr>
          <a:xfrm>
            <a:off x="7524750" y="311150"/>
            <a:ext cx="1162050" cy="273050"/>
          </a:xfrm>
        </p:spPr>
        <p:txBody>
          <a:bodyPr/>
          <a:lstStyle>
            <a:lvl1pPr>
              <a:defRPr sz="1400">
                <a:ea typeface="楷体_GB2312" panose="02010609030101010101"/>
                <a:cs typeface="楷体_GB2312" panose="02010609030101010101"/>
              </a:defRPr>
            </a:lvl1pPr>
          </a:lstStyle>
          <a:p>
            <a:fld id="{9861AB23-DBD7-46ED-A53C-912670169F42}" type="slidenum">
              <a:rPr lang="zh-CN" altLang="en-US"/>
              <a:pPr/>
              <a:t>‹#›</a:t>
            </a:fld>
            <a:endParaRPr lang="en-US" altLang="zh-CN"/>
          </a:p>
        </p:txBody>
      </p:sp>
    </p:spTree>
    <p:extLst>
      <p:ext uri="{BB962C8B-B14F-4D97-AF65-F5344CB8AC3E}">
        <p14:creationId xmlns:p14="http://schemas.microsoft.com/office/powerpoint/2010/main" val="1558560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11C54E12-9C04-4E69-9721-677D9E9D01BA}"/>
              </a:ext>
            </a:extLst>
          </p:cNvPr>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a:extLst>
              <a:ext uri="{FF2B5EF4-FFF2-40B4-BE49-F238E27FC236}">
                <a16:creationId xmlns:a16="http://schemas.microsoft.com/office/drawing/2014/main" id="{2A9C1220-EF30-4154-A14A-214194B94912}"/>
              </a:ext>
            </a:extLst>
          </p:cNvPr>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a:extLst>
              <a:ext uri="{FF2B5EF4-FFF2-40B4-BE49-F238E27FC236}">
                <a16:creationId xmlns:a16="http://schemas.microsoft.com/office/drawing/2014/main" id="{7A19ED58-82DB-47C2-9FB3-722765FB883E}"/>
              </a:ext>
            </a:extLst>
          </p:cNvPr>
          <p:cNvSpPr>
            <a:spLocks noGrp="1"/>
          </p:cNvSpPr>
          <p:nvPr>
            <p:ph type="sldNum" sz="quarter" idx="12"/>
          </p:nvPr>
        </p:nvSpPr>
        <p:spPr/>
        <p:txBody>
          <a:bodyPr/>
          <a:lstStyle>
            <a:lvl1pPr>
              <a:defRPr>
                <a:ea typeface="楷体_GB2312" panose="02010609030101010101"/>
                <a:cs typeface="楷体_GB2312" panose="02010609030101010101"/>
              </a:defRPr>
            </a:lvl1pPr>
          </a:lstStyle>
          <a:p>
            <a:fld id="{CBBF53A5-BD9B-4A9B-BB7E-27C89570C371}" type="slidenum">
              <a:rPr lang="zh-CN" altLang="en-US"/>
              <a:pPr/>
              <a:t>‹#›</a:t>
            </a:fld>
            <a:endParaRPr lang="en-US" altLang="zh-CN"/>
          </a:p>
        </p:txBody>
      </p:sp>
    </p:spTree>
    <p:extLst>
      <p:ext uri="{BB962C8B-B14F-4D97-AF65-F5344CB8AC3E}">
        <p14:creationId xmlns:p14="http://schemas.microsoft.com/office/powerpoint/2010/main" val="2711590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50728C9E-152A-495C-823E-F2CBA84929E6}"/>
              </a:ext>
            </a:extLst>
          </p:cNvPr>
          <p:cNvGrpSpPr>
            <a:grpSpLocks/>
          </p:cNvGrpSpPr>
          <p:nvPr userDrawn="1"/>
        </p:nvGrpSpPr>
        <p:grpSpPr bwMode="auto">
          <a:xfrm>
            <a:off x="0" y="195263"/>
            <a:ext cx="755650" cy="431800"/>
            <a:chOff x="-786" y="195486"/>
            <a:chExt cx="756363" cy="432048"/>
          </a:xfrm>
        </p:grpSpPr>
        <p:sp>
          <p:nvSpPr>
            <p:cNvPr id="5" name="五边形 7">
              <a:extLst>
                <a:ext uri="{FF2B5EF4-FFF2-40B4-BE49-F238E27FC236}">
                  <a16:creationId xmlns:a16="http://schemas.microsoft.com/office/drawing/2014/main" id="{88F8E22D-85FD-49AD-B00D-8BB95199535A}"/>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8">
              <a:extLst>
                <a:ext uri="{FF2B5EF4-FFF2-40B4-BE49-F238E27FC236}">
                  <a16:creationId xmlns:a16="http://schemas.microsoft.com/office/drawing/2014/main" id="{66CDF522-5957-4DD2-BEBC-5537D446D97F}"/>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a:extLst>
              <a:ext uri="{FF2B5EF4-FFF2-40B4-BE49-F238E27FC236}">
                <a16:creationId xmlns:a16="http://schemas.microsoft.com/office/drawing/2014/main" id="{DA04E526-66B5-4732-8766-F116B2D4E4E9}"/>
              </a:ext>
            </a:extLst>
          </p:cNvPr>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a:extLst>
              <a:ext uri="{FF2B5EF4-FFF2-40B4-BE49-F238E27FC236}">
                <a16:creationId xmlns:a16="http://schemas.microsoft.com/office/drawing/2014/main" id="{E0D7FB06-5B39-45D8-A3B4-7F24628969C0}"/>
              </a:ext>
            </a:extLst>
          </p:cNvPr>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a:extLst>
              <a:ext uri="{FF2B5EF4-FFF2-40B4-BE49-F238E27FC236}">
                <a16:creationId xmlns:a16="http://schemas.microsoft.com/office/drawing/2014/main" id="{A8FB02A7-089D-4D68-B7DA-3EAEC9492E26}"/>
              </a:ext>
            </a:extLst>
          </p:cNvPr>
          <p:cNvSpPr>
            <a:spLocks noGrp="1"/>
          </p:cNvSpPr>
          <p:nvPr>
            <p:ph type="sldNum" sz="quarter" idx="12"/>
          </p:nvPr>
        </p:nvSpPr>
        <p:spPr/>
        <p:txBody>
          <a:bodyPr/>
          <a:lstStyle>
            <a:lvl1pPr>
              <a:defRPr>
                <a:ea typeface="楷体_GB2312" panose="02010609030101010101"/>
                <a:cs typeface="楷体_GB2312" panose="02010609030101010101"/>
              </a:defRPr>
            </a:lvl1pPr>
          </a:lstStyle>
          <a:p>
            <a:fld id="{2364B231-C5BA-45D0-8B22-E1E1DC318B39}" type="slidenum">
              <a:rPr lang="zh-CN" altLang="en-US"/>
              <a:pPr/>
              <a:t>‹#›</a:t>
            </a:fld>
            <a:endParaRPr lang="en-US" altLang="zh-CN"/>
          </a:p>
        </p:txBody>
      </p:sp>
    </p:spTree>
    <p:extLst>
      <p:ext uri="{BB962C8B-B14F-4D97-AF65-F5344CB8AC3E}">
        <p14:creationId xmlns:p14="http://schemas.microsoft.com/office/powerpoint/2010/main" val="2628587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en-US" noProof="1"/>
          </a:p>
        </p:txBody>
      </p:sp>
      <p:sp>
        <p:nvSpPr>
          <p:cNvPr id="4" name="Date Placeholder 3">
            <a:extLst>
              <a:ext uri="{FF2B5EF4-FFF2-40B4-BE49-F238E27FC236}">
                <a16:creationId xmlns:a16="http://schemas.microsoft.com/office/drawing/2014/main" id="{CB8AD9B4-237A-4664-88FC-FC01BE6DB238}"/>
              </a:ext>
            </a:extLst>
          </p:cNvPr>
          <p:cNvSpPr>
            <a:spLocks noGrp="1"/>
          </p:cNvSpPr>
          <p:nvPr>
            <p:ph type="dt" sz="half" idx="10"/>
          </p:nvPr>
        </p:nvSpPr>
        <p:spPr/>
        <p:txBody>
          <a:bodyPr rtlCol="0"/>
          <a:lstStyle>
            <a:lvl1pPr>
              <a:defRPr>
                <a:ea typeface="楷体_GB2312" panose="02010609030101010101" pitchFamily="49" charset="-122"/>
              </a:defRPr>
            </a:lvl1pPr>
          </a:lstStyle>
          <a:p>
            <a:pPr>
              <a:defRPr/>
            </a:pPr>
            <a:endParaRPr lang="en-US" altLang="zh-CN"/>
          </a:p>
        </p:txBody>
      </p:sp>
      <p:sp>
        <p:nvSpPr>
          <p:cNvPr id="5" name="Footer Placeholder 4">
            <a:extLst>
              <a:ext uri="{FF2B5EF4-FFF2-40B4-BE49-F238E27FC236}">
                <a16:creationId xmlns:a16="http://schemas.microsoft.com/office/drawing/2014/main" id="{700BA423-EB1E-43F4-A87C-9B7A9C2C7B50}"/>
              </a:ext>
            </a:extLst>
          </p:cNvPr>
          <p:cNvSpPr>
            <a:spLocks noGrp="1"/>
          </p:cNvSpPr>
          <p:nvPr>
            <p:ph type="ftr" sz="quarter" idx="11"/>
          </p:nvPr>
        </p:nvSpPr>
        <p:spPr/>
        <p:txBody>
          <a:bodyPr rtlCol="0"/>
          <a:lstStyle>
            <a:lvl1pPr>
              <a:defRPr>
                <a:ea typeface="楷体_GB2312" panose="02010609030101010101" pitchFamily="49" charset="-122"/>
              </a:defRPr>
            </a:lvl1pPr>
          </a:lstStyle>
          <a:p>
            <a:pPr>
              <a:defRPr/>
            </a:pPr>
            <a:endParaRPr lang="en-US" altLang="zh-CN"/>
          </a:p>
        </p:txBody>
      </p:sp>
      <p:sp>
        <p:nvSpPr>
          <p:cNvPr id="6" name="Slide Number Placeholder 5">
            <a:extLst>
              <a:ext uri="{FF2B5EF4-FFF2-40B4-BE49-F238E27FC236}">
                <a16:creationId xmlns:a16="http://schemas.microsoft.com/office/drawing/2014/main" id="{CAE303F5-2732-49CB-8431-FF97E0C47C8E}"/>
              </a:ext>
            </a:extLst>
          </p:cNvPr>
          <p:cNvSpPr>
            <a:spLocks noGrp="1"/>
          </p:cNvSpPr>
          <p:nvPr>
            <p:ph type="sldNum" sz="quarter" idx="12"/>
          </p:nvPr>
        </p:nvSpPr>
        <p:spPr/>
        <p:txBody>
          <a:bodyPr/>
          <a:lstStyle>
            <a:lvl1pPr>
              <a:defRPr>
                <a:ea typeface="楷体_GB2312" panose="02010609030101010101"/>
                <a:cs typeface="楷体_GB2312" panose="02010609030101010101"/>
              </a:defRPr>
            </a:lvl1pPr>
          </a:lstStyle>
          <a:p>
            <a:fld id="{B880BE30-6069-44F9-B280-7AB6C7BC7C29}" type="slidenum">
              <a:rPr lang="zh-CN" altLang="en-US"/>
              <a:pPr/>
              <a:t>‹#›</a:t>
            </a:fld>
            <a:endParaRPr lang="en-US" altLang="zh-CN"/>
          </a:p>
        </p:txBody>
      </p:sp>
    </p:spTree>
    <p:extLst>
      <p:ext uri="{BB962C8B-B14F-4D97-AF65-F5344CB8AC3E}">
        <p14:creationId xmlns:p14="http://schemas.microsoft.com/office/powerpoint/2010/main" val="1830168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72A7CE5A-4C83-4678-9155-9FE153DB977F}"/>
              </a:ext>
            </a:extLst>
          </p:cNvPr>
          <p:cNvGrpSpPr>
            <a:grpSpLocks/>
          </p:cNvGrpSpPr>
          <p:nvPr userDrawn="1"/>
        </p:nvGrpSpPr>
        <p:grpSpPr bwMode="auto">
          <a:xfrm>
            <a:off x="0" y="195263"/>
            <a:ext cx="755650" cy="431800"/>
            <a:chOff x="-786" y="195486"/>
            <a:chExt cx="756363" cy="432048"/>
          </a:xfrm>
        </p:grpSpPr>
        <p:sp>
          <p:nvSpPr>
            <p:cNvPr id="5" name="五边形 7">
              <a:extLst>
                <a:ext uri="{FF2B5EF4-FFF2-40B4-BE49-F238E27FC236}">
                  <a16:creationId xmlns:a16="http://schemas.microsoft.com/office/drawing/2014/main" id="{5A8391D7-BD0C-4D0E-B857-04B95EF33932}"/>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sp>
          <p:nvSpPr>
            <p:cNvPr id="6" name="五边形 8">
              <a:extLst>
                <a:ext uri="{FF2B5EF4-FFF2-40B4-BE49-F238E27FC236}">
                  <a16:creationId xmlns:a16="http://schemas.microsoft.com/office/drawing/2014/main" id="{3E29439E-C079-4967-A951-3512D1D9BB13}"/>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0030101010101" pitchFamily="49" charset="-122"/>
              </a:defRPr>
            </a:lvl1pPr>
          </a:lstStyle>
          <a:p>
            <a:r>
              <a:rPr lang="zh-CN" altLang="en-US" noProof="1"/>
              <a:t>单击此处编辑母版标题样式</a:t>
            </a:r>
            <a:endParaRPr lang="en-US" noProof="1"/>
          </a:p>
        </p:txBody>
      </p:sp>
      <p:sp>
        <p:nvSpPr>
          <p:cNvPr id="8" name="Date Placeholder 3">
            <a:extLst>
              <a:ext uri="{FF2B5EF4-FFF2-40B4-BE49-F238E27FC236}">
                <a16:creationId xmlns:a16="http://schemas.microsoft.com/office/drawing/2014/main" id="{361A97C4-9EF5-498A-9994-0CBB261D12BB}"/>
              </a:ext>
            </a:extLst>
          </p:cNvPr>
          <p:cNvSpPr>
            <a:spLocks noGrp="1"/>
          </p:cNvSpPr>
          <p:nvPr>
            <p:ph type="dt" sz="half" idx="10"/>
          </p:nvPr>
        </p:nvSpPr>
        <p:spPr/>
        <p:txBody>
          <a:bodyPr rtlCol="0"/>
          <a:lstStyle>
            <a:lvl1pPr>
              <a:defRPr>
                <a:ea typeface="楷体_GB2312" panose="02010609030101010101" pitchFamily="49" charset="-122"/>
              </a:defRPr>
            </a:lvl1pPr>
          </a:lstStyle>
          <a:p>
            <a:pPr>
              <a:defRPr/>
            </a:pPr>
            <a:endParaRPr lang="en-US" altLang="zh-CN"/>
          </a:p>
        </p:txBody>
      </p:sp>
      <p:sp>
        <p:nvSpPr>
          <p:cNvPr id="9" name="Footer Placeholder 4">
            <a:extLst>
              <a:ext uri="{FF2B5EF4-FFF2-40B4-BE49-F238E27FC236}">
                <a16:creationId xmlns:a16="http://schemas.microsoft.com/office/drawing/2014/main" id="{B2D7AAF1-C3E8-473A-A8D5-56AD64D7A208}"/>
              </a:ext>
            </a:extLst>
          </p:cNvPr>
          <p:cNvSpPr>
            <a:spLocks noGrp="1"/>
          </p:cNvSpPr>
          <p:nvPr>
            <p:ph type="ftr" sz="quarter" idx="11"/>
          </p:nvPr>
        </p:nvSpPr>
        <p:spPr/>
        <p:txBody>
          <a:bodyPr rtlCol="0"/>
          <a:lstStyle>
            <a:lvl1pPr>
              <a:defRPr>
                <a:ea typeface="楷体_GB2312" panose="02010609030101010101" pitchFamily="49" charset="-122"/>
              </a:defRPr>
            </a:lvl1pPr>
          </a:lstStyle>
          <a:p>
            <a:pPr>
              <a:defRPr/>
            </a:pPr>
            <a:endParaRPr lang="en-US" altLang="zh-CN"/>
          </a:p>
        </p:txBody>
      </p:sp>
      <p:sp>
        <p:nvSpPr>
          <p:cNvPr id="10" name="Slide Number Placeholder 5">
            <a:extLst>
              <a:ext uri="{FF2B5EF4-FFF2-40B4-BE49-F238E27FC236}">
                <a16:creationId xmlns:a16="http://schemas.microsoft.com/office/drawing/2014/main" id="{F0824AA8-127A-4A38-A268-6DC35889B060}"/>
              </a:ext>
            </a:extLst>
          </p:cNvPr>
          <p:cNvSpPr>
            <a:spLocks noGrp="1"/>
          </p:cNvSpPr>
          <p:nvPr>
            <p:ph type="sldNum" sz="quarter" idx="12"/>
          </p:nvPr>
        </p:nvSpPr>
        <p:spPr>
          <a:xfrm>
            <a:off x="7817963" y="276504"/>
            <a:ext cx="1162050" cy="273050"/>
          </a:xfrm>
        </p:spPr>
        <p:txBody>
          <a:bodyPr/>
          <a:lstStyle>
            <a:lvl1pPr>
              <a:defRPr>
                <a:ea typeface="楷体_GB2312" panose="02010609030101010101"/>
                <a:cs typeface="楷体_GB2312" panose="02010609030101010101"/>
              </a:defRPr>
            </a:lvl1pPr>
          </a:lstStyle>
          <a:p>
            <a:fld id="{F4CFFDF7-BD86-48E7-9A36-EEFAB3B1A9F0}" type="slidenum">
              <a:rPr lang="zh-CN" altLang="en-US"/>
              <a:pPr/>
              <a:t>‹#›</a:t>
            </a:fld>
            <a:endParaRPr lang="en-US" altLang="zh-CN"/>
          </a:p>
        </p:txBody>
      </p:sp>
    </p:spTree>
    <p:extLst>
      <p:ext uri="{BB962C8B-B14F-4D97-AF65-F5344CB8AC3E}">
        <p14:creationId xmlns:p14="http://schemas.microsoft.com/office/powerpoint/2010/main" val="4049095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7F890E7-945E-4495-997B-DDD6B15C31F3}"/>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4">
            <a:extLst>
              <a:ext uri="{FF2B5EF4-FFF2-40B4-BE49-F238E27FC236}">
                <a16:creationId xmlns:a16="http://schemas.microsoft.com/office/drawing/2014/main" id="{A1FCB998-9CEC-4AE0-98FE-D65422E199A2}"/>
              </a:ext>
            </a:extLst>
          </p:cNvPr>
          <p:cNvSpPr>
            <a:spLocks noGrp="1"/>
          </p:cNvSpPr>
          <p:nvPr>
            <p:ph type="ftr" sz="quarter" idx="11"/>
          </p:nvPr>
        </p:nvSpPr>
        <p:spPr/>
        <p:txBody>
          <a:bodyPr/>
          <a:lstStyle>
            <a:lvl1pPr>
              <a:defRPr/>
            </a:lvl1pPr>
          </a:lstStyle>
          <a:p>
            <a:pPr>
              <a:defRPr/>
            </a:pPr>
            <a:endParaRPr lang="en-US" altLang="zh-CN"/>
          </a:p>
        </p:txBody>
      </p:sp>
      <p:sp>
        <p:nvSpPr>
          <p:cNvPr id="4" name="Slide Number Placeholder 5">
            <a:extLst>
              <a:ext uri="{FF2B5EF4-FFF2-40B4-BE49-F238E27FC236}">
                <a16:creationId xmlns:a16="http://schemas.microsoft.com/office/drawing/2014/main" id="{26A7F833-2DCB-4B0F-A528-49FFD15A24D4}"/>
              </a:ext>
            </a:extLst>
          </p:cNvPr>
          <p:cNvSpPr>
            <a:spLocks noGrp="1"/>
          </p:cNvSpPr>
          <p:nvPr>
            <p:ph type="sldNum" sz="quarter" idx="12"/>
          </p:nvPr>
        </p:nvSpPr>
        <p:spPr/>
        <p:txBody>
          <a:bodyPr/>
          <a:lstStyle>
            <a:lvl1pPr>
              <a:defRPr/>
            </a:lvl1pPr>
          </a:lstStyle>
          <a:p>
            <a:fld id="{DE54EACD-6433-404E-9A57-444BC4A8ED74}" type="slidenum">
              <a:rPr lang="zh-CN" altLang="en-US"/>
              <a:pPr/>
              <a:t>‹#›</a:t>
            </a:fld>
            <a:endParaRPr lang="en-US" altLang="zh-CN"/>
          </a:p>
        </p:txBody>
      </p:sp>
    </p:spTree>
    <p:extLst>
      <p:ext uri="{BB962C8B-B14F-4D97-AF65-F5344CB8AC3E}">
        <p14:creationId xmlns:p14="http://schemas.microsoft.com/office/powerpoint/2010/main" val="1724475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1EF683D-BF60-4103-BEA4-E92EC096F6F7}"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56213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43FD7D9-A616-4E8E-A195-40FF919A583A}"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278415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99458AD-9A5D-4D17-A70A-B10C45123A1D}"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420525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8CB493E-EE41-492F-B472-7E0BEA176FB2}"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0232678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31C2309-2167-4D56-A914-35C6E914B391}"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267718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567B7880-D9AE-4F6A-895D-EC15967E68C5}"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4523215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1B60E8E-B8BB-4621-ABD3-988DBFD09D15}"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9698468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97DF570-D485-44D1-B033-19E59D788E58}"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128643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5A17211-7FAE-47D3-9924-2A0B91B416EE}"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7416269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833E7A5-9EF9-4FE7-977E-A4AB8E63239F}"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755340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4BFDE57-F4AF-4035-8999-0FEE6C202F7B}"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5077489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EB50BE5A-0ACB-4A46-8616-20217041D4AA}" type="slidenum">
              <a:rPr lang="zh-CN" altLang="en-US"/>
              <a:pPr>
                <a:defRPr/>
              </a:pPr>
              <a:t>‹#›</a:t>
            </a:fld>
            <a:endParaRPr lang="en-US" altLang="zh-CN"/>
          </a:p>
        </p:txBody>
      </p:sp>
    </p:spTree>
    <p:extLst>
      <p:ext uri="{BB962C8B-B14F-4D97-AF65-F5344CB8AC3E}">
        <p14:creationId xmlns:p14="http://schemas.microsoft.com/office/powerpoint/2010/main" val="1327350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a:xfrm>
            <a:off x="7667625" y="195263"/>
            <a:ext cx="1162050" cy="273050"/>
          </a:xfrm>
        </p:spPr>
        <p:txBody>
          <a:bodyPr/>
          <a:lstStyle>
            <a:lvl1pPr>
              <a:defRPr sz="1400">
                <a:ea typeface="楷体_GB2312"/>
                <a:cs typeface="楷体_GB2312"/>
              </a:defRPr>
            </a:lvl1pPr>
          </a:lstStyle>
          <a:p>
            <a:pPr>
              <a:defRPr/>
            </a:pPr>
            <a:fld id="{1833EF3D-3E6E-4689-B217-5B356785B3DB}" type="slidenum">
              <a:rPr lang="zh-CN" altLang="en-US"/>
              <a:pPr>
                <a:defRPr/>
              </a:pPr>
              <a:t>‹#›</a:t>
            </a:fld>
            <a:endParaRPr lang="en-US" altLang="zh-CN" dirty="0"/>
          </a:p>
        </p:txBody>
      </p:sp>
    </p:spTree>
    <p:extLst>
      <p:ext uri="{BB962C8B-B14F-4D97-AF65-F5344CB8AC3E}">
        <p14:creationId xmlns:p14="http://schemas.microsoft.com/office/powerpoint/2010/main" val="6771198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en-US" noProof="1"/>
          </a:p>
        </p:txBody>
      </p:sp>
      <p:sp>
        <p:nvSpPr>
          <p:cNvPr id="4" name="Date Placeholder 3">
            <a:extLst>
              <a:ext uri="{FF2B5EF4-FFF2-40B4-BE49-F238E27FC236}">
                <a16:creationId xmlns:a16="http://schemas.microsoft.com/office/drawing/2014/main" id="{CB8AD9B4-237A-4664-88FC-FC01BE6DB238}"/>
              </a:ext>
            </a:extLst>
          </p:cNvPr>
          <p:cNvSpPr>
            <a:spLocks noGrp="1"/>
          </p:cNvSpPr>
          <p:nvPr>
            <p:ph type="dt" sz="half" idx="10"/>
          </p:nvPr>
        </p:nvSpPr>
        <p:spPr/>
        <p:txBody>
          <a:bodyPr rtlCol="0"/>
          <a:lstStyle>
            <a:lvl1pPr>
              <a:defRPr>
                <a:ea typeface="楷体_GB2312" panose="02010609030101010101" pitchFamily="49" charset="-122"/>
              </a:defRPr>
            </a:lvl1pPr>
          </a:lstStyle>
          <a:p>
            <a:pPr>
              <a:defRPr/>
            </a:pPr>
            <a:endParaRPr lang="en-US" altLang="zh-CN"/>
          </a:p>
        </p:txBody>
      </p:sp>
      <p:sp>
        <p:nvSpPr>
          <p:cNvPr id="5" name="Footer Placeholder 4">
            <a:extLst>
              <a:ext uri="{FF2B5EF4-FFF2-40B4-BE49-F238E27FC236}">
                <a16:creationId xmlns:a16="http://schemas.microsoft.com/office/drawing/2014/main" id="{700BA423-EB1E-43F4-A87C-9B7A9C2C7B50}"/>
              </a:ext>
            </a:extLst>
          </p:cNvPr>
          <p:cNvSpPr>
            <a:spLocks noGrp="1"/>
          </p:cNvSpPr>
          <p:nvPr>
            <p:ph type="ftr" sz="quarter" idx="11"/>
          </p:nvPr>
        </p:nvSpPr>
        <p:spPr/>
        <p:txBody>
          <a:bodyPr rtlCol="0"/>
          <a:lstStyle>
            <a:lvl1pPr>
              <a:defRPr>
                <a:ea typeface="楷体_GB2312" panose="02010609030101010101" pitchFamily="49" charset="-122"/>
              </a:defRPr>
            </a:lvl1pPr>
          </a:lstStyle>
          <a:p>
            <a:pPr>
              <a:defRPr/>
            </a:pPr>
            <a:endParaRPr lang="en-US" altLang="zh-CN"/>
          </a:p>
        </p:txBody>
      </p:sp>
      <p:sp>
        <p:nvSpPr>
          <p:cNvPr id="6" name="Slide Number Placeholder 5">
            <a:extLst>
              <a:ext uri="{FF2B5EF4-FFF2-40B4-BE49-F238E27FC236}">
                <a16:creationId xmlns:a16="http://schemas.microsoft.com/office/drawing/2014/main" id="{CAE303F5-2732-49CB-8431-FF97E0C47C8E}"/>
              </a:ext>
            </a:extLst>
          </p:cNvPr>
          <p:cNvSpPr>
            <a:spLocks noGrp="1"/>
          </p:cNvSpPr>
          <p:nvPr>
            <p:ph type="sldNum" sz="quarter" idx="12"/>
          </p:nvPr>
        </p:nvSpPr>
        <p:spPr/>
        <p:txBody>
          <a:bodyPr/>
          <a:lstStyle>
            <a:lvl1pPr>
              <a:defRPr>
                <a:ea typeface="楷体_GB2312" panose="02010609030101010101"/>
                <a:cs typeface="楷体_GB2312" panose="02010609030101010101"/>
              </a:defRPr>
            </a:lvl1pPr>
          </a:lstStyle>
          <a:p>
            <a:fld id="{B880BE30-6069-44F9-B280-7AB6C7BC7C29}" type="slidenum">
              <a:rPr lang="zh-CN" altLang="en-US"/>
              <a:pPr/>
              <a:t>‹#›</a:t>
            </a:fld>
            <a:endParaRPr lang="en-US" altLang="zh-CN"/>
          </a:p>
        </p:txBody>
      </p:sp>
    </p:spTree>
    <p:extLst>
      <p:ext uri="{BB962C8B-B14F-4D97-AF65-F5344CB8AC3E}">
        <p14:creationId xmlns:p14="http://schemas.microsoft.com/office/powerpoint/2010/main" val="2542508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72A7CE5A-4C83-4678-9155-9FE153DB977F}"/>
              </a:ext>
            </a:extLst>
          </p:cNvPr>
          <p:cNvGrpSpPr>
            <a:grpSpLocks/>
          </p:cNvGrpSpPr>
          <p:nvPr userDrawn="1"/>
        </p:nvGrpSpPr>
        <p:grpSpPr bwMode="auto">
          <a:xfrm>
            <a:off x="0" y="195263"/>
            <a:ext cx="755650" cy="431800"/>
            <a:chOff x="-786" y="195486"/>
            <a:chExt cx="756363" cy="432048"/>
          </a:xfrm>
        </p:grpSpPr>
        <p:sp>
          <p:nvSpPr>
            <p:cNvPr id="5" name="五边形 7">
              <a:extLst>
                <a:ext uri="{FF2B5EF4-FFF2-40B4-BE49-F238E27FC236}">
                  <a16:creationId xmlns:a16="http://schemas.microsoft.com/office/drawing/2014/main" id="{5A8391D7-BD0C-4D0E-B857-04B95EF33932}"/>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sp>
          <p:nvSpPr>
            <p:cNvPr id="6" name="五边形 8">
              <a:extLst>
                <a:ext uri="{FF2B5EF4-FFF2-40B4-BE49-F238E27FC236}">
                  <a16:creationId xmlns:a16="http://schemas.microsoft.com/office/drawing/2014/main" id="{3E29439E-C079-4967-A951-3512D1D9BB13}"/>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0030101010101" pitchFamily="49" charset="-122"/>
              </a:defRPr>
            </a:lvl1pPr>
          </a:lstStyle>
          <a:p>
            <a:r>
              <a:rPr lang="zh-CN" altLang="en-US" noProof="1"/>
              <a:t>单击此处编辑母版标题样式</a:t>
            </a:r>
            <a:endParaRPr lang="en-US" noProof="1"/>
          </a:p>
        </p:txBody>
      </p:sp>
      <p:sp>
        <p:nvSpPr>
          <p:cNvPr id="8" name="Date Placeholder 3">
            <a:extLst>
              <a:ext uri="{FF2B5EF4-FFF2-40B4-BE49-F238E27FC236}">
                <a16:creationId xmlns:a16="http://schemas.microsoft.com/office/drawing/2014/main" id="{361A97C4-9EF5-498A-9994-0CBB261D12BB}"/>
              </a:ext>
            </a:extLst>
          </p:cNvPr>
          <p:cNvSpPr>
            <a:spLocks noGrp="1"/>
          </p:cNvSpPr>
          <p:nvPr>
            <p:ph type="dt" sz="half" idx="10"/>
          </p:nvPr>
        </p:nvSpPr>
        <p:spPr/>
        <p:txBody>
          <a:bodyPr rtlCol="0"/>
          <a:lstStyle>
            <a:lvl1pPr>
              <a:defRPr>
                <a:ea typeface="楷体_GB2312" panose="02010609030101010101" pitchFamily="49" charset="-122"/>
              </a:defRPr>
            </a:lvl1pPr>
          </a:lstStyle>
          <a:p>
            <a:pPr>
              <a:defRPr/>
            </a:pPr>
            <a:endParaRPr lang="en-US" altLang="zh-CN"/>
          </a:p>
        </p:txBody>
      </p:sp>
      <p:sp>
        <p:nvSpPr>
          <p:cNvPr id="9" name="Footer Placeholder 4">
            <a:extLst>
              <a:ext uri="{FF2B5EF4-FFF2-40B4-BE49-F238E27FC236}">
                <a16:creationId xmlns:a16="http://schemas.microsoft.com/office/drawing/2014/main" id="{B2D7AAF1-C3E8-473A-A8D5-56AD64D7A208}"/>
              </a:ext>
            </a:extLst>
          </p:cNvPr>
          <p:cNvSpPr>
            <a:spLocks noGrp="1"/>
          </p:cNvSpPr>
          <p:nvPr>
            <p:ph type="ftr" sz="quarter" idx="11"/>
          </p:nvPr>
        </p:nvSpPr>
        <p:spPr/>
        <p:txBody>
          <a:bodyPr rtlCol="0"/>
          <a:lstStyle>
            <a:lvl1pPr>
              <a:defRPr>
                <a:ea typeface="楷体_GB2312" panose="02010609030101010101" pitchFamily="49" charset="-122"/>
              </a:defRPr>
            </a:lvl1pPr>
          </a:lstStyle>
          <a:p>
            <a:pPr>
              <a:defRPr/>
            </a:pPr>
            <a:endParaRPr lang="en-US" altLang="zh-CN"/>
          </a:p>
        </p:txBody>
      </p:sp>
      <p:sp>
        <p:nvSpPr>
          <p:cNvPr id="10" name="Slide Number Placeholder 5">
            <a:extLst>
              <a:ext uri="{FF2B5EF4-FFF2-40B4-BE49-F238E27FC236}">
                <a16:creationId xmlns:a16="http://schemas.microsoft.com/office/drawing/2014/main" id="{F0824AA8-127A-4A38-A268-6DC35889B060}"/>
              </a:ext>
            </a:extLst>
          </p:cNvPr>
          <p:cNvSpPr>
            <a:spLocks noGrp="1"/>
          </p:cNvSpPr>
          <p:nvPr>
            <p:ph type="sldNum" sz="quarter" idx="12"/>
          </p:nvPr>
        </p:nvSpPr>
        <p:spPr>
          <a:xfrm>
            <a:off x="7596336" y="149225"/>
            <a:ext cx="1162050" cy="273050"/>
          </a:xfrm>
        </p:spPr>
        <p:txBody>
          <a:bodyPr/>
          <a:lstStyle>
            <a:lvl1pPr>
              <a:defRPr sz="1400">
                <a:ea typeface="楷体_GB2312" panose="02010609030101010101"/>
                <a:cs typeface="楷体_GB2312" panose="02010609030101010101"/>
              </a:defRPr>
            </a:lvl1pPr>
          </a:lstStyle>
          <a:p>
            <a:fld id="{F4CFFDF7-BD86-48E7-9A36-EEFAB3B1A9F0}" type="slidenum">
              <a:rPr lang="zh-CN" altLang="en-US" smtClean="0"/>
              <a:pPr/>
              <a:t>‹#›</a:t>
            </a:fld>
            <a:endParaRPr lang="en-US" altLang="zh-CN" dirty="0"/>
          </a:p>
        </p:txBody>
      </p:sp>
    </p:spTree>
    <p:extLst>
      <p:ext uri="{BB962C8B-B14F-4D97-AF65-F5344CB8AC3E}">
        <p14:creationId xmlns:p14="http://schemas.microsoft.com/office/powerpoint/2010/main" val="29755761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7F890E7-945E-4495-997B-DDD6B15C31F3}"/>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4">
            <a:extLst>
              <a:ext uri="{FF2B5EF4-FFF2-40B4-BE49-F238E27FC236}">
                <a16:creationId xmlns:a16="http://schemas.microsoft.com/office/drawing/2014/main" id="{A1FCB998-9CEC-4AE0-98FE-D65422E199A2}"/>
              </a:ext>
            </a:extLst>
          </p:cNvPr>
          <p:cNvSpPr>
            <a:spLocks noGrp="1"/>
          </p:cNvSpPr>
          <p:nvPr>
            <p:ph type="ftr" sz="quarter" idx="11"/>
          </p:nvPr>
        </p:nvSpPr>
        <p:spPr/>
        <p:txBody>
          <a:bodyPr/>
          <a:lstStyle>
            <a:lvl1pPr>
              <a:defRPr/>
            </a:lvl1pPr>
          </a:lstStyle>
          <a:p>
            <a:pPr>
              <a:defRPr/>
            </a:pPr>
            <a:endParaRPr lang="en-US" altLang="zh-CN"/>
          </a:p>
        </p:txBody>
      </p:sp>
      <p:sp>
        <p:nvSpPr>
          <p:cNvPr id="4" name="Slide Number Placeholder 5">
            <a:extLst>
              <a:ext uri="{FF2B5EF4-FFF2-40B4-BE49-F238E27FC236}">
                <a16:creationId xmlns:a16="http://schemas.microsoft.com/office/drawing/2014/main" id="{26A7F833-2DCB-4B0F-A528-49FFD15A24D4}"/>
              </a:ext>
            </a:extLst>
          </p:cNvPr>
          <p:cNvSpPr>
            <a:spLocks noGrp="1"/>
          </p:cNvSpPr>
          <p:nvPr>
            <p:ph type="sldNum" sz="quarter" idx="12"/>
          </p:nvPr>
        </p:nvSpPr>
        <p:spPr/>
        <p:txBody>
          <a:bodyPr/>
          <a:lstStyle>
            <a:lvl1pPr>
              <a:defRPr/>
            </a:lvl1pPr>
          </a:lstStyle>
          <a:p>
            <a:fld id="{DE54EACD-6433-404E-9A57-444BC4A8ED74}" type="slidenum">
              <a:rPr lang="zh-CN" altLang="en-US"/>
              <a:pPr/>
              <a:t>‹#›</a:t>
            </a:fld>
            <a:endParaRPr lang="en-US" altLang="zh-CN"/>
          </a:p>
        </p:txBody>
      </p:sp>
    </p:spTree>
    <p:extLst>
      <p:ext uri="{BB962C8B-B14F-4D97-AF65-F5344CB8AC3E}">
        <p14:creationId xmlns:p14="http://schemas.microsoft.com/office/powerpoint/2010/main" val="3681551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E8B1D78-2B89-44E9-BCF4-3BEEA65D9C27}"/>
              </a:ext>
            </a:extLst>
          </p:cNvPr>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53995BFB-5026-4D8D-B478-1DDC725EDD2E}"/>
              </a:ext>
            </a:extLst>
          </p:cNvPr>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a:extLst>
              <a:ext uri="{FF2B5EF4-FFF2-40B4-BE49-F238E27FC236}">
                <a16:creationId xmlns:a16="http://schemas.microsoft.com/office/drawing/2014/main" id="{F9932297-234B-4C03-8947-FF66838341EC}"/>
              </a:ext>
            </a:extLst>
          </p:cNvPr>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zh-CN"/>
          </a:p>
        </p:txBody>
      </p:sp>
      <p:sp>
        <p:nvSpPr>
          <p:cNvPr id="1017861" name="Rectangle 5">
            <a:extLst>
              <a:ext uri="{FF2B5EF4-FFF2-40B4-BE49-F238E27FC236}">
                <a16:creationId xmlns:a16="http://schemas.microsoft.com/office/drawing/2014/main" id="{5B49FE61-E512-4933-A60D-3406FDF40BAC}"/>
              </a:ext>
            </a:extLst>
          </p:cNvPr>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zh-CN"/>
          </a:p>
        </p:txBody>
      </p:sp>
      <p:sp>
        <p:nvSpPr>
          <p:cNvPr id="1017862" name="Rectangle 6">
            <a:extLst>
              <a:ext uri="{FF2B5EF4-FFF2-40B4-BE49-F238E27FC236}">
                <a16:creationId xmlns:a16="http://schemas.microsoft.com/office/drawing/2014/main" id="{24012DB9-C270-41A7-8F0E-FD3E78F42782}"/>
              </a:ext>
            </a:extLst>
          </p:cNvPr>
          <p:cNvSpPr>
            <a:spLocks noGrp="1" noChangeArrowheads="1"/>
          </p:cNvSpPr>
          <p:nvPr>
            <p:ph type="sldNum" sz="quarter" idx="4"/>
          </p:nvPr>
        </p:nvSpPr>
        <p:spPr bwMode="auto">
          <a:xfrm>
            <a:off x="6516688" y="206375"/>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D938E679-83B4-45B6-861F-9AC28EA0AD75}"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9633" r:id="rId1"/>
    <p:sldLayoutId id="2147489634" r:id="rId2"/>
    <p:sldLayoutId id="2147489635" r:id="rId3"/>
    <p:sldLayoutId id="2147489636" r:id="rId4"/>
    <p:sldLayoutId id="2147489637" r:id="rId5"/>
    <p:sldLayoutId id="2147489638" r:id="rId6"/>
    <p:sldLayoutId id="2147489639" r:id="rId7"/>
    <p:sldLayoutId id="2147489640" r:id="rId8"/>
    <p:sldLayoutId id="2147489641" r:id="rId9"/>
    <p:sldLayoutId id="2147489642" r:id="rId10"/>
    <p:sldLayoutId id="2147489643"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260A52A7-CA91-48F2-9E85-11F1B8617A04}"/>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0D401F65-BB15-4EA5-9A31-D7CBC4BBACD6}"/>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a:extLst>
              <a:ext uri="{FF2B5EF4-FFF2-40B4-BE49-F238E27FC236}">
                <a16:creationId xmlns:a16="http://schemas.microsoft.com/office/drawing/2014/main" id="{02895E41-8911-4B9F-B3AD-CBF8647B2AA3}"/>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E9F8E16B-5863-4070-85E3-CAE200BE10A8}"/>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fld id="{FC9CEED7-23F6-4FBC-A13E-CDB4375A23BB}" type="slidenum">
              <a:rPr lang="zh-CN" altLang="en-US"/>
              <a:pPr/>
              <a:t>‹#›</a:t>
            </a:fld>
            <a:endParaRPr lang="en-US" altLang="zh-CN"/>
          </a:p>
        </p:txBody>
      </p:sp>
      <p:sp>
        <p:nvSpPr>
          <p:cNvPr id="2054" name="Text Placeholder 2">
            <a:extLst>
              <a:ext uri="{FF2B5EF4-FFF2-40B4-BE49-F238E27FC236}">
                <a16:creationId xmlns:a16="http://schemas.microsoft.com/office/drawing/2014/main" id="{933C98D8-AA72-4258-9280-07442DDD9162}"/>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9645" r:id="rId1"/>
    <p:sldLayoutId id="2147489646"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51A2FAE9-E6FE-4EC6-ADEF-436F5F2D7446}"/>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46C73E1D-E8E2-45CA-B614-DE18A3E2E395}"/>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a:extLst>
              <a:ext uri="{FF2B5EF4-FFF2-40B4-BE49-F238E27FC236}">
                <a16:creationId xmlns:a16="http://schemas.microsoft.com/office/drawing/2014/main" id="{26853ECF-7DD6-4092-9FDE-D6DA71B9EDC3}"/>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48AAF198-A85E-4605-953C-E1A354D25A01}"/>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fld id="{E21C92EF-2889-4777-A128-332683744EF0}" type="slidenum">
              <a:rPr lang="zh-CN" altLang="en-US"/>
              <a:pPr/>
              <a:t>‹#›</a:t>
            </a:fld>
            <a:endParaRPr lang="en-US" altLang="zh-CN"/>
          </a:p>
        </p:txBody>
      </p:sp>
      <p:sp>
        <p:nvSpPr>
          <p:cNvPr id="3078" name="Text Placeholder 2">
            <a:extLst>
              <a:ext uri="{FF2B5EF4-FFF2-40B4-BE49-F238E27FC236}">
                <a16:creationId xmlns:a16="http://schemas.microsoft.com/office/drawing/2014/main" id="{D38097A1-D139-4DF0-BC2B-0A8407F65B67}"/>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9647" r:id="rId1"/>
    <p:sldLayoutId id="2147489648"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77A1E8CC-1224-411F-B03A-50B8F0A9F19A}"/>
              </a:ext>
            </a:extLst>
          </p:cNvPr>
          <p:cNvSpPr>
            <a:spLocks noGrp="1" noChangeArrowheads="1"/>
          </p:cNvSpPr>
          <p:nvPr>
            <p:ph type="title" idx="4294967295"/>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DED0DAC3-257B-4CF5-B5F2-48A79B7BA744}"/>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lstStyle>
            <a:lvl1pPr algn="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5" name="Footer Placeholder 4">
            <a:extLst>
              <a:ext uri="{FF2B5EF4-FFF2-40B4-BE49-F238E27FC236}">
                <a16:creationId xmlns:a16="http://schemas.microsoft.com/office/drawing/2014/main" id="{4FB4BCF7-8B58-472F-AAED-B524021FDABB}"/>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6" name="Slide Number Placeholder 5">
            <a:extLst>
              <a:ext uri="{FF2B5EF4-FFF2-40B4-BE49-F238E27FC236}">
                <a16:creationId xmlns:a16="http://schemas.microsoft.com/office/drawing/2014/main" id="{CC89A18B-D9C2-4DEA-A822-281F13A8A30B}"/>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a:solidFill>
                  <a:srgbClr val="073E87"/>
                </a:solidFill>
              </a:defRPr>
            </a:lvl1pPr>
          </a:lstStyle>
          <a:p>
            <a:fld id="{19A9D500-62A7-42B7-B1E4-A818451D0BBE}" type="slidenum">
              <a:rPr lang="zh-CN" altLang="en-US"/>
              <a:pPr/>
              <a:t>‹#›</a:t>
            </a:fld>
            <a:endParaRPr lang="en-US" altLang="zh-CN"/>
          </a:p>
        </p:txBody>
      </p:sp>
      <p:sp>
        <p:nvSpPr>
          <p:cNvPr id="5126" name="Text Placeholder 2">
            <a:extLst>
              <a:ext uri="{FF2B5EF4-FFF2-40B4-BE49-F238E27FC236}">
                <a16:creationId xmlns:a16="http://schemas.microsoft.com/office/drawing/2014/main" id="{EF97EF4B-2DC9-40C1-ADEE-0E7AF4C4F645}"/>
              </a:ext>
            </a:extLst>
          </p:cNvPr>
          <p:cNvSpPr>
            <a:spLocks noGrp="1" noChangeArrowheads="1"/>
          </p:cNvSpPr>
          <p:nvPr>
            <p:ph type="body" idx="4294967295"/>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9651" r:id="rId1"/>
    <p:sldLayoutId id="2147489652" r:id="rId2"/>
    <p:sldLayoutId id="2147489644" r:id="rId3"/>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003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zh-CN">
              <a:solidFill>
                <a:srgbClr val="000000"/>
              </a:solidFill>
            </a:endParaRPr>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zh-CN">
              <a:solidFill>
                <a:srgbClr val="000000"/>
              </a:solidFill>
            </a:endParaRPr>
          </a:p>
        </p:txBody>
      </p:sp>
      <p:sp>
        <p:nvSpPr>
          <p:cNvPr id="1017862" name="Rectangle 6"/>
          <p:cNvSpPr>
            <a:spLocks noGrp="1" noChangeArrowheads="1"/>
          </p:cNvSpPr>
          <p:nvPr>
            <p:ph type="sldNum" sz="quarter" idx="4"/>
          </p:nvPr>
        </p:nvSpPr>
        <p:spPr bwMode="auto">
          <a:xfrm>
            <a:off x="6516688" y="206375"/>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pPr>
              <a:defRPr/>
            </a:pPr>
            <a:fld id="{C7F71A63-2C71-4383-9D30-B5550CCF4BD7}"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887138682"/>
      </p:ext>
    </p:extLst>
  </p:cSld>
  <p:clrMap bg1="lt1" tx1="dk1" bg2="lt2" tx2="dk2" accent1="accent1" accent2="accent2" accent3="accent3" accent4="accent4" accent5="accent5" accent6="accent6" hlink="hlink" folHlink="folHlink"/>
  <p:sldLayoutIdLst>
    <p:sldLayoutId id="2147489658" r:id="rId1"/>
    <p:sldLayoutId id="2147489659" r:id="rId2"/>
    <p:sldLayoutId id="2147489660" r:id="rId3"/>
    <p:sldLayoutId id="2147489661" r:id="rId4"/>
    <p:sldLayoutId id="2147489662" r:id="rId5"/>
    <p:sldLayoutId id="2147489663" r:id="rId6"/>
    <p:sldLayoutId id="2147489664" r:id="rId7"/>
    <p:sldLayoutId id="2147489665" r:id="rId8"/>
    <p:sldLayoutId id="2147489666" r:id="rId9"/>
    <p:sldLayoutId id="2147489667" r:id="rId10"/>
    <p:sldLayoutId id="2147489668"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63FD1D9A-9080-4B60-9BC9-C5C3FC754168}" type="slidenum">
              <a:rPr lang="zh-CN" altLang="en-US"/>
              <a:pPr>
                <a:defRPr/>
              </a:pPr>
              <a:t>‹#›</a:t>
            </a:fld>
            <a:endParaRPr lang="en-US" altLang="zh-CN"/>
          </a:p>
        </p:txBody>
      </p:sp>
      <p:sp>
        <p:nvSpPr>
          <p:cNvPr id="4102"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23944747"/>
      </p:ext>
    </p:extLst>
  </p:cSld>
  <p:clrMap bg1="lt1" tx1="dk1" bg2="lt2" tx2="dk2" accent1="accent1" accent2="accent2" accent3="accent3" accent4="accent4" accent5="accent5" accent6="accent6" hlink="hlink" folHlink="folHlink"/>
  <p:sldLayoutIdLst>
    <p:sldLayoutId id="2147489670" r:id="rId1"/>
    <p:sldLayoutId id="2147489671"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77A1E8CC-1224-411F-B03A-50B8F0A9F19A}"/>
              </a:ext>
            </a:extLst>
          </p:cNvPr>
          <p:cNvSpPr>
            <a:spLocks noGrp="1" noChangeArrowheads="1"/>
          </p:cNvSpPr>
          <p:nvPr>
            <p:ph type="title" idx="4294967295"/>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DED0DAC3-257B-4CF5-B5F2-48A79B7BA744}"/>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lstStyle>
            <a:lvl1pPr algn="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5" name="Footer Placeholder 4">
            <a:extLst>
              <a:ext uri="{FF2B5EF4-FFF2-40B4-BE49-F238E27FC236}">
                <a16:creationId xmlns:a16="http://schemas.microsoft.com/office/drawing/2014/main" id="{4FB4BCF7-8B58-472F-AAED-B524021FDABB}"/>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6" name="Slide Number Placeholder 5">
            <a:extLst>
              <a:ext uri="{FF2B5EF4-FFF2-40B4-BE49-F238E27FC236}">
                <a16:creationId xmlns:a16="http://schemas.microsoft.com/office/drawing/2014/main" id="{CC89A18B-D9C2-4DEA-A822-281F13A8A30B}"/>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a:solidFill>
                  <a:srgbClr val="073E87"/>
                </a:solidFill>
              </a:defRPr>
            </a:lvl1pPr>
          </a:lstStyle>
          <a:p>
            <a:fld id="{19A9D500-62A7-42B7-B1E4-A818451D0BBE}" type="slidenum">
              <a:rPr lang="zh-CN" altLang="en-US"/>
              <a:pPr/>
              <a:t>‹#›</a:t>
            </a:fld>
            <a:endParaRPr lang="en-US" altLang="zh-CN"/>
          </a:p>
        </p:txBody>
      </p:sp>
      <p:sp>
        <p:nvSpPr>
          <p:cNvPr id="5126" name="Text Placeholder 2">
            <a:extLst>
              <a:ext uri="{FF2B5EF4-FFF2-40B4-BE49-F238E27FC236}">
                <a16:creationId xmlns:a16="http://schemas.microsoft.com/office/drawing/2014/main" id="{EF97EF4B-2DC9-40C1-ADEE-0E7AF4C4F645}"/>
              </a:ext>
            </a:extLst>
          </p:cNvPr>
          <p:cNvSpPr>
            <a:spLocks noGrp="1" noChangeArrowheads="1"/>
          </p:cNvSpPr>
          <p:nvPr>
            <p:ph type="body" idx="4294967295"/>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62691178"/>
      </p:ext>
    </p:extLst>
  </p:cSld>
  <p:clrMap bg1="lt1" tx1="dk1" bg2="lt2" tx2="dk2" accent1="accent1" accent2="accent2" accent3="accent3" accent4="accent4" accent5="accent5" accent6="accent6" hlink="hlink" folHlink="folHlink"/>
  <p:sldLayoutIdLst>
    <p:sldLayoutId id="2147489673" r:id="rId1"/>
    <p:sldLayoutId id="2147489674" r:id="rId2"/>
    <p:sldLayoutId id="2147489675" r:id="rId3"/>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003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1313" y="0"/>
            <a:ext cx="8407400" cy="515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p:cNvSpPr txBox="1">
            <a:spLocks noChangeArrowheads="1"/>
          </p:cNvSpPr>
          <p:nvPr/>
        </p:nvSpPr>
        <p:spPr>
          <a:xfrm>
            <a:off x="6300788" y="1744663"/>
            <a:ext cx="4446587" cy="939800"/>
          </a:xfrm>
          <a:prstGeom prst="rect">
            <a:avLst/>
          </a:prstGeom>
        </p:spPr>
        <p:txBody>
          <a:bodyPr anchor="ctr"/>
          <a:lstStyle/>
          <a:p>
            <a:pPr fontAlgn="auto">
              <a:spcAft>
                <a:spcPts val="0"/>
              </a:spcAft>
              <a:defRPr/>
            </a:pPr>
            <a:endParaRPr lang="zh-CN" altLang="en-US" sz="3600" spc="300" dirty="0">
              <a:solidFill>
                <a:prstClr val="white"/>
              </a:solidFill>
              <a:latin typeface="微软雅黑" pitchFamily="34" charset="-122"/>
              <a:ea typeface="微软雅黑" pitchFamily="34" charset="-122"/>
            </a:endParaRPr>
          </a:p>
        </p:txBody>
      </p:sp>
      <p:sp>
        <p:nvSpPr>
          <p:cNvPr id="18436" name="Rectangle 2"/>
          <p:cNvSpPr txBox="1">
            <a:spLocks noChangeArrowheads="1"/>
          </p:cNvSpPr>
          <p:nvPr/>
        </p:nvSpPr>
        <p:spPr bwMode="auto">
          <a:xfrm>
            <a:off x="5588000" y="2038350"/>
            <a:ext cx="3214687"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500" b="1" dirty="0">
                <a:solidFill>
                  <a:srgbClr val="FFFFFF"/>
                </a:solidFill>
                <a:latin typeface="Candara" panose="020E0502030303020204" pitchFamily="34" charset="0"/>
                <a:ea typeface="楷体" panose="02010609060101010101" pitchFamily="49" charset="-122"/>
              </a:rPr>
              <a:t> </a:t>
            </a:r>
            <a:r>
              <a:rPr lang="zh-CN" altLang="en-US" sz="2800" b="1" dirty="0">
                <a:solidFill>
                  <a:srgbClr val="FFFFFF"/>
                </a:solidFill>
                <a:latin typeface="Candara" panose="020E0502030303020204" pitchFamily="34" charset="0"/>
                <a:ea typeface="楷体" panose="02010609060101010101" pitchFamily="49" charset="-122"/>
              </a:rPr>
              <a:t>南信大计算机学院</a:t>
            </a:r>
            <a:endParaRPr lang="en-US" altLang="zh-CN" sz="2800" b="1" dirty="0">
              <a:solidFill>
                <a:srgbClr val="FFFFFF"/>
              </a:solidFill>
              <a:latin typeface="Candara" panose="020E0502030303020204" pitchFamily="34" charset="0"/>
              <a:ea typeface="楷体" panose="02010609060101010101" pitchFamily="49" charset="-122"/>
            </a:endParaRPr>
          </a:p>
          <a:p>
            <a:r>
              <a:rPr lang="en-US" altLang="zh-CN" sz="2800" b="1" dirty="0">
                <a:solidFill>
                  <a:srgbClr val="FFFFFF"/>
                </a:solidFill>
                <a:latin typeface="Candara" panose="020E0502030303020204" pitchFamily="34" charset="0"/>
                <a:ea typeface="楷体" panose="02010609060101010101" pitchFamily="49" charset="-122"/>
              </a:rPr>
              <a:t>      </a:t>
            </a:r>
            <a:r>
              <a:rPr lang="zh-CN" altLang="en-US" sz="2400" b="1" dirty="0">
                <a:solidFill>
                  <a:srgbClr val="FFFFFF"/>
                </a:solidFill>
                <a:latin typeface="Candara" panose="020E0502030303020204" pitchFamily="34" charset="0"/>
                <a:ea typeface="楷体" panose="02010609060101010101" pitchFamily="49" charset="-122"/>
              </a:rPr>
              <a:t>        凌妙根</a:t>
            </a:r>
            <a:endParaRPr lang="en-US" altLang="zh-CN" sz="2400" b="1" dirty="0">
              <a:solidFill>
                <a:srgbClr val="FFFFFF"/>
              </a:solidFill>
              <a:latin typeface="Candara" panose="020E0502030303020204" pitchFamily="34" charset="0"/>
              <a:ea typeface="楷体" panose="02010609060101010101" pitchFamily="49" charset="-122"/>
            </a:endParaRPr>
          </a:p>
          <a:p>
            <a:r>
              <a:rPr lang="en-US" altLang="zh-CN" sz="2400" b="1" dirty="0">
                <a:solidFill>
                  <a:srgbClr val="FFFFFF"/>
                </a:solidFill>
                <a:latin typeface="Candara" panose="020E0502030303020204" pitchFamily="34" charset="0"/>
                <a:ea typeface="楷体" panose="02010609060101010101" pitchFamily="49" charset="-122"/>
              </a:rPr>
              <a:t>            </a:t>
            </a:r>
            <a:r>
              <a:rPr lang="en-US" altLang="zh-CN" sz="2800" b="1" dirty="0">
                <a:solidFill>
                  <a:srgbClr val="FFFFFF"/>
                </a:solidFill>
                <a:latin typeface="Candara" panose="020E0502030303020204" pitchFamily="34" charset="0"/>
                <a:ea typeface="楷体" panose="02010609060101010101" pitchFamily="49" charset="-122"/>
              </a:rPr>
              <a:t>2024</a:t>
            </a:r>
            <a:r>
              <a:rPr lang="zh-CN" altLang="en-US" sz="2800" b="1" dirty="0">
                <a:solidFill>
                  <a:srgbClr val="FFFFFF"/>
                </a:solidFill>
                <a:latin typeface="Candara" panose="020E0502030303020204" pitchFamily="34" charset="0"/>
                <a:ea typeface="楷体" panose="02010609060101010101" pitchFamily="49" charset="-122"/>
              </a:rPr>
              <a:t>年秋</a:t>
            </a:r>
          </a:p>
        </p:txBody>
      </p:sp>
      <p:sp>
        <p:nvSpPr>
          <p:cNvPr id="5" name="Rectangle 2"/>
          <p:cNvSpPr txBox="1">
            <a:spLocks noChangeArrowheads="1"/>
          </p:cNvSpPr>
          <p:nvPr/>
        </p:nvSpPr>
        <p:spPr>
          <a:xfrm>
            <a:off x="900113" y="1008063"/>
            <a:ext cx="5829300" cy="1157287"/>
          </a:xfrm>
          <a:prstGeom prst="rect">
            <a:avLst/>
          </a:prstGeom>
          <a:ln w="12700">
            <a:noFill/>
          </a:ln>
        </p:spPr>
        <p:txBody>
          <a:bodyPr anchor="ctr"/>
          <a:lstStyle/>
          <a:p>
            <a:pPr eaLnBrk="1" fontAlgn="auto" hangingPunct="1">
              <a:spcAft>
                <a:spcPts val="0"/>
              </a:spcAft>
              <a:defRPr/>
            </a:pPr>
            <a:r>
              <a:rPr lang="zh-CN" altLang="en-US" sz="3600" spc="300" dirty="0">
                <a:solidFill>
                  <a:schemeClr val="bg1"/>
                </a:solidFill>
                <a:latin typeface="微软雅黑" pitchFamily="34" charset="-122"/>
                <a:ea typeface="微软雅黑" pitchFamily="34" charset="-122"/>
              </a:rPr>
              <a:t>第</a:t>
            </a:r>
            <a:r>
              <a:rPr lang="en-US" altLang="zh-CN" sz="3600" spc="300" dirty="0">
                <a:solidFill>
                  <a:schemeClr val="bg1"/>
                </a:solidFill>
                <a:latin typeface="微软雅黑" pitchFamily="34" charset="-122"/>
                <a:ea typeface="微软雅黑" pitchFamily="34" charset="-122"/>
              </a:rPr>
              <a:t>4</a:t>
            </a:r>
            <a:r>
              <a:rPr lang="zh-CN" altLang="en-US" sz="3600" spc="300" dirty="0">
                <a:solidFill>
                  <a:schemeClr val="bg1"/>
                </a:solidFill>
                <a:latin typeface="微软雅黑" pitchFamily="34" charset="-122"/>
                <a:ea typeface="微软雅黑" pitchFamily="34" charset="-122"/>
              </a:rPr>
              <a:t>章 语法分析</a:t>
            </a:r>
            <a:r>
              <a:rPr lang="en-US" altLang="zh-CN" sz="3600" spc="300" dirty="0">
                <a:solidFill>
                  <a:schemeClr val="bg1"/>
                </a:solidFill>
                <a:latin typeface="微软雅黑" pitchFamily="34" charset="-122"/>
                <a:ea typeface="微软雅黑" pitchFamily="34" charset="-122"/>
              </a:rPr>
              <a:t>6</a:t>
            </a:r>
            <a:r>
              <a:rPr lang="zh-CN" altLang="en-US" sz="3600" spc="300" dirty="0">
                <a:solidFill>
                  <a:schemeClr val="bg1"/>
                </a:solidFill>
                <a:latin typeface="微软雅黑" pitchFamily="34" charset="-122"/>
                <a:ea typeface="微软雅黑" pitchFamily="34" charset="-122"/>
              </a:rPr>
              <a:t> </a:t>
            </a:r>
            <a:endParaRPr lang="en-US" altLang="zh-CN" sz="3600" spc="300" dirty="0">
              <a:solidFill>
                <a:schemeClr val="bg1"/>
              </a:solidFill>
              <a:latin typeface="微软雅黑" pitchFamily="34" charset="-122"/>
              <a:ea typeface="微软雅黑" pitchFamily="34" charset="-122"/>
            </a:endParaRPr>
          </a:p>
          <a:p>
            <a:pPr eaLnBrk="1" fontAlgn="auto" hangingPunct="1">
              <a:spcAft>
                <a:spcPts val="0"/>
              </a:spcAft>
              <a:defRPr/>
            </a:pPr>
            <a:r>
              <a:rPr lang="zh-CN" altLang="en-US" sz="3600" spc="300" dirty="0">
                <a:solidFill>
                  <a:prstClr val="white"/>
                </a:solidFill>
                <a:latin typeface="微软雅黑" pitchFamily="34" charset="-122"/>
                <a:ea typeface="微软雅黑" pitchFamily="34" charset="-122"/>
              </a:rPr>
              <a:t>        自底向上语法分析</a:t>
            </a:r>
          </a:p>
          <a:p>
            <a:pPr fontAlgn="auto">
              <a:spcAft>
                <a:spcPts val="0"/>
              </a:spcAft>
              <a:defRPr/>
            </a:pPr>
            <a:endParaRPr lang="zh-CN" altLang="en-US" sz="3600" spc="300" dirty="0">
              <a:solidFill>
                <a:prstClr val="white"/>
              </a:solidFill>
              <a:latin typeface="微软雅黑" pitchFamily="34" charset="-122"/>
              <a:ea typeface="微软雅黑" pitchFamily="34" charset="-122"/>
            </a:endParaRPr>
          </a:p>
        </p:txBody>
      </p:sp>
      <p:sp>
        <p:nvSpPr>
          <p:cNvPr id="1843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Tx/>
              <a:buNone/>
            </a:pPr>
            <a:fld id="{F498B243-267A-4F1F-B64E-873565103CC3}" type="slidenum">
              <a:rPr lang="zh-CN" altLang="en-US" sz="1000" smtClean="0">
                <a:solidFill>
                  <a:srgbClr val="073E87"/>
                </a:solidFill>
                <a:latin typeface="Tahoma" panose="020B0604030504040204" pitchFamily="34" charset="0"/>
              </a:rPr>
              <a:pPr>
                <a:spcBef>
                  <a:spcPct val="0"/>
                </a:spcBef>
                <a:buClrTx/>
                <a:buSzTx/>
                <a:buFontTx/>
                <a:buNone/>
              </a:pPr>
              <a:t>1</a:t>
            </a:fld>
            <a:endParaRPr lang="en-US" altLang="zh-CN" sz="1000">
              <a:solidFill>
                <a:srgbClr val="073E87"/>
              </a:solidFill>
              <a:latin typeface="Tahoma" panose="020B0604030504040204" pitchFamily="34" charset="0"/>
            </a:endParaRPr>
          </a:p>
        </p:txBody>
      </p:sp>
    </p:spTree>
    <p:extLst>
      <p:ext uri="{BB962C8B-B14F-4D97-AF65-F5344CB8AC3E}">
        <p14:creationId xmlns:p14="http://schemas.microsoft.com/office/powerpoint/2010/main" val="4125809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355600" y="1239838"/>
            <a:ext cx="5008102" cy="2616101"/>
          </a:xfrm>
          <a:prstGeom prst="rect">
            <a:avLst/>
          </a:prstGeom>
        </p:spPr>
        <p:txBody>
          <a:bodyPr wrap="none">
            <a:spAutoFit/>
          </a:bodyPr>
          <a:lstStyle/>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3600" b="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rPr>
              <a:t>LALR</a:t>
            </a:r>
            <a:r>
              <a:rPr kumimoji="0" lang="zh-CN" altLang="en-US" sz="3600" b="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rPr>
              <a:t>分析法</a:t>
            </a:r>
            <a:endParaRPr kumimoji="0" lang="en-US" altLang="zh-CN" sz="3600" b="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二义性文法的</a:t>
            </a:r>
            <a:r>
              <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LR</a:t>
            </a:r>
            <a:r>
              <a:rPr kumimoji="0" lang="zh-CN" altLang="en-US"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分析</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LR</a:t>
            </a:r>
            <a:r>
              <a:rPr kumimoji="0" lang="zh-CN" altLang="en-US"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分析中的错误处理</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
        <p:nvSpPr>
          <p:cNvPr id="29" name="Rectangle 2"/>
          <p:cNvSpPr>
            <a:spLocks noGrp="1" noChangeArrowheads="1"/>
          </p:cNvSpPr>
          <p:nvPr>
            <p:ph type="title"/>
          </p:nvPr>
        </p:nvSpPr>
        <p:spPr>
          <a:xfrm>
            <a:off x="755650" y="268288"/>
            <a:ext cx="7931150" cy="358775"/>
          </a:xfrm>
        </p:spPr>
        <p:txBody>
          <a:bodyPr>
            <a:noAutofit/>
          </a:bodyPr>
          <a:lstStyle/>
          <a:p>
            <a:pPr eaLnBrk="1" hangingPunct="1">
              <a:defRPr/>
            </a:pPr>
            <a:r>
              <a:rPr lang="zh-CN" altLang="en-US" sz="3600" spc="300" dirty="0">
                <a:solidFill>
                  <a:schemeClr val="tx1"/>
                </a:solidFill>
                <a:latin typeface="微软雅黑" pitchFamily="34" charset="-122"/>
                <a:ea typeface="微软雅黑" pitchFamily="34" charset="-122"/>
              </a:rPr>
              <a:t>主要内容</a:t>
            </a:r>
          </a:p>
        </p:txBody>
      </p:sp>
      <p:grpSp>
        <p:nvGrpSpPr>
          <p:cNvPr id="29700" name="组合 29"/>
          <p:cNvGrpSpPr>
            <a:grpSpLocks/>
          </p:cNvGrpSpPr>
          <p:nvPr/>
        </p:nvGrpSpPr>
        <p:grpSpPr bwMode="auto">
          <a:xfrm>
            <a:off x="0" y="195263"/>
            <a:ext cx="755650" cy="431800"/>
            <a:chOff x="-786" y="195486"/>
            <a:chExt cx="756363" cy="432048"/>
          </a:xfrm>
        </p:grpSpPr>
        <p:sp>
          <p:nvSpPr>
            <p:cNvPr id="31" name="五边形 30"/>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4" name="五边形 33"/>
            <p:cNvSpPr/>
            <p:nvPr/>
          </p:nvSpPr>
          <p:spPr>
            <a:xfrm>
              <a:off x="-786" y="197074"/>
              <a:ext cx="756363" cy="88951"/>
            </a:xfrm>
            <a:prstGeom prst="homePlate">
              <a:avLst/>
            </a:prstGeom>
            <a:solidFill>
              <a:schemeClr val="bg1">
                <a:alpha val="30000"/>
              </a:scheme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9701"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995D14C1-D751-41D6-949F-BBC917611D86}" type="slidenum">
              <a:rPr kumimoji="0" lang="zh-CN" altLang="en-US" sz="1400" b="0" i="0" u="none" strike="noStrike" kern="1200" cap="none" spc="0" normalizeH="0" baseline="0" noProof="0" smtClean="0">
                <a:ln>
                  <a:noFill/>
                </a:ln>
                <a:solidFill>
                  <a:srgbClr val="073E87"/>
                </a:solidFill>
                <a:effectLst/>
                <a:uLnTx/>
                <a:uFillTx/>
                <a:latin typeface="Tahoma" panose="020B060403050404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a:t>
            </a:fld>
            <a:endParaRPr kumimoji="0" lang="en-US" altLang="zh-CN" sz="1400" b="0" i="0" u="none" strike="noStrike" kern="1200" cap="none" spc="0" normalizeH="0" baseline="0" noProof="0">
              <a:ln>
                <a:noFill/>
              </a:ln>
              <a:solidFill>
                <a:srgbClr val="073E87"/>
              </a:solidFill>
              <a:effectLst/>
              <a:uLnTx/>
              <a:uFillTx/>
              <a:latin typeface="Tahoma" panose="020B0604030504040204" pitchFamily="34" charset="0"/>
            </a:endParaRPr>
          </a:p>
        </p:txBody>
      </p:sp>
    </p:spTree>
    <p:extLst>
      <p:ext uri="{BB962C8B-B14F-4D97-AF65-F5344CB8AC3E}">
        <p14:creationId xmlns:p14="http://schemas.microsoft.com/office/powerpoint/2010/main" val="613666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874712"/>
            <a:ext cx="8640762" cy="3394075"/>
          </a:xfrm>
        </p:spPr>
        <p:txBody>
          <a:bodyPr/>
          <a:lstStyle/>
          <a:p>
            <a:pPr>
              <a:defRPr/>
            </a:pPr>
            <a:r>
              <a:rPr lang="en-US" altLang="zh-CN" sz="2800" dirty="0"/>
              <a:t>1. </a:t>
            </a:r>
            <a:r>
              <a:rPr lang="zh-CN" altLang="en-US" sz="2800" dirty="0"/>
              <a:t>已知文法</a:t>
            </a:r>
            <a:r>
              <a:rPr lang="en-US" altLang="zh-CN" sz="2800" dirty="0"/>
              <a:t>G[S]: </a:t>
            </a:r>
            <a:r>
              <a:rPr lang="en-US" altLang="zh-CN" sz="2800" dirty="0" err="1"/>
              <a:t>S→a</a:t>
            </a:r>
            <a:r>
              <a:rPr lang="en-US" altLang="zh-CN" sz="2800" dirty="0"/>
              <a:t>|(S,T)   T → T|S</a:t>
            </a:r>
          </a:p>
          <a:p>
            <a:pPr marL="0" indent="0">
              <a:buFontTx/>
              <a:buNone/>
              <a:defRPr/>
            </a:pPr>
            <a:r>
              <a:rPr lang="zh-CN" altLang="en-US" sz="2800" dirty="0"/>
              <a:t>   判断</a:t>
            </a:r>
            <a:r>
              <a:rPr lang="en-US" altLang="zh-CN" sz="2800" dirty="0"/>
              <a:t>((S,T),a)</a:t>
            </a:r>
            <a:r>
              <a:rPr lang="zh-CN" altLang="en-US" sz="2800" dirty="0"/>
              <a:t>是否为当前文法的句型，如果是，求出该句型的短语、直接短语和句柄。</a:t>
            </a:r>
            <a:endParaRPr lang="en-US" altLang="zh-CN" sz="2800" dirty="0"/>
          </a:p>
          <a:p>
            <a:pPr marL="0" indent="0">
              <a:buNone/>
              <a:defRPr/>
            </a:pPr>
            <a:endParaRPr lang="en-US" altLang="zh-CN" sz="2800" dirty="0"/>
          </a:p>
          <a:p>
            <a:pPr marL="0" indent="0">
              <a:buFontTx/>
              <a:buNone/>
              <a:defRPr/>
            </a:pPr>
            <a:endParaRPr lang="zh-CN" altLang="en-US" sz="2800" dirty="0"/>
          </a:p>
        </p:txBody>
      </p:sp>
      <p:sp>
        <p:nvSpPr>
          <p:cNvPr id="2457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7917549-6858-4048-89FC-9C83A07311E9}" type="slidenum">
              <a:rPr kumimoji="0" lang="zh-CN" altLang="en-US"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4580" name="文本框 4"/>
          <p:cNvSpPr txBox="1">
            <a:spLocks noChangeArrowheads="1"/>
          </p:cNvSpPr>
          <p:nvPr/>
        </p:nvSpPr>
        <p:spPr bwMode="auto">
          <a:xfrm>
            <a:off x="250825" y="192088"/>
            <a:ext cx="3600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习题课：</a:t>
            </a:r>
          </a:p>
        </p:txBody>
      </p:sp>
    </p:spTree>
    <p:extLst>
      <p:ext uri="{BB962C8B-B14F-4D97-AF65-F5344CB8AC3E}">
        <p14:creationId xmlns:p14="http://schemas.microsoft.com/office/powerpoint/2010/main" val="42283071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545827"/>
            <a:ext cx="8640762" cy="3394075"/>
          </a:xfrm>
        </p:spPr>
        <p:txBody>
          <a:bodyPr/>
          <a:lstStyle/>
          <a:p>
            <a:pPr>
              <a:buFont typeface="Arial" panose="020B0604020202020204" pitchFamily="34" charset="0"/>
              <a:buChar char="•"/>
              <a:defRPr/>
            </a:pPr>
            <a:r>
              <a:rPr lang="en-US" altLang="zh-CN" sz="2800" dirty="0"/>
              <a:t>2. </a:t>
            </a:r>
            <a:r>
              <a:rPr lang="zh-CN" altLang="en-US" sz="2800" dirty="0"/>
              <a:t>给出正则表达式</a:t>
            </a:r>
            <a:r>
              <a:rPr lang="en-US" altLang="zh-CN" sz="2800" dirty="0"/>
              <a:t>R=(ab)*(</a:t>
            </a:r>
            <a:r>
              <a:rPr lang="en-US" altLang="zh-CN" sz="2800" dirty="0" err="1"/>
              <a:t>a|b</a:t>
            </a:r>
            <a:r>
              <a:rPr lang="en-US" altLang="zh-CN" sz="2800" dirty="0"/>
              <a:t>*) </a:t>
            </a:r>
            <a:r>
              <a:rPr lang="en-US" altLang="zh-CN" sz="2800" dirty="0" err="1"/>
              <a:t>ba</a:t>
            </a:r>
            <a:r>
              <a:rPr lang="zh-CN" altLang="en-US" sz="2800" dirty="0"/>
              <a:t>的最小化</a:t>
            </a:r>
            <a:r>
              <a:rPr lang="en-US" altLang="zh-CN" sz="2800" dirty="0"/>
              <a:t>DFA</a:t>
            </a:r>
            <a:r>
              <a:rPr lang="zh-CN" altLang="en-US" sz="2800" dirty="0"/>
              <a:t>。</a:t>
            </a:r>
            <a:endParaRPr lang="en-US" altLang="zh-CN" sz="2800" dirty="0"/>
          </a:p>
          <a:p>
            <a:pPr marL="0" indent="0">
              <a:buFontTx/>
              <a:buNone/>
              <a:defRPr/>
            </a:pPr>
            <a:endParaRPr lang="zh-CN" altLang="en-US" sz="2800" dirty="0"/>
          </a:p>
        </p:txBody>
      </p:sp>
      <p:sp>
        <p:nvSpPr>
          <p:cNvPr id="2457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7917549-6858-4048-89FC-9C83A07311E9}" type="slidenum">
              <a:rPr lang="zh-CN" altLang="en-US" sz="1400" smtClean="0">
                <a:solidFill>
                  <a:srgbClr val="000000"/>
                </a:solidFill>
              </a:rPr>
              <a:pPr>
                <a:spcBef>
                  <a:spcPct val="0"/>
                </a:spcBef>
                <a:buFontTx/>
                <a:buNone/>
              </a:pPr>
              <a:t>4</a:t>
            </a:fld>
            <a:endParaRPr lang="en-US" altLang="zh-CN" sz="1400">
              <a:solidFill>
                <a:srgbClr val="000000"/>
              </a:solidFill>
            </a:endParaRPr>
          </a:p>
        </p:txBody>
      </p:sp>
    </p:spTree>
    <p:extLst>
      <p:ext uri="{BB962C8B-B14F-4D97-AF65-F5344CB8AC3E}">
        <p14:creationId xmlns:p14="http://schemas.microsoft.com/office/powerpoint/2010/main" val="3307332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rot="5400000">
            <a:off x="1175527" y="715769"/>
            <a:ext cx="5105237" cy="3828928"/>
          </a:xfrm>
        </p:spPr>
      </p:pic>
      <p:sp>
        <p:nvSpPr>
          <p:cNvPr id="4" name="灯片编号占位符 3"/>
          <p:cNvSpPr>
            <a:spLocks noGrp="1"/>
          </p:cNvSpPr>
          <p:nvPr>
            <p:ph type="sldNum" sz="quarter" idx="12"/>
          </p:nvPr>
        </p:nvSpPr>
        <p:spPr/>
        <p:txBody>
          <a:bodyPr/>
          <a:lstStyle/>
          <a:p>
            <a:pPr>
              <a:defRPr/>
            </a:pPr>
            <a:fld id="{443FD7D9-A616-4E8E-A195-40FF919A583A}" type="slidenum">
              <a:rPr lang="zh-CN" altLang="en-US" smtClean="0">
                <a:solidFill>
                  <a:srgbClr val="000000"/>
                </a:solidFill>
              </a:rPr>
              <a:pPr>
                <a:defRPr/>
              </a:pPr>
              <a:t>5</a:t>
            </a:fld>
            <a:endParaRPr lang="en-US" altLang="zh-CN" dirty="0">
              <a:solidFill>
                <a:srgbClr val="000000"/>
              </a:solidFill>
            </a:endParaRP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3323860" y="713814"/>
            <a:ext cx="5376598" cy="4032448"/>
          </a:xfrm>
          <a:prstGeom prst="rect">
            <a:avLst/>
          </a:prstGeom>
        </p:spPr>
      </p:pic>
    </p:spTree>
    <p:extLst>
      <p:ext uri="{BB962C8B-B14F-4D97-AF65-F5344CB8AC3E}">
        <p14:creationId xmlns:p14="http://schemas.microsoft.com/office/powerpoint/2010/main" val="2070932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rot="5400000">
            <a:off x="983600" y="636071"/>
            <a:ext cx="5088565" cy="3816424"/>
          </a:xfrm>
        </p:spPr>
      </p:pic>
      <p:sp>
        <p:nvSpPr>
          <p:cNvPr id="4" name="灯片编号占位符 3"/>
          <p:cNvSpPr>
            <a:spLocks noGrp="1"/>
          </p:cNvSpPr>
          <p:nvPr>
            <p:ph type="sldNum" sz="quarter" idx="12"/>
          </p:nvPr>
        </p:nvSpPr>
        <p:spPr/>
        <p:txBody>
          <a:bodyPr/>
          <a:lstStyle/>
          <a:p>
            <a:pPr>
              <a:defRPr/>
            </a:pPr>
            <a:fld id="{443FD7D9-A616-4E8E-A195-40FF919A583A}" type="slidenum">
              <a:rPr lang="zh-CN" altLang="en-US" smtClean="0">
                <a:solidFill>
                  <a:srgbClr val="000000"/>
                </a:solidFill>
              </a:rPr>
              <a:pPr>
                <a:defRPr/>
              </a:pPr>
              <a:t>6</a:t>
            </a:fld>
            <a:endParaRPr lang="en-US" altLang="zh-CN" dirty="0">
              <a:solidFill>
                <a:srgbClr val="000000"/>
              </a:solidFill>
            </a:endParaRPr>
          </a:p>
        </p:txBody>
      </p:sp>
    </p:spTree>
    <p:extLst>
      <p:ext uri="{BB962C8B-B14F-4D97-AF65-F5344CB8AC3E}">
        <p14:creationId xmlns:p14="http://schemas.microsoft.com/office/powerpoint/2010/main" val="2629328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388" y="555526"/>
            <a:ext cx="8470900" cy="3394075"/>
          </a:xfrm>
        </p:spPr>
        <p:txBody>
          <a:bodyPr/>
          <a:lstStyle/>
          <a:p>
            <a:pPr>
              <a:defRPr/>
            </a:pPr>
            <a:r>
              <a:rPr lang="en-US" altLang="zh-CN" sz="2800" dirty="0"/>
              <a:t>3. </a:t>
            </a:r>
            <a:r>
              <a:rPr lang="zh-CN" altLang="en-US" sz="2800" dirty="0"/>
              <a:t>为以下文法构造其增广文法的</a:t>
            </a:r>
            <a:r>
              <a:rPr lang="en-US" altLang="zh-CN" sz="2800" dirty="0"/>
              <a:t>SLR</a:t>
            </a:r>
            <a:r>
              <a:rPr lang="zh-CN" altLang="en-US" sz="2800" dirty="0"/>
              <a:t>项集，并给出语法分析表。</a:t>
            </a:r>
            <a:endParaRPr lang="en-US" altLang="zh-CN" sz="2800" dirty="0"/>
          </a:p>
          <a:p>
            <a:pPr marL="0" indent="0">
              <a:buFontTx/>
              <a:buNone/>
              <a:defRPr/>
            </a:pPr>
            <a:r>
              <a:rPr lang="en-US" altLang="zh-CN" sz="2800" dirty="0"/>
              <a:t>	S →L=R | R      L →</a:t>
            </a:r>
            <a:r>
              <a:rPr lang="zh-CN" altLang="en-US" sz="2800" dirty="0"/>
              <a:t>*</a:t>
            </a:r>
            <a:r>
              <a:rPr lang="en-US" altLang="zh-CN" sz="2800" dirty="0" err="1"/>
              <a:t>R|id</a:t>
            </a:r>
            <a:r>
              <a:rPr lang="en-US" altLang="zh-CN" sz="2800" dirty="0"/>
              <a:t>     R →L</a:t>
            </a:r>
          </a:p>
          <a:p>
            <a:pPr marL="0" indent="0">
              <a:buFontTx/>
              <a:buNone/>
              <a:defRPr/>
            </a:pPr>
            <a:endParaRPr lang="zh-CN" altLang="en-US" sz="2800" dirty="0"/>
          </a:p>
        </p:txBody>
      </p:sp>
      <p:sp>
        <p:nvSpPr>
          <p:cNvPr id="2662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C78F181-1205-4D0C-A44D-28121011F6DE}" type="slidenum">
              <a:rPr lang="zh-CN" altLang="en-US" sz="1400" smtClean="0">
                <a:solidFill>
                  <a:srgbClr val="000000"/>
                </a:solidFill>
              </a:rPr>
              <a:pPr>
                <a:spcBef>
                  <a:spcPct val="0"/>
                </a:spcBef>
                <a:buFontTx/>
                <a:buNone/>
              </a:pPr>
              <a:t>7</a:t>
            </a:fld>
            <a:endParaRPr lang="en-US" altLang="zh-CN" sz="1400">
              <a:solidFill>
                <a:srgbClr val="000000"/>
              </a:solidFill>
            </a:endParaRPr>
          </a:p>
        </p:txBody>
      </p:sp>
    </p:spTree>
    <p:extLst>
      <p:ext uri="{BB962C8B-B14F-4D97-AF65-F5344CB8AC3E}">
        <p14:creationId xmlns:p14="http://schemas.microsoft.com/office/powerpoint/2010/main" val="110050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27584" y="184150"/>
            <a:ext cx="6151148" cy="4613361"/>
          </a:xfrm>
        </p:spPr>
      </p:pic>
      <p:sp>
        <p:nvSpPr>
          <p:cNvPr id="4" name="灯片编号占位符 3"/>
          <p:cNvSpPr>
            <a:spLocks noGrp="1"/>
          </p:cNvSpPr>
          <p:nvPr>
            <p:ph type="sldNum" sz="quarter" idx="12"/>
          </p:nvPr>
        </p:nvSpPr>
        <p:spPr/>
        <p:txBody>
          <a:bodyPr/>
          <a:lstStyle/>
          <a:p>
            <a:pPr>
              <a:defRPr/>
            </a:pPr>
            <a:fld id="{443FD7D9-A616-4E8E-A195-40FF919A583A}" type="slidenum">
              <a:rPr lang="zh-CN" altLang="en-US" smtClean="0">
                <a:solidFill>
                  <a:srgbClr val="000000"/>
                </a:solidFill>
              </a:rPr>
              <a:pPr>
                <a:defRPr/>
              </a:pPr>
              <a:t>8</a:t>
            </a:fld>
            <a:endParaRPr lang="en-US" altLang="zh-CN" dirty="0">
              <a:solidFill>
                <a:srgbClr val="000000"/>
              </a:solidFill>
            </a:endParaRPr>
          </a:p>
        </p:txBody>
      </p:sp>
    </p:spTree>
    <p:extLst>
      <p:ext uri="{BB962C8B-B14F-4D97-AF65-F5344CB8AC3E}">
        <p14:creationId xmlns:p14="http://schemas.microsoft.com/office/powerpoint/2010/main" val="3881986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5577" y="34870"/>
            <a:ext cx="6079140" cy="4559355"/>
          </a:xfrm>
        </p:spPr>
      </p:pic>
      <p:sp>
        <p:nvSpPr>
          <p:cNvPr id="4" name="灯片编号占位符 3"/>
          <p:cNvSpPr>
            <a:spLocks noGrp="1"/>
          </p:cNvSpPr>
          <p:nvPr>
            <p:ph type="sldNum" sz="quarter" idx="12"/>
          </p:nvPr>
        </p:nvSpPr>
        <p:spPr/>
        <p:txBody>
          <a:bodyPr/>
          <a:lstStyle/>
          <a:p>
            <a:pPr>
              <a:defRPr/>
            </a:pPr>
            <a:fld id="{443FD7D9-A616-4E8E-A195-40FF919A583A}" type="slidenum">
              <a:rPr lang="zh-CN" altLang="en-US" smtClean="0">
                <a:solidFill>
                  <a:srgbClr val="000000"/>
                </a:solidFill>
              </a:rPr>
              <a:pPr>
                <a:defRPr/>
              </a:pPr>
              <a:t>9</a:t>
            </a:fld>
            <a:endParaRPr lang="en-US" altLang="zh-CN" dirty="0">
              <a:solidFill>
                <a:srgbClr val="000000"/>
              </a:solidFill>
            </a:endParaRPr>
          </a:p>
        </p:txBody>
      </p:sp>
    </p:spTree>
    <p:extLst>
      <p:ext uri="{BB962C8B-B14F-4D97-AF65-F5344CB8AC3E}">
        <p14:creationId xmlns:p14="http://schemas.microsoft.com/office/powerpoint/2010/main" val="2633542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73100" y="200025"/>
            <a:ext cx="7931150" cy="358775"/>
          </a:xfrm>
        </p:spPr>
        <p:txBody>
          <a:bodyPr/>
          <a:lstStyle/>
          <a:p>
            <a:pPr eaLnBrk="1" hangingPunct="1"/>
            <a:r>
              <a:rPr lang="en-US" altLang="zh-CN" sz="3600" i="1">
                <a:solidFill>
                  <a:srgbClr val="000000"/>
                </a:solidFill>
                <a:ea typeface="黑体" panose="02010609060101010101" pitchFamily="49" charset="-122"/>
                <a:cs typeface="Times New Roman" panose="02020603050405020304" pitchFamily="18" charset="0"/>
              </a:rPr>
              <a:t>7. LALR</a:t>
            </a:r>
            <a:r>
              <a:rPr lang="zh-CN" altLang="en-US" sz="3600">
                <a:solidFill>
                  <a:srgbClr val="000000"/>
                </a:solidFill>
                <a:latin typeface="微软雅黑" panose="020B0503020204020204" pitchFamily="34" charset="-122"/>
                <a:ea typeface="微软雅黑" panose="020B0503020204020204" pitchFamily="34" charset="-122"/>
              </a:rPr>
              <a:t>分析法的提出</a:t>
            </a:r>
            <a:endParaRPr lang="zh-CN" altLang="en-US" sz="3600">
              <a:solidFill>
                <a:schemeClr val="tx1"/>
              </a:solidFill>
              <a:latin typeface="微软雅黑" panose="020B0503020204020204" pitchFamily="34" charset="-122"/>
              <a:ea typeface="微软雅黑" panose="020B0503020204020204" pitchFamily="34" charset="-122"/>
            </a:endParaRPr>
          </a:p>
        </p:txBody>
      </p:sp>
      <p:sp>
        <p:nvSpPr>
          <p:cNvPr id="59" name="Rectangle 37"/>
          <p:cNvSpPr>
            <a:spLocks noChangeArrowheads="1"/>
          </p:cNvSpPr>
          <p:nvPr/>
        </p:nvSpPr>
        <p:spPr bwMode="auto">
          <a:xfrm>
            <a:off x="98425" y="1328738"/>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solidFill>
                  <a:srgbClr val="000000"/>
                </a:solidFill>
                <a:latin typeface="Times New Roman" pitchFamily="18" charset="0"/>
                <a:ea typeface="Times New Roman" pitchFamily="18" charset="0"/>
                <a:cs typeface="华文楷体" pitchFamily="2" charset="-122"/>
              </a:rPr>
              <a:t>0) </a:t>
            </a:r>
            <a:r>
              <a:rPr lang="en-US" altLang="zh-CN" b="1" i="1" noProof="1">
                <a:solidFill>
                  <a:srgbClr val="000000"/>
                </a:solidFill>
                <a:latin typeface="Times New Roman" pitchFamily="18" charset="0"/>
                <a:ea typeface="Times New Roman" pitchFamily="18" charset="0"/>
                <a:cs typeface="华文楷体" pitchFamily="2" charset="-122"/>
              </a:rPr>
              <a:t>S</a:t>
            </a:r>
            <a:r>
              <a:rPr lang="en-US" altLang="zh-CN" sz="1600" b="1" i="1" noProof="1">
                <a:solidFill>
                  <a:srgbClr val="000000"/>
                </a:solidFill>
                <a:latin typeface="Times New Roman" pitchFamily="18" charset="0"/>
                <a:ea typeface="Times New Roman" pitchFamily="18" charset="0"/>
                <a:cs typeface="华文楷体" pitchFamily="2" charset="-122"/>
              </a:rPr>
              <a:t>′ </a:t>
            </a:r>
            <a:r>
              <a:rPr lang="en-US" altLang="zh-CN"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1) </a:t>
            </a:r>
            <a:r>
              <a:rPr lang="en-US" altLang="zh-CN"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2) </a:t>
            </a:r>
            <a:r>
              <a:rPr lang="en-US" altLang="zh-CN"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3) </a:t>
            </a:r>
            <a:r>
              <a:rPr lang="en-US" altLang="zh-CN"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4) </a:t>
            </a:r>
            <a:r>
              <a:rPr lang="en-US" altLang="zh-CN" b="1" i="1" noProof="1">
                <a:solidFill>
                  <a:srgbClr val="000000"/>
                </a:solidFill>
                <a:latin typeface="Times New Roman" pitchFamily="18" charset="0"/>
                <a:ea typeface="Times New Roman" pitchFamily="18" charset="0"/>
                <a:cs typeface="华文楷体" pitchFamily="2" charset="-122"/>
              </a:rPr>
              <a:t>L→</a:t>
            </a:r>
            <a:r>
              <a:rPr lang="en-US" altLang="zh-CN"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5) </a:t>
            </a:r>
            <a:r>
              <a:rPr lang="en-US" altLang="zh-CN" b="1" i="1" noProof="1">
                <a:solidFill>
                  <a:srgbClr val="000000"/>
                </a:solidFill>
                <a:latin typeface="Times New Roman" pitchFamily="18" charset="0"/>
                <a:ea typeface="Times New Roman" pitchFamily="18" charset="0"/>
                <a:cs typeface="华文楷体" pitchFamily="2" charset="-122"/>
              </a:rPr>
              <a:t>R→L</a:t>
            </a:r>
          </a:p>
        </p:txBody>
      </p:sp>
      <p:sp>
        <p:nvSpPr>
          <p:cNvPr id="66" name="矩形 65"/>
          <p:cNvSpPr/>
          <p:nvPr/>
        </p:nvSpPr>
        <p:spPr>
          <a:xfrm>
            <a:off x="5237163" y="3457575"/>
            <a:ext cx="1711325" cy="8143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nvGrpSpPr>
          <p:cNvPr id="37893" name="组合 67"/>
          <p:cNvGrpSpPr>
            <a:grpSpLocks/>
          </p:cNvGrpSpPr>
          <p:nvPr/>
        </p:nvGrpSpPr>
        <p:grpSpPr bwMode="auto">
          <a:xfrm>
            <a:off x="1476375" y="63500"/>
            <a:ext cx="7823200" cy="5016500"/>
            <a:chOff x="1475656" y="63500"/>
            <a:chExt cx="7824390" cy="5016500"/>
          </a:xfrm>
        </p:grpSpPr>
        <p:sp>
          <p:nvSpPr>
            <p:cNvPr id="37898" name="Text Box 5"/>
            <p:cNvSpPr txBox="1">
              <a:spLocks noChangeArrowheads="1"/>
            </p:cNvSpPr>
            <p:nvPr/>
          </p:nvSpPr>
          <p:spPr bwMode="auto">
            <a:xfrm>
              <a:off x="1475656" y="1041400"/>
              <a:ext cx="1555987"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37899" name="Text Box 6"/>
            <p:cNvSpPr txBox="1">
              <a:spLocks noChangeArrowheads="1"/>
            </p:cNvSpPr>
            <p:nvPr/>
          </p:nvSpPr>
          <p:spPr bwMode="auto">
            <a:xfrm>
              <a:off x="3334902" y="682625"/>
              <a:ext cx="1224148"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37900" name="Line 7"/>
            <p:cNvSpPr>
              <a:spLocks noChangeShapeType="1"/>
            </p:cNvSpPr>
            <p:nvPr/>
          </p:nvSpPr>
          <p:spPr bwMode="auto">
            <a:xfrm flipV="1">
              <a:off x="3056900" y="1273175"/>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37902" name="Line 9"/>
            <p:cNvSpPr>
              <a:spLocks noChangeShapeType="1"/>
            </p:cNvSpPr>
            <p:nvPr/>
          </p:nvSpPr>
          <p:spPr bwMode="auto">
            <a:xfrm flipV="1">
              <a:off x="3047374" y="1860550"/>
              <a:ext cx="29846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3" name="Text Box 10"/>
            <p:cNvSpPr txBox="1">
              <a:spLocks noChangeArrowheads="1"/>
            </p:cNvSpPr>
            <p:nvPr/>
          </p:nvSpPr>
          <p:spPr bwMode="auto">
            <a:xfrm>
              <a:off x="3023561" y="1465263"/>
              <a:ext cx="5032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77"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37905" name="Line 12"/>
            <p:cNvSpPr>
              <a:spLocks noChangeShapeType="1"/>
            </p:cNvSpPr>
            <p:nvPr/>
          </p:nvSpPr>
          <p:spPr bwMode="auto">
            <a:xfrm flipV="1">
              <a:off x="3023561" y="2700338"/>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6" name="Text Box 13"/>
            <p:cNvSpPr txBox="1">
              <a:spLocks noChangeArrowheads="1"/>
            </p:cNvSpPr>
            <p:nvPr/>
          </p:nvSpPr>
          <p:spPr bwMode="auto">
            <a:xfrm>
              <a:off x="2996571" y="2333625"/>
              <a:ext cx="6096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81"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82"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37909" name="Text Box 16"/>
            <p:cNvSpPr txBox="1">
              <a:spLocks noChangeArrowheads="1"/>
            </p:cNvSpPr>
            <p:nvPr/>
          </p:nvSpPr>
          <p:spPr bwMode="auto">
            <a:xfrm>
              <a:off x="3061663" y="293211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37910" name="Text Box 17"/>
            <p:cNvSpPr txBox="1">
              <a:spLocks noChangeArrowheads="1"/>
            </p:cNvSpPr>
            <p:nvPr/>
          </p:nvSpPr>
          <p:spPr bwMode="auto">
            <a:xfrm>
              <a:off x="2704454" y="368776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37911" name="Line 19"/>
            <p:cNvSpPr>
              <a:spLocks noChangeShapeType="1"/>
            </p:cNvSpPr>
            <p:nvPr/>
          </p:nvSpPr>
          <p:spPr bwMode="auto">
            <a:xfrm flipV="1">
              <a:off x="4814367" y="1924050"/>
              <a:ext cx="4302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2" name="Text Box 20"/>
            <p:cNvSpPr txBox="1">
              <a:spLocks noChangeArrowheads="1"/>
            </p:cNvSpPr>
            <p:nvPr/>
          </p:nvSpPr>
          <p:spPr bwMode="auto">
            <a:xfrm>
              <a:off x="4809603" y="1595438"/>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87"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37914" name="Line 22"/>
            <p:cNvSpPr>
              <a:spLocks noChangeShapeType="1"/>
            </p:cNvSpPr>
            <p:nvPr/>
          </p:nvSpPr>
          <p:spPr bwMode="auto">
            <a:xfrm>
              <a:off x="4933436" y="3308350"/>
              <a:ext cx="39372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5" name="Text Box 23"/>
            <p:cNvSpPr txBox="1">
              <a:spLocks noChangeArrowheads="1"/>
            </p:cNvSpPr>
            <p:nvPr/>
          </p:nvSpPr>
          <p:spPr bwMode="auto">
            <a:xfrm>
              <a:off x="4879457" y="2949575"/>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90"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37917" name="Line 25"/>
            <p:cNvSpPr>
              <a:spLocks noChangeShapeType="1"/>
            </p:cNvSpPr>
            <p:nvPr/>
          </p:nvSpPr>
          <p:spPr bwMode="auto">
            <a:xfrm>
              <a:off x="4901684" y="3957638"/>
              <a:ext cx="38737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8" name="Text Box 26"/>
            <p:cNvSpPr txBox="1">
              <a:spLocks noChangeArrowheads="1"/>
            </p:cNvSpPr>
            <p:nvPr/>
          </p:nvSpPr>
          <p:spPr bwMode="auto">
            <a:xfrm>
              <a:off x="4895333" y="3597275"/>
              <a:ext cx="38102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93"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37920" name="Line 28"/>
            <p:cNvSpPr>
              <a:spLocks noChangeShapeType="1"/>
            </p:cNvSpPr>
            <p:nvPr/>
          </p:nvSpPr>
          <p:spPr bwMode="auto">
            <a:xfrm flipV="1">
              <a:off x="6954443" y="373257"/>
              <a:ext cx="327891" cy="38556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1" name="Text Box 29"/>
            <p:cNvSpPr txBox="1">
              <a:spLocks noChangeArrowheads="1"/>
            </p:cNvSpPr>
            <p:nvPr/>
          </p:nvSpPr>
          <p:spPr bwMode="auto">
            <a:xfrm>
              <a:off x="6718374" y="369251"/>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37922" name="Text Box 33"/>
            <p:cNvSpPr txBox="1">
              <a:spLocks noChangeArrowheads="1"/>
            </p:cNvSpPr>
            <p:nvPr/>
          </p:nvSpPr>
          <p:spPr bwMode="auto">
            <a:xfrm>
              <a:off x="3031498" y="896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37923" name="Line 34"/>
            <p:cNvSpPr>
              <a:spLocks noChangeShapeType="1"/>
            </p:cNvSpPr>
            <p:nvPr/>
          </p:nvSpPr>
          <p:spPr bwMode="auto">
            <a:xfrm flipV="1">
              <a:off x="4911209" y="4564063"/>
              <a:ext cx="37784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4" name="Text Box 35"/>
            <p:cNvSpPr txBox="1">
              <a:spLocks noChangeArrowheads="1"/>
            </p:cNvSpPr>
            <p:nvPr/>
          </p:nvSpPr>
          <p:spPr bwMode="auto">
            <a:xfrm>
              <a:off x="4879457" y="4175125"/>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37925" name="Group 36"/>
            <p:cNvGrpSpPr>
              <a:grpSpLocks/>
            </p:cNvGrpSpPr>
            <p:nvPr/>
          </p:nvGrpSpPr>
          <p:grpSpPr bwMode="auto">
            <a:xfrm>
              <a:off x="3045787" y="3975100"/>
              <a:ext cx="290529" cy="269875"/>
              <a:chOff x="2335" y="3249"/>
              <a:chExt cx="183" cy="226"/>
            </a:xfrm>
          </p:grpSpPr>
          <p:sp>
            <p:nvSpPr>
              <p:cNvPr id="37949"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0"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1"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7926" name="Text Box 40"/>
            <p:cNvSpPr txBox="1">
              <a:spLocks noChangeArrowheads="1"/>
            </p:cNvSpPr>
            <p:nvPr/>
          </p:nvSpPr>
          <p:spPr bwMode="auto">
            <a:xfrm>
              <a:off x="3021973" y="3944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37927" name="Line 41"/>
            <p:cNvSpPr>
              <a:spLocks noChangeShapeType="1"/>
            </p:cNvSpPr>
            <p:nvPr/>
          </p:nvSpPr>
          <p:spPr bwMode="auto">
            <a:xfrm>
              <a:off x="3056900" y="3038475"/>
              <a:ext cx="261954"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8" name="Line 57"/>
            <p:cNvSpPr>
              <a:spLocks noChangeShapeType="1"/>
            </p:cNvSpPr>
            <p:nvPr/>
          </p:nvSpPr>
          <p:spPr bwMode="auto">
            <a:xfrm flipV="1">
              <a:off x="2759099" y="4872037"/>
              <a:ext cx="2529957" cy="254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9" name="Line 59"/>
            <p:cNvSpPr>
              <a:spLocks noChangeShapeType="1"/>
            </p:cNvSpPr>
            <p:nvPr/>
          </p:nvSpPr>
          <p:spPr bwMode="auto">
            <a:xfrm flipH="1" flipV="1">
              <a:off x="2759099" y="3195638"/>
              <a:ext cx="12701"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0" name="Text Box 32"/>
            <p:cNvSpPr txBox="1">
              <a:spLocks noChangeArrowheads="1"/>
            </p:cNvSpPr>
            <p:nvPr/>
          </p:nvSpPr>
          <p:spPr bwMode="auto">
            <a:xfrm>
              <a:off x="6944918" y="1677862"/>
              <a:ext cx="503327"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sp>
          <p:nvSpPr>
            <p:cNvPr id="105"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10</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37932" name="Line 43"/>
            <p:cNvSpPr>
              <a:spLocks noChangeShapeType="1"/>
            </p:cNvSpPr>
            <p:nvPr/>
          </p:nvSpPr>
          <p:spPr bwMode="auto">
            <a:xfrm flipV="1">
              <a:off x="6906952" y="1050284"/>
              <a:ext cx="405544" cy="1884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33" name="Text Box 44"/>
            <p:cNvSpPr txBox="1">
              <a:spLocks noChangeArrowheads="1"/>
            </p:cNvSpPr>
            <p:nvPr/>
          </p:nvSpPr>
          <p:spPr bwMode="auto">
            <a:xfrm>
              <a:off x="6924342" y="738592"/>
              <a:ext cx="533495" cy="36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108"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11</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zh-CN" altLang="en-US"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prstClr val="black"/>
                  </a:solidFill>
                  <a:latin typeface="Times New Roman" panose="02020603050405020304" pitchFamily="18" charset="0"/>
                </a:rPr>
                <a:t>L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prstClr val="black"/>
                  </a:solidFill>
                  <a:latin typeface="Times New Roman" panose="02020603050405020304" pitchFamily="18" charset="0"/>
                </a:rPr>
                <a:t>id </a:t>
              </a:r>
              <a:r>
                <a:rPr kumimoji="1" lang="en-US" altLang="zh-CN" sz="2000" b="1" i="1">
                  <a:solidFill>
                    <a:prstClr val="black"/>
                  </a:solidFill>
                  <a:latin typeface="Times New Roman" panose="02020603050405020304" pitchFamily="18" charset="0"/>
                </a:rPr>
                <a:t>,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37935" name="Text Box 46"/>
            <p:cNvSpPr txBox="1">
              <a:spLocks noChangeArrowheads="1"/>
            </p:cNvSpPr>
            <p:nvPr/>
          </p:nvSpPr>
          <p:spPr bwMode="auto">
            <a:xfrm>
              <a:off x="6891381" y="1187474"/>
              <a:ext cx="36042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37936" name="Line 47"/>
            <p:cNvSpPr>
              <a:spLocks noChangeShapeType="1"/>
            </p:cNvSpPr>
            <p:nvPr/>
          </p:nvSpPr>
          <p:spPr bwMode="auto">
            <a:xfrm>
              <a:off x="6940394" y="1406057"/>
              <a:ext cx="385967" cy="37130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prstClr val="black"/>
                  </a:solidFill>
                  <a:latin typeface="Times New Roman" panose="02020603050405020304" pitchFamily="18" charset="0"/>
                </a:rPr>
                <a:t>I</a:t>
              </a:r>
              <a:r>
                <a:rPr kumimoji="1" lang="en-US" altLang="zh-CN" sz="2000" b="1" i="1" baseline="-25000" dirty="0">
                  <a:solidFill>
                    <a:prstClr val="black"/>
                  </a:solidFill>
                  <a:latin typeface="Times New Roman" panose="02020603050405020304" pitchFamily="18" charset="0"/>
                </a:rPr>
                <a:t>12</a:t>
              </a:r>
              <a:r>
                <a:rPr kumimoji="1" lang="en-US" altLang="zh-CN" sz="2000" b="1" dirty="0">
                  <a:solidFill>
                    <a:prstClr val="black"/>
                  </a:solidFill>
                  <a:latin typeface="Times New Roman" panose="02020603050405020304" pitchFamily="18" charset="0"/>
                </a:rPr>
                <a:t>:</a:t>
              </a:r>
            </a:p>
            <a:p>
              <a:pPr>
                <a:defRPr/>
              </a:pPr>
              <a:r>
                <a:rPr kumimoji="1" lang="en-US" altLang="zh-CN" sz="2000" b="1" i="1" dirty="0" err="1">
                  <a:solidFill>
                    <a:prstClr val="black"/>
                  </a:solidFill>
                  <a:latin typeface="Times New Roman" panose="02020603050405020304" pitchFamily="18" charset="0"/>
                </a:rPr>
                <a:t>L→</a:t>
              </a:r>
              <a:r>
                <a:rPr kumimoji="1" lang="en-US" altLang="zh-CN" sz="2000" b="1" dirty="0" err="1">
                  <a:solidFill>
                    <a:prstClr val="black"/>
                  </a:solidFill>
                  <a:latin typeface="Times New Roman" panose="02020603050405020304" pitchFamily="18" charset="0"/>
                </a:rPr>
                <a:t>id</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prstClr val="black"/>
                  </a:solidFill>
                  <a:latin typeface="Times New Roman" panose="02020603050405020304" pitchFamily="18" charset="0"/>
                </a:rPr>
                <a:t>, </a:t>
              </a:r>
              <a:r>
                <a:rPr kumimoji="1" lang="en-US" altLang="zh-CN" sz="2000" b="1" dirty="0">
                  <a:solidFill>
                    <a:prstClr val="black"/>
                  </a:solidFill>
                  <a:latin typeface="华文楷体" panose="02010600040101010101" pitchFamily="2" charset="-122"/>
                </a:rPr>
                <a:t>$</a:t>
              </a:r>
              <a:endParaRPr kumimoji="1" lang="en-US" altLang="zh-CN" sz="2000" b="1" i="1" dirty="0">
                <a:solidFill>
                  <a:prstClr val="black"/>
                </a:solidFill>
                <a:latin typeface="Times New Roman" panose="02020603050405020304" pitchFamily="18" charset="0"/>
              </a:endParaRPr>
            </a:p>
          </p:txBody>
        </p:sp>
        <p:sp>
          <p:nvSpPr>
            <p:cNvPr id="37938" name="Line 49"/>
            <p:cNvSpPr>
              <a:spLocks noChangeShapeType="1"/>
            </p:cNvSpPr>
            <p:nvPr/>
          </p:nvSpPr>
          <p:spPr bwMode="auto">
            <a:xfrm>
              <a:off x="6924342" y="1689736"/>
              <a:ext cx="401956" cy="183610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13</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37940" name="Freeform 51"/>
            <p:cNvSpPr>
              <a:spLocks noChangeArrowheads="1"/>
            </p:cNvSpPr>
            <p:nvPr/>
          </p:nvSpPr>
          <p:spPr bwMode="auto">
            <a:xfrm>
              <a:off x="8723948" y="3188062"/>
              <a:ext cx="360425" cy="1612802"/>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41" name="Text Box 52"/>
            <p:cNvSpPr txBox="1">
              <a:spLocks noChangeArrowheads="1"/>
            </p:cNvSpPr>
            <p:nvPr/>
          </p:nvSpPr>
          <p:spPr bwMode="auto">
            <a:xfrm>
              <a:off x="8842765" y="2979448"/>
              <a:ext cx="457281"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R</a:t>
              </a:r>
            </a:p>
          </p:txBody>
        </p:sp>
        <p:sp>
          <p:nvSpPr>
            <p:cNvPr id="37942" name="Freeform 53"/>
            <p:cNvSpPr>
              <a:spLocks noChangeArrowheads="1"/>
            </p:cNvSpPr>
            <p:nvPr/>
          </p:nvSpPr>
          <p:spPr bwMode="auto">
            <a:xfrm>
              <a:off x="8746431" y="2015087"/>
              <a:ext cx="360425" cy="353990"/>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43" name="Text Box 54"/>
            <p:cNvSpPr txBox="1">
              <a:spLocks noChangeArrowheads="1"/>
            </p:cNvSpPr>
            <p:nvPr/>
          </p:nvSpPr>
          <p:spPr bwMode="auto">
            <a:xfrm>
              <a:off x="8714675" y="1996038"/>
              <a:ext cx="53349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37944" name="Text Box 55"/>
            <p:cNvSpPr txBox="1">
              <a:spLocks noChangeArrowheads="1"/>
            </p:cNvSpPr>
            <p:nvPr/>
          </p:nvSpPr>
          <p:spPr bwMode="auto">
            <a:xfrm>
              <a:off x="7858813" y="1420009"/>
              <a:ext cx="381068" cy="36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37945" name="Line 56"/>
            <p:cNvSpPr>
              <a:spLocks noChangeShapeType="1"/>
            </p:cNvSpPr>
            <p:nvPr/>
          </p:nvSpPr>
          <p:spPr bwMode="auto">
            <a:xfrm flipV="1">
              <a:off x="7866454" y="1492013"/>
              <a:ext cx="0" cy="2698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46" name="Line 56"/>
            <p:cNvSpPr>
              <a:spLocks noChangeShapeType="1"/>
            </p:cNvSpPr>
            <p:nvPr/>
          </p:nvSpPr>
          <p:spPr bwMode="auto">
            <a:xfrm flipH="1">
              <a:off x="7976011" y="3292103"/>
              <a:ext cx="9527" cy="3174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47" name="Text Box 17"/>
            <p:cNvSpPr txBox="1">
              <a:spLocks noChangeArrowheads="1"/>
            </p:cNvSpPr>
            <p:nvPr/>
          </p:nvSpPr>
          <p:spPr bwMode="auto">
            <a:xfrm>
              <a:off x="7984558" y="3285174"/>
              <a:ext cx="533495"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sp>
          <p:nvSpPr>
            <p:cNvPr id="122"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6</a:t>
              </a:r>
              <a:r>
                <a:rPr kumimoji="1" lang="en-US" altLang="zh-CN" sz="2000" b="1" dirty="0">
                  <a:solidFill>
                    <a:srgbClr val="000000"/>
                  </a:solidFill>
                  <a:latin typeface="Times New Roman" panose="02020603050405020304" pitchFamily="18" charset="0"/>
                </a:rPr>
                <a:t>:</a:t>
              </a:r>
            </a:p>
            <a:p>
              <a:pPr>
                <a:lnSpc>
                  <a:spcPts val="24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dirty="0">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grpSp>
      <p:sp>
        <p:nvSpPr>
          <p:cNvPr id="126" name="矩形 125"/>
          <p:cNvSpPr/>
          <p:nvPr/>
        </p:nvSpPr>
        <p:spPr>
          <a:xfrm>
            <a:off x="7253288" y="811213"/>
            <a:ext cx="1558925" cy="79216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7895" name="矩形 1"/>
          <p:cNvSpPr>
            <a:spLocks noChangeArrowheads="1"/>
          </p:cNvSpPr>
          <p:nvPr/>
        </p:nvSpPr>
        <p:spPr bwMode="auto">
          <a:xfrm>
            <a:off x="-7938" y="811213"/>
            <a:ext cx="920751"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500"/>
              </a:lnSpc>
              <a:buClrTx/>
              <a:buFont typeface="Wingdings" panose="05000000000000000000" pitchFamily="2" charset="2"/>
              <a:buChar char="Ø"/>
            </a:pPr>
            <a:r>
              <a:rPr lang="zh-CN" altLang="en-US" sz="3200" b="1">
                <a:solidFill>
                  <a:srgbClr val="000000"/>
                </a:solidFill>
                <a:latin typeface="Times New Roman" panose="02020603050405020304" pitchFamily="18" charset="0"/>
                <a:ea typeface="华文楷体" panose="02010600040101010101" pitchFamily="2" charset="-122"/>
              </a:rPr>
              <a:t>例</a:t>
            </a:r>
            <a:endParaRPr lang="en-US" altLang="zh-CN" sz="3200" b="1">
              <a:solidFill>
                <a:srgbClr val="000000"/>
              </a:solidFill>
              <a:latin typeface="Times New Roman" panose="02020603050405020304" pitchFamily="18" charset="0"/>
              <a:cs typeface="Times New Roman" panose="02020603050405020304" pitchFamily="18" charset="0"/>
            </a:endParaRPr>
          </a:p>
        </p:txBody>
      </p:sp>
      <p:sp>
        <p:nvSpPr>
          <p:cNvPr id="37896" name="矩形 2"/>
          <p:cNvSpPr>
            <a:spLocks noChangeArrowheads="1"/>
          </p:cNvSpPr>
          <p:nvPr/>
        </p:nvSpPr>
        <p:spPr bwMode="auto">
          <a:xfrm>
            <a:off x="5214938" y="323850"/>
            <a:ext cx="158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000" b="1" i="1">
                <a:solidFill>
                  <a:srgbClr val="2D83F4"/>
                </a:solidFill>
                <a:latin typeface="Times New Roman" panose="02020603050405020304" pitchFamily="18" charset="0"/>
                <a:cs typeface="Times New Roman" panose="02020603050405020304" pitchFamily="18" charset="0"/>
              </a:rPr>
              <a:t>LR</a:t>
            </a:r>
            <a:r>
              <a:rPr lang="en-US" altLang="zh-CN" sz="2000" b="1">
                <a:solidFill>
                  <a:srgbClr val="2D83F4"/>
                </a:solidFill>
                <a:latin typeface="Times New Roman" panose="02020603050405020304" pitchFamily="18" charset="0"/>
                <a:cs typeface="Times New Roman" panose="02020603050405020304" pitchFamily="18" charset="0"/>
              </a:rPr>
              <a:t>(1)</a:t>
            </a:r>
            <a:r>
              <a:rPr lang="zh-CN" altLang="en-US"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分析器</a:t>
            </a:r>
          </a:p>
        </p:txBody>
      </p:sp>
      <p:sp>
        <p:nvSpPr>
          <p:cNvPr id="37897"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0A287505-F439-487D-AC67-12EDBA6F1ED8}"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10</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1921614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6"/>
                                        </p:tgtEl>
                                        <p:attrNameLst>
                                          <p:attrName>style.visibility</p:attrName>
                                        </p:attrNameLst>
                                      </p:cBhvr>
                                      <p:to>
                                        <p:strVal val="visible"/>
                                      </p:to>
                                    </p:set>
                                    <p:anim calcmode="lin" valueType="num">
                                      <p:cBhvr>
                                        <p:cTn id="12" dur="500" fill="hold"/>
                                        <p:tgtEl>
                                          <p:spTgt spid="126"/>
                                        </p:tgtEl>
                                        <p:attrNameLst>
                                          <p:attrName>ppt_w</p:attrName>
                                        </p:attrNameLst>
                                      </p:cBhvr>
                                      <p:tavLst>
                                        <p:tav tm="0">
                                          <p:val>
                                            <p:fltVal val="0"/>
                                          </p:val>
                                        </p:tav>
                                        <p:tav tm="100000">
                                          <p:val>
                                            <p:strVal val="#ppt_w"/>
                                          </p:val>
                                        </p:tav>
                                      </p:tavLst>
                                    </p:anim>
                                    <p:anim calcmode="lin" valueType="num">
                                      <p:cBhvr>
                                        <p:cTn id="13" dur="500" fill="hold"/>
                                        <p:tgtEl>
                                          <p:spTgt spid="126"/>
                                        </p:tgtEl>
                                        <p:attrNameLst>
                                          <p:attrName>ppt_h</p:attrName>
                                        </p:attrNameLst>
                                      </p:cBhvr>
                                      <p:tavLst>
                                        <p:tav tm="0">
                                          <p:val>
                                            <p:fltVal val="0"/>
                                          </p:val>
                                        </p:tav>
                                        <p:tav tm="100000">
                                          <p:val>
                                            <p:strVal val="#ppt_h"/>
                                          </p:val>
                                        </p:tav>
                                      </p:tavLst>
                                    </p:anim>
                                    <p:animEffect transition="in" filter="fade">
                                      <p:cBhvr>
                                        <p:cTn id="14" dur="500"/>
                                        <p:tgtEl>
                                          <p:spTgt spid="12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xit" presetSubtype="32" fill="hold" grpId="1" nodeType="clickEffect">
                                  <p:stCondLst>
                                    <p:cond delay="0"/>
                                  </p:stCondLst>
                                  <p:childTnLst>
                                    <p:anim calcmode="lin" valueType="num">
                                      <p:cBhvr>
                                        <p:cTn id="18" dur="500"/>
                                        <p:tgtEl>
                                          <p:spTgt spid="66"/>
                                        </p:tgtEl>
                                        <p:attrNameLst>
                                          <p:attrName>ppt_w</p:attrName>
                                        </p:attrNameLst>
                                      </p:cBhvr>
                                      <p:tavLst>
                                        <p:tav tm="0">
                                          <p:val>
                                            <p:strVal val="ppt_w"/>
                                          </p:val>
                                        </p:tav>
                                        <p:tav tm="100000">
                                          <p:val>
                                            <p:fltVal val="0"/>
                                          </p:val>
                                        </p:tav>
                                      </p:tavLst>
                                    </p:anim>
                                    <p:anim calcmode="lin" valueType="num">
                                      <p:cBhvr>
                                        <p:cTn id="19" dur="500"/>
                                        <p:tgtEl>
                                          <p:spTgt spid="66"/>
                                        </p:tgtEl>
                                        <p:attrNameLst>
                                          <p:attrName>ppt_h</p:attrName>
                                        </p:attrNameLst>
                                      </p:cBhvr>
                                      <p:tavLst>
                                        <p:tav tm="0">
                                          <p:val>
                                            <p:strVal val="ppt_h"/>
                                          </p:val>
                                        </p:tav>
                                        <p:tav tm="100000">
                                          <p:val>
                                            <p:fltVal val="0"/>
                                          </p:val>
                                        </p:tav>
                                      </p:tavLst>
                                    </p:anim>
                                    <p:animEffect transition="out" filter="fade">
                                      <p:cBhvr>
                                        <p:cTn id="20" dur="500"/>
                                        <p:tgtEl>
                                          <p:spTgt spid="66"/>
                                        </p:tgtEl>
                                      </p:cBhvr>
                                    </p:animEffect>
                                    <p:set>
                                      <p:cBhvr>
                                        <p:cTn id="21" dur="1" fill="hold">
                                          <p:stCondLst>
                                            <p:cond delay="499"/>
                                          </p:stCondLst>
                                        </p:cTn>
                                        <p:tgtEl>
                                          <p:spTgt spid="66"/>
                                        </p:tgtEl>
                                        <p:attrNameLst>
                                          <p:attrName>style.visibility</p:attrName>
                                        </p:attrNameLst>
                                      </p:cBhvr>
                                      <p:to>
                                        <p:strVal val="hidden"/>
                                      </p:to>
                                    </p:set>
                                  </p:childTnLst>
                                </p:cTn>
                              </p:par>
                              <p:par>
                                <p:cTn id="22" presetID="53" presetClass="exit" presetSubtype="32" fill="hold" grpId="1" nodeType="withEffect">
                                  <p:stCondLst>
                                    <p:cond delay="0"/>
                                  </p:stCondLst>
                                  <p:childTnLst>
                                    <p:anim calcmode="lin" valueType="num">
                                      <p:cBhvr>
                                        <p:cTn id="23" dur="500"/>
                                        <p:tgtEl>
                                          <p:spTgt spid="126"/>
                                        </p:tgtEl>
                                        <p:attrNameLst>
                                          <p:attrName>ppt_w</p:attrName>
                                        </p:attrNameLst>
                                      </p:cBhvr>
                                      <p:tavLst>
                                        <p:tav tm="0">
                                          <p:val>
                                            <p:strVal val="ppt_w"/>
                                          </p:val>
                                        </p:tav>
                                        <p:tav tm="100000">
                                          <p:val>
                                            <p:fltVal val="0"/>
                                          </p:val>
                                        </p:tav>
                                      </p:tavLst>
                                    </p:anim>
                                    <p:anim calcmode="lin" valueType="num">
                                      <p:cBhvr>
                                        <p:cTn id="24" dur="500"/>
                                        <p:tgtEl>
                                          <p:spTgt spid="126"/>
                                        </p:tgtEl>
                                        <p:attrNameLst>
                                          <p:attrName>ppt_h</p:attrName>
                                        </p:attrNameLst>
                                      </p:cBhvr>
                                      <p:tavLst>
                                        <p:tav tm="0">
                                          <p:val>
                                            <p:strVal val="ppt_h"/>
                                          </p:val>
                                        </p:tav>
                                        <p:tav tm="100000">
                                          <p:val>
                                            <p:fltVal val="0"/>
                                          </p:val>
                                        </p:tav>
                                      </p:tavLst>
                                    </p:anim>
                                    <p:animEffect transition="out" filter="fade">
                                      <p:cBhvr>
                                        <p:cTn id="25" dur="500"/>
                                        <p:tgtEl>
                                          <p:spTgt spid="126"/>
                                        </p:tgtEl>
                                      </p:cBhvr>
                                    </p:animEffect>
                                    <p:set>
                                      <p:cBhvr>
                                        <p:cTn id="26" dur="1" fill="hold">
                                          <p:stCondLst>
                                            <p:cond delay="499"/>
                                          </p:stCondLst>
                                        </p:cTn>
                                        <p:tgtEl>
                                          <p:spTgt spid="1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126" grpId="0" animBg="1"/>
      <p:bldP spid="126"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内容占位符 2"/>
          <p:cNvSpPr>
            <a:spLocks noGrp="1" noChangeArrowheads="1"/>
          </p:cNvSpPr>
          <p:nvPr>
            <p:ph idx="1"/>
          </p:nvPr>
        </p:nvSpPr>
        <p:spPr>
          <a:xfrm>
            <a:off x="428625" y="785813"/>
            <a:ext cx="8015288" cy="3948112"/>
          </a:xfrm>
        </p:spPr>
        <p:txBody>
          <a:bodyPr/>
          <a:lstStyle/>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寻找具有</a:t>
            </a:r>
            <a:r>
              <a:rPr lang="zh-CN" altLang="en-US" sz="2800" b="1" dirty="0">
                <a:solidFill>
                  <a:srgbClr val="2D83F4"/>
                </a:solidFill>
                <a:latin typeface="+mn-ea"/>
              </a:rPr>
              <a:t>相同核心</a:t>
            </a:r>
            <a:r>
              <a:rPr lang="zh-CN" altLang="en-US" sz="2800" b="1" dirty="0">
                <a:solidFill>
                  <a:schemeClr val="tx1"/>
                </a:solidFill>
                <a:latin typeface="+mn-ea"/>
              </a:rPr>
              <a:t>的</a:t>
            </a:r>
            <a:r>
              <a:rPr lang="en-US" altLang="zh-CN" sz="2800" b="1" i="1" dirty="0">
                <a:solidFill>
                  <a:schemeClr val="tx1"/>
                </a:solidFill>
              </a:rPr>
              <a:t>LR</a:t>
            </a:r>
            <a:r>
              <a:rPr lang="en-US" altLang="zh-CN" sz="2800" i="1" dirty="0">
                <a:solidFill>
                  <a:schemeClr val="tx1"/>
                </a:solidFill>
              </a:rPr>
              <a:t>  </a:t>
            </a:r>
            <a:r>
              <a:rPr lang="en-US" altLang="zh-CN" sz="2800" b="1" dirty="0">
                <a:solidFill>
                  <a:schemeClr val="tx1"/>
                </a:solidFill>
              </a:rPr>
              <a:t>(1)</a:t>
            </a:r>
            <a:r>
              <a:rPr lang="en-US" altLang="zh-CN" sz="2800" dirty="0">
                <a:solidFill>
                  <a:schemeClr val="tx1"/>
                </a:solidFill>
              </a:rPr>
              <a:t> </a:t>
            </a:r>
            <a:r>
              <a:rPr lang="zh-CN" altLang="en-US" sz="2800" b="1" dirty="0">
                <a:solidFill>
                  <a:schemeClr val="tx1"/>
                </a:solidFill>
                <a:latin typeface="+mn-ea"/>
              </a:rPr>
              <a:t>项集，并将这些项集合并为一个项集。</a:t>
            </a:r>
            <a:r>
              <a:rPr lang="en-US" altLang="zh-CN" sz="2800" b="1" dirty="0">
                <a:solidFill>
                  <a:schemeClr val="tx1"/>
                </a:solidFill>
                <a:latin typeface="+mn-ea"/>
              </a:rPr>
              <a:t> </a:t>
            </a:r>
            <a:r>
              <a:rPr lang="zh-CN" altLang="en-US" sz="2800" b="1" dirty="0">
                <a:solidFill>
                  <a:schemeClr val="tx1"/>
                </a:solidFill>
                <a:latin typeface="+mn-ea"/>
              </a:rPr>
              <a:t>所谓项集的核心就是其第一分量的集合</a:t>
            </a:r>
            <a:endParaRPr lang="en-US" altLang="zh-CN" sz="2800" b="1" dirty="0">
              <a:solidFill>
                <a:schemeClr val="tx1"/>
              </a:solidFill>
              <a:latin typeface="+mn-ea"/>
            </a:endParaRPr>
          </a:p>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然后根据合并后得到的项集族构造语法分析表</a:t>
            </a:r>
            <a:endParaRPr lang="en-US" altLang="zh-CN" sz="2800" b="1" dirty="0">
              <a:solidFill>
                <a:schemeClr val="tx1"/>
              </a:solidFill>
              <a:latin typeface="+mn-ea"/>
            </a:endParaRPr>
          </a:p>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如果分析表中</a:t>
            </a:r>
            <a:r>
              <a:rPr lang="zh-CN" altLang="en-US" sz="2800" b="1" dirty="0">
                <a:solidFill>
                  <a:srgbClr val="2D83F4"/>
                </a:solidFill>
                <a:latin typeface="+mn-ea"/>
              </a:rPr>
              <a:t>没有</a:t>
            </a:r>
            <a:r>
              <a:rPr lang="zh-CN" altLang="en-US" sz="2800" b="1" dirty="0">
                <a:solidFill>
                  <a:schemeClr val="tx1"/>
                </a:solidFill>
                <a:latin typeface="+mn-ea"/>
              </a:rPr>
              <a:t>语法分析动作</a:t>
            </a:r>
            <a:r>
              <a:rPr lang="zh-CN" altLang="en-US" sz="2800" b="1" dirty="0">
                <a:solidFill>
                  <a:srgbClr val="2D83F4"/>
                </a:solidFill>
                <a:latin typeface="+mn-ea"/>
              </a:rPr>
              <a:t>冲突</a:t>
            </a:r>
            <a:r>
              <a:rPr lang="zh-CN" altLang="en-US" sz="2800" b="1" dirty="0">
                <a:solidFill>
                  <a:schemeClr val="tx1"/>
                </a:solidFill>
                <a:latin typeface="+mn-ea"/>
              </a:rPr>
              <a:t>，给定的文法就称为</a:t>
            </a:r>
            <a:r>
              <a:rPr lang="en-US" altLang="zh-CN" sz="2800" b="1" i="1" dirty="0">
                <a:solidFill>
                  <a:srgbClr val="FF0000"/>
                </a:solidFill>
              </a:rPr>
              <a:t>LALR</a:t>
            </a:r>
            <a:r>
              <a:rPr lang="en-US" altLang="zh-CN" sz="2800" i="1" dirty="0">
                <a:solidFill>
                  <a:srgbClr val="FF0000"/>
                </a:solidFill>
              </a:rPr>
              <a:t>  </a:t>
            </a:r>
            <a:r>
              <a:rPr lang="en-US" altLang="zh-CN" sz="2800" b="1" dirty="0">
                <a:solidFill>
                  <a:srgbClr val="FF0000"/>
                </a:solidFill>
              </a:rPr>
              <a:t>(1)</a:t>
            </a:r>
            <a:r>
              <a:rPr lang="en-US" altLang="zh-CN" sz="2800" dirty="0">
                <a:solidFill>
                  <a:srgbClr val="FF0000"/>
                </a:solidFill>
              </a:rPr>
              <a:t> </a:t>
            </a:r>
            <a:r>
              <a:rPr lang="zh-CN" altLang="en-US" sz="2800" b="1" dirty="0">
                <a:solidFill>
                  <a:srgbClr val="FF0000"/>
                </a:solidFill>
                <a:latin typeface="+mn-ea"/>
              </a:rPr>
              <a:t>文法</a:t>
            </a:r>
            <a:r>
              <a:rPr lang="zh-CN" altLang="en-US" sz="2800" b="1" dirty="0">
                <a:solidFill>
                  <a:schemeClr val="tx1"/>
                </a:solidFill>
                <a:latin typeface="+mn-ea"/>
              </a:rPr>
              <a:t>，就可以根据该分析表进行语法分析</a:t>
            </a:r>
            <a:endParaRPr lang="en-US" altLang="zh-CN" dirty="0">
              <a:latin typeface="+mn-ea"/>
            </a:endParaRPr>
          </a:p>
        </p:txBody>
      </p:sp>
      <p:sp>
        <p:nvSpPr>
          <p:cNvPr id="39939" name="标题 1"/>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 </a:t>
            </a:r>
            <a:r>
              <a:rPr lang="en-US" altLang="zh-CN" sz="3000">
                <a:solidFill>
                  <a:schemeClr val="tx1"/>
                </a:solidFill>
                <a:ea typeface="黑体" panose="02010609060101010101" pitchFamily="49" charset="-122"/>
              </a:rPr>
              <a:t>( </a:t>
            </a:r>
            <a:r>
              <a:rPr lang="en-US" altLang="zh-CN" sz="3000" i="1">
                <a:solidFill>
                  <a:schemeClr val="tx1"/>
                </a:solidFill>
                <a:ea typeface="黑体" panose="02010609060101010101" pitchFamily="49" charset="-122"/>
              </a:rPr>
              <a:t>lookahead-LR</a:t>
            </a:r>
            <a:r>
              <a:rPr lang="en-US" altLang="zh-CN" sz="3000">
                <a:solidFill>
                  <a:schemeClr val="tx1"/>
                </a:solidFill>
                <a:ea typeface="黑体" panose="02010609060101010101" pitchFamily="49" charset="-122"/>
              </a:rPr>
              <a:t> )</a:t>
            </a:r>
            <a:r>
              <a:rPr lang="zh-CN" altLang="en-US" sz="3000">
                <a:solidFill>
                  <a:schemeClr val="tx1"/>
                </a:solidFill>
                <a:latin typeface="微软雅黑" panose="020B0503020204020204" pitchFamily="34" charset="-122"/>
                <a:ea typeface="微软雅黑" panose="020B0503020204020204" pitchFamily="34" charset="-122"/>
              </a:rPr>
              <a:t>分析的基本思想</a:t>
            </a:r>
          </a:p>
        </p:txBody>
      </p:sp>
      <p:sp>
        <p:nvSpPr>
          <p:cNvPr id="3994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1117AE88-4D3D-4769-AA88-6CB3660CF40E}"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11</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3061557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5"/>
          <p:cNvSpPr txBox="1">
            <a:spLocks noChangeArrowheads="1"/>
          </p:cNvSpPr>
          <p:nvPr/>
        </p:nvSpPr>
        <p:spPr bwMode="auto">
          <a:xfrm>
            <a:off x="107950" y="1041400"/>
            <a:ext cx="1555750"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1987" name="Text Box 6"/>
          <p:cNvSpPr txBox="1">
            <a:spLocks noChangeArrowheads="1"/>
          </p:cNvSpPr>
          <p:nvPr/>
        </p:nvSpPr>
        <p:spPr bwMode="auto">
          <a:xfrm>
            <a:off x="1966913" y="682625"/>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1988" name="Line 7"/>
          <p:cNvSpPr>
            <a:spLocks noChangeShapeType="1"/>
          </p:cNvSpPr>
          <p:nvPr/>
        </p:nvSpPr>
        <p:spPr bwMode="auto">
          <a:xfrm flipV="1">
            <a:off x="1689100" y="1273175"/>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1990" name="Line 9"/>
          <p:cNvSpPr>
            <a:spLocks noChangeShapeType="1"/>
          </p:cNvSpPr>
          <p:nvPr/>
        </p:nvSpPr>
        <p:spPr bwMode="auto">
          <a:xfrm flipV="1">
            <a:off x="1679575" y="1860550"/>
            <a:ext cx="298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1" name="Text Box 10"/>
          <p:cNvSpPr txBox="1">
            <a:spLocks noChangeArrowheads="1"/>
          </p:cNvSpPr>
          <p:nvPr/>
        </p:nvSpPr>
        <p:spPr bwMode="auto">
          <a:xfrm>
            <a:off x="1655763" y="1465263"/>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02" name="Text Box 11"/>
          <p:cNvSpPr txBox="1">
            <a:spLocks noChangeArrowheads="1"/>
          </p:cNvSpPr>
          <p:nvPr/>
        </p:nvSpPr>
        <p:spPr bwMode="auto">
          <a:xfrm>
            <a:off x="1966913" y="2444750"/>
            <a:ext cx="12239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1993" name="Line 12"/>
          <p:cNvSpPr>
            <a:spLocks noChangeShapeType="1"/>
          </p:cNvSpPr>
          <p:nvPr/>
        </p:nvSpPr>
        <p:spPr bwMode="auto">
          <a:xfrm flipV="1">
            <a:off x="1655763" y="2700338"/>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4" name="Text Box 13"/>
          <p:cNvSpPr txBox="1">
            <a:spLocks noChangeArrowheads="1"/>
          </p:cNvSpPr>
          <p:nvPr/>
        </p:nvSpPr>
        <p:spPr bwMode="auto">
          <a:xfrm>
            <a:off x="1628775" y="233362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05" name="Text Box 14"/>
          <p:cNvSpPr txBox="1">
            <a:spLocks noChangeArrowheads="1"/>
          </p:cNvSpPr>
          <p:nvPr/>
        </p:nvSpPr>
        <p:spPr bwMode="auto">
          <a:xfrm>
            <a:off x="1978025" y="3236913"/>
            <a:ext cx="1568450"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101506" name="Text Box 15"/>
          <p:cNvSpPr txBox="1">
            <a:spLocks noChangeArrowheads="1"/>
          </p:cNvSpPr>
          <p:nvPr/>
        </p:nvSpPr>
        <p:spPr bwMode="auto">
          <a:xfrm>
            <a:off x="3921125" y="428148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1997" name="Text Box 16"/>
          <p:cNvSpPr txBox="1">
            <a:spLocks noChangeArrowheads="1"/>
          </p:cNvSpPr>
          <p:nvPr/>
        </p:nvSpPr>
        <p:spPr bwMode="auto">
          <a:xfrm>
            <a:off x="1693863" y="29321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1998" name="Text Box 17"/>
          <p:cNvSpPr txBox="1">
            <a:spLocks noChangeArrowheads="1"/>
          </p:cNvSpPr>
          <p:nvPr/>
        </p:nvSpPr>
        <p:spPr bwMode="auto">
          <a:xfrm>
            <a:off x="1336675" y="36877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lnSpc>
                <a:spcPts val="24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2000" name="Line 19"/>
          <p:cNvSpPr>
            <a:spLocks noChangeShapeType="1"/>
          </p:cNvSpPr>
          <p:nvPr/>
        </p:nvSpPr>
        <p:spPr bwMode="auto">
          <a:xfrm flipV="1">
            <a:off x="3446463" y="1924050"/>
            <a:ext cx="4302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1" name="Text Box 20"/>
          <p:cNvSpPr txBox="1">
            <a:spLocks noChangeArrowheads="1"/>
          </p:cNvSpPr>
          <p:nvPr/>
        </p:nvSpPr>
        <p:spPr bwMode="auto">
          <a:xfrm>
            <a:off x="3441700" y="15954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101512" name="Text Box 21"/>
          <p:cNvSpPr txBox="1">
            <a:spLocks noChangeArrowheads="1"/>
          </p:cNvSpPr>
          <p:nvPr/>
        </p:nvSpPr>
        <p:spPr bwMode="auto">
          <a:xfrm>
            <a:off x="3921125" y="2733675"/>
            <a:ext cx="1655763"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2003" name="Line 22"/>
          <p:cNvSpPr>
            <a:spLocks noChangeShapeType="1"/>
          </p:cNvSpPr>
          <p:nvPr/>
        </p:nvSpPr>
        <p:spPr bwMode="auto">
          <a:xfrm>
            <a:off x="3565525" y="3308350"/>
            <a:ext cx="393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4" name="Text Box 23"/>
          <p:cNvSpPr txBox="1">
            <a:spLocks noChangeArrowheads="1"/>
          </p:cNvSpPr>
          <p:nvPr/>
        </p:nvSpPr>
        <p:spPr bwMode="auto">
          <a:xfrm>
            <a:off x="3511550" y="29495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15" name="Text Box 24"/>
          <p:cNvSpPr txBox="1">
            <a:spLocks noChangeArrowheads="1"/>
          </p:cNvSpPr>
          <p:nvPr/>
        </p:nvSpPr>
        <p:spPr bwMode="auto">
          <a:xfrm>
            <a:off x="3921125" y="352583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2006" name="Line 25"/>
          <p:cNvSpPr>
            <a:spLocks noChangeShapeType="1"/>
          </p:cNvSpPr>
          <p:nvPr/>
        </p:nvSpPr>
        <p:spPr bwMode="auto">
          <a:xfrm>
            <a:off x="3533775" y="3957638"/>
            <a:ext cx="3873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7" name="Text Box 26"/>
          <p:cNvSpPr txBox="1">
            <a:spLocks noChangeArrowheads="1"/>
          </p:cNvSpPr>
          <p:nvPr/>
        </p:nvSpPr>
        <p:spPr bwMode="auto">
          <a:xfrm>
            <a:off x="3527425" y="359727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18" name="Text Box 27"/>
          <p:cNvSpPr txBox="1">
            <a:spLocks noChangeArrowheads="1"/>
          </p:cNvSpPr>
          <p:nvPr/>
        </p:nvSpPr>
        <p:spPr bwMode="auto">
          <a:xfrm>
            <a:off x="6119813" y="63500"/>
            <a:ext cx="17192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2009" name="Line 28"/>
          <p:cNvSpPr>
            <a:spLocks noChangeShapeType="1"/>
          </p:cNvSpPr>
          <p:nvPr/>
        </p:nvSpPr>
        <p:spPr bwMode="auto">
          <a:xfrm flipV="1">
            <a:off x="5586413" y="514350"/>
            <a:ext cx="533400" cy="2444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10" name="Text Box 29"/>
          <p:cNvSpPr txBox="1">
            <a:spLocks noChangeArrowheads="1"/>
          </p:cNvSpPr>
          <p:nvPr/>
        </p:nvSpPr>
        <p:spPr bwMode="auto">
          <a:xfrm>
            <a:off x="5621338" y="3048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67727" name="Line 30"/>
          <p:cNvSpPr>
            <a:spLocks noChangeShapeType="1"/>
          </p:cNvSpPr>
          <p:nvPr/>
        </p:nvSpPr>
        <p:spPr bwMode="auto">
          <a:xfrm flipH="1">
            <a:off x="3441700" y="2125663"/>
            <a:ext cx="479425" cy="1149350"/>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728" name="Text Box 31"/>
          <p:cNvSpPr txBox="1">
            <a:spLocks noChangeArrowheads="1"/>
          </p:cNvSpPr>
          <p:nvPr/>
        </p:nvSpPr>
        <p:spPr bwMode="auto">
          <a:xfrm>
            <a:off x="3530600" y="2198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2D83F4"/>
                </a:solidFill>
                <a:latin typeface="Times New Roman" panose="02020603050405020304" pitchFamily="18" charset="0"/>
              </a:rPr>
              <a:t>*</a:t>
            </a:r>
          </a:p>
        </p:txBody>
      </p:sp>
      <p:sp>
        <p:nvSpPr>
          <p:cNvPr id="42013" name="Text Box 33"/>
          <p:cNvSpPr txBox="1">
            <a:spLocks noChangeArrowheads="1"/>
          </p:cNvSpPr>
          <p:nvPr/>
        </p:nvSpPr>
        <p:spPr bwMode="auto">
          <a:xfrm>
            <a:off x="1663700" y="896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42014" name="Line 34"/>
          <p:cNvSpPr>
            <a:spLocks noChangeShapeType="1"/>
          </p:cNvSpPr>
          <p:nvPr/>
        </p:nvSpPr>
        <p:spPr bwMode="auto">
          <a:xfrm flipV="1">
            <a:off x="3543300" y="4564063"/>
            <a:ext cx="3778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15" name="Text Box 35"/>
          <p:cNvSpPr txBox="1">
            <a:spLocks noChangeArrowheads="1"/>
          </p:cNvSpPr>
          <p:nvPr/>
        </p:nvSpPr>
        <p:spPr bwMode="auto">
          <a:xfrm>
            <a:off x="3511550" y="41751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42016" name="Group 36"/>
          <p:cNvGrpSpPr>
            <a:grpSpLocks/>
          </p:cNvGrpSpPr>
          <p:nvPr/>
        </p:nvGrpSpPr>
        <p:grpSpPr bwMode="auto">
          <a:xfrm>
            <a:off x="1677988" y="3975100"/>
            <a:ext cx="290512" cy="269875"/>
            <a:chOff x="2335" y="3249"/>
            <a:chExt cx="183" cy="226"/>
          </a:xfrm>
        </p:grpSpPr>
        <p:sp>
          <p:nvSpPr>
            <p:cNvPr id="42048"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49"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50"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2017" name="Text Box 40"/>
          <p:cNvSpPr txBox="1">
            <a:spLocks noChangeArrowheads="1"/>
          </p:cNvSpPr>
          <p:nvPr/>
        </p:nvSpPr>
        <p:spPr bwMode="auto">
          <a:xfrm>
            <a:off x="1654175" y="3944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2018" name="Line 41"/>
          <p:cNvSpPr>
            <a:spLocks noChangeShapeType="1"/>
          </p:cNvSpPr>
          <p:nvPr/>
        </p:nvSpPr>
        <p:spPr bwMode="auto">
          <a:xfrm>
            <a:off x="1689100" y="3038475"/>
            <a:ext cx="261938"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19" name="Line 57"/>
          <p:cNvSpPr>
            <a:spLocks noChangeShapeType="1"/>
          </p:cNvSpPr>
          <p:nvPr/>
        </p:nvSpPr>
        <p:spPr bwMode="auto">
          <a:xfrm flipV="1">
            <a:off x="1314450" y="4872038"/>
            <a:ext cx="2606675" cy="206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0" name="Line 59"/>
          <p:cNvSpPr>
            <a:spLocks noChangeShapeType="1"/>
          </p:cNvSpPr>
          <p:nvPr/>
        </p:nvSpPr>
        <p:spPr bwMode="auto">
          <a:xfrm flipH="1" flipV="1">
            <a:off x="1301750" y="3195638"/>
            <a:ext cx="12700"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7" name="Freeform 65"/>
          <p:cNvSpPr>
            <a:spLocks noChangeArrowheads="1"/>
          </p:cNvSpPr>
          <p:nvPr/>
        </p:nvSpPr>
        <p:spPr bwMode="auto">
          <a:xfrm rot="232506">
            <a:off x="5513388" y="20907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738" name="Text Box 66"/>
          <p:cNvSpPr txBox="1">
            <a:spLocks noChangeArrowheads="1"/>
          </p:cNvSpPr>
          <p:nvPr/>
        </p:nvSpPr>
        <p:spPr bwMode="auto">
          <a:xfrm>
            <a:off x="5418138" y="2325688"/>
            <a:ext cx="458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2D83F4"/>
                </a:solidFill>
                <a:latin typeface="Times New Roman" panose="02020603050405020304" pitchFamily="18" charset="0"/>
              </a:rPr>
              <a:t>L</a:t>
            </a:r>
          </a:p>
        </p:txBody>
      </p:sp>
      <p:sp>
        <p:nvSpPr>
          <p:cNvPr id="67739" name="Text Box 68"/>
          <p:cNvSpPr txBox="1">
            <a:spLocks noChangeArrowheads="1"/>
          </p:cNvSpPr>
          <p:nvPr/>
        </p:nvSpPr>
        <p:spPr bwMode="auto">
          <a:xfrm>
            <a:off x="5888038" y="3275013"/>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Tx/>
              <a:buNone/>
            </a:pPr>
            <a:r>
              <a:rPr kumimoji="1" lang="en-US" altLang="zh-CN" sz="2000" b="1">
                <a:solidFill>
                  <a:srgbClr val="2D83F4"/>
                </a:solidFill>
                <a:latin typeface="Times New Roman" panose="02020603050405020304" pitchFamily="18" charset="0"/>
              </a:rPr>
              <a:t>id</a:t>
            </a:r>
          </a:p>
        </p:txBody>
      </p:sp>
      <p:sp>
        <p:nvSpPr>
          <p:cNvPr id="67740" name="Freeform 69"/>
          <p:cNvSpPr>
            <a:spLocks noChangeArrowheads="1"/>
          </p:cNvSpPr>
          <p:nvPr/>
        </p:nvSpPr>
        <p:spPr bwMode="auto">
          <a:xfrm rot="169672">
            <a:off x="5557838" y="1835150"/>
            <a:ext cx="712787" cy="2700338"/>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srgbClr val="000000"/>
              </a:solidFill>
              <a:latin typeface="华文楷体" pitchFamily="2" charset="-122"/>
              <a:ea typeface="Times New Roman" pitchFamily="18" charset="0"/>
              <a:cs typeface="华文楷体" pitchFamily="2" charset="-122"/>
            </a:endParaRPr>
          </a:p>
        </p:txBody>
      </p:sp>
      <p:sp>
        <p:nvSpPr>
          <p:cNvPr id="4202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例：合并同心项集</a:t>
            </a:r>
          </a:p>
        </p:txBody>
      </p:sp>
      <p:grpSp>
        <p:nvGrpSpPr>
          <p:cNvPr id="4" name="组合 3"/>
          <p:cNvGrpSpPr>
            <a:grpSpLocks/>
          </p:cNvGrpSpPr>
          <p:nvPr/>
        </p:nvGrpSpPr>
        <p:grpSpPr bwMode="auto">
          <a:xfrm>
            <a:off x="5499100" y="746125"/>
            <a:ext cx="3570288" cy="4333875"/>
            <a:chOff x="5498998" y="745697"/>
            <a:chExt cx="3569869" cy="4334139"/>
          </a:xfrm>
        </p:grpSpPr>
        <p:sp>
          <p:nvSpPr>
            <p:cNvPr id="42030" name="Text Box 32"/>
            <p:cNvSpPr txBox="1">
              <a:spLocks noChangeArrowheads="1"/>
            </p:cNvSpPr>
            <p:nvPr/>
          </p:nvSpPr>
          <p:spPr bwMode="auto">
            <a:xfrm>
              <a:off x="5548312" y="1381283"/>
              <a:ext cx="503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sp>
          <p:nvSpPr>
            <p:cNvPr id="51" name="Text Box 42"/>
            <p:cNvSpPr txBox="1">
              <a:spLocks noChangeArrowheads="1"/>
            </p:cNvSpPr>
            <p:nvPr/>
          </p:nvSpPr>
          <p:spPr bwMode="auto">
            <a:xfrm>
              <a:off x="7081550" y="844128"/>
              <a:ext cx="1439693" cy="65567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10</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2032" name="Line 43"/>
            <p:cNvSpPr>
              <a:spLocks noChangeShapeType="1"/>
            </p:cNvSpPr>
            <p:nvPr/>
          </p:nvSpPr>
          <p:spPr bwMode="auto">
            <a:xfrm flipV="1">
              <a:off x="5575176" y="1049915"/>
              <a:ext cx="1506313" cy="1880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33" name="Text Box 44"/>
            <p:cNvSpPr txBox="1">
              <a:spLocks noChangeArrowheads="1"/>
            </p:cNvSpPr>
            <p:nvPr/>
          </p:nvSpPr>
          <p:spPr bwMode="auto">
            <a:xfrm>
              <a:off x="5509164" y="745697"/>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54" name="Text Box 45"/>
            <p:cNvSpPr txBox="1">
              <a:spLocks noChangeArrowheads="1"/>
            </p:cNvSpPr>
            <p:nvPr/>
          </p:nvSpPr>
          <p:spPr bwMode="auto">
            <a:xfrm>
              <a:off x="7097423" y="1779223"/>
              <a:ext cx="1415884" cy="150345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11</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zh-CN" altLang="en-US"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prstClr val="black"/>
                  </a:solidFill>
                  <a:latin typeface="Times New Roman" panose="02020603050405020304" pitchFamily="18" charset="0"/>
                </a:rPr>
                <a:t>L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prstClr val="black"/>
                  </a:solidFill>
                  <a:latin typeface="Times New Roman" panose="02020603050405020304" pitchFamily="18" charset="0"/>
                </a:rPr>
                <a:t>id </a:t>
              </a:r>
              <a:r>
                <a:rPr kumimoji="1" lang="en-US" altLang="zh-CN" sz="2000" b="1" i="1">
                  <a:solidFill>
                    <a:prstClr val="black"/>
                  </a:solidFill>
                  <a:latin typeface="Times New Roman" panose="02020603050405020304" pitchFamily="18" charset="0"/>
                </a:rPr>
                <a:t>,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2035" name="Text Box 46"/>
            <p:cNvSpPr txBox="1">
              <a:spLocks noChangeArrowheads="1"/>
            </p:cNvSpPr>
            <p:nvPr/>
          </p:nvSpPr>
          <p:spPr bwMode="auto">
            <a:xfrm>
              <a:off x="5498998" y="1088423"/>
              <a:ext cx="360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2036" name="Line 47"/>
            <p:cNvSpPr>
              <a:spLocks noChangeShapeType="1"/>
            </p:cNvSpPr>
            <p:nvPr/>
          </p:nvSpPr>
          <p:spPr bwMode="auto">
            <a:xfrm>
              <a:off x="5592563" y="1354965"/>
              <a:ext cx="1487348" cy="449401"/>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Text Box 48"/>
            <p:cNvSpPr txBox="1">
              <a:spLocks noChangeArrowheads="1"/>
            </p:cNvSpPr>
            <p:nvPr/>
          </p:nvSpPr>
          <p:spPr bwMode="auto">
            <a:xfrm>
              <a:off x="7118058" y="3592258"/>
              <a:ext cx="1395249" cy="7080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prstClr val="black"/>
                  </a:solidFill>
                  <a:latin typeface="Times New Roman" panose="02020603050405020304" pitchFamily="18" charset="0"/>
                </a:rPr>
                <a:t>I</a:t>
              </a:r>
              <a:r>
                <a:rPr kumimoji="1" lang="en-US" altLang="zh-CN" sz="2000" b="1" i="1" baseline="-25000" dirty="0">
                  <a:solidFill>
                    <a:prstClr val="black"/>
                  </a:solidFill>
                  <a:latin typeface="Times New Roman" panose="02020603050405020304" pitchFamily="18" charset="0"/>
                </a:rPr>
                <a:t>12</a:t>
              </a:r>
              <a:r>
                <a:rPr kumimoji="1" lang="en-US" altLang="zh-CN" sz="2000" b="1" dirty="0">
                  <a:solidFill>
                    <a:prstClr val="black"/>
                  </a:solidFill>
                  <a:latin typeface="Times New Roman" panose="02020603050405020304" pitchFamily="18" charset="0"/>
                </a:rPr>
                <a:t>:</a:t>
              </a:r>
            </a:p>
            <a:p>
              <a:pPr>
                <a:defRPr/>
              </a:pPr>
              <a:r>
                <a:rPr kumimoji="1" lang="en-US" altLang="zh-CN" sz="2000" b="1" i="1" dirty="0" err="1">
                  <a:solidFill>
                    <a:prstClr val="black"/>
                  </a:solidFill>
                  <a:latin typeface="Times New Roman" panose="02020603050405020304" pitchFamily="18" charset="0"/>
                </a:rPr>
                <a:t>L→</a:t>
              </a:r>
              <a:r>
                <a:rPr kumimoji="1" lang="en-US" altLang="zh-CN" sz="2000" b="1" dirty="0" err="1">
                  <a:solidFill>
                    <a:prstClr val="black"/>
                  </a:solidFill>
                  <a:latin typeface="Times New Roman" panose="02020603050405020304" pitchFamily="18" charset="0"/>
                </a:rPr>
                <a:t>id</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prstClr val="black"/>
                  </a:solidFill>
                  <a:latin typeface="Times New Roman" panose="02020603050405020304" pitchFamily="18" charset="0"/>
                </a:rPr>
                <a:t>, </a:t>
              </a:r>
              <a:r>
                <a:rPr kumimoji="1" lang="en-US" altLang="zh-CN" sz="2000" b="1" dirty="0">
                  <a:solidFill>
                    <a:prstClr val="black"/>
                  </a:solidFill>
                  <a:latin typeface="华文楷体" panose="02010600040101010101" pitchFamily="2" charset="-122"/>
                </a:rPr>
                <a:t>$</a:t>
              </a:r>
              <a:endParaRPr kumimoji="1" lang="en-US" altLang="zh-CN" sz="2000" b="1" i="1" dirty="0">
                <a:solidFill>
                  <a:prstClr val="black"/>
                </a:solidFill>
                <a:latin typeface="Times New Roman" panose="02020603050405020304" pitchFamily="18" charset="0"/>
              </a:endParaRPr>
            </a:p>
          </p:txBody>
        </p:sp>
        <p:sp>
          <p:nvSpPr>
            <p:cNvPr id="42038" name="Line 49"/>
            <p:cNvSpPr>
              <a:spLocks noChangeShapeType="1"/>
            </p:cNvSpPr>
            <p:nvPr/>
          </p:nvSpPr>
          <p:spPr bwMode="auto">
            <a:xfrm>
              <a:off x="5592563" y="1689365"/>
              <a:ext cx="1502568" cy="1902691"/>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Text Box 50"/>
            <p:cNvSpPr txBox="1">
              <a:spLocks noChangeArrowheads="1"/>
            </p:cNvSpPr>
            <p:nvPr/>
          </p:nvSpPr>
          <p:spPr bwMode="auto">
            <a:xfrm>
              <a:off x="7118058" y="4371768"/>
              <a:ext cx="1403185" cy="7080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13</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2040" name="Freeform 51"/>
            <p:cNvSpPr>
              <a:spLocks noChangeArrowheads="1"/>
            </p:cNvSpPr>
            <p:nvPr/>
          </p:nvSpPr>
          <p:spPr bwMode="auto">
            <a:xfrm>
              <a:off x="8593649" y="3187783"/>
              <a:ext cx="360362" cy="1612900"/>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041" name="Text Box 52"/>
            <p:cNvSpPr txBox="1">
              <a:spLocks noChangeArrowheads="1"/>
            </p:cNvSpPr>
            <p:nvPr/>
          </p:nvSpPr>
          <p:spPr bwMode="auto">
            <a:xfrm>
              <a:off x="8611667" y="2979156"/>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R</a:t>
              </a:r>
            </a:p>
          </p:txBody>
        </p:sp>
        <p:sp>
          <p:nvSpPr>
            <p:cNvPr id="42042" name="Freeform 53"/>
            <p:cNvSpPr>
              <a:spLocks noChangeArrowheads="1"/>
            </p:cNvSpPr>
            <p:nvPr/>
          </p:nvSpPr>
          <p:spPr bwMode="auto">
            <a:xfrm>
              <a:off x="8515350" y="2014736"/>
              <a:ext cx="360362" cy="35401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043" name="Text Box 54"/>
            <p:cNvSpPr txBox="1">
              <a:spLocks noChangeArrowheads="1"/>
            </p:cNvSpPr>
            <p:nvPr/>
          </p:nvSpPr>
          <p:spPr bwMode="auto">
            <a:xfrm>
              <a:off x="8483600" y="199568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2044" name="Text Box 55"/>
            <p:cNvSpPr txBox="1">
              <a:spLocks noChangeArrowheads="1"/>
            </p:cNvSpPr>
            <p:nvPr/>
          </p:nvSpPr>
          <p:spPr bwMode="auto">
            <a:xfrm>
              <a:off x="7627888" y="1419622"/>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42045" name="Line 56"/>
            <p:cNvSpPr>
              <a:spLocks noChangeShapeType="1"/>
            </p:cNvSpPr>
            <p:nvPr/>
          </p:nvSpPr>
          <p:spPr bwMode="auto">
            <a:xfrm flipV="1">
              <a:off x="7635528" y="1491630"/>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46" name="Line 56"/>
            <p:cNvSpPr>
              <a:spLocks noChangeShapeType="1"/>
            </p:cNvSpPr>
            <p:nvPr/>
          </p:nvSpPr>
          <p:spPr bwMode="auto">
            <a:xfrm flipH="1">
              <a:off x="7745065" y="3291830"/>
              <a:ext cx="9525"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47" name="Text Box 17"/>
            <p:cNvSpPr txBox="1">
              <a:spLocks noChangeArrowheads="1"/>
            </p:cNvSpPr>
            <p:nvPr/>
          </p:nvSpPr>
          <p:spPr bwMode="auto">
            <a:xfrm>
              <a:off x="7753611" y="3284901"/>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gr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10</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8</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11</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4</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12</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5</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13</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7</a:t>
            </a:r>
            <a:endParaRPr lang="en-US" altLang="zh-CN" sz="2000" b="1" i="1" noProof="1">
              <a:solidFill>
                <a:srgbClr val="000000"/>
              </a:solidFill>
              <a:latin typeface="Times New Roman" pitchFamily="18" charset="0"/>
              <a:ea typeface="Times New Roman" pitchFamily="18" charset="0"/>
              <a:cs typeface="华文楷体" pitchFamily="2" charset="-122"/>
            </a:endParaRPr>
          </a:p>
        </p:txBody>
      </p:sp>
      <p:sp>
        <p:nvSpPr>
          <p:cNvPr id="42029"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59D51F71-2FDD-44D6-9760-8E036D4C431B}"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12</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2609604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7738"/>
                                        </p:tgtEl>
                                        <p:attrNameLst>
                                          <p:attrName>style.visibility</p:attrName>
                                        </p:attrNameLst>
                                      </p:cBhvr>
                                      <p:to>
                                        <p:strVal val="visible"/>
                                      </p:to>
                                    </p:set>
                                    <p:anim calcmode="lin" valueType="num">
                                      <p:cBhvr>
                                        <p:cTn id="7" dur="500" fill="hold"/>
                                        <p:tgtEl>
                                          <p:spTgt spid="67738"/>
                                        </p:tgtEl>
                                        <p:attrNameLst>
                                          <p:attrName>ppt_w</p:attrName>
                                        </p:attrNameLst>
                                      </p:cBhvr>
                                      <p:tavLst>
                                        <p:tav tm="0">
                                          <p:val>
                                            <p:fltVal val="0"/>
                                          </p:val>
                                        </p:tav>
                                        <p:tav tm="100000">
                                          <p:val>
                                            <p:strVal val="#ppt_w"/>
                                          </p:val>
                                        </p:tav>
                                      </p:tavLst>
                                    </p:anim>
                                    <p:anim calcmode="lin" valueType="num">
                                      <p:cBhvr>
                                        <p:cTn id="8" dur="500" fill="hold"/>
                                        <p:tgtEl>
                                          <p:spTgt spid="67738"/>
                                        </p:tgtEl>
                                        <p:attrNameLst>
                                          <p:attrName>ppt_h</p:attrName>
                                        </p:attrNameLst>
                                      </p:cBhvr>
                                      <p:tavLst>
                                        <p:tav tm="0">
                                          <p:val>
                                            <p:fltVal val="0"/>
                                          </p:val>
                                        </p:tav>
                                        <p:tav tm="100000">
                                          <p:val>
                                            <p:strVal val="#ppt_h"/>
                                          </p:val>
                                        </p:tav>
                                      </p:tavLst>
                                    </p:anim>
                                    <p:animEffect transition="in" filter="fade">
                                      <p:cBhvr>
                                        <p:cTn id="9" dur="500"/>
                                        <p:tgtEl>
                                          <p:spTgt spid="677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7737"/>
                                        </p:tgtEl>
                                        <p:attrNameLst>
                                          <p:attrName>style.visibility</p:attrName>
                                        </p:attrNameLst>
                                      </p:cBhvr>
                                      <p:to>
                                        <p:strVal val="visible"/>
                                      </p:to>
                                    </p:set>
                                    <p:anim calcmode="lin" valueType="num">
                                      <p:cBhvr>
                                        <p:cTn id="12" dur="500" fill="hold"/>
                                        <p:tgtEl>
                                          <p:spTgt spid="67737"/>
                                        </p:tgtEl>
                                        <p:attrNameLst>
                                          <p:attrName>ppt_w</p:attrName>
                                        </p:attrNameLst>
                                      </p:cBhvr>
                                      <p:tavLst>
                                        <p:tav tm="0">
                                          <p:val>
                                            <p:fltVal val="0"/>
                                          </p:val>
                                        </p:tav>
                                        <p:tav tm="100000">
                                          <p:val>
                                            <p:strVal val="#ppt_w"/>
                                          </p:val>
                                        </p:tav>
                                      </p:tavLst>
                                    </p:anim>
                                    <p:anim calcmode="lin" valueType="num">
                                      <p:cBhvr>
                                        <p:cTn id="13" dur="500" fill="hold"/>
                                        <p:tgtEl>
                                          <p:spTgt spid="67737"/>
                                        </p:tgtEl>
                                        <p:attrNameLst>
                                          <p:attrName>ppt_h</p:attrName>
                                        </p:attrNameLst>
                                      </p:cBhvr>
                                      <p:tavLst>
                                        <p:tav tm="0">
                                          <p:val>
                                            <p:fltVal val="0"/>
                                          </p:val>
                                        </p:tav>
                                        <p:tav tm="100000">
                                          <p:val>
                                            <p:strVal val="#ppt_h"/>
                                          </p:val>
                                        </p:tav>
                                      </p:tavLst>
                                    </p:anim>
                                    <p:animEffect transition="in" filter="fade">
                                      <p:cBhvr>
                                        <p:cTn id="14" dur="500"/>
                                        <p:tgtEl>
                                          <p:spTgt spid="6773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7728"/>
                                        </p:tgtEl>
                                        <p:attrNameLst>
                                          <p:attrName>style.visibility</p:attrName>
                                        </p:attrNameLst>
                                      </p:cBhvr>
                                      <p:to>
                                        <p:strVal val="visible"/>
                                      </p:to>
                                    </p:set>
                                    <p:anim calcmode="lin" valueType="num">
                                      <p:cBhvr>
                                        <p:cTn id="19" dur="500" fill="hold"/>
                                        <p:tgtEl>
                                          <p:spTgt spid="67728"/>
                                        </p:tgtEl>
                                        <p:attrNameLst>
                                          <p:attrName>ppt_w</p:attrName>
                                        </p:attrNameLst>
                                      </p:cBhvr>
                                      <p:tavLst>
                                        <p:tav tm="0">
                                          <p:val>
                                            <p:fltVal val="0"/>
                                          </p:val>
                                        </p:tav>
                                        <p:tav tm="100000">
                                          <p:val>
                                            <p:strVal val="#ppt_w"/>
                                          </p:val>
                                        </p:tav>
                                      </p:tavLst>
                                    </p:anim>
                                    <p:anim calcmode="lin" valueType="num">
                                      <p:cBhvr>
                                        <p:cTn id="20" dur="500" fill="hold"/>
                                        <p:tgtEl>
                                          <p:spTgt spid="67728"/>
                                        </p:tgtEl>
                                        <p:attrNameLst>
                                          <p:attrName>ppt_h</p:attrName>
                                        </p:attrNameLst>
                                      </p:cBhvr>
                                      <p:tavLst>
                                        <p:tav tm="0">
                                          <p:val>
                                            <p:fltVal val="0"/>
                                          </p:val>
                                        </p:tav>
                                        <p:tav tm="100000">
                                          <p:val>
                                            <p:strVal val="#ppt_h"/>
                                          </p:val>
                                        </p:tav>
                                      </p:tavLst>
                                    </p:anim>
                                    <p:animEffect transition="in" filter="fade">
                                      <p:cBhvr>
                                        <p:cTn id="21" dur="500"/>
                                        <p:tgtEl>
                                          <p:spTgt spid="67728"/>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7727"/>
                                        </p:tgtEl>
                                        <p:attrNameLst>
                                          <p:attrName>style.visibility</p:attrName>
                                        </p:attrNameLst>
                                      </p:cBhvr>
                                      <p:to>
                                        <p:strVal val="visible"/>
                                      </p:to>
                                    </p:set>
                                    <p:anim calcmode="lin" valueType="num">
                                      <p:cBhvr>
                                        <p:cTn id="24" dur="500" fill="hold"/>
                                        <p:tgtEl>
                                          <p:spTgt spid="67727"/>
                                        </p:tgtEl>
                                        <p:attrNameLst>
                                          <p:attrName>ppt_w</p:attrName>
                                        </p:attrNameLst>
                                      </p:cBhvr>
                                      <p:tavLst>
                                        <p:tav tm="0">
                                          <p:val>
                                            <p:fltVal val="0"/>
                                          </p:val>
                                        </p:tav>
                                        <p:tav tm="100000">
                                          <p:val>
                                            <p:strVal val="#ppt_w"/>
                                          </p:val>
                                        </p:tav>
                                      </p:tavLst>
                                    </p:anim>
                                    <p:anim calcmode="lin" valueType="num">
                                      <p:cBhvr>
                                        <p:cTn id="25" dur="500" fill="hold"/>
                                        <p:tgtEl>
                                          <p:spTgt spid="67727"/>
                                        </p:tgtEl>
                                        <p:attrNameLst>
                                          <p:attrName>ppt_h</p:attrName>
                                        </p:attrNameLst>
                                      </p:cBhvr>
                                      <p:tavLst>
                                        <p:tav tm="0">
                                          <p:val>
                                            <p:fltVal val="0"/>
                                          </p:val>
                                        </p:tav>
                                        <p:tav tm="100000">
                                          <p:val>
                                            <p:strVal val="#ppt_h"/>
                                          </p:val>
                                        </p:tav>
                                      </p:tavLst>
                                    </p:anim>
                                    <p:animEffect transition="in" filter="fade">
                                      <p:cBhvr>
                                        <p:cTn id="26" dur="500"/>
                                        <p:tgtEl>
                                          <p:spTgt spid="6772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67739"/>
                                        </p:tgtEl>
                                        <p:attrNameLst>
                                          <p:attrName>style.visibility</p:attrName>
                                        </p:attrNameLst>
                                      </p:cBhvr>
                                      <p:to>
                                        <p:strVal val="visible"/>
                                      </p:to>
                                    </p:set>
                                    <p:anim calcmode="lin" valueType="num">
                                      <p:cBhvr>
                                        <p:cTn id="31" dur="500" fill="hold"/>
                                        <p:tgtEl>
                                          <p:spTgt spid="67739"/>
                                        </p:tgtEl>
                                        <p:attrNameLst>
                                          <p:attrName>ppt_w</p:attrName>
                                        </p:attrNameLst>
                                      </p:cBhvr>
                                      <p:tavLst>
                                        <p:tav tm="0">
                                          <p:val>
                                            <p:fltVal val="0"/>
                                          </p:val>
                                        </p:tav>
                                        <p:tav tm="100000">
                                          <p:val>
                                            <p:strVal val="#ppt_w"/>
                                          </p:val>
                                        </p:tav>
                                      </p:tavLst>
                                    </p:anim>
                                    <p:anim calcmode="lin" valueType="num">
                                      <p:cBhvr>
                                        <p:cTn id="32" dur="500" fill="hold"/>
                                        <p:tgtEl>
                                          <p:spTgt spid="67739"/>
                                        </p:tgtEl>
                                        <p:attrNameLst>
                                          <p:attrName>ppt_h</p:attrName>
                                        </p:attrNameLst>
                                      </p:cBhvr>
                                      <p:tavLst>
                                        <p:tav tm="0">
                                          <p:val>
                                            <p:fltVal val="0"/>
                                          </p:val>
                                        </p:tav>
                                        <p:tav tm="100000">
                                          <p:val>
                                            <p:strVal val="#ppt_h"/>
                                          </p:val>
                                        </p:tav>
                                      </p:tavLst>
                                    </p:anim>
                                    <p:animEffect transition="in" filter="fade">
                                      <p:cBhvr>
                                        <p:cTn id="33" dur="500"/>
                                        <p:tgtEl>
                                          <p:spTgt spid="67739"/>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67740"/>
                                        </p:tgtEl>
                                        <p:attrNameLst>
                                          <p:attrName>style.visibility</p:attrName>
                                        </p:attrNameLst>
                                      </p:cBhvr>
                                      <p:to>
                                        <p:strVal val="visible"/>
                                      </p:to>
                                    </p:set>
                                    <p:anim calcmode="lin" valueType="num">
                                      <p:cBhvr>
                                        <p:cTn id="36" dur="500" fill="hold"/>
                                        <p:tgtEl>
                                          <p:spTgt spid="67740"/>
                                        </p:tgtEl>
                                        <p:attrNameLst>
                                          <p:attrName>ppt_w</p:attrName>
                                        </p:attrNameLst>
                                      </p:cBhvr>
                                      <p:tavLst>
                                        <p:tav tm="0">
                                          <p:val>
                                            <p:fltVal val="0"/>
                                          </p:val>
                                        </p:tav>
                                        <p:tav tm="100000">
                                          <p:val>
                                            <p:strVal val="#ppt_w"/>
                                          </p:val>
                                        </p:tav>
                                      </p:tavLst>
                                    </p:anim>
                                    <p:anim calcmode="lin" valueType="num">
                                      <p:cBhvr>
                                        <p:cTn id="37" dur="500" fill="hold"/>
                                        <p:tgtEl>
                                          <p:spTgt spid="67740"/>
                                        </p:tgtEl>
                                        <p:attrNameLst>
                                          <p:attrName>ppt_h</p:attrName>
                                        </p:attrNameLst>
                                      </p:cBhvr>
                                      <p:tavLst>
                                        <p:tav tm="0">
                                          <p:val>
                                            <p:fltVal val="0"/>
                                          </p:val>
                                        </p:tav>
                                        <p:tav tm="100000">
                                          <p:val>
                                            <p:strVal val="#ppt_h"/>
                                          </p:val>
                                        </p:tav>
                                      </p:tavLst>
                                    </p:anim>
                                    <p:animEffect transition="in" filter="fade">
                                      <p:cBhvr>
                                        <p:cTn id="38" dur="500"/>
                                        <p:tgtEl>
                                          <p:spTgt spid="6774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xit" presetSubtype="32" fill="hold" nodeType="clickEffect">
                                  <p:stCondLst>
                                    <p:cond delay="0"/>
                                  </p:stCondLst>
                                  <p:childTnLst>
                                    <p:anim calcmode="lin" valueType="num">
                                      <p:cBhvr>
                                        <p:cTn id="42" dur="500"/>
                                        <p:tgtEl>
                                          <p:spTgt spid="4"/>
                                        </p:tgtEl>
                                        <p:attrNameLst>
                                          <p:attrName>ppt_w</p:attrName>
                                        </p:attrNameLst>
                                      </p:cBhvr>
                                      <p:tavLst>
                                        <p:tav tm="0">
                                          <p:val>
                                            <p:strVal val="ppt_w"/>
                                          </p:val>
                                        </p:tav>
                                        <p:tav tm="100000">
                                          <p:val>
                                            <p:fltVal val="0"/>
                                          </p:val>
                                        </p:tav>
                                      </p:tavLst>
                                    </p:anim>
                                    <p:anim calcmode="lin" valueType="num">
                                      <p:cBhvr>
                                        <p:cTn id="43" dur="500"/>
                                        <p:tgtEl>
                                          <p:spTgt spid="4"/>
                                        </p:tgtEl>
                                        <p:attrNameLst>
                                          <p:attrName>ppt_h</p:attrName>
                                        </p:attrNameLst>
                                      </p:cBhvr>
                                      <p:tavLst>
                                        <p:tav tm="0">
                                          <p:val>
                                            <p:strVal val="ppt_h"/>
                                          </p:val>
                                        </p:tav>
                                        <p:tav tm="100000">
                                          <p:val>
                                            <p:fltVal val="0"/>
                                          </p:val>
                                        </p:tav>
                                      </p:tavLst>
                                    </p:anim>
                                    <p:animEffect transition="out" filter="fade">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par>
                          <p:cTn id="46" fill="hold" nodeType="afterGroup">
                            <p:stCondLst>
                              <p:cond delay="500"/>
                            </p:stCondLst>
                            <p:childTnLst>
                              <p:par>
                                <p:cTn id="47" presetID="53" presetClass="entr" presetSubtype="16" fill="hold" grpId="0" nodeType="after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fltVal val="0"/>
                                          </p:val>
                                        </p:tav>
                                        <p:tav tm="100000">
                                          <p:val>
                                            <p:strVal val="#ppt_h"/>
                                          </p:val>
                                        </p:tav>
                                      </p:tavLst>
                                    </p:anim>
                                    <p:animEffect transition="in" filter="fade">
                                      <p:cBhvr>
                                        <p:cTn id="5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27" grpId="0" animBg="1"/>
      <p:bldP spid="67728" grpId="0"/>
      <p:bldP spid="67737" grpId="0" animBg="1"/>
      <p:bldP spid="67738" grpId="0"/>
      <p:bldP spid="67739" grpId="0"/>
      <p:bldP spid="67740"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5"/>
          <p:cNvSpPr txBox="1">
            <a:spLocks noChangeArrowheads="1"/>
          </p:cNvSpPr>
          <p:nvPr/>
        </p:nvSpPr>
        <p:spPr bwMode="auto">
          <a:xfrm>
            <a:off x="107950" y="1041400"/>
            <a:ext cx="1555750"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4035" name="Text Box 6"/>
          <p:cNvSpPr txBox="1">
            <a:spLocks noChangeArrowheads="1"/>
          </p:cNvSpPr>
          <p:nvPr/>
        </p:nvSpPr>
        <p:spPr bwMode="auto">
          <a:xfrm>
            <a:off x="1966913" y="682625"/>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4036" name="Line 7"/>
          <p:cNvSpPr>
            <a:spLocks noChangeShapeType="1"/>
          </p:cNvSpPr>
          <p:nvPr/>
        </p:nvSpPr>
        <p:spPr bwMode="auto">
          <a:xfrm flipV="1">
            <a:off x="1689100" y="1273175"/>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4038" name="Line 9"/>
          <p:cNvSpPr>
            <a:spLocks noChangeShapeType="1"/>
          </p:cNvSpPr>
          <p:nvPr/>
        </p:nvSpPr>
        <p:spPr bwMode="auto">
          <a:xfrm flipV="1">
            <a:off x="1679575" y="1860550"/>
            <a:ext cx="298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39" name="Text Box 10"/>
          <p:cNvSpPr txBox="1">
            <a:spLocks noChangeArrowheads="1"/>
          </p:cNvSpPr>
          <p:nvPr/>
        </p:nvSpPr>
        <p:spPr bwMode="auto">
          <a:xfrm>
            <a:off x="1655763" y="1465263"/>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02" name="Text Box 11"/>
          <p:cNvSpPr txBox="1">
            <a:spLocks noChangeArrowheads="1"/>
          </p:cNvSpPr>
          <p:nvPr/>
        </p:nvSpPr>
        <p:spPr bwMode="auto">
          <a:xfrm>
            <a:off x="1966913" y="2444750"/>
            <a:ext cx="12239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4041" name="Line 12"/>
          <p:cNvSpPr>
            <a:spLocks noChangeShapeType="1"/>
          </p:cNvSpPr>
          <p:nvPr/>
        </p:nvSpPr>
        <p:spPr bwMode="auto">
          <a:xfrm flipV="1">
            <a:off x="1655763" y="2700338"/>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2" name="Text Box 13"/>
          <p:cNvSpPr txBox="1">
            <a:spLocks noChangeArrowheads="1"/>
          </p:cNvSpPr>
          <p:nvPr/>
        </p:nvSpPr>
        <p:spPr bwMode="auto">
          <a:xfrm>
            <a:off x="1628775" y="233362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05" name="Text Box 14"/>
          <p:cNvSpPr txBox="1">
            <a:spLocks noChangeArrowheads="1"/>
          </p:cNvSpPr>
          <p:nvPr/>
        </p:nvSpPr>
        <p:spPr bwMode="auto">
          <a:xfrm>
            <a:off x="1978025" y="3236913"/>
            <a:ext cx="1568450"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101506" name="Text Box 15"/>
          <p:cNvSpPr txBox="1">
            <a:spLocks noChangeArrowheads="1"/>
          </p:cNvSpPr>
          <p:nvPr/>
        </p:nvSpPr>
        <p:spPr bwMode="auto">
          <a:xfrm>
            <a:off x="3921125" y="428148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4045" name="Text Box 16"/>
          <p:cNvSpPr txBox="1">
            <a:spLocks noChangeArrowheads="1"/>
          </p:cNvSpPr>
          <p:nvPr/>
        </p:nvSpPr>
        <p:spPr bwMode="auto">
          <a:xfrm>
            <a:off x="1693863" y="29321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4046" name="Text Box 17"/>
          <p:cNvSpPr txBox="1">
            <a:spLocks noChangeArrowheads="1"/>
          </p:cNvSpPr>
          <p:nvPr/>
        </p:nvSpPr>
        <p:spPr bwMode="auto">
          <a:xfrm>
            <a:off x="1336675" y="36877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lnSpc>
                <a:spcPts val="24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4048" name="Line 19"/>
          <p:cNvSpPr>
            <a:spLocks noChangeShapeType="1"/>
          </p:cNvSpPr>
          <p:nvPr/>
        </p:nvSpPr>
        <p:spPr bwMode="auto">
          <a:xfrm flipV="1">
            <a:off x="3446463" y="1924050"/>
            <a:ext cx="4302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9" name="Text Box 20"/>
          <p:cNvSpPr txBox="1">
            <a:spLocks noChangeArrowheads="1"/>
          </p:cNvSpPr>
          <p:nvPr/>
        </p:nvSpPr>
        <p:spPr bwMode="auto">
          <a:xfrm>
            <a:off x="3441700" y="15954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101512" name="Text Box 21"/>
          <p:cNvSpPr txBox="1">
            <a:spLocks noChangeArrowheads="1"/>
          </p:cNvSpPr>
          <p:nvPr/>
        </p:nvSpPr>
        <p:spPr bwMode="auto">
          <a:xfrm>
            <a:off x="3921125" y="2733675"/>
            <a:ext cx="1655763"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4051" name="Line 22"/>
          <p:cNvSpPr>
            <a:spLocks noChangeShapeType="1"/>
          </p:cNvSpPr>
          <p:nvPr/>
        </p:nvSpPr>
        <p:spPr bwMode="auto">
          <a:xfrm>
            <a:off x="3565525" y="3308350"/>
            <a:ext cx="393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52" name="Text Box 23"/>
          <p:cNvSpPr txBox="1">
            <a:spLocks noChangeArrowheads="1"/>
          </p:cNvSpPr>
          <p:nvPr/>
        </p:nvSpPr>
        <p:spPr bwMode="auto">
          <a:xfrm>
            <a:off x="3511550" y="29495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15" name="Text Box 24"/>
          <p:cNvSpPr txBox="1">
            <a:spLocks noChangeArrowheads="1"/>
          </p:cNvSpPr>
          <p:nvPr/>
        </p:nvSpPr>
        <p:spPr bwMode="auto">
          <a:xfrm>
            <a:off x="3921125" y="352583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4054" name="Line 25"/>
          <p:cNvSpPr>
            <a:spLocks noChangeShapeType="1"/>
          </p:cNvSpPr>
          <p:nvPr/>
        </p:nvSpPr>
        <p:spPr bwMode="auto">
          <a:xfrm>
            <a:off x="3533775" y="3957638"/>
            <a:ext cx="3873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55" name="Text Box 26"/>
          <p:cNvSpPr txBox="1">
            <a:spLocks noChangeArrowheads="1"/>
          </p:cNvSpPr>
          <p:nvPr/>
        </p:nvSpPr>
        <p:spPr bwMode="auto">
          <a:xfrm>
            <a:off x="3527425" y="359727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18" name="Text Box 27"/>
          <p:cNvSpPr txBox="1">
            <a:spLocks noChangeArrowheads="1"/>
          </p:cNvSpPr>
          <p:nvPr/>
        </p:nvSpPr>
        <p:spPr bwMode="auto">
          <a:xfrm>
            <a:off x="6119813" y="63500"/>
            <a:ext cx="17192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4057" name="Line 28"/>
          <p:cNvSpPr>
            <a:spLocks noChangeShapeType="1"/>
          </p:cNvSpPr>
          <p:nvPr/>
        </p:nvSpPr>
        <p:spPr bwMode="auto">
          <a:xfrm flipV="1">
            <a:off x="5586413" y="514350"/>
            <a:ext cx="533400" cy="2444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58" name="Text Box 29"/>
          <p:cNvSpPr txBox="1">
            <a:spLocks noChangeArrowheads="1"/>
          </p:cNvSpPr>
          <p:nvPr/>
        </p:nvSpPr>
        <p:spPr bwMode="auto">
          <a:xfrm>
            <a:off x="5621338" y="3048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44059" name="Line 30"/>
          <p:cNvSpPr>
            <a:spLocks noChangeShapeType="1"/>
          </p:cNvSpPr>
          <p:nvPr/>
        </p:nvSpPr>
        <p:spPr bwMode="auto">
          <a:xfrm flipH="1">
            <a:off x="3441700" y="2125663"/>
            <a:ext cx="479425" cy="1149350"/>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0" name="Text Box 31"/>
          <p:cNvSpPr txBox="1">
            <a:spLocks noChangeArrowheads="1"/>
          </p:cNvSpPr>
          <p:nvPr/>
        </p:nvSpPr>
        <p:spPr bwMode="auto">
          <a:xfrm>
            <a:off x="3530600" y="2198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2D83F4"/>
                </a:solidFill>
                <a:latin typeface="Times New Roman" panose="02020603050405020304" pitchFamily="18" charset="0"/>
              </a:rPr>
              <a:t>*</a:t>
            </a:r>
          </a:p>
        </p:txBody>
      </p:sp>
      <p:sp>
        <p:nvSpPr>
          <p:cNvPr id="44061" name="Text Box 33"/>
          <p:cNvSpPr txBox="1">
            <a:spLocks noChangeArrowheads="1"/>
          </p:cNvSpPr>
          <p:nvPr/>
        </p:nvSpPr>
        <p:spPr bwMode="auto">
          <a:xfrm>
            <a:off x="1663700" y="896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44062" name="Line 34"/>
          <p:cNvSpPr>
            <a:spLocks noChangeShapeType="1"/>
          </p:cNvSpPr>
          <p:nvPr/>
        </p:nvSpPr>
        <p:spPr bwMode="auto">
          <a:xfrm flipV="1">
            <a:off x="3543300" y="4564063"/>
            <a:ext cx="3778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3" name="Text Box 35"/>
          <p:cNvSpPr txBox="1">
            <a:spLocks noChangeArrowheads="1"/>
          </p:cNvSpPr>
          <p:nvPr/>
        </p:nvSpPr>
        <p:spPr bwMode="auto">
          <a:xfrm>
            <a:off x="3511550" y="41751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44064" name="Group 36"/>
          <p:cNvGrpSpPr>
            <a:grpSpLocks/>
          </p:cNvGrpSpPr>
          <p:nvPr/>
        </p:nvGrpSpPr>
        <p:grpSpPr bwMode="auto">
          <a:xfrm>
            <a:off x="1677988" y="3975100"/>
            <a:ext cx="290512" cy="269875"/>
            <a:chOff x="2335" y="3249"/>
            <a:chExt cx="183" cy="226"/>
          </a:xfrm>
        </p:grpSpPr>
        <p:sp>
          <p:nvSpPr>
            <p:cNvPr id="44191"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92"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93"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4065" name="Text Box 40"/>
          <p:cNvSpPr txBox="1">
            <a:spLocks noChangeArrowheads="1"/>
          </p:cNvSpPr>
          <p:nvPr/>
        </p:nvSpPr>
        <p:spPr bwMode="auto">
          <a:xfrm>
            <a:off x="1654175" y="3944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4066" name="Line 41"/>
          <p:cNvSpPr>
            <a:spLocks noChangeShapeType="1"/>
          </p:cNvSpPr>
          <p:nvPr/>
        </p:nvSpPr>
        <p:spPr bwMode="auto">
          <a:xfrm>
            <a:off x="1689100" y="3038475"/>
            <a:ext cx="261938"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7" name="Line 57"/>
          <p:cNvSpPr>
            <a:spLocks noChangeShapeType="1"/>
          </p:cNvSpPr>
          <p:nvPr/>
        </p:nvSpPr>
        <p:spPr bwMode="auto">
          <a:xfrm flipV="1">
            <a:off x="1314450" y="4872038"/>
            <a:ext cx="2606675" cy="206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8" name="Line 59"/>
          <p:cNvSpPr>
            <a:spLocks noChangeShapeType="1"/>
          </p:cNvSpPr>
          <p:nvPr/>
        </p:nvSpPr>
        <p:spPr bwMode="auto">
          <a:xfrm flipH="1" flipV="1">
            <a:off x="1301750" y="3195638"/>
            <a:ext cx="12700"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9" name="Freeform 65"/>
          <p:cNvSpPr>
            <a:spLocks noChangeArrowheads="1"/>
          </p:cNvSpPr>
          <p:nvPr/>
        </p:nvSpPr>
        <p:spPr bwMode="auto">
          <a:xfrm rot="232506">
            <a:off x="5513388" y="20907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70" name="Text Box 66"/>
          <p:cNvSpPr txBox="1">
            <a:spLocks noChangeArrowheads="1"/>
          </p:cNvSpPr>
          <p:nvPr/>
        </p:nvSpPr>
        <p:spPr bwMode="auto">
          <a:xfrm>
            <a:off x="5418138" y="2325688"/>
            <a:ext cx="458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2D83F4"/>
                </a:solidFill>
                <a:latin typeface="Times New Roman" panose="02020603050405020304" pitchFamily="18" charset="0"/>
              </a:rPr>
              <a:t>L</a:t>
            </a:r>
          </a:p>
        </p:txBody>
      </p:sp>
      <p:sp>
        <p:nvSpPr>
          <p:cNvPr id="44071" name="Text Box 68"/>
          <p:cNvSpPr txBox="1">
            <a:spLocks noChangeArrowheads="1"/>
          </p:cNvSpPr>
          <p:nvPr/>
        </p:nvSpPr>
        <p:spPr bwMode="auto">
          <a:xfrm>
            <a:off x="5888038" y="3275013"/>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2D83F4"/>
                </a:solidFill>
                <a:latin typeface="Times New Roman" panose="02020603050405020304" pitchFamily="18" charset="0"/>
              </a:rPr>
              <a:t>id</a:t>
            </a:r>
          </a:p>
        </p:txBody>
      </p:sp>
      <p:sp>
        <p:nvSpPr>
          <p:cNvPr id="44072" name="Freeform 69"/>
          <p:cNvSpPr>
            <a:spLocks noChangeArrowheads="1"/>
          </p:cNvSpPr>
          <p:nvPr/>
        </p:nvSpPr>
        <p:spPr bwMode="auto">
          <a:xfrm rot="169672">
            <a:off x="5557838" y="1835150"/>
            <a:ext cx="712787" cy="2700338"/>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srgbClr val="000000"/>
              </a:solidFill>
              <a:latin typeface="华文楷体" pitchFamily="2" charset="-122"/>
              <a:ea typeface="Times New Roman" pitchFamily="18" charset="0"/>
              <a:cs typeface="华文楷体" pitchFamily="2" charset="-122"/>
            </a:endParaRPr>
          </a:p>
        </p:txBody>
      </p:sp>
      <p:sp>
        <p:nvSpPr>
          <p:cNvPr id="44074"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例：合并同心项集</a:t>
            </a:r>
          </a:p>
        </p:txBody>
      </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10</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8</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11</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4</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12</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5</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13</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7</a:t>
            </a:r>
            <a:endParaRPr lang="en-US" altLang="zh-CN" sz="2000" b="1" i="1" noProof="1">
              <a:solidFill>
                <a:srgbClr val="000000"/>
              </a:solidFill>
              <a:latin typeface="Times New Roman" pitchFamily="18" charset="0"/>
              <a:ea typeface="Times New Roman" pitchFamily="18" charset="0"/>
              <a:cs typeface="华文楷体" pitchFamily="2" charset="-122"/>
            </a:endParaRPr>
          </a:p>
        </p:txBody>
      </p:sp>
      <p:sp>
        <p:nvSpPr>
          <p:cNvPr id="68" name="矩形 48"/>
          <p:cNvSpPr>
            <a:spLocks noChangeArrowheads="1"/>
          </p:cNvSpPr>
          <p:nvPr/>
        </p:nvSpPr>
        <p:spPr bwMode="auto">
          <a:xfrm>
            <a:off x="6840538" y="1149350"/>
            <a:ext cx="1471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LALR</a:t>
            </a:r>
            <a:r>
              <a:rPr lang="zh-CN" altLang="en-US" sz="18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分析表</a:t>
            </a:r>
            <a:endParaRPr lang="zh-CN" altLang="en-US" sz="1000">
              <a:solidFill>
                <a:srgbClr val="000000"/>
              </a:solidFill>
              <a:latin typeface="Tahoma" panose="020B0604030504040204" pitchFamily="34" charset="0"/>
              <a:ea typeface="楷体" panose="02010609060101010101" pitchFamily="49" charset="-122"/>
              <a:cs typeface="Times New Roman" panose="02020603050405020304" pitchFamily="18" charset="0"/>
            </a:endParaRPr>
          </a:p>
        </p:txBody>
      </p:sp>
      <p:graphicFrame>
        <p:nvGraphicFramePr>
          <p:cNvPr id="106540" name="表格 106539"/>
          <p:cNvGraphicFramePr/>
          <p:nvPr/>
        </p:nvGraphicFramePr>
        <p:xfrm>
          <a:off x="6303963" y="1508125"/>
          <a:ext cx="2697163" cy="3390900"/>
        </p:xfrm>
        <a:graphic>
          <a:graphicData uri="http://schemas.openxmlformats.org/drawingml/2006/table">
            <a:tbl>
              <a:tblPr/>
              <a:tblGrid>
                <a:gridCol w="249238">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2">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338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287338">
                  <a:extLst>
                    <a:ext uri="{9D8B030D-6E8A-4147-A177-3AD203B41FA5}">
                      <a16:colId xmlns:a16="http://schemas.microsoft.com/office/drawing/2014/main" val="20007"/>
                    </a:ext>
                  </a:extLst>
                </a:gridCol>
              </a:tblGrid>
              <a:tr h="282575">
                <a:tc rowSpan="2">
                  <a:txBody>
                    <a:bodyPr/>
                    <a:lstStyle/>
                    <a:p>
                      <a:pPr lvl="0" algn="ctr" eaLnBrk="1" hangingPunct="1">
                        <a:buNone/>
                      </a:pPr>
                      <a:r>
                        <a:rPr lang="zh-CN" altLang="en-US" sz="1400" b="1">
                          <a:solidFill>
                            <a:srgbClr val="000000"/>
                          </a:solidFill>
                          <a:latin typeface="华文楷体" panose="02010600040101010101" pitchFamily="2" charset="-122"/>
                          <a:ea typeface="华文楷体" panose="02010600040101010101" pitchFamily="2" charset="-122"/>
                        </a:rPr>
                        <a:t>状态</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ACTION</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GOTO</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2825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id</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华文楷体" panose="02010600040101010101" pitchFamily="2" charset="-122"/>
                          <a:ea typeface="Times New Roman" panose="02020603050405020304" pitchFamily="18" charset="0"/>
                        </a:rPr>
                        <a:t>$</a:t>
                      </a:r>
                      <a:endParaRPr lang="zh-CN" altLang="en-US" sz="1400" b="1">
                        <a:latin typeface="华文楷体" panose="02010600040101010101" pitchFamily="2" charset="-122"/>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S</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L</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R</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0</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acc</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s4</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s5</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8</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dirty="0">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441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709AAB7E-C856-472C-94E1-D1C41C358B25}"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13</a:t>
            </a:fld>
            <a:endParaRPr lang="en-US" altLang="zh-CN" sz="1400" dirty="0">
              <a:solidFill>
                <a:srgbClr val="073E87"/>
              </a:solidFill>
              <a:latin typeface="Tahoma" panose="020B0604030504040204" pitchFamily="34" charset="0"/>
            </a:endParaRPr>
          </a:p>
        </p:txBody>
      </p:sp>
    </p:spTree>
    <p:extLst>
      <p:ext uri="{BB962C8B-B14F-4D97-AF65-F5344CB8AC3E}">
        <p14:creationId xmlns:p14="http://schemas.microsoft.com/office/powerpoint/2010/main" val="1446458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par>
                                <p:cTn id="10" presetID="53" presetClass="entr" presetSubtype="16" fill="hold" nodeType="withEffect">
                                  <p:stCondLst>
                                    <p:cond delay="0"/>
                                  </p:stCondLst>
                                  <p:childTnLst>
                                    <p:set>
                                      <p:cBhvr>
                                        <p:cTn id="11" dur="1" fill="hold">
                                          <p:stCondLst>
                                            <p:cond delay="0"/>
                                          </p:stCondLst>
                                        </p:cTn>
                                        <p:tgtEl>
                                          <p:spTgt spid="106540"/>
                                        </p:tgtEl>
                                        <p:attrNameLst>
                                          <p:attrName>style.visibility</p:attrName>
                                        </p:attrNameLst>
                                      </p:cBhvr>
                                      <p:to>
                                        <p:strVal val="visible"/>
                                      </p:to>
                                    </p:set>
                                    <p:anim calcmode="lin" valueType="num">
                                      <p:cBhvr>
                                        <p:cTn id="12" dur="500" fill="hold"/>
                                        <p:tgtEl>
                                          <p:spTgt spid="106540"/>
                                        </p:tgtEl>
                                        <p:attrNameLst>
                                          <p:attrName>ppt_w</p:attrName>
                                        </p:attrNameLst>
                                      </p:cBhvr>
                                      <p:tavLst>
                                        <p:tav tm="0">
                                          <p:val>
                                            <p:fltVal val="0"/>
                                          </p:val>
                                        </p:tav>
                                        <p:tav tm="100000">
                                          <p:val>
                                            <p:strVal val="#ppt_w"/>
                                          </p:val>
                                        </p:tav>
                                      </p:tavLst>
                                    </p:anim>
                                    <p:anim calcmode="lin" valueType="num">
                                      <p:cBhvr>
                                        <p:cTn id="13" dur="500" fill="hold"/>
                                        <p:tgtEl>
                                          <p:spTgt spid="106540"/>
                                        </p:tgtEl>
                                        <p:attrNameLst>
                                          <p:attrName>ppt_h</p:attrName>
                                        </p:attrNameLst>
                                      </p:cBhvr>
                                      <p:tavLst>
                                        <p:tav tm="0">
                                          <p:val>
                                            <p:fltVal val="0"/>
                                          </p:val>
                                        </p:tav>
                                        <p:tav tm="100000">
                                          <p:val>
                                            <p:strVal val="#ppt_h"/>
                                          </p:val>
                                        </p:tav>
                                      </p:tavLst>
                                    </p:anim>
                                    <p:animEffect transition="in" filter="fade">
                                      <p:cBhvr>
                                        <p:cTn id="14" dur="500"/>
                                        <p:tgtEl>
                                          <p:spTgt spid="106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07" name="Rectangle 37"/>
          <p:cNvSpPr>
            <a:spLocks noChangeArrowheads="1"/>
          </p:cNvSpPr>
          <p:nvPr/>
        </p:nvSpPr>
        <p:spPr bwMode="auto">
          <a:xfrm>
            <a:off x="177800" y="727075"/>
            <a:ext cx="2465388" cy="1558925"/>
          </a:xfrm>
          <a:prstGeom prst="rect">
            <a:avLst/>
          </a:prstGeom>
          <a:solidFill>
            <a:schemeClr val="accent5">
              <a:lumMod val="60000"/>
              <a:lumOff val="40000"/>
            </a:schemeClr>
          </a:solidFill>
          <a:ln w="12700">
            <a:solidFill>
              <a:schemeClr val="tx1"/>
            </a:solidFill>
          </a:ln>
        </p:spPr>
        <p:txBody>
          <a:bodyPr>
            <a:spAutoFit/>
          </a:bodyPr>
          <a:lstStyle/>
          <a:p>
            <a:pPr eaLnBrk="1" hangingPunct="1">
              <a:lnSpc>
                <a:spcPts val="2800"/>
              </a:lnSpc>
              <a:spcBef>
                <a:spcPct val="20000"/>
              </a:spcBef>
              <a:buClr>
                <a:srgbClr val="000000"/>
              </a:buClr>
              <a:buFont typeface="Arial" panose="020B0604020202020204" pitchFamily="34" charset="0"/>
              <a:buNone/>
              <a:defRPr/>
            </a:pPr>
            <a:r>
              <a:rPr lang="zh-CN" altLang="en-US" sz="2000" b="1" noProof="1">
                <a:solidFill>
                  <a:srgbClr val="000000"/>
                </a:solidFill>
                <a:latin typeface="Times New Roman" pitchFamily="18" charset="0"/>
                <a:ea typeface="华文楷体" pitchFamily="2" charset="-122"/>
              </a:rPr>
              <a:t>文法</a:t>
            </a:r>
            <a:endParaRPr lang="zh-CN" altLang="zh-CN" sz="2000" b="1" noProof="1">
              <a:solidFill>
                <a:srgbClr val="000000"/>
              </a:solidFill>
              <a:latin typeface="Times New Roman" pitchFamily="18" charset="0"/>
              <a:cs typeface="Times New Roman" pitchFamily="18" charset="0"/>
            </a:endParaRPr>
          </a:p>
          <a:p>
            <a:pPr eaLnBrk="1" hangingPunct="1">
              <a:lnSpc>
                <a:spcPct val="80000"/>
              </a:lnSpc>
              <a:spcBef>
                <a:spcPct val="20000"/>
              </a:spcBef>
              <a:buFont typeface="Wingdings" pitchFamily="2" charset="2"/>
              <a:buNone/>
              <a:defRPr/>
            </a:pPr>
            <a:r>
              <a:rPr lang="zh-CN" altLang="zh-CN" b="1" noProof="1">
                <a:solidFill>
                  <a:prstClr val="black"/>
                </a:solidFill>
                <a:latin typeface="Times New Roman" pitchFamily="18" charset="0"/>
                <a:ea typeface="楷体_GB2312" pitchFamily="49" charset="-122"/>
                <a:cs typeface="华文楷体" pitchFamily="2" charset="-122"/>
              </a:rPr>
              <a:t>0)</a:t>
            </a:r>
            <a:r>
              <a:rPr lang="zh-CN" altLang="zh-CN" b="1" i="1" noProof="1">
                <a:solidFill>
                  <a:srgbClr val="073E87"/>
                </a:solidFill>
                <a:latin typeface="Times New Roman" pitchFamily="18" charset="0"/>
                <a:ea typeface="Times New Roman" pitchFamily="18" charset="0"/>
                <a:cs typeface="华文楷体" pitchFamily="2" charset="-122"/>
              </a:rPr>
              <a:t> </a:t>
            </a:r>
            <a:r>
              <a:rPr lang="en-US" altLang="zh-CN" b="1" i="1" noProof="1">
                <a:solidFill>
                  <a:prstClr val="black"/>
                </a:solidFill>
                <a:latin typeface="Times New Roman" pitchFamily="18" charset="0"/>
                <a:ea typeface="Times New Roman" pitchFamily="18" charset="0"/>
                <a:cs typeface="华文楷体" pitchFamily="2" charset="-122"/>
              </a:rPr>
              <a:t>S′</a:t>
            </a:r>
            <a:r>
              <a:rPr lang="en-US" altLang="zh-CN" b="1" i="1" noProof="1">
                <a:solidFill>
                  <a:prstClr val="black"/>
                </a:solidFill>
                <a:latin typeface="Times New Roman" pitchFamily="18" charset="0"/>
                <a:ea typeface="楷体_GB2312" pitchFamily="49" charset="-122"/>
                <a:cs typeface="华文楷体" pitchFamily="2" charset="-122"/>
              </a:rPr>
              <a:t>→S</a:t>
            </a:r>
            <a:endParaRPr lang="en-US" altLang="zh-CN" b="1" i="1" noProof="1">
              <a:solidFill>
                <a:prstClr val="black"/>
              </a:solidFill>
              <a:latin typeface="Times New Roman" pitchFamily="18" charset="0"/>
              <a:ea typeface="楷体_GB2312" pitchFamily="49" charset="-122"/>
            </a:endParaRPr>
          </a:p>
          <a:p>
            <a:pPr eaLnBrk="1" hangingPunct="1">
              <a:buFont typeface="Arial" panose="020B0604020202020204" pitchFamily="34" charset="0"/>
              <a:buNone/>
              <a:defRPr/>
            </a:pPr>
            <a:r>
              <a:rPr lang="en-US" altLang="zh-CN" b="1" noProof="1">
                <a:solidFill>
                  <a:prstClr val="black"/>
                </a:solidFill>
                <a:latin typeface="Times New Roman" pitchFamily="18" charset="0"/>
                <a:cs typeface="Times New Roman" pitchFamily="18" charset="0"/>
              </a:rPr>
              <a:t>1) </a:t>
            </a:r>
            <a:r>
              <a:rPr lang="en-US" altLang="zh-CN" b="1" i="1" noProof="1">
                <a:solidFill>
                  <a:prstClr val="black"/>
                </a:solidFill>
                <a:latin typeface="Times New Roman" pitchFamily="18" charset="0"/>
                <a:cs typeface="Times New Roman" pitchFamily="18" charset="0"/>
              </a:rPr>
              <a:t>S→aAd|bBd|aBe|bAe</a:t>
            </a:r>
          </a:p>
          <a:p>
            <a:pPr eaLnBrk="1" hangingPunct="1">
              <a:buFont typeface="Arial" panose="020B0604020202020204" pitchFamily="34" charset="0"/>
              <a:buNone/>
              <a:defRPr/>
            </a:pPr>
            <a:r>
              <a:rPr lang="en-US" altLang="zh-CN" b="1" noProof="1">
                <a:solidFill>
                  <a:prstClr val="black"/>
                </a:solidFill>
                <a:latin typeface="Times New Roman" pitchFamily="18" charset="0"/>
                <a:cs typeface="Times New Roman" pitchFamily="18" charset="0"/>
              </a:rPr>
              <a:t>2) </a:t>
            </a:r>
            <a:r>
              <a:rPr lang="en-US" altLang="zh-CN" b="1" i="1" noProof="1">
                <a:solidFill>
                  <a:prstClr val="black"/>
                </a:solidFill>
                <a:latin typeface="Times New Roman" pitchFamily="18" charset="0"/>
                <a:cs typeface="Times New Roman" pitchFamily="18" charset="0"/>
              </a:rPr>
              <a:t>A→c </a:t>
            </a:r>
          </a:p>
          <a:p>
            <a:pPr eaLnBrk="1" hangingPunct="1">
              <a:buFont typeface="Arial" panose="020B0604020202020204" pitchFamily="34" charset="0"/>
              <a:buNone/>
              <a:defRPr/>
            </a:pPr>
            <a:r>
              <a:rPr lang="en-US" altLang="zh-CN" b="1" noProof="1">
                <a:solidFill>
                  <a:prstClr val="black"/>
                </a:solidFill>
                <a:latin typeface="Times New Roman" pitchFamily="18" charset="0"/>
                <a:cs typeface="Times New Roman" pitchFamily="18" charset="0"/>
              </a:rPr>
              <a:t>3) </a:t>
            </a:r>
            <a:r>
              <a:rPr lang="en-US" altLang="zh-CN" b="1" i="1" noProof="1">
                <a:solidFill>
                  <a:prstClr val="black"/>
                </a:solidFill>
                <a:latin typeface="Times New Roman" pitchFamily="18" charset="0"/>
                <a:cs typeface="Times New Roman" pitchFamily="18" charset="0"/>
              </a:rPr>
              <a:t>B→c </a:t>
            </a:r>
          </a:p>
        </p:txBody>
      </p:sp>
      <p:sp>
        <p:nvSpPr>
          <p:cNvPr id="46083" name="Rectangle 2"/>
          <p:cNvSpPr>
            <a:spLocks noGrp="1" noChangeArrowheads="1"/>
          </p:cNvSpPr>
          <p:nvPr>
            <p:ph type="title"/>
          </p:nvPr>
        </p:nvSpPr>
        <p:spPr>
          <a:xfrm>
            <a:off x="755650" y="268288"/>
            <a:ext cx="8245475" cy="344487"/>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合并同心项集时产生</a:t>
            </a:r>
            <a:r>
              <a:rPr lang="zh-CN" altLang="en-US" sz="3000">
                <a:solidFill>
                  <a:srgbClr val="2D83F4"/>
                </a:solidFill>
                <a:latin typeface="微软雅黑" panose="020B0503020204020204" pitchFamily="34" charset="-122"/>
                <a:ea typeface="微软雅黑" panose="020B0503020204020204" pitchFamily="34" charset="-122"/>
              </a:rPr>
              <a:t>归约</a:t>
            </a:r>
            <a:r>
              <a:rPr lang="en-US" altLang="zh-CN" sz="3000">
                <a:solidFill>
                  <a:srgbClr val="2D83F4"/>
                </a:solidFill>
                <a:latin typeface="微软雅黑" panose="020B0503020204020204" pitchFamily="34" charset="-122"/>
                <a:ea typeface="微软雅黑" panose="020B0503020204020204" pitchFamily="34" charset="-122"/>
              </a:rPr>
              <a:t>-</a:t>
            </a:r>
            <a:r>
              <a:rPr lang="zh-CN" altLang="en-US" sz="3000">
                <a:solidFill>
                  <a:srgbClr val="2D83F4"/>
                </a:solidFill>
                <a:latin typeface="微软雅黑" panose="020B0503020204020204" pitchFamily="34" charset="-122"/>
                <a:ea typeface="微软雅黑" panose="020B0503020204020204" pitchFamily="34" charset="-122"/>
              </a:rPr>
              <a:t>归约</a:t>
            </a:r>
            <a:r>
              <a:rPr lang="zh-CN" altLang="en-US" sz="3000">
                <a:solidFill>
                  <a:schemeClr val="tx1"/>
                </a:solidFill>
                <a:latin typeface="微软雅黑" panose="020B0503020204020204" pitchFamily="34" charset="-122"/>
                <a:ea typeface="微软雅黑" panose="020B0503020204020204" pitchFamily="34" charset="-122"/>
              </a:rPr>
              <a:t>冲突的例子</a:t>
            </a:r>
            <a:endParaRPr lang="en-US" altLang="zh-CN" sz="3000">
              <a:solidFill>
                <a:schemeClr val="tx1"/>
              </a:solidFill>
              <a:latin typeface="微软雅黑" panose="020B0503020204020204" pitchFamily="34" charset="-122"/>
              <a:ea typeface="微软雅黑" panose="020B0503020204020204" pitchFamily="34" charset="-122"/>
            </a:endParaRPr>
          </a:p>
        </p:txBody>
      </p:sp>
      <p:grpSp>
        <p:nvGrpSpPr>
          <p:cNvPr id="3" name="组合 3"/>
          <p:cNvGrpSpPr>
            <a:grpSpLocks/>
          </p:cNvGrpSpPr>
          <p:nvPr/>
        </p:nvGrpSpPr>
        <p:grpSpPr bwMode="auto">
          <a:xfrm>
            <a:off x="981075" y="682625"/>
            <a:ext cx="7867650" cy="4408488"/>
            <a:chOff x="910415" y="683096"/>
            <a:chExt cx="7867293" cy="4406612"/>
          </a:xfrm>
        </p:grpSpPr>
        <p:sp>
          <p:nvSpPr>
            <p:cNvPr id="46087" name="Text Box 5"/>
            <p:cNvSpPr txBox="1">
              <a:spLocks noChangeArrowheads="1"/>
            </p:cNvSpPr>
            <p:nvPr/>
          </p:nvSpPr>
          <p:spPr bwMode="auto">
            <a:xfrm>
              <a:off x="910415" y="2392106"/>
              <a:ext cx="1496945" cy="1845476"/>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·aAd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·bBd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aBe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bAe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6088" name="Text Box 6"/>
            <p:cNvSpPr txBox="1">
              <a:spLocks noChangeArrowheads="1"/>
            </p:cNvSpPr>
            <p:nvPr/>
          </p:nvSpPr>
          <p:spPr bwMode="auto">
            <a:xfrm>
              <a:off x="2896288" y="916360"/>
              <a:ext cx="1535042" cy="706136"/>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S ·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6089" name="Line 7"/>
            <p:cNvSpPr>
              <a:spLocks noChangeShapeType="1"/>
            </p:cNvSpPr>
            <p:nvPr/>
          </p:nvSpPr>
          <p:spPr bwMode="auto">
            <a:xfrm flipV="1">
              <a:off x="2437181" y="1611784"/>
              <a:ext cx="439925" cy="118263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32" name="Text Box 8"/>
            <p:cNvSpPr txBox="1">
              <a:spLocks noChangeArrowheads="1"/>
            </p:cNvSpPr>
            <p:nvPr/>
          </p:nvSpPr>
          <p:spPr bwMode="auto">
            <a:xfrm>
              <a:off x="2896288" y="1708185"/>
              <a:ext cx="1530281" cy="163125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2</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Ad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defRPr/>
              </a:pPr>
              <a:r>
                <a:rPr kumimoji="1" lang="en-US" altLang="zh-CN" sz="2000" b="1" i="1">
                  <a:solidFill>
                    <a:prstClr val="black"/>
                  </a:solidFill>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Be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defRPr/>
              </a:pPr>
              <a:r>
                <a:rPr kumimoji="1" lang="en-US" altLang="zh-CN" sz="2000" b="1" i="1">
                  <a:solidFill>
                    <a:prstClr val="black"/>
                  </a:solidFill>
                  <a:latin typeface="Times New Roman" panose="02020603050405020304" pitchFamily="18" charset="0"/>
                </a:rPr>
                <a:t>A→</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prstClr val="black"/>
                  </a:solidFill>
                  <a:latin typeface="Times New Roman" panose="02020603050405020304" pitchFamily="18" charset="0"/>
                </a:rPr>
                <a:t>c , d</a:t>
              </a:r>
            </a:p>
            <a:p>
              <a:pPr>
                <a:defRPr/>
              </a:pPr>
              <a:r>
                <a:rPr kumimoji="1" lang="en-US" altLang="zh-CN" sz="2000" b="1" i="1">
                  <a:solidFill>
                    <a:prstClr val="black"/>
                  </a:solidFill>
                  <a:latin typeface="Times New Roman" panose="02020603050405020304" pitchFamily="18" charset="0"/>
                </a:rPr>
                <a:t>B→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c , e</a:t>
              </a:r>
            </a:p>
          </p:txBody>
        </p:sp>
        <p:sp>
          <p:nvSpPr>
            <p:cNvPr id="46091" name="Line 9"/>
            <p:cNvSpPr>
              <a:spLocks noChangeShapeType="1"/>
            </p:cNvSpPr>
            <p:nvPr/>
          </p:nvSpPr>
          <p:spPr bwMode="auto">
            <a:xfrm flipV="1">
              <a:off x="2408502" y="3219637"/>
              <a:ext cx="50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2" name="Text Box 10"/>
            <p:cNvSpPr txBox="1">
              <a:spLocks noChangeArrowheads="1"/>
            </p:cNvSpPr>
            <p:nvPr/>
          </p:nvSpPr>
          <p:spPr bwMode="auto">
            <a:xfrm>
              <a:off x="2436889" y="2859690"/>
              <a:ext cx="50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a</a:t>
              </a:r>
            </a:p>
          </p:txBody>
        </p:sp>
        <p:sp>
          <p:nvSpPr>
            <p:cNvPr id="103435" name="Text Box 14"/>
            <p:cNvSpPr txBox="1">
              <a:spLocks noChangeArrowheads="1"/>
            </p:cNvSpPr>
            <p:nvPr/>
          </p:nvSpPr>
          <p:spPr bwMode="auto">
            <a:xfrm>
              <a:off x="2897875" y="3436237"/>
              <a:ext cx="1528694" cy="163125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3</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S→ b</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Bd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defRPr/>
              </a:pPr>
              <a:r>
                <a:rPr kumimoji="1" lang="en-US" altLang="zh-CN" sz="2000" b="1" i="1">
                  <a:solidFill>
                    <a:prstClr val="black"/>
                  </a:solidFill>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Ae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defRPr/>
              </a:pPr>
              <a:r>
                <a:rPr kumimoji="1" lang="en-US" altLang="zh-CN" sz="2000" b="1" i="1">
                  <a:solidFill>
                    <a:prstClr val="black"/>
                  </a:solidFill>
                  <a:latin typeface="Times New Roman" panose="02020603050405020304" pitchFamily="18" charset="0"/>
                </a:rPr>
                <a:t>B→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c , d</a:t>
              </a:r>
            </a:p>
            <a:p>
              <a:pPr>
                <a:defRPr/>
              </a:pPr>
              <a:r>
                <a:rPr kumimoji="1" lang="en-US" altLang="zh-CN" sz="2000" b="1" i="1">
                  <a:solidFill>
                    <a:prstClr val="black"/>
                  </a:solidFill>
                  <a:latin typeface="Times New Roman" panose="02020603050405020304" pitchFamily="18" charset="0"/>
                </a:rPr>
                <a:t>A→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c , e</a:t>
              </a:r>
            </a:p>
          </p:txBody>
        </p:sp>
        <p:sp>
          <p:nvSpPr>
            <p:cNvPr id="46094" name="Text Box 16"/>
            <p:cNvSpPr txBox="1">
              <a:spLocks noChangeArrowheads="1"/>
            </p:cNvSpPr>
            <p:nvPr/>
          </p:nvSpPr>
          <p:spPr bwMode="auto">
            <a:xfrm>
              <a:off x="2412469" y="37235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b</a:t>
              </a:r>
              <a:endParaRPr lang="zh-CN" altLang="en-US" sz="2000" b="1" i="1">
                <a:solidFill>
                  <a:srgbClr val="000000"/>
                </a:solidFill>
                <a:latin typeface="Times New Roman" panose="02020603050405020304" pitchFamily="18" charset="0"/>
              </a:endParaRPr>
            </a:p>
          </p:txBody>
        </p:sp>
        <p:sp>
          <p:nvSpPr>
            <p:cNvPr id="103437" name="Text Box 18"/>
            <p:cNvSpPr txBox="1">
              <a:spLocks noChangeArrowheads="1"/>
            </p:cNvSpPr>
            <p:nvPr/>
          </p:nvSpPr>
          <p:spPr bwMode="auto">
            <a:xfrm>
              <a:off x="5201233" y="683096"/>
              <a:ext cx="1517581"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4</a:t>
              </a:r>
              <a:r>
                <a:rPr kumimoji="1" lang="en-US" altLang="zh-CN" sz="2000" b="1">
                  <a:solidFill>
                    <a:prstClr val="black"/>
                  </a:solidFill>
                  <a:latin typeface="Times New Roman" panose="02020603050405020304" pitchFamily="18" charset="0"/>
                </a:rPr>
                <a:t>:</a:t>
              </a:r>
            </a:p>
            <a:p>
              <a:pPr>
                <a:lnSpc>
                  <a:spcPts val="2000"/>
                </a:lnSpc>
                <a:defRPr/>
              </a:pPr>
              <a:r>
                <a:rPr kumimoji="1" lang="en-US" altLang="zh-CN" sz="2000" b="1" i="1">
                  <a:solidFill>
                    <a:prstClr val="black"/>
                  </a:solidFill>
                  <a:latin typeface="Times New Roman" panose="02020603050405020304" pitchFamily="18" charset="0"/>
                </a:rPr>
                <a:t>S→ aA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d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096" name="Line 19"/>
            <p:cNvSpPr>
              <a:spLocks noChangeShapeType="1"/>
            </p:cNvSpPr>
            <p:nvPr/>
          </p:nvSpPr>
          <p:spPr bwMode="auto">
            <a:xfrm flipV="1">
              <a:off x="4426199" y="1002453"/>
              <a:ext cx="781357" cy="101057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7" name="Text Box 20"/>
            <p:cNvSpPr txBox="1">
              <a:spLocks noChangeArrowheads="1"/>
            </p:cNvSpPr>
            <p:nvPr/>
          </p:nvSpPr>
          <p:spPr bwMode="auto">
            <a:xfrm>
              <a:off x="4475435" y="1203934"/>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A</a:t>
              </a:r>
            </a:p>
          </p:txBody>
        </p:sp>
        <p:sp>
          <p:nvSpPr>
            <p:cNvPr id="103440" name="Text Box 21"/>
            <p:cNvSpPr txBox="1">
              <a:spLocks noChangeArrowheads="1"/>
            </p:cNvSpPr>
            <p:nvPr/>
          </p:nvSpPr>
          <p:spPr bwMode="auto">
            <a:xfrm>
              <a:off x="5256793" y="1347976"/>
              <a:ext cx="1449322"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5</a:t>
              </a:r>
              <a:r>
                <a:rPr kumimoji="1" lang="en-US" altLang="zh-CN" sz="2000" b="1">
                  <a:solidFill>
                    <a:prstClr val="black"/>
                  </a:solidFill>
                  <a:latin typeface="Times New Roman" panose="02020603050405020304" pitchFamily="18" charset="0"/>
                </a:rPr>
                <a:t>:</a:t>
              </a:r>
            </a:p>
            <a:p>
              <a:pPr>
                <a:lnSpc>
                  <a:spcPts val="2000"/>
                </a:lnSpc>
                <a:defRPr/>
              </a:pPr>
              <a:r>
                <a:rPr kumimoji="1" lang="en-US" altLang="zh-CN" sz="2000" b="1" i="1">
                  <a:solidFill>
                    <a:prstClr val="black"/>
                  </a:solidFill>
                  <a:latin typeface="Times New Roman" panose="02020603050405020304" pitchFamily="18" charset="0"/>
                </a:rPr>
                <a:t>S→ aB</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prstClr val="black"/>
                  </a:solidFill>
                  <a:latin typeface="Times New Roman" panose="02020603050405020304" pitchFamily="18" charset="0"/>
                </a:rPr>
                <a:t>e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099" name="Line 22"/>
            <p:cNvSpPr>
              <a:spLocks noChangeShapeType="1"/>
            </p:cNvSpPr>
            <p:nvPr/>
          </p:nvSpPr>
          <p:spPr bwMode="auto">
            <a:xfrm flipV="1">
              <a:off x="4423919" y="1666780"/>
              <a:ext cx="868893" cy="7922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00" name="Text Box 23"/>
            <p:cNvSpPr txBox="1">
              <a:spLocks noChangeArrowheads="1"/>
            </p:cNvSpPr>
            <p:nvPr/>
          </p:nvSpPr>
          <p:spPr bwMode="auto">
            <a:xfrm>
              <a:off x="4440545" y="1860877"/>
              <a:ext cx="457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B</a:t>
              </a:r>
            </a:p>
          </p:txBody>
        </p:sp>
        <p:sp>
          <p:nvSpPr>
            <p:cNvPr id="103443" name="Text Box 24"/>
            <p:cNvSpPr txBox="1">
              <a:spLocks noChangeArrowheads="1"/>
            </p:cNvSpPr>
            <p:nvPr/>
          </p:nvSpPr>
          <p:spPr bwMode="auto">
            <a:xfrm>
              <a:off x="5283780" y="1995400"/>
              <a:ext cx="1438210" cy="8616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6</a:t>
              </a:r>
              <a:r>
                <a:rPr kumimoji="1" lang="en-US" altLang="zh-CN" sz="2000" b="1">
                  <a:solidFill>
                    <a:prstClr val="black"/>
                  </a:solidFill>
                  <a:latin typeface="Times New Roman" panose="02020603050405020304" pitchFamily="18" charset="0"/>
                </a:rPr>
                <a:t>:</a:t>
              </a:r>
            </a:p>
            <a:p>
              <a:pPr>
                <a:lnSpc>
                  <a:spcPts val="2000"/>
                </a:lnSpc>
                <a:defRPr/>
              </a:pPr>
              <a:r>
                <a:rPr kumimoji="1" lang="en-US" altLang="zh-CN" sz="2000" b="1" i="1">
                  <a:solidFill>
                    <a:srgbClr val="FF0000"/>
                  </a:solidFill>
                  <a:latin typeface="Times New Roman" panose="02020603050405020304" pitchFamily="18" charset="0"/>
                </a:rPr>
                <a:t>A→ c</a:t>
              </a:r>
              <a:r>
                <a:rPr lang="en-US" altLang="zh-CN" sz="2000" b="1" i="1">
                  <a:solidFill>
                    <a:srgbClr val="FF0000"/>
                  </a:solidFill>
                  <a:latin typeface="Times New Roman" panose="02020603050405020304" pitchFamily="18" charset="0"/>
                  <a:cs typeface="Times New Roman" panose="02020603050405020304" pitchFamily="18" charset="0"/>
                </a:rPr>
                <a:t> ·</a:t>
              </a:r>
              <a:r>
                <a:rPr kumimoji="1" lang="en-US" altLang="zh-CN" sz="2000" b="1" i="1">
                  <a:solidFill>
                    <a:srgbClr val="FF0000"/>
                  </a:solidFill>
                  <a:latin typeface="Times New Roman" panose="02020603050405020304" pitchFamily="18" charset="0"/>
                </a:rPr>
                <a:t> , d</a:t>
              </a:r>
            </a:p>
            <a:p>
              <a:pPr>
                <a:lnSpc>
                  <a:spcPts val="2000"/>
                </a:lnSpc>
                <a:defRPr/>
              </a:pPr>
              <a:r>
                <a:rPr kumimoji="1" lang="en-US" altLang="zh-CN" sz="2000" b="1" i="1">
                  <a:solidFill>
                    <a:srgbClr val="FF0000"/>
                  </a:solidFill>
                  <a:latin typeface="Times New Roman" panose="02020603050405020304" pitchFamily="18" charset="0"/>
                </a:rPr>
                <a:t>B→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e</a:t>
              </a:r>
            </a:p>
          </p:txBody>
        </p:sp>
        <p:sp>
          <p:nvSpPr>
            <p:cNvPr id="46102" name="Line 25"/>
            <p:cNvSpPr>
              <a:spLocks noChangeShapeType="1"/>
            </p:cNvSpPr>
            <p:nvPr/>
          </p:nvSpPr>
          <p:spPr bwMode="auto">
            <a:xfrm flipV="1">
              <a:off x="4426198" y="2643722"/>
              <a:ext cx="857309" cy="79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03" name="Text Box 26"/>
            <p:cNvSpPr txBox="1">
              <a:spLocks noChangeArrowheads="1"/>
            </p:cNvSpPr>
            <p:nvPr/>
          </p:nvSpPr>
          <p:spPr bwMode="auto">
            <a:xfrm>
              <a:off x="4479631" y="2315662"/>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c</a:t>
              </a:r>
            </a:p>
          </p:txBody>
        </p:sp>
        <p:sp>
          <p:nvSpPr>
            <p:cNvPr id="103446" name="Text Box 27"/>
            <p:cNvSpPr txBox="1">
              <a:spLocks noChangeArrowheads="1"/>
            </p:cNvSpPr>
            <p:nvPr/>
          </p:nvSpPr>
          <p:spPr bwMode="auto">
            <a:xfrm>
              <a:off x="7249015" y="711659"/>
              <a:ext cx="1523931" cy="7045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10</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S→ aAd</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105" name="Line 28"/>
            <p:cNvSpPr>
              <a:spLocks noChangeShapeType="1"/>
            </p:cNvSpPr>
            <p:nvPr/>
          </p:nvSpPr>
          <p:spPr bwMode="auto">
            <a:xfrm flipV="1">
              <a:off x="6732754" y="1131945"/>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06" name="Text Box 29"/>
            <p:cNvSpPr txBox="1">
              <a:spLocks noChangeArrowheads="1"/>
            </p:cNvSpPr>
            <p:nvPr/>
          </p:nvSpPr>
          <p:spPr bwMode="auto">
            <a:xfrm>
              <a:off x="6754077" y="737071"/>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d</a:t>
              </a:r>
            </a:p>
          </p:txBody>
        </p:sp>
        <p:sp>
          <p:nvSpPr>
            <p:cNvPr id="46107" name="Text Box 33"/>
            <p:cNvSpPr txBox="1">
              <a:spLocks noChangeArrowheads="1"/>
            </p:cNvSpPr>
            <p:nvPr/>
          </p:nvSpPr>
          <p:spPr bwMode="auto">
            <a:xfrm>
              <a:off x="2494740" y="23638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46108" name="Line 41"/>
            <p:cNvSpPr>
              <a:spLocks noChangeShapeType="1"/>
            </p:cNvSpPr>
            <p:nvPr/>
          </p:nvSpPr>
          <p:spPr bwMode="auto">
            <a:xfrm>
              <a:off x="2392670" y="4083509"/>
              <a:ext cx="522287" cy="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51" name="Text Box 18"/>
            <p:cNvSpPr txBox="1">
              <a:spLocks noChangeArrowheads="1"/>
            </p:cNvSpPr>
            <p:nvPr/>
          </p:nvSpPr>
          <p:spPr bwMode="auto">
            <a:xfrm>
              <a:off x="5271080" y="2931627"/>
              <a:ext cx="1482658"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7</a:t>
              </a:r>
              <a:r>
                <a:rPr kumimoji="1" lang="en-US" altLang="zh-CN" sz="2000" b="1">
                  <a:solidFill>
                    <a:prstClr val="black"/>
                  </a:solidFill>
                  <a:latin typeface="Times New Roman" panose="02020603050405020304" pitchFamily="18" charset="0"/>
                </a:rPr>
                <a:t>:</a:t>
              </a:r>
            </a:p>
            <a:p>
              <a:pPr>
                <a:lnSpc>
                  <a:spcPts val="2000"/>
                </a:lnSpc>
                <a:defRPr/>
              </a:pPr>
              <a:r>
                <a:rPr kumimoji="1" lang="en-US" altLang="zh-CN" sz="2000" b="1" i="1">
                  <a:solidFill>
                    <a:prstClr val="black"/>
                  </a:solidFill>
                  <a:latin typeface="Times New Roman" panose="02020603050405020304" pitchFamily="18" charset="0"/>
                </a:rPr>
                <a:t>S→ bB</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prstClr val="black"/>
                  </a:solidFill>
                  <a:latin typeface="Times New Roman" panose="02020603050405020304" pitchFamily="18" charset="0"/>
                </a:rPr>
                <a:t>d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110" name="Line 19"/>
            <p:cNvSpPr>
              <a:spLocks noChangeShapeType="1"/>
            </p:cNvSpPr>
            <p:nvPr/>
          </p:nvSpPr>
          <p:spPr bwMode="auto">
            <a:xfrm flipV="1">
              <a:off x="4455524" y="3405700"/>
              <a:ext cx="827983" cy="15905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11" name="Text Box 20"/>
            <p:cNvSpPr txBox="1">
              <a:spLocks noChangeArrowheads="1"/>
            </p:cNvSpPr>
            <p:nvPr/>
          </p:nvSpPr>
          <p:spPr bwMode="auto">
            <a:xfrm>
              <a:off x="4423918" y="3156161"/>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B</a:t>
              </a:r>
            </a:p>
          </p:txBody>
        </p:sp>
        <p:sp>
          <p:nvSpPr>
            <p:cNvPr id="103454" name="Text Box 21"/>
            <p:cNvSpPr txBox="1">
              <a:spLocks noChangeArrowheads="1"/>
            </p:cNvSpPr>
            <p:nvPr/>
          </p:nvSpPr>
          <p:spPr bwMode="auto">
            <a:xfrm>
              <a:off x="5272667" y="3580637"/>
              <a:ext cx="1449322"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8</a:t>
              </a:r>
              <a:r>
                <a:rPr kumimoji="1" lang="en-US" altLang="zh-CN" sz="2000" b="1">
                  <a:solidFill>
                    <a:prstClr val="black"/>
                  </a:solidFill>
                  <a:latin typeface="Times New Roman" panose="02020603050405020304" pitchFamily="18" charset="0"/>
                </a:rPr>
                <a:t>:</a:t>
              </a:r>
            </a:p>
            <a:p>
              <a:pPr>
                <a:lnSpc>
                  <a:spcPts val="2000"/>
                </a:lnSpc>
                <a:defRPr/>
              </a:pPr>
              <a:r>
                <a:rPr kumimoji="1" lang="en-US" altLang="zh-CN" sz="2000" b="1" i="1">
                  <a:solidFill>
                    <a:prstClr val="black"/>
                  </a:solidFill>
                  <a:latin typeface="Times New Roman" panose="02020603050405020304" pitchFamily="18" charset="0"/>
                </a:rPr>
                <a:t>S→ aA</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prstClr val="black"/>
                  </a:solidFill>
                  <a:latin typeface="Times New Roman" panose="02020603050405020304" pitchFamily="18" charset="0"/>
                </a:rPr>
                <a:t>e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113" name="Line 22"/>
            <p:cNvSpPr>
              <a:spLocks noChangeShapeType="1"/>
            </p:cNvSpPr>
            <p:nvPr/>
          </p:nvSpPr>
          <p:spPr bwMode="auto">
            <a:xfrm flipV="1">
              <a:off x="4455524" y="4011520"/>
              <a:ext cx="80496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14" name="Text Box 23"/>
            <p:cNvSpPr txBox="1">
              <a:spLocks noChangeArrowheads="1"/>
            </p:cNvSpPr>
            <p:nvPr/>
          </p:nvSpPr>
          <p:spPr bwMode="auto">
            <a:xfrm>
              <a:off x="4403430" y="3651573"/>
              <a:ext cx="4572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A</a:t>
              </a:r>
            </a:p>
          </p:txBody>
        </p:sp>
        <p:sp>
          <p:nvSpPr>
            <p:cNvPr id="103457" name="Text Box 24"/>
            <p:cNvSpPr txBox="1">
              <a:spLocks noChangeArrowheads="1"/>
            </p:cNvSpPr>
            <p:nvPr/>
          </p:nvSpPr>
          <p:spPr bwMode="auto">
            <a:xfrm>
              <a:off x="5283780" y="4228062"/>
              <a:ext cx="1438210" cy="86164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9</a:t>
              </a:r>
              <a:r>
                <a:rPr kumimoji="1" lang="en-US" altLang="zh-CN" sz="2000" b="1">
                  <a:solidFill>
                    <a:prstClr val="black"/>
                  </a:solidFill>
                  <a:latin typeface="Times New Roman" panose="02020603050405020304" pitchFamily="18" charset="0"/>
                </a:rPr>
                <a:t>:</a:t>
              </a:r>
            </a:p>
            <a:p>
              <a:pPr>
                <a:lnSpc>
                  <a:spcPts val="2000"/>
                </a:lnSpc>
                <a:defRPr/>
              </a:pPr>
              <a:r>
                <a:rPr kumimoji="1" lang="en-US" altLang="zh-CN" sz="2000" b="1" i="1">
                  <a:solidFill>
                    <a:srgbClr val="FF0000"/>
                  </a:solidFill>
                  <a:latin typeface="Times New Roman" panose="02020603050405020304" pitchFamily="18" charset="0"/>
                </a:rPr>
                <a:t>B→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d</a:t>
              </a:r>
            </a:p>
            <a:p>
              <a:pPr>
                <a:lnSpc>
                  <a:spcPts val="2000"/>
                </a:lnSpc>
                <a:defRPr/>
              </a:pPr>
              <a:r>
                <a:rPr kumimoji="1" lang="en-US" altLang="zh-CN" sz="2000" b="1" i="1">
                  <a:solidFill>
                    <a:srgbClr val="FF0000"/>
                  </a:solidFill>
                  <a:latin typeface="Times New Roman" panose="02020603050405020304" pitchFamily="18" charset="0"/>
                </a:rPr>
                <a:t>A→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e</a:t>
              </a:r>
            </a:p>
          </p:txBody>
        </p:sp>
        <p:sp>
          <p:nvSpPr>
            <p:cNvPr id="46116" name="Line 25"/>
            <p:cNvSpPr>
              <a:spLocks noChangeShapeType="1"/>
            </p:cNvSpPr>
            <p:nvPr/>
          </p:nvSpPr>
          <p:spPr bwMode="auto">
            <a:xfrm>
              <a:off x="4440545" y="4907558"/>
              <a:ext cx="85724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17" name="Text Box 26"/>
            <p:cNvSpPr txBox="1">
              <a:spLocks noChangeArrowheads="1"/>
            </p:cNvSpPr>
            <p:nvPr/>
          </p:nvSpPr>
          <p:spPr bwMode="auto">
            <a:xfrm>
              <a:off x="4425694" y="4547332"/>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c</a:t>
              </a:r>
            </a:p>
          </p:txBody>
        </p:sp>
        <p:sp>
          <p:nvSpPr>
            <p:cNvPr id="103460" name="Text Box 27"/>
            <p:cNvSpPr txBox="1">
              <a:spLocks noChangeArrowheads="1"/>
            </p:cNvSpPr>
            <p:nvPr/>
          </p:nvSpPr>
          <p:spPr bwMode="auto">
            <a:xfrm>
              <a:off x="7249015" y="1505071"/>
              <a:ext cx="1523931"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11</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S→ aBe</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119" name="Line 28"/>
            <p:cNvSpPr>
              <a:spLocks noChangeShapeType="1"/>
            </p:cNvSpPr>
            <p:nvPr/>
          </p:nvSpPr>
          <p:spPr bwMode="auto">
            <a:xfrm flipV="1">
              <a:off x="6692164" y="1779849"/>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20" name="Text Box 29"/>
            <p:cNvSpPr txBox="1">
              <a:spLocks noChangeArrowheads="1"/>
            </p:cNvSpPr>
            <p:nvPr/>
          </p:nvSpPr>
          <p:spPr bwMode="auto">
            <a:xfrm>
              <a:off x="6755665" y="141990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103463" name="Text Box 27"/>
            <p:cNvSpPr txBox="1">
              <a:spLocks noChangeArrowheads="1"/>
            </p:cNvSpPr>
            <p:nvPr/>
          </p:nvSpPr>
          <p:spPr bwMode="auto">
            <a:xfrm>
              <a:off x="7263302" y="2355609"/>
              <a:ext cx="1509644"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12</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S→ bBd</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122" name="Line 28"/>
            <p:cNvSpPr>
              <a:spLocks noChangeShapeType="1"/>
            </p:cNvSpPr>
            <p:nvPr/>
          </p:nvSpPr>
          <p:spPr bwMode="auto">
            <a:xfrm flipV="1">
              <a:off x="6775392" y="3003669"/>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23" name="Text Box 29"/>
            <p:cNvSpPr txBox="1">
              <a:spLocks noChangeArrowheads="1"/>
            </p:cNvSpPr>
            <p:nvPr/>
          </p:nvSpPr>
          <p:spPr bwMode="auto">
            <a:xfrm>
              <a:off x="6775392" y="264372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d</a:t>
              </a:r>
            </a:p>
          </p:txBody>
        </p:sp>
        <p:sp>
          <p:nvSpPr>
            <p:cNvPr id="103466" name="Text Box 27"/>
            <p:cNvSpPr txBox="1">
              <a:spLocks noChangeArrowheads="1"/>
            </p:cNvSpPr>
            <p:nvPr/>
          </p:nvSpPr>
          <p:spPr bwMode="auto">
            <a:xfrm>
              <a:off x="7249015" y="3147435"/>
              <a:ext cx="1528693"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13</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S→ aAe</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46125" name="Line 28"/>
            <p:cNvSpPr>
              <a:spLocks noChangeShapeType="1"/>
            </p:cNvSpPr>
            <p:nvPr/>
          </p:nvSpPr>
          <p:spPr bwMode="auto">
            <a:xfrm flipV="1">
              <a:off x="6742965" y="3723562"/>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26" name="Text Box 29"/>
            <p:cNvSpPr txBox="1">
              <a:spLocks noChangeArrowheads="1"/>
            </p:cNvSpPr>
            <p:nvPr/>
          </p:nvSpPr>
          <p:spPr bwMode="auto">
            <a:xfrm>
              <a:off x="6819165" y="336361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grpSp>
      <p:sp>
        <p:nvSpPr>
          <p:cNvPr id="2" name="矩形 1"/>
          <p:cNvSpPr>
            <a:spLocks noChangeArrowheads="1"/>
          </p:cNvSpPr>
          <p:nvPr/>
        </p:nvSpPr>
        <p:spPr bwMode="auto">
          <a:xfrm>
            <a:off x="7164388" y="4011613"/>
            <a:ext cx="1836737" cy="1016000"/>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Font typeface="Arial" panose="020B0604020202020204" pitchFamily="34" charset="0"/>
              <a:buNone/>
              <a:defRPr/>
            </a:pPr>
            <a:r>
              <a:rPr lang="zh-CN" altLang="en-US" sz="2000" b="1" noProof="1">
                <a:solidFill>
                  <a:prstClr val="black"/>
                </a:solidFill>
                <a:latin typeface="Times New Roman" panose="02020603050405020304" pitchFamily="18" charset="0"/>
                <a:ea typeface="楷体" panose="02010609060101010101" pitchFamily="49" charset="-122"/>
                <a:cs typeface="+mn-ea"/>
              </a:rPr>
              <a:t>合并同心项集不会产生移进</a:t>
            </a:r>
            <a:r>
              <a:rPr lang="en-US" altLang="zh-CN" sz="2000" b="1" noProof="1">
                <a:solidFill>
                  <a:prstClr val="black"/>
                </a:solidFill>
                <a:latin typeface="Times New Roman" panose="02020603050405020304" pitchFamily="18" charset="0"/>
                <a:ea typeface="Times New Roman" panose="02020603050405020304" pitchFamily="18" charset="0"/>
                <a:cs typeface="+mn-ea"/>
              </a:rPr>
              <a:t>-</a:t>
            </a:r>
            <a:r>
              <a:rPr lang="zh-CN" altLang="en-US" sz="2000" b="1" noProof="1">
                <a:solidFill>
                  <a:prstClr val="black"/>
                </a:solidFill>
                <a:latin typeface="Times New Roman" panose="02020603050405020304" pitchFamily="18" charset="0"/>
                <a:ea typeface="楷体" panose="02010609060101010101" pitchFamily="49" charset="-122"/>
                <a:cs typeface="+mn-ea"/>
              </a:rPr>
              <a:t>归约冲突</a:t>
            </a:r>
            <a:endParaRPr lang="zh-CN" altLang="en-US" sz="1400" b="1" noProof="1">
              <a:solidFill>
                <a:prstClr val="black"/>
              </a:solidFill>
              <a:ea typeface="楷体" panose="02010609060101010101" pitchFamily="49" charset="-122"/>
            </a:endParaRPr>
          </a:p>
        </p:txBody>
      </p:sp>
      <p:sp>
        <p:nvSpPr>
          <p:cNvPr id="46086" name="灯片编号占位符 3"/>
          <p:cNvSpPr>
            <a:spLocks noGrp="1"/>
          </p:cNvSpPr>
          <p:nvPr>
            <p:ph type="sldNum" sz="quarter" idx="12"/>
          </p:nvPr>
        </p:nvSpPr>
        <p:spPr bwMode="auto">
          <a:xfrm>
            <a:off x="8046510" y="245269"/>
            <a:ext cx="1162050" cy="273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5FC41F3C-F240-4EFE-B66B-12B23277A9D5}"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14</a:t>
            </a:fld>
            <a:endParaRPr lang="en-US" altLang="zh-CN" sz="1400" dirty="0">
              <a:solidFill>
                <a:srgbClr val="073E87"/>
              </a:solidFill>
              <a:latin typeface="Tahoma" panose="020B0604030504040204" pitchFamily="34" charset="0"/>
            </a:endParaRPr>
          </a:p>
        </p:txBody>
      </p:sp>
    </p:spTree>
    <p:extLst>
      <p:ext uri="{BB962C8B-B14F-4D97-AF65-F5344CB8AC3E}">
        <p14:creationId xmlns:p14="http://schemas.microsoft.com/office/powerpoint/2010/main" val="2886158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755650" y="484188"/>
            <a:ext cx="7931150" cy="358775"/>
          </a:xfrm>
        </p:spPr>
        <p:txBody>
          <a:bodyPr/>
          <a:lstStyle/>
          <a:p>
            <a:pPr eaLnBrk="1" hangingPunct="1"/>
            <a:r>
              <a:rPr lang="zh-CN" altLang="en-US" sz="2800" dirty="0">
                <a:solidFill>
                  <a:schemeClr val="tx1"/>
                </a:solidFill>
                <a:latin typeface="微软雅黑" panose="020B0503020204020204" pitchFamily="34" charset="-122"/>
                <a:ea typeface="微软雅黑" panose="020B0503020204020204" pitchFamily="34" charset="-122"/>
              </a:rPr>
              <a:t>合并同心项集后，虽然不产生冲突，但可能会</a:t>
            </a:r>
            <a:br>
              <a:rPr lang="zh-CN" altLang="en-US" sz="2800" dirty="0">
                <a:solidFill>
                  <a:schemeClr val="tx1"/>
                </a:solidFill>
                <a:latin typeface="微软雅黑" panose="020B0503020204020204" pitchFamily="34" charset="-122"/>
                <a:ea typeface="微软雅黑" panose="020B0503020204020204" pitchFamily="34" charset="-122"/>
              </a:rPr>
            </a:br>
            <a:r>
              <a:rPr lang="zh-CN" altLang="en-US" sz="2800" dirty="0">
                <a:solidFill>
                  <a:schemeClr val="hlink"/>
                </a:solidFill>
                <a:latin typeface="微软雅黑" panose="020B0503020204020204" pitchFamily="34" charset="-122"/>
                <a:ea typeface="微软雅黑" panose="020B0503020204020204" pitchFamily="34" charset="-122"/>
              </a:rPr>
              <a:t>推迟错误的发现</a:t>
            </a:r>
          </a:p>
        </p:txBody>
      </p:sp>
      <p:sp>
        <p:nvSpPr>
          <p:cNvPr id="352373" name="Rectangle 117"/>
          <p:cNvSpPr>
            <a:spLocks noChangeArrowheads="1"/>
          </p:cNvSpPr>
          <p:nvPr/>
        </p:nvSpPr>
        <p:spPr bwMode="auto">
          <a:xfrm>
            <a:off x="4067175" y="4449763"/>
            <a:ext cx="4613275" cy="638175"/>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buFont typeface="Arial" panose="020B0604020202020204" pitchFamily="34" charset="0"/>
              <a:buNone/>
              <a:defRPr/>
            </a:pPr>
            <a:r>
              <a:rPr lang="en-US" altLang="zh-CN" sz="2000" b="1" i="1" noProof="1">
                <a:solidFill>
                  <a:prstClr val="black"/>
                </a:solidFill>
                <a:latin typeface="Times New Roman" pitchFamily="18" charset="0"/>
                <a:ea typeface="Times New Roman" pitchFamily="18" charset="0"/>
                <a:cs typeface="华文楷体" pitchFamily="2" charset="-122"/>
              </a:rPr>
              <a:t>LALR</a:t>
            </a:r>
            <a:r>
              <a:rPr lang="zh-CN" altLang="en-US" sz="2000" b="1" noProof="1">
                <a:solidFill>
                  <a:prstClr val="black"/>
                </a:solidFill>
                <a:latin typeface="Times New Roman" pitchFamily="18" charset="0"/>
                <a:ea typeface="楷体" pitchFamily="49" charset="-122"/>
                <a:cs typeface="华文楷体" pitchFamily="2" charset="-122"/>
              </a:rPr>
              <a:t>分析法可能会作多余的归约动作，</a:t>
            </a:r>
            <a:endParaRPr lang="zh-CN" altLang="en-US" sz="2000" b="1" noProof="1">
              <a:solidFill>
                <a:prstClr val="black"/>
              </a:solidFill>
              <a:latin typeface="Times New Roman" pitchFamily="18" charset="0"/>
              <a:ea typeface="楷体" pitchFamily="49" charset="-122"/>
            </a:endParaRPr>
          </a:p>
          <a:p>
            <a:pPr eaLnBrk="1" hangingPunct="1">
              <a:buFont typeface="Arial" panose="020B0604020202020204" pitchFamily="34" charset="0"/>
              <a:buNone/>
              <a:defRPr/>
            </a:pPr>
            <a:r>
              <a:rPr lang="zh-CN" altLang="en-US" sz="2000" b="1" noProof="1">
                <a:solidFill>
                  <a:prstClr val="black"/>
                </a:solidFill>
                <a:latin typeface="Times New Roman" pitchFamily="18" charset="0"/>
                <a:ea typeface="楷体" pitchFamily="49" charset="-122"/>
              </a:rPr>
              <a:t>但绝不会作错误的移进操作</a:t>
            </a:r>
            <a:endParaRPr lang="zh-CN" altLang="zh-CN" sz="2000" b="1" noProof="1">
              <a:solidFill>
                <a:prstClr val="black"/>
              </a:solidFill>
              <a:latin typeface="Times New Roman" pitchFamily="18" charset="0"/>
              <a:cs typeface="Times New Roman" pitchFamily="18" charset="0"/>
            </a:endParaRPr>
          </a:p>
        </p:txBody>
      </p:sp>
      <p:sp>
        <p:nvSpPr>
          <p:cNvPr id="132151" name="矩形 2"/>
          <p:cNvSpPr>
            <a:spLocks noChangeArrowheads="1"/>
          </p:cNvSpPr>
          <p:nvPr/>
        </p:nvSpPr>
        <p:spPr bwMode="auto">
          <a:xfrm>
            <a:off x="4254500" y="752475"/>
            <a:ext cx="1452563" cy="1477963"/>
          </a:xfrm>
          <a:prstGeom prst="rect">
            <a:avLst/>
          </a:prstGeom>
          <a:solidFill>
            <a:schemeClr val="accent5">
              <a:lumMod val="60000"/>
              <a:lumOff val="40000"/>
            </a:schemeClr>
          </a:solidFill>
          <a:ln>
            <a:solidFill>
              <a:schemeClr val="tx1"/>
            </a:solidFill>
          </a:ln>
        </p:spPr>
        <p:txBody>
          <a:bodyPr>
            <a:spAutoFit/>
          </a:bodyPr>
          <a:lstStyle/>
          <a:p>
            <a:pPr eaLnBrk="1" hangingPunct="1">
              <a:buClr>
                <a:srgbClr val="000000"/>
              </a:buClr>
              <a:buFont typeface="Arial" panose="020B0604020202020204" pitchFamily="34" charset="0"/>
              <a:buNone/>
              <a:defRPr/>
            </a:pPr>
            <a:r>
              <a:rPr lang="zh-CN" altLang="en-US" b="1" noProof="1">
                <a:solidFill>
                  <a:prstClr val="black"/>
                </a:solidFill>
                <a:latin typeface="楷体" pitchFamily="49" charset="-122"/>
                <a:ea typeface="楷体" pitchFamily="49" charset="-122"/>
                <a:cs typeface="华文楷体" pitchFamily="2" charset="-122"/>
              </a:rPr>
              <a:t>例</a:t>
            </a:r>
            <a:endParaRPr lang="zh-CN" altLang="zh-CN" b="1" noProof="1">
              <a:solidFill>
                <a:prstClr val="black"/>
              </a:solidFill>
              <a:latin typeface="楷体" pitchFamily="49" charset="-122"/>
              <a:ea typeface="楷体" pitchFamily="49" charset="-122"/>
              <a:cs typeface="Times New Roman" pitchFamily="18" charset="0"/>
            </a:endParaRPr>
          </a:p>
          <a:p>
            <a:pPr eaLnBrk="1" hangingPunct="1">
              <a:buClr>
                <a:srgbClr val="000000"/>
              </a:buClr>
              <a:buFont typeface="Arial" panose="020B0604020202020204" pitchFamily="34" charset="0"/>
              <a:buNone/>
              <a:defRPr/>
            </a:pPr>
            <a:r>
              <a:rPr lang="zh-CN" altLang="zh-CN" b="1" noProof="1">
                <a:solidFill>
                  <a:prstClr val="black"/>
                </a:solidFill>
                <a:latin typeface="Times New Roman" pitchFamily="18" charset="0"/>
                <a:ea typeface="Times New Roman" pitchFamily="18" charset="0"/>
                <a:cs typeface="华文楷体" pitchFamily="2" charset="-122"/>
              </a:rPr>
              <a:t>(0) </a:t>
            </a:r>
            <a:r>
              <a:rPr lang="en-US" altLang="zh-CN" b="1" i="1" noProof="1">
                <a:solidFill>
                  <a:prstClr val="black"/>
                </a:solidFill>
                <a:latin typeface="Times New Roman" pitchFamily="18" charset="0"/>
                <a:ea typeface="Times New Roman" pitchFamily="18" charset="0"/>
                <a:cs typeface="华文楷体" pitchFamily="2" charset="-122"/>
              </a:rPr>
              <a:t>S′→S</a:t>
            </a:r>
            <a:endParaRPr lang="en-US" altLang="zh-CN" b="1" i="1" noProof="1">
              <a:solidFill>
                <a:prstClr val="black"/>
              </a:solidFill>
              <a:latin typeface="Times New Roman" pitchFamily="18" charset="0"/>
              <a:cs typeface="Times New Roman" pitchFamily="18" charset="0"/>
            </a:endParaRPr>
          </a:p>
          <a:p>
            <a:pPr eaLnBrk="1" hangingPunct="1">
              <a:buClr>
                <a:srgbClr val="000000"/>
              </a:buClr>
              <a:buFont typeface="Arial" panose="020B0604020202020204" pitchFamily="34" charset="0"/>
              <a:buNone/>
              <a:defRPr/>
            </a:pPr>
            <a:r>
              <a:rPr lang="en-US" altLang="zh-CN" b="1" noProof="1">
                <a:solidFill>
                  <a:prstClr val="black"/>
                </a:solidFill>
                <a:latin typeface="Times New Roman" pitchFamily="18" charset="0"/>
                <a:cs typeface="Times New Roman" pitchFamily="18" charset="0"/>
              </a:rPr>
              <a:t>(1) </a:t>
            </a:r>
            <a:r>
              <a:rPr lang="en-US" altLang="zh-CN" b="1" i="1" noProof="1">
                <a:solidFill>
                  <a:prstClr val="black"/>
                </a:solidFill>
                <a:latin typeface="Times New Roman" pitchFamily="18" charset="0"/>
                <a:cs typeface="Times New Roman" pitchFamily="18" charset="0"/>
              </a:rPr>
              <a:t>S → AcA</a:t>
            </a:r>
          </a:p>
          <a:p>
            <a:pPr eaLnBrk="1" hangingPunct="1">
              <a:buClr>
                <a:srgbClr val="000000"/>
              </a:buClr>
              <a:buFont typeface="Arial" panose="020B0604020202020204" pitchFamily="34" charset="0"/>
              <a:buNone/>
              <a:defRPr/>
            </a:pPr>
            <a:r>
              <a:rPr lang="en-US" altLang="zh-CN" b="1" noProof="1">
                <a:solidFill>
                  <a:prstClr val="black"/>
                </a:solidFill>
                <a:latin typeface="Times New Roman" pitchFamily="18" charset="0"/>
                <a:cs typeface="Times New Roman" pitchFamily="18" charset="0"/>
              </a:rPr>
              <a:t>(2) </a:t>
            </a:r>
            <a:r>
              <a:rPr lang="en-US" altLang="zh-CN" b="1" i="1" noProof="1">
                <a:solidFill>
                  <a:prstClr val="black"/>
                </a:solidFill>
                <a:latin typeface="Times New Roman" pitchFamily="18" charset="0"/>
                <a:cs typeface="Times New Roman" pitchFamily="18" charset="0"/>
              </a:rPr>
              <a:t>A → aA</a:t>
            </a:r>
          </a:p>
          <a:p>
            <a:pPr eaLnBrk="1" hangingPunct="1">
              <a:buClr>
                <a:srgbClr val="000000"/>
              </a:buClr>
              <a:buFont typeface="Arial" panose="020B0604020202020204" pitchFamily="34" charset="0"/>
              <a:buNone/>
              <a:defRPr/>
            </a:pPr>
            <a:r>
              <a:rPr lang="en-US" altLang="zh-CN" b="1" noProof="1">
                <a:solidFill>
                  <a:prstClr val="black"/>
                </a:solidFill>
                <a:latin typeface="Times New Roman" pitchFamily="18" charset="0"/>
                <a:cs typeface="Times New Roman" pitchFamily="18" charset="0"/>
              </a:rPr>
              <a:t>(3) </a:t>
            </a:r>
            <a:r>
              <a:rPr lang="en-US" altLang="zh-CN" b="1" i="1" noProof="1">
                <a:solidFill>
                  <a:prstClr val="black"/>
                </a:solidFill>
                <a:latin typeface="Times New Roman" pitchFamily="18" charset="0"/>
                <a:cs typeface="Times New Roman" pitchFamily="18" charset="0"/>
              </a:rPr>
              <a:t>A → d</a:t>
            </a:r>
          </a:p>
        </p:txBody>
      </p:sp>
      <p:sp>
        <p:nvSpPr>
          <p:cNvPr id="57" name="Rectangle 72"/>
          <p:cNvSpPr>
            <a:spLocks noChangeArrowheads="1"/>
          </p:cNvSpPr>
          <p:nvPr/>
        </p:nvSpPr>
        <p:spPr bwMode="auto">
          <a:xfrm>
            <a:off x="203200" y="4659313"/>
            <a:ext cx="2444750"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c</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54" name="Rectangle 72"/>
          <p:cNvSpPr>
            <a:spLocks noChangeArrowheads="1"/>
          </p:cNvSpPr>
          <p:nvPr/>
        </p:nvSpPr>
        <p:spPr bwMode="auto">
          <a:xfrm>
            <a:off x="5857875" y="935038"/>
            <a:ext cx="1227138"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r=a</a:t>
            </a:r>
            <a:r>
              <a:rPr lang="en-US" altLang="zh-CN" sz="2000" b="1" i="1" baseline="30000"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err="1">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dca</a:t>
            </a:r>
            <a:r>
              <a:rPr lang="en-US" altLang="zh-CN" sz="2000" b="1" i="1" baseline="30000"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d</a:t>
            </a:r>
            <a:endParaRPr lang="zh-CN" altLang="en-US"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grpSp>
        <p:nvGrpSpPr>
          <p:cNvPr id="2" name="组合 4"/>
          <p:cNvGrpSpPr>
            <a:grpSpLocks/>
          </p:cNvGrpSpPr>
          <p:nvPr/>
        </p:nvGrpSpPr>
        <p:grpSpPr bwMode="auto">
          <a:xfrm>
            <a:off x="439738" y="685800"/>
            <a:ext cx="8453437" cy="4127500"/>
            <a:chOff x="439738" y="685800"/>
            <a:chExt cx="8453437" cy="4127500"/>
          </a:xfrm>
        </p:grpSpPr>
        <p:sp>
          <p:nvSpPr>
            <p:cNvPr id="48139" name="Text Box 2"/>
            <p:cNvSpPr txBox="1">
              <a:spLocks noChangeArrowheads="1"/>
            </p:cNvSpPr>
            <p:nvPr/>
          </p:nvSpPr>
          <p:spPr bwMode="auto">
            <a:xfrm>
              <a:off x="439738" y="1687513"/>
              <a:ext cx="1439862" cy="15081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0</a:t>
              </a:r>
              <a:r>
                <a:rPr lang="en-US" altLang="zh-CN"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S′→·S</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 →·AcA</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→·aA , c </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→·d , c</a:t>
              </a:r>
              <a:endParaRPr lang="zh-CN" altLang="en-US" sz="1800" b="1" i="1">
                <a:solidFill>
                  <a:srgbClr val="000000"/>
                </a:solidFill>
                <a:latin typeface="Times New Roman" panose="02020603050405020304" pitchFamily="18" charset="0"/>
                <a:cs typeface="Times New Roman" panose="02020603050405020304" pitchFamily="18" charset="0"/>
              </a:endParaRPr>
            </a:p>
          </p:txBody>
        </p:sp>
        <p:sp>
          <p:nvSpPr>
            <p:cNvPr id="48140" name="Text Box 3"/>
            <p:cNvSpPr txBox="1">
              <a:spLocks noChangeArrowheads="1"/>
            </p:cNvSpPr>
            <p:nvPr/>
          </p:nvSpPr>
          <p:spPr bwMode="auto">
            <a:xfrm>
              <a:off x="2587625" y="1325563"/>
              <a:ext cx="1439863"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1</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 →S · ,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p:txBody>
        </p:sp>
        <p:sp>
          <p:nvSpPr>
            <p:cNvPr id="48141" name="Line 4"/>
            <p:cNvSpPr>
              <a:spLocks noChangeShapeType="1"/>
            </p:cNvSpPr>
            <p:nvPr/>
          </p:nvSpPr>
          <p:spPr bwMode="auto">
            <a:xfrm flipV="1">
              <a:off x="1862138" y="1903413"/>
              <a:ext cx="7207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42" name="Text Box 5"/>
            <p:cNvSpPr txBox="1">
              <a:spLocks noChangeArrowheads="1"/>
            </p:cNvSpPr>
            <p:nvPr/>
          </p:nvSpPr>
          <p:spPr bwMode="auto">
            <a:xfrm>
              <a:off x="2584450" y="2265363"/>
              <a:ext cx="1423988"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2</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 →A ·cA</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p:txBody>
        </p:sp>
        <p:sp>
          <p:nvSpPr>
            <p:cNvPr id="48143" name="Line 6"/>
            <p:cNvSpPr>
              <a:spLocks noChangeShapeType="1"/>
            </p:cNvSpPr>
            <p:nvPr/>
          </p:nvSpPr>
          <p:spPr bwMode="auto">
            <a:xfrm flipV="1">
              <a:off x="1897063" y="2381250"/>
              <a:ext cx="679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44" name="Text Box 7"/>
            <p:cNvSpPr txBox="1">
              <a:spLocks noChangeArrowheads="1"/>
            </p:cNvSpPr>
            <p:nvPr/>
          </p:nvSpPr>
          <p:spPr bwMode="auto">
            <a:xfrm>
              <a:off x="2039938" y="1954213"/>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48145" name="Text Box 8"/>
            <p:cNvSpPr txBox="1">
              <a:spLocks noChangeArrowheads="1"/>
            </p:cNvSpPr>
            <p:nvPr/>
          </p:nvSpPr>
          <p:spPr bwMode="auto">
            <a:xfrm>
              <a:off x="2613025" y="3165475"/>
              <a:ext cx="1436688" cy="12319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3</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a · A , c</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 aA , c</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 d , c</a:t>
              </a:r>
            </a:p>
          </p:txBody>
        </p:sp>
        <p:sp>
          <p:nvSpPr>
            <p:cNvPr id="48146" name="Text Box 10"/>
            <p:cNvSpPr txBox="1">
              <a:spLocks noChangeArrowheads="1"/>
            </p:cNvSpPr>
            <p:nvPr/>
          </p:nvSpPr>
          <p:spPr bwMode="auto">
            <a:xfrm>
              <a:off x="2106613" y="2614613"/>
              <a:ext cx="609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48147" name="Text Box 11"/>
            <p:cNvSpPr txBox="1">
              <a:spLocks noChangeArrowheads="1"/>
            </p:cNvSpPr>
            <p:nvPr/>
          </p:nvSpPr>
          <p:spPr bwMode="auto">
            <a:xfrm>
              <a:off x="481013" y="3879850"/>
              <a:ext cx="1439862"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4</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→d · , c</a:t>
              </a:r>
            </a:p>
          </p:txBody>
        </p:sp>
        <p:sp>
          <p:nvSpPr>
            <p:cNvPr id="48148" name="Text Box 12"/>
            <p:cNvSpPr txBox="1">
              <a:spLocks noChangeArrowheads="1"/>
            </p:cNvSpPr>
            <p:nvPr/>
          </p:nvSpPr>
          <p:spPr bwMode="auto">
            <a:xfrm>
              <a:off x="4527550" y="2405063"/>
              <a:ext cx="1417638" cy="12319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5</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 →Ac ·A</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 aA</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 d</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p:txBody>
        </p:sp>
        <p:sp>
          <p:nvSpPr>
            <p:cNvPr id="48149" name="Text Box 13"/>
            <p:cNvSpPr txBox="1">
              <a:spLocks noChangeArrowheads="1"/>
            </p:cNvSpPr>
            <p:nvPr/>
          </p:nvSpPr>
          <p:spPr bwMode="auto">
            <a:xfrm>
              <a:off x="4103688" y="22177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c</a:t>
              </a:r>
            </a:p>
          </p:txBody>
        </p:sp>
        <p:sp>
          <p:nvSpPr>
            <p:cNvPr id="48150" name="Text Box 15"/>
            <p:cNvSpPr txBox="1">
              <a:spLocks noChangeArrowheads="1"/>
            </p:cNvSpPr>
            <p:nvPr/>
          </p:nvSpPr>
          <p:spPr bwMode="auto">
            <a:xfrm>
              <a:off x="858838" y="32956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d</a:t>
              </a:r>
            </a:p>
          </p:txBody>
        </p:sp>
        <p:sp>
          <p:nvSpPr>
            <p:cNvPr id="48151" name="Text Box 17"/>
            <p:cNvSpPr txBox="1">
              <a:spLocks noChangeArrowheads="1"/>
            </p:cNvSpPr>
            <p:nvPr/>
          </p:nvSpPr>
          <p:spPr bwMode="auto">
            <a:xfrm>
              <a:off x="4518025" y="3706813"/>
              <a:ext cx="1417638"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6</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 aA ·</a:t>
              </a:r>
              <a:r>
                <a:rPr lang="zh-CN" altLang="en-US" sz="1800" b="1" i="1">
                  <a:solidFill>
                    <a:srgbClr val="FF0000"/>
                  </a:solidFill>
                  <a:latin typeface="Times New Roman" panose="02020603050405020304" pitchFamily="18" charset="0"/>
                  <a:cs typeface="Times New Roman" panose="02020603050405020304" pitchFamily="18" charset="0"/>
                </a:rPr>
                <a:t> </a:t>
              </a:r>
              <a:r>
                <a:rPr lang="en-US" altLang="zh-CN" sz="1800" b="1" i="1">
                  <a:solidFill>
                    <a:srgbClr val="FF0000"/>
                  </a:solidFill>
                  <a:latin typeface="Times New Roman" panose="02020603050405020304" pitchFamily="18" charset="0"/>
                  <a:cs typeface="Times New Roman" panose="02020603050405020304" pitchFamily="18" charset="0"/>
                </a:rPr>
                <a:t>, c</a:t>
              </a:r>
            </a:p>
          </p:txBody>
        </p:sp>
        <p:sp>
          <p:nvSpPr>
            <p:cNvPr id="48152" name="Line 18"/>
            <p:cNvSpPr>
              <a:spLocks noChangeShapeType="1"/>
            </p:cNvSpPr>
            <p:nvPr/>
          </p:nvSpPr>
          <p:spPr bwMode="auto">
            <a:xfrm flipV="1">
              <a:off x="4073525" y="3948113"/>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53" name="Text Box 19"/>
            <p:cNvSpPr txBox="1">
              <a:spLocks noChangeArrowheads="1"/>
            </p:cNvSpPr>
            <p:nvPr/>
          </p:nvSpPr>
          <p:spPr bwMode="auto">
            <a:xfrm>
              <a:off x="4067175" y="35147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48154" name="Text Box 20"/>
            <p:cNvSpPr txBox="1">
              <a:spLocks noChangeArrowheads="1"/>
            </p:cNvSpPr>
            <p:nvPr/>
          </p:nvSpPr>
          <p:spPr bwMode="auto">
            <a:xfrm>
              <a:off x="6591300" y="1460500"/>
              <a:ext cx="1544638"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7</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 →AcA ·</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p:txBody>
        </p:sp>
        <p:sp>
          <p:nvSpPr>
            <p:cNvPr id="48155" name="Line 21"/>
            <p:cNvSpPr>
              <a:spLocks noChangeShapeType="1"/>
            </p:cNvSpPr>
            <p:nvPr/>
          </p:nvSpPr>
          <p:spPr bwMode="auto">
            <a:xfrm rot="10800000">
              <a:off x="1965325" y="409257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56" name="Text Box 22"/>
            <p:cNvSpPr txBox="1">
              <a:spLocks noChangeArrowheads="1"/>
            </p:cNvSpPr>
            <p:nvPr/>
          </p:nvSpPr>
          <p:spPr bwMode="auto">
            <a:xfrm>
              <a:off x="2014538" y="3657600"/>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d</a:t>
              </a:r>
            </a:p>
          </p:txBody>
        </p:sp>
        <p:sp>
          <p:nvSpPr>
            <p:cNvPr id="48157" name="Text Box 23"/>
            <p:cNvSpPr txBox="1">
              <a:spLocks noChangeArrowheads="1"/>
            </p:cNvSpPr>
            <p:nvPr/>
          </p:nvSpPr>
          <p:spPr bwMode="auto">
            <a:xfrm>
              <a:off x="6599238" y="2184400"/>
              <a:ext cx="1536700" cy="12620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8</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a · A </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 aA </a:t>
              </a:r>
              <a:r>
                <a:rPr lang="zh-CN" altLang="en-US"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rgbClr val="000000"/>
                  </a:solidFill>
                  <a:latin typeface="华文楷体" panose="02010600040101010101" pitchFamily="2" charset="-122"/>
                  <a:cs typeface="Times New Roman" panose="02020603050405020304" pitchFamily="18" charset="0"/>
                </a:rPr>
                <a:t>$</a:t>
              </a:r>
              <a:endParaRPr lang="en-US" altLang="zh-CN" sz="1800" b="1" i="1">
                <a:solidFill>
                  <a:srgbClr val="000000"/>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A → · d </a:t>
              </a:r>
              <a:r>
                <a:rPr lang="zh-CN" altLang="en-US"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华文楷体" panose="02010600040101010101" pitchFamily="2" charset="-122"/>
                  <a:cs typeface="Times New Roman" panose="02020603050405020304" pitchFamily="18" charset="0"/>
                </a:rPr>
                <a:t>$</a:t>
              </a:r>
              <a:endParaRPr lang="en-US" altLang="zh-CN" sz="2000" b="1" i="1">
                <a:solidFill>
                  <a:srgbClr val="000000"/>
                </a:solidFill>
                <a:latin typeface="Times New Roman" panose="02020603050405020304" pitchFamily="18" charset="0"/>
                <a:cs typeface="Times New Roman" panose="02020603050405020304" pitchFamily="18" charset="0"/>
              </a:endParaRPr>
            </a:p>
          </p:txBody>
        </p:sp>
        <p:sp>
          <p:nvSpPr>
            <p:cNvPr id="48158" name="Line 24"/>
            <p:cNvSpPr>
              <a:spLocks noChangeShapeType="1"/>
            </p:cNvSpPr>
            <p:nvPr/>
          </p:nvSpPr>
          <p:spPr bwMode="auto">
            <a:xfrm>
              <a:off x="5970588" y="2895600"/>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59" name="Text Box 25"/>
            <p:cNvSpPr txBox="1">
              <a:spLocks noChangeArrowheads="1"/>
            </p:cNvSpPr>
            <p:nvPr/>
          </p:nvSpPr>
          <p:spPr bwMode="auto">
            <a:xfrm>
              <a:off x="6097588" y="2470150"/>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48160" name="Text Box 26"/>
            <p:cNvSpPr txBox="1">
              <a:spLocks noChangeArrowheads="1"/>
            </p:cNvSpPr>
            <p:nvPr/>
          </p:nvSpPr>
          <p:spPr bwMode="auto">
            <a:xfrm>
              <a:off x="6575425" y="3708400"/>
              <a:ext cx="1584325"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9</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 d · , </a:t>
              </a:r>
              <a:r>
                <a:rPr lang="en-US" altLang="zh-CN" sz="1800" b="1">
                  <a:solidFill>
                    <a:srgbClr val="FF0000"/>
                  </a:solidFill>
                  <a:latin typeface="华文楷体" panose="02010600040101010101" pitchFamily="2" charset="-122"/>
                  <a:cs typeface="Times New Roman" panose="02020603050405020304" pitchFamily="18" charset="0"/>
                </a:rPr>
                <a:t>$</a:t>
              </a:r>
              <a:endParaRPr lang="en-US" altLang="zh-CN" sz="1800" b="1" i="1">
                <a:solidFill>
                  <a:srgbClr val="FF0000"/>
                </a:solidFill>
                <a:latin typeface="Times New Roman" panose="02020603050405020304" pitchFamily="18" charset="0"/>
                <a:cs typeface="Times New Roman" panose="02020603050405020304" pitchFamily="18" charset="0"/>
              </a:endParaRPr>
            </a:p>
          </p:txBody>
        </p:sp>
        <p:sp>
          <p:nvSpPr>
            <p:cNvPr id="48161" name="Line 27"/>
            <p:cNvSpPr>
              <a:spLocks noChangeShapeType="1"/>
            </p:cNvSpPr>
            <p:nvPr/>
          </p:nvSpPr>
          <p:spPr bwMode="auto">
            <a:xfrm flipV="1">
              <a:off x="6015038" y="2030413"/>
              <a:ext cx="563562" cy="5365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2" name="Text Box 28"/>
            <p:cNvSpPr txBox="1">
              <a:spLocks noChangeArrowheads="1"/>
            </p:cNvSpPr>
            <p:nvPr/>
          </p:nvSpPr>
          <p:spPr bwMode="auto">
            <a:xfrm>
              <a:off x="6024563" y="18938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48163" name="Line 29"/>
            <p:cNvSpPr>
              <a:spLocks noChangeShapeType="1"/>
            </p:cNvSpPr>
            <p:nvPr/>
          </p:nvSpPr>
          <p:spPr bwMode="auto">
            <a:xfrm>
              <a:off x="5975350" y="3025775"/>
              <a:ext cx="576263" cy="8096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4" name="Text Box 34"/>
            <p:cNvSpPr txBox="1">
              <a:spLocks noChangeArrowheads="1"/>
            </p:cNvSpPr>
            <p:nvPr/>
          </p:nvSpPr>
          <p:spPr bwMode="auto">
            <a:xfrm>
              <a:off x="7323138" y="3363913"/>
              <a:ext cx="360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d</a:t>
              </a:r>
            </a:p>
          </p:txBody>
        </p:sp>
        <p:sp>
          <p:nvSpPr>
            <p:cNvPr id="48165" name="Text Box 35"/>
            <p:cNvSpPr txBox="1">
              <a:spLocks noChangeArrowheads="1"/>
            </p:cNvSpPr>
            <p:nvPr/>
          </p:nvSpPr>
          <p:spPr bwMode="auto">
            <a:xfrm>
              <a:off x="2098675" y="1419225"/>
              <a:ext cx="533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a:t>
              </a:r>
            </a:p>
          </p:txBody>
        </p:sp>
        <p:sp>
          <p:nvSpPr>
            <p:cNvPr id="48166" name="Line 38"/>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7" name="Text Box 39"/>
            <p:cNvSpPr txBox="1">
              <a:spLocks noChangeArrowheads="1"/>
            </p:cNvSpPr>
            <p:nvPr/>
          </p:nvSpPr>
          <p:spPr bwMode="auto">
            <a:xfrm>
              <a:off x="3114675" y="42862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48168" name="Line 50"/>
            <p:cNvSpPr>
              <a:spLocks noChangeShapeType="1"/>
            </p:cNvSpPr>
            <p:nvPr/>
          </p:nvSpPr>
          <p:spPr bwMode="auto">
            <a:xfrm>
              <a:off x="7323138" y="3463925"/>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9" name="Freeform 51"/>
            <p:cNvSpPr>
              <a:spLocks noChangeArrowheads="1"/>
            </p:cNvSpPr>
            <p:nvPr/>
          </p:nvSpPr>
          <p:spPr bwMode="auto">
            <a:xfrm>
              <a:off x="2903538" y="4408488"/>
              <a:ext cx="684212" cy="404812"/>
            </a:xfrm>
            <a:custGeom>
              <a:avLst/>
              <a:gdLst>
                <a:gd name="T0" fmla="*/ 2147483646 w 431"/>
                <a:gd name="T1" fmla="*/ 0 h 340"/>
                <a:gd name="T2" fmla="*/ 2147483646 w 431"/>
                <a:gd name="T3" fmla="*/ 2147483646 h 340"/>
                <a:gd name="T4" fmla="*/ 2147483646 w 431"/>
                <a:gd name="T5" fmla="*/ 2147483646 h 340"/>
                <a:gd name="T6" fmla="*/ 2147483646 w 431"/>
                <a:gd name="T7" fmla="*/ 0 h 340"/>
                <a:gd name="T8" fmla="*/ 0 60000 65536"/>
                <a:gd name="T9" fmla="*/ 0 60000 65536"/>
                <a:gd name="T10" fmla="*/ 0 60000 65536"/>
                <a:gd name="T11" fmla="*/ 0 60000 65536"/>
                <a:gd name="T12" fmla="*/ 0 w 431"/>
                <a:gd name="T13" fmla="*/ 0 h 340"/>
                <a:gd name="T14" fmla="*/ 431 w 431"/>
                <a:gd name="T15" fmla="*/ 340 h 340"/>
              </a:gdLst>
              <a:ahLst/>
              <a:cxnLst>
                <a:cxn ang="T8">
                  <a:pos x="T0" y="T1"/>
                </a:cxn>
                <a:cxn ang="T9">
                  <a:pos x="T2" y="T3"/>
                </a:cxn>
                <a:cxn ang="T10">
                  <a:pos x="T4" y="T5"/>
                </a:cxn>
                <a:cxn ang="T11">
                  <a:pos x="T6" y="T7"/>
                </a:cxn>
              </a:cxnLst>
              <a:rect l="T12" t="T13" r="T14" b="T15"/>
              <a:pathLst>
                <a:path w="431" h="340">
                  <a:moveTo>
                    <a:pt x="431" y="0"/>
                  </a:moveTo>
                  <a:cubicBezTo>
                    <a:pt x="397" y="147"/>
                    <a:pt x="363" y="294"/>
                    <a:pt x="295" y="317"/>
                  </a:cubicBezTo>
                  <a:cubicBezTo>
                    <a:pt x="227" y="340"/>
                    <a:pt x="46" y="189"/>
                    <a:pt x="23" y="136"/>
                  </a:cubicBezTo>
                  <a:cubicBezTo>
                    <a:pt x="0" y="83"/>
                    <a:pt x="79" y="41"/>
                    <a:pt x="159" y="0"/>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70" name="Text Box 52"/>
            <p:cNvSpPr txBox="1">
              <a:spLocks noChangeArrowheads="1"/>
            </p:cNvSpPr>
            <p:nvPr/>
          </p:nvSpPr>
          <p:spPr bwMode="auto">
            <a:xfrm>
              <a:off x="5953125" y="3292475"/>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d</a:t>
              </a:r>
            </a:p>
          </p:txBody>
        </p:sp>
        <p:sp>
          <p:nvSpPr>
            <p:cNvPr id="48171" name="Line 53"/>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2" name="Text Box 54"/>
            <p:cNvSpPr txBox="1">
              <a:spLocks noChangeArrowheads="1"/>
            </p:cNvSpPr>
            <p:nvPr/>
          </p:nvSpPr>
          <p:spPr bwMode="auto">
            <a:xfrm>
              <a:off x="7573963" y="685800"/>
              <a:ext cx="1319212"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10</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 aA· , </a:t>
              </a:r>
              <a:r>
                <a:rPr lang="en-US" altLang="zh-CN" sz="1800" b="1">
                  <a:solidFill>
                    <a:srgbClr val="FF0000"/>
                  </a:solidFill>
                  <a:latin typeface="华文楷体" panose="02010600040101010101" pitchFamily="2" charset="-122"/>
                  <a:cs typeface="Times New Roman" panose="02020603050405020304" pitchFamily="18" charset="0"/>
                </a:rPr>
                <a:t>$</a:t>
              </a:r>
              <a:endParaRPr lang="en-US" altLang="zh-CN" sz="1800" b="1" i="1">
                <a:solidFill>
                  <a:srgbClr val="FF0000"/>
                </a:solidFill>
                <a:latin typeface="Times New Roman" panose="02020603050405020304" pitchFamily="18" charset="0"/>
                <a:cs typeface="Times New Roman" panose="02020603050405020304" pitchFamily="18" charset="0"/>
              </a:endParaRPr>
            </a:p>
          </p:txBody>
        </p:sp>
        <p:sp>
          <p:nvSpPr>
            <p:cNvPr id="48173" name="Freeform 55"/>
            <p:cNvSpPr>
              <a:spLocks noChangeArrowheads="1"/>
            </p:cNvSpPr>
            <p:nvPr/>
          </p:nvSpPr>
          <p:spPr bwMode="auto">
            <a:xfrm>
              <a:off x="8143875" y="2947988"/>
              <a:ext cx="431800" cy="323850"/>
            </a:xfrm>
            <a:custGeom>
              <a:avLst/>
              <a:gdLst>
                <a:gd name="T0" fmla="*/ 0 w 272"/>
                <a:gd name="T1" fmla="*/ 0 h 272"/>
                <a:gd name="T2" fmla="*/ 2147483646 w 272"/>
                <a:gd name="T3" fmla="*/ 2147483646 h 272"/>
                <a:gd name="T4" fmla="*/ 0 w 272"/>
                <a:gd name="T5" fmla="*/ 2147483646 h 272"/>
                <a:gd name="T6" fmla="*/ 0 60000 65536"/>
                <a:gd name="T7" fmla="*/ 0 60000 65536"/>
                <a:gd name="T8" fmla="*/ 0 60000 65536"/>
                <a:gd name="T9" fmla="*/ 0 w 272"/>
                <a:gd name="T10" fmla="*/ 0 h 272"/>
                <a:gd name="T11" fmla="*/ 272 w 272"/>
                <a:gd name="T12" fmla="*/ 272 h 272"/>
              </a:gdLst>
              <a:ahLst/>
              <a:cxnLst>
                <a:cxn ang="T6">
                  <a:pos x="T0" y="T1"/>
                </a:cxn>
                <a:cxn ang="T7">
                  <a:pos x="T2" y="T3"/>
                </a:cxn>
                <a:cxn ang="T8">
                  <a:pos x="T4" y="T5"/>
                </a:cxn>
              </a:cxnLst>
              <a:rect l="T9" t="T10" r="T11" b="T12"/>
              <a:pathLst>
                <a:path w="272" h="272">
                  <a:moveTo>
                    <a:pt x="0" y="0"/>
                  </a:moveTo>
                  <a:cubicBezTo>
                    <a:pt x="136" y="23"/>
                    <a:pt x="272" y="46"/>
                    <a:pt x="272" y="91"/>
                  </a:cubicBezTo>
                  <a:cubicBezTo>
                    <a:pt x="272" y="136"/>
                    <a:pt x="136" y="204"/>
                    <a:pt x="0" y="27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74" name="Text Box 56"/>
            <p:cNvSpPr txBox="1">
              <a:spLocks noChangeArrowheads="1"/>
            </p:cNvSpPr>
            <p:nvPr/>
          </p:nvSpPr>
          <p:spPr bwMode="auto">
            <a:xfrm>
              <a:off x="8359775" y="30559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48175" name="Line 57"/>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76" name="Line 58"/>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7" name="Line 60"/>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78" name="Line 61"/>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9" name="Line 64"/>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0" name="Line 65"/>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1" name="Line 66"/>
            <p:cNvSpPr>
              <a:spLocks noChangeShapeType="1"/>
            </p:cNvSpPr>
            <p:nvPr/>
          </p:nvSpPr>
          <p:spPr bwMode="auto">
            <a:xfrm>
              <a:off x="4008438" y="2603500"/>
              <a:ext cx="5032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2" name="Line 67"/>
            <p:cNvSpPr>
              <a:spLocks noChangeShapeType="1"/>
            </p:cNvSpPr>
            <p:nvPr/>
          </p:nvSpPr>
          <p:spPr bwMode="auto">
            <a:xfrm>
              <a:off x="1201738" y="3165475"/>
              <a:ext cx="0" cy="7032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3" name="Line 68"/>
            <p:cNvSpPr>
              <a:spLocks noChangeShapeType="1"/>
            </p:cNvSpPr>
            <p:nvPr/>
          </p:nvSpPr>
          <p:spPr bwMode="auto">
            <a:xfrm>
              <a:off x="1852613" y="2740025"/>
              <a:ext cx="792162" cy="6873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4" name="Line 69"/>
            <p:cNvSpPr>
              <a:spLocks noChangeShapeType="1"/>
            </p:cNvSpPr>
            <p:nvPr/>
          </p:nvSpPr>
          <p:spPr bwMode="auto">
            <a:xfrm flipV="1">
              <a:off x="8683625" y="1385888"/>
              <a:ext cx="0" cy="11350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5" name="Line 70"/>
            <p:cNvSpPr>
              <a:spLocks noChangeShapeType="1"/>
            </p:cNvSpPr>
            <p:nvPr/>
          </p:nvSpPr>
          <p:spPr bwMode="auto">
            <a:xfrm>
              <a:off x="8180388" y="2520950"/>
              <a:ext cx="5032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6" name="Text Box 19"/>
            <p:cNvSpPr txBox="1">
              <a:spLocks noChangeArrowheads="1"/>
            </p:cNvSpPr>
            <p:nvPr/>
          </p:nvSpPr>
          <p:spPr bwMode="auto">
            <a:xfrm>
              <a:off x="8256588" y="17653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3" name="弧形 2"/>
            <p:cNvSpPr/>
            <p:nvPr/>
          </p:nvSpPr>
          <p:spPr>
            <a:xfrm>
              <a:off x="1692275" y="4557713"/>
              <a:ext cx="71438" cy="46037"/>
            </a:xfrm>
            <a:prstGeom prst="arc">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prstClr val="black"/>
                </a:solidFill>
              </a:endParaRPr>
            </a:p>
          </p:txBody>
        </p:sp>
      </p:grpSp>
      <p:sp>
        <p:nvSpPr>
          <p:cNvPr id="4" name="任意多边形 3"/>
          <p:cNvSpPr/>
          <p:nvPr/>
        </p:nvSpPr>
        <p:spPr>
          <a:xfrm>
            <a:off x="1735138" y="4384675"/>
            <a:ext cx="5087937" cy="588963"/>
          </a:xfrm>
          <a:custGeom>
            <a:avLst/>
            <a:gdLst>
              <a:gd name="connsiteX0" fmla="*/ 0 w 5087816"/>
              <a:gd name="connsiteY0" fmla="*/ 175846 h 588793"/>
              <a:gd name="connsiteX1" fmla="*/ 1887416 w 5087816"/>
              <a:gd name="connsiteY1" fmla="*/ 586154 h 588793"/>
              <a:gd name="connsiteX2" fmla="*/ 5087816 w 5087816"/>
              <a:gd name="connsiteY2" fmla="*/ 0 h 588793"/>
            </a:gdLst>
            <a:ahLst/>
            <a:cxnLst>
              <a:cxn ang="0">
                <a:pos x="connsiteX0" y="connsiteY0"/>
              </a:cxn>
              <a:cxn ang="0">
                <a:pos x="connsiteX1" y="connsiteY1"/>
              </a:cxn>
              <a:cxn ang="0">
                <a:pos x="connsiteX2" y="connsiteY2"/>
              </a:cxn>
            </a:cxnLst>
            <a:rect l="l" t="t" r="r" b="b"/>
            <a:pathLst>
              <a:path w="5087816" h="588793">
                <a:moveTo>
                  <a:pt x="0" y="175846"/>
                </a:moveTo>
                <a:cubicBezTo>
                  <a:pt x="519723" y="395654"/>
                  <a:pt x="1039447" y="615462"/>
                  <a:pt x="1887416" y="586154"/>
                </a:cubicBezTo>
                <a:cubicBezTo>
                  <a:pt x="2735385" y="556846"/>
                  <a:pt x="3911600" y="278423"/>
                  <a:pt x="5087816" y="0"/>
                </a:cubicBezTo>
              </a:path>
            </a:pathLst>
          </a:custGeom>
          <a:noFill/>
          <a:ln w="317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8" name="Rectangle 72"/>
          <p:cNvSpPr>
            <a:spLocks noChangeArrowheads="1"/>
          </p:cNvSpPr>
          <p:nvPr/>
        </p:nvSpPr>
        <p:spPr bwMode="auto">
          <a:xfrm>
            <a:off x="203200" y="1166813"/>
            <a:ext cx="993775" cy="400050"/>
          </a:xfrm>
          <a:prstGeom prst="rect">
            <a:avLst/>
          </a:prstGeom>
          <a:solidFill>
            <a:schemeClr val="accent5">
              <a:lumMod val="60000"/>
              <a:lumOff val="40000"/>
            </a:schemeClr>
          </a:solidFill>
          <a:ln w="12700">
            <a:solidFill>
              <a:schemeClr val="tx1"/>
            </a:solidFill>
            <a:miter lim="800000"/>
          </a:ln>
        </p:spPr>
        <p:txBody>
          <a:bodyPr wrap="none">
            <a:spAutoFit/>
          </a:bodyPr>
          <a:lstStyle/>
          <a:p>
            <a:pPr eaLnBrk="1" hangingPunct="1">
              <a:buFont typeface="Arial" panose="020B0604020202020204" pitchFamily="34" charset="0"/>
              <a:buNone/>
              <a:defRPr/>
            </a:pPr>
            <a:r>
              <a:rPr lang="zh-CN" altLang="en-US" sz="2000" b="1" noProof="1">
                <a:solidFill>
                  <a:prstClr val="black"/>
                </a:solidFill>
                <a:latin typeface="华文楷体" panose="02010600040101010101" pitchFamily="2" charset="-122"/>
                <a:ea typeface="华文楷体" panose="02010600040101010101" pitchFamily="2" charset="-122"/>
                <a:cs typeface="+mn-ea"/>
              </a:rPr>
              <a:t>输入</a:t>
            </a:r>
            <a:r>
              <a:rPr lang="en-US" altLang="zh-CN" sz="2000" b="1" i="1" noProof="1">
                <a:solidFill>
                  <a:prstClr val="black"/>
                </a:solidFill>
                <a:latin typeface="Times New Roman" panose="02020603050405020304" pitchFamily="18" charset="0"/>
                <a:ea typeface="Times New Roman" panose="02020603050405020304" pitchFamily="18" charset="0"/>
                <a:cs typeface="+mn-ea"/>
              </a:rPr>
              <a:t> d</a:t>
            </a:r>
            <a:r>
              <a:rPr lang="en-US" altLang="zh-CN" b="1" noProof="1">
                <a:solidFill>
                  <a:prstClr val="black"/>
                </a:solidFill>
                <a:latin typeface="华文楷体" panose="02010600040101010101" pitchFamily="2" charset="-122"/>
                <a:cs typeface="+mn-ea"/>
              </a:rPr>
              <a:t>$</a:t>
            </a:r>
            <a:endParaRPr lang="zh-CN" altLang="en-US" b="1" noProof="1">
              <a:solidFill>
                <a:prstClr val="black"/>
              </a:solidFill>
              <a:latin typeface="华文楷体" panose="02010600040101010101" pitchFamily="2" charset="-122"/>
            </a:endParaRPr>
          </a:p>
        </p:txBody>
      </p:sp>
      <p:sp>
        <p:nvSpPr>
          <p:cNvPr id="48138"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367B7B36-6BCB-42D9-B078-4CCC25004A3F}"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15</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30872973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2151"/>
                                        </p:tgtEl>
                                        <p:attrNameLst>
                                          <p:attrName>style.visibility</p:attrName>
                                        </p:attrNameLst>
                                      </p:cBhvr>
                                      <p:to>
                                        <p:strVal val="visible"/>
                                      </p:to>
                                    </p:set>
                                    <p:anim calcmode="lin" valueType="num">
                                      <p:cBhvr>
                                        <p:cTn id="7" dur="500" fill="hold"/>
                                        <p:tgtEl>
                                          <p:spTgt spid="132151"/>
                                        </p:tgtEl>
                                        <p:attrNameLst>
                                          <p:attrName>ppt_w</p:attrName>
                                        </p:attrNameLst>
                                      </p:cBhvr>
                                      <p:tavLst>
                                        <p:tav tm="0">
                                          <p:val>
                                            <p:fltVal val="0"/>
                                          </p:val>
                                        </p:tav>
                                        <p:tav tm="100000">
                                          <p:val>
                                            <p:strVal val="#ppt_w"/>
                                          </p:val>
                                        </p:tav>
                                      </p:tavLst>
                                    </p:anim>
                                    <p:anim calcmode="lin" valueType="num">
                                      <p:cBhvr>
                                        <p:cTn id="8" dur="500" fill="hold"/>
                                        <p:tgtEl>
                                          <p:spTgt spid="132151"/>
                                        </p:tgtEl>
                                        <p:attrNameLst>
                                          <p:attrName>ppt_h</p:attrName>
                                        </p:attrNameLst>
                                      </p:cBhvr>
                                      <p:tavLst>
                                        <p:tav tm="0">
                                          <p:val>
                                            <p:fltVal val="0"/>
                                          </p:val>
                                        </p:tav>
                                        <p:tav tm="100000">
                                          <p:val>
                                            <p:strVal val="#ppt_h"/>
                                          </p:val>
                                        </p:tav>
                                      </p:tavLst>
                                    </p:anim>
                                    <p:animEffect transition="in" filter="fade">
                                      <p:cBhvr>
                                        <p:cTn id="9" dur="500"/>
                                        <p:tgtEl>
                                          <p:spTgt spid="13215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anim calcmode="lin" valueType="num">
                                      <p:cBhvr>
                                        <p:cTn id="26" dur="500" fill="hold"/>
                                        <p:tgtEl>
                                          <p:spTgt spid="57"/>
                                        </p:tgtEl>
                                        <p:attrNameLst>
                                          <p:attrName>ppt_w</p:attrName>
                                        </p:attrNameLst>
                                      </p:cBhvr>
                                      <p:tavLst>
                                        <p:tav tm="0">
                                          <p:val>
                                            <p:fltVal val="0"/>
                                          </p:val>
                                        </p:tav>
                                        <p:tav tm="100000">
                                          <p:val>
                                            <p:strVal val="#ppt_w"/>
                                          </p:val>
                                        </p:tav>
                                      </p:tavLst>
                                    </p:anim>
                                    <p:anim calcmode="lin" valueType="num">
                                      <p:cBhvr>
                                        <p:cTn id="27" dur="500" fill="hold"/>
                                        <p:tgtEl>
                                          <p:spTgt spid="57"/>
                                        </p:tgtEl>
                                        <p:attrNameLst>
                                          <p:attrName>ppt_h</p:attrName>
                                        </p:attrNameLst>
                                      </p:cBhvr>
                                      <p:tavLst>
                                        <p:tav tm="0">
                                          <p:val>
                                            <p:fltVal val="0"/>
                                          </p:val>
                                        </p:tav>
                                        <p:tav tm="100000">
                                          <p:val>
                                            <p:strVal val="#ppt_h"/>
                                          </p:val>
                                        </p:tav>
                                      </p:tavLst>
                                    </p:anim>
                                    <p:animEffect transition="in" filter="fade">
                                      <p:cBhvr>
                                        <p:cTn id="28" dur="500"/>
                                        <p:tgtEl>
                                          <p:spTgt spid="5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58"/>
                                        </p:tgtEl>
                                        <p:attrNameLst>
                                          <p:attrName>style.visibility</p:attrName>
                                        </p:attrNameLst>
                                      </p:cBhvr>
                                      <p:to>
                                        <p:strVal val="visible"/>
                                      </p:to>
                                    </p:set>
                                    <p:anim calcmode="lin" valueType="num">
                                      <p:cBhvr>
                                        <p:cTn id="40" dur="500" fill="hold"/>
                                        <p:tgtEl>
                                          <p:spTgt spid="58"/>
                                        </p:tgtEl>
                                        <p:attrNameLst>
                                          <p:attrName>ppt_w</p:attrName>
                                        </p:attrNameLst>
                                      </p:cBhvr>
                                      <p:tavLst>
                                        <p:tav tm="0">
                                          <p:val>
                                            <p:fltVal val="0"/>
                                          </p:val>
                                        </p:tav>
                                        <p:tav tm="100000">
                                          <p:val>
                                            <p:strVal val="#ppt_w"/>
                                          </p:val>
                                        </p:tav>
                                      </p:tavLst>
                                    </p:anim>
                                    <p:anim calcmode="lin" valueType="num">
                                      <p:cBhvr>
                                        <p:cTn id="41" dur="500" fill="hold"/>
                                        <p:tgtEl>
                                          <p:spTgt spid="58"/>
                                        </p:tgtEl>
                                        <p:attrNameLst>
                                          <p:attrName>ppt_h</p:attrName>
                                        </p:attrNameLst>
                                      </p:cBhvr>
                                      <p:tavLst>
                                        <p:tav tm="0">
                                          <p:val>
                                            <p:fltVal val="0"/>
                                          </p:val>
                                        </p:tav>
                                        <p:tav tm="100000">
                                          <p:val>
                                            <p:strVal val="#ppt_h"/>
                                          </p:val>
                                        </p:tav>
                                      </p:tavLst>
                                    </p:anim>
                                    <p:animEffect transition="in" filter="fade">
                                      <p:cBhvr>
                                        <p:cTn id="42" dur="500"/>
                                        <p:tgtEl>
                                          <p:spTgt spid="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xit" presetSubtype="32" fill="hold" nodeType="clickEffect">
                                  <p:stCondLst>
                                    <p:cond delay="0"/>
                                  </p:stCondLst>
                                  <p:childTnLst>
                                    <p:anim calcmode="lin" valueType="num">
                                      <p:cBhvr>
                                        <p:cTn id="46" dur="500"/>
                                        <p:tgtEl>
                                          <p:spTgt spid="4"/>
                                        </p:tgtEl>
                                        <p:attrNameLst>
                                          <p:attrName>ppt_w</p:attrName>
                                        </p:attrNameLst>
                                      </p:cBhvr>
                                      <p:tavLst>
                                        <p:tav tm="0">
                                          <p:val>
                                            <p:strVal val="ppt_w"/>
                                          </p:val>
                                        </p:tav>
                                        <p:tav tm="100000">
                                          <p:val>
                                            <p:fltVal val="0"/>
                                          </p:val>
                                        </p:tav>
                                      </p:tavLst>
                                    </p:anim>
                                    <p:anim calcmode="lin" valueType="num">
                                      <p:cBhvr>
                                        <p:cTn id="47" dur="500"/>
                                        <p:tgtEl>
                                          <p:spTgt spid="4"/>
                                        </p:tgtEl>
                                        <p:attrNameLst>
                                          <p:attrName>ppt_h</p:attrName>
                                        </p:attrNameLst>
                                      </p:cBhvr>
                                      <p:tavLst>
                                        <p:tav tm="0">
                                          <p:val>
                                            <p:strVal val="ppt_h"/>
                                          </p:val>
                                        </p:tav>
                                        <p:tav tm="100000">
                                          <p:val>
                                            <p:fltVal val="0"/>
                                          </p:val>
                                        </p:tav>
                                      </p:tavLst>
                                    </p:anim>
                                    <p:animEffect transition="out" filter="fade">
                                      <p:cBhvr>
                                        <p:cTn id="48" dur="500"/>
                                        <p:tgtEl>
                                          <p:spTgt spid="4"/>
                                        </p:tgtEl>
                                      </p:cBhvr>
                                    </p:animEffect>
                                    <p:set>
                                      <p:cBhvr>
                                        <p:cTn id="49" dur="1" fill="hold">
                                          <p:stCondLst>
                                            <p:cond delay="499"/>
                                          </p:stCondLst>
                                        </p:cTn>
                                        <p:tgtEl>
                                          <p:spTgt spid="4"/>
                                        </p:tgtEl>
                                        <p:attrNameLst>
                                          <p:attrName>style.visibility</p:attrName>
                                        </p:attrNameLst>
                                      </p:cBhvr>
                                      <p:to>
                                        <p:strVal val="hidden"/>
                                      </p:to>
                                    </p:set>
                                  </p:childTnLst>
                                </p:cTn>
                              </p:par>
                              <p:par>
                                <p:cTn id="50" presetID="53" presetClass="entr" presetSubtype="16" fill="hold" grpId="0" nodeType="withEffect">
                                  <p:stCondLst>
                                    <p:cond delay="0"/>
                                  </p:stCondLst>
                                  <p:childTnLst>
                                    <p:set>
                                      <p:cBhvr>
                                        <p:cTn id="51" dur="1" fill="hold">
                                          <p:stCondLst>
                                            <p:cond delay="0"/>
                                          </p:stCondLst>
                                        </p:cTn>
                                        <p:tgtEl>
                                          <p:spTgt spid="352373"/>
                                        </p:tgtEl>
                                        <p:attrNameLst>
                                          <p:attrName>style.visibility</p:attrName>
                                        </p:attrNameLst>
                                      </p:cBhvr>
                                      <p:to>
                                        <p:strVal val="visible"/>
                                      </p:to>
                                    </p:set>
                                    <p:anim calcmode="lin" valueType="num">
                                      <p:cBhvr>
                                        <p:cTn id="52" dur="500" fill="hold"/>
                                        <p:tgtEl>
                                          <p:spTgt spid="352373"/>
                                        </p:tgtEl>
                                        <p:attrNameLst>
                                          <p:attrName>ppt_w</p:attrName>
                                        </p:attrNameLst>
                                      </p:cBhvr>
                                      <p:tavLst>
                                        <p:tav tm="0">
                                          <p:val>
                                            <p:fltVal val="0"/>
                                          </p:val>
                                        </p:tav>
                                        <p:tav tm="100000">
                                          <p:val>
                                            <p:strVal val="#ppt_w"/>
                                          </p:val>
                                        </p:tav>
                                      </p:tavLst>
                                    </p:anim>
                                    <p:anim calcmode="lin" valueType="num">
                                      <p:cBhvr>
                                        <p:cTn id="53" dur="500" fill="hold"/>
                                        <p:tgtEl>
                                          <p:spTgt spid="352373"/>
                                        </p:tgtEl>
                                        <p:attrNameLst>
                                          <p:attrName>ppt_h</p:attrName>
                                        </p:attrNameLst>
                                      </p:cBhvr>
                                      <p:tavLst>
                                        <p:tav tm="0">
                                          <p:val>
                                            <p:fltVal val="0"/>
                                          </p:val>
                                        </p:tav>
                                        <p:tav tm="100000">
                                          <p:val>
                                            <p:strVal val="#ppt_h"/>
                                          </p:val>
                                        </p:tav>
                                      </p:tavLst>
                                    </p:anim>
                                    <p:animEffect transition="in" filter="fade">
                                      <p:cBhvr>
                                        <p:cTn id="54" dur="500"/>
                                        <p:tgtEl>
                                          <p:spTgt spid="352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373" grpId="0" animBg="1"/>
      <p:bldP spid="132151" grpId="0" animBg="1"/>
      <p:bldP spid="57" grpId="0" animBg="1"/>
      <p:bldP spid="54" grpId="0" animBg="1"/>
      <p:bldP spid="5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9" name="Rectangle 3"/>
          <p:cNvSpPr>
            <a:spLocks noGrp="1" noChangeArrowheads="1"/>
          </p:cNvSpPr>
          <p:nvPr>
            <p:ph idx="1"/>
          </p:nvPr>
        </p:nvSpPr>
        <p:spPr>
          <a:xfrm>
            <a:off x="250825" y="771525"/>
            <a:ext cx="5495925" cy="576263"/>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形式上与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(1)</a:t>
            </a:r>
            <a:r>
              <a:rPr lang="zh-CN" altLang="en-US" sz="2500" b="1" dirty="0">
                <a:solidFill>
                  <a:schemeClr val="tx1"/>
                </a:solidFill>
                <a:latin typeface="+mn-ea"/>
              </a:rPr>
              <a:t>相同</a:t>
            </a:r>
          </a:p>
          <a:p>
            <a:pPr eaLnBrk="1" hangingPunct="1">
              <a:buFont typeface="Symbol" panose="05050102010706020507" pitchFamily="18" charset="2"/>
              <a:buChar char="•"/>
              <a:defRPr/>
            </a:pPr>
            <a:endParaRPr lang="zh-CN" altLang="en-US" dirty="0">
              <a:latin typeface="楷体_GB2312" pitchFamily="49" charset="-122"/>
              <a:ea typeface="楷体_GB2312" pitchFamily="49" charset="-122"/>
            </a:endParaRPr>
          </a:p>
        </p:txBody>
      </p:sp>
      <p:sp>
        <p:nvSpPr>
          <p:cNvPr id="50179"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grpSp>
        <p:nvGrpSpPr>
          <p:cNvPr id="2" name="组合 3"/>
          <p:cNvGrpSpPr>
            <a:grpSpLocks/>
          </p:cNvGrpSpPr>
          <p:nvPr/>
        </p:nvGrpSpPr>
        <p:grpSpPr bwMode="auto">
          <a:xfrm>
            <a:off x="1547813" y="771525"/>
            <a:ext cx="7416800" cy="4321175"/>
            <a:chOff x="-188974" y="361809"/>
            <a:chExt cx="7416370" cy="4321525"/>
          </a:xfrm>
        </p:grpSpPr>
        <p:sp>
          <p:nvSpPr>
            <p:cNvPr id="50183" name="Text Box 5"/>
            <p:cNvSpPr txBox="1">
              <a:spLocks noChangeArrowheads="1"/>
            </p:cNvSpPr>
            <p:nvPr/>
          </p:nvSpPr>
          <p:spPr bwMode="auto">
            <a:xfrm>
              <a:off x="-188974" y="1166737"/>
              <a:ext cx="1517562" cy="1938494"/>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I</a:t>
              </a:r>
              <a:r>
                <a:rPr lang="en-US" altLang="zh-CN" sz="1800" b="1" i="1" baseline="-25000">
                  <a:solidFill>
                    <a:srgbClr val="000000"/>
                  </a:solidFill>
                  <a:latin typeface="Times New Roman" panose="02020603050405020304" pitchFamily="18" charset="0"/>
                </a:rPr>
                <a:t>0</a:t>
              </a:r>
              <a:r>
                <a:rPr lang="en-US" altLang="zh-CN" sz="18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a:t>
              </a:r>
              <a:r>
                <a:rPr lang="en-US" altLang="zh-CN" sz="1800" b="1" i="1">
                  <a:solidFill>
                    <a:srgbClr val="000000"/>
                  </a:solidFill>
                  <a:latin typeface="Times New Roman" panose="02020603050405020304" pitchFamily="18" charset="0"/>
                </a:rPr>
                <a:t>→ · S</a:t>
              </a:r>
              <a:r>
                <a:rPr lang="zh-CN" altLang="en-US" sz="1800" b="1" i="1">
                  <a:solidFill>
                    <a:srgbClr val="000000"/>
                  </a:solidFill>
                  <a:latin typeface="Times New Roman" panose="02020603050405020304" pitchFamily="18" charset="0"/>
                </a:rPr>
                <a:t> </a:t>
              </a:r>
              <a:r>
                <a:rPr lang="en-US" altLang="zh-CN" sz="1800" b="1" i="1">
                  <a:solidFill>
                    <a:srgbClr val="000000"/>
                  </a:solidFill>
                  <a:latin typeface="Times New Roman" panose="02020603050405020304" pitchFamily="18" charset="0"/>
                </a:rPr>
                <a:t>, </a:t>
              </a:r>
              <a:r>
                <a:rPr lang="en-US" altLang="zh-CN" sz="1800" b="1">
                  <a:solidFill>
                    <a:srgbClr val="000000"/>
                  </a:solidFill>
                  <a:latin typeface="华文楷体" panose="02010600040101010101" pitchFamily="2" charset="-122"/>
                </a:rPr>
                <a:t>$</a:t>
              </a:r>
              <a:endParaRPr lang="en-US" altLang="zh-CN" sz="18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S→ ·L=R , </a:t>
              </a:r>
              <a:r>
                <a:rPr lang="en-US" altLang="zh-CN" sz="1800" b="1">
                  <a:solidFill>
                    <a:srgbClr val="000000"/>
                  </a:solidFill>
                  <a:latin typeface="华文楷体" panose="02010600040101010101" pitchFamily="2" charset="-122"/>
                </a:rPr>
                <a:t>$</a:t>
              </a:r>
              <a:endParaRPr lang="en-US" altLang="zh-CN" sz="18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S→ · R , </a:t>
              </a:r>
              <a:r>
                <a:rPr lang="en-US" altLang="zh-CN" sz="1800" b="1">
                  <a:solidFill>
                    <a:srgbClr val="000000"/>
                  </a:solidFill>
                  <a:latin typeface="华文楷体" panose="02010600040101010101" pitchFamily="2" charset="-122"/>
                </a:rPr>
                <a:t>$</a:t>
              </a:r>
              <a:endParaRPr lang="en-US" altLang="zh-CN" sz="18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L→·*R , =/</a:t>
              </a:r>
              <a:r>
                <a:rPr lang="en-US" altLang="zh-CN" sz="1800" b="1">
                  <a:solidFill>
                    <a:srgbClr val="000000"/>
                  </a:solidFill>
                  <a:latin typeface="华文楷体" panose="02010600040101010101" pitchFamily="2" charset="-122"/>
                </a:rPr>
                <a:t> $</a:t>
              </a:r>
              <a:endParaRPr lang="en-US" altLang="zh-CN" sz="18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 · </a:t>
              </a:r>
              <a:r>
                <a:rPr lang="en-US" altLang="zh-CN" sz="1800" b="1">
                  <a:solidFill>
                    <a:srgbClr val="000000"/>
                  </a:solidFill>
                  <a:latin typeface="Times New Roman" panose="02020603050405020304" pitchFamily="18" charset="0"/>
                </a:rPr>
                <a:t>id</a:t>
              </a:r>
              <a:r>
                <a:rPr lang="en-US" altLang="zh-CN" sz="1800" b="1" i="1">
                  <a:solidFill>
                    <a:srgbClr val="000000"/>
                  </a:solidFill>
                  <a:latin typeface="Times New Roman" panose="02020603050405020304" pitchFamily="18" charset="0"/>
                </a:rPr>
                <a:t> , =/</a:t>
              </a:r>
              <a:r>
                <a:rPr lang="en-US" altLang="zh-CN" sz="1800" b="1">
                  <a:solidFill>
                    <a:srgbClr val="000000"/>
                  </a:solidFill>
                  <a:latin typeface="华文楷体" panose="02010600040101010101" pitchFamily="2" charset="-122"/>
                </a:rPr>
                <a:t> $</a:t>
              </a:r>
              <a:endParaRPr lang="en-US" altLang="zh-CN" sz="18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R→ · L ,</a:t>
              </a:r>
              <a:r>
                <a:rPr lang="en-US" altLang="zh-CN" sz="1800" b="1">
                  <a:solidFill>
                    <a:srgbClr val="000000"/>
                  </a:solidFill>
                  <a:latin typeface="华文楷体" panose="02010600040101010101" pitchFamily="2" charset="-122"/>
                </a:rPr>
                <a:t> $</a:t>
              </a:r>
              <a:endParaRPr lang="en-US" altLang="zh-CN" sz="1800" b="1" i="1">
                <a:solidFill>
                  <a:srgbClr val="000000"/>
                </a:solidFill>
                <a:latin typeface="Times New Roman" panose="02020603050405020304" pitchFamily="18" charset="0"/>
              </a:endParaRPr>
            </a:p>
          </p:txBody>
        </p:sp>
        <p:sp>
          <p:nvSpPr>
            <p:cNvPr id="50184" name="Text Box 6"/>
            <p:cNvSpPr txBox="1">
              <a:spLocks noChangeArrowheads="1"/>
            </p:cNvSpPr>
            <p:nvPr/>
          </p:nvSpPr>
          <p:spPr bwMode="auto">
            <a:xfrm>
              <a:off x="1858782" y="361809"/>
              <a:ext cx="1223891" cy="64616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I</a:t>
              </a:r>
              <a:r>
                <a:rPr lang="en-US" altLang="zh-CN" sz="1800" b="1" i="1" baseline="-25000">
                  <a:solidFill>
                    <a:srgbClr val="000000"/>
                  </a:solidFill>
                  <a:latin typeface="Times New Roman" panose="02020603050405020304" pitchFamily="18" charset="0"/>
                </a:rPr>
                <a:t>1</a:t>
              </a:r>
              <a:r>
                <a:rPr lang="en-US" altLang="zh-CN" sz="18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a:t>
              </a:r>
              <a:r>
                <a:rPr lang="en-US" altLang="zh-CN" sz="1800" b="1" i="1">
                  <a:solidFill>
                    <a:srgbClr val="000000"/>
                  </a:solidFill>
                  <a:latin typeface="Times New Roman" panose="02020603050405020304" pitchFamily="18" charset="0"/>
                </a:rPr>
                <a:t>→S · </a:t>
              </a:r>
            </a:p>
          </p:txBody>
        </p:sp>
        <p:sp>
          <p:nvSpPr>
            <p:cNvPr id="50185" name="Line 7"/>
            <p:cNvSpPr>
              <a:spLocks noChangeShapeType="1"/>
            </p:cNvSpPr>
            <p:nvPr/>
          </p:nvSpPr>
          <p:spPr bwMode="auto">
            <a:xfrm flipV="1">
              <a:off x="1328694" y="926048"/>
              <a:ext cx="541502" cy="52308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8"/>
            <p:cNvSpPr txBox="1">
              <a:spLocks noChangeArrowheads="1"/>
            </p:cNvSpPr>
            <p:nvPr/>
          </p:nvSpPr>
          <p:spPr bwMode="auto">
            <a:xfrm>
              <a:off x="1858782" y="1154036"/>
              <a:ext cx="1528673" cy="9382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2</a:t>
              </a:r>
              <a:r>
                <a:rPr kumimoji="1" lang="en-US" altLang="zh-CN" b="1">
                  <a:solidFill>
                    <a:prstClr val="black"/>
                  </a:solidFill>
                  <a:latin typeface="Times New Roman" panose="02020603050405020304" pitchFamily="18" charset="0"/>
                </a:rPr>
                <a:t>:</a:t>
              </a:r>
            </a:p>
            <a:p>
              <a:pPr>
                <a:lnSpc>
                  <a:spcPts val="2200"/>
                </a:lnSpc>
                <a:defRPr/>
              </a:pPr>
              <a:r>
                <a:rPr kumimoji="1" lang="en-US" altLang="zh-CN" b="1" i="1">
                  <a:solidFill>
                    <a:prstClr val="black"/>
                  </a:solidFill>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=R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a:p>
              <a:pPr>
                <a:lnSpc>
                  <a:spcPts val="2200"/>
                </a:lnSpc>
                <a:defRPr/>
              </a:pPr>
              <a:r>
                <a:rPr kumimoji="1" lang="en-US" altLang="zh-CN" b="1" i="1">
                  <a:solidFill>
                    <a:prstClr val="black"/>
                  </a:solidFill>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p:txBody>
        </p:sp>
        <p:sp>
          <p:nvSpPr>
            <p:cNvPr id="50187" name="Line 9"/>
            <p:cNvSpPr>
              <a:spLocks noChangeShapeType="1"/>
            </p:cNvSpPr>
            <p:nvPr/>
          </p:nvSpPr>
          <p:spPr bwMode="auto">
            <a:xfrm flipV="1">
              <a:off x="1328694" y="1986916"/>
              <a:ext cx="541502" cy="9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8" name="Text Box 10"/>
            <p:cNvSpPr txBox="1">
              <a:spLocks noChangeArrowheads="1"/>
            </p:cNvSpPr>
            <p:nvPr/>
          </p:nvSpPr>
          <p:spPr bwMode="auto">
            <a:xfrm>
              <a:off x="1395105" y="1591165"/>
              <a:ext cx="50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2" name="Text Box 11"/>
            <p:cNvSpPr txBox="1">
              <a:spLocks noChangeArrowheads="1"/>
            </p:cNvSpPr>
            <p:nvPr/>
          </p:nvSpPr>
          <p:spPr bwMode="auto">
            <a:xfrm>
              <a:off x="1858782" y="2233624"/>
              <a:ext cx="1223891"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3</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S→R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solidFill>
                    <a:prstClr val="black"/>
                  </a:solidFill>
                  <a:latin typeface="Times New Roman" panose="02020603050405020304" pitchFamily="18" charset="0"/>
                </a:rPr>
                <a:t>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p:txBody>
        </p:sp>
        <p:sp>
          <p:nvSpPr>
            <p:cNvPr id="50190" name="Line 12"/>
            <p:cNvSpPr>
              <a:spLocks noChangeShapeType="1"/>
            </p:cNvSpPr>
            <p:nvPr/>
          </p:nvSpPr>
          <p:spPr bwMode="auto">
            <a:xfrm flipV="1">
              <a:off x="1328694" y="2673516"/>
              <a:ext cx="508793" cy="366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1" name="Text Box 13"/>
            <p:cNvSpPr txBox="1">
              <a:spLocks noChangeArrowheads="1"/>
            </p:cNvSpPr>
            <p:nvPr/>
          </p:nvSpPr>
          <p:spPr bwMode="auto">
            <a:xfrm>
              <a:off x="1395105" y="230626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5" name="Text Box 14"/>
            <p:cNvSpPr txBox="1">
              <a:spLocks noChangeArrowheads="1"/>
            </p:cNvSpPr>
            <p:nvPr/>
          </p:nvSpPr>
          <p:spPr bwMode="auto">
            <a:xfrm>
              <a:off x="1869894" y="3025850"/>
              <a:ext cx="1515975" cy="150348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4</a:t>
              </a:r>
              <a:r>
                <a:rPr kumimoji="1" lang="en-US" altLang="zh-CN" b="1">
                  <a:solidFill>
                    <a:prstClr val="black"/>
                  </a:solidFill>
                  <a:latin typeface="Times New Roman" panose="02020603050405020304" pitchFamily="18" charset="0"/>
                </a:rPr>
                <a:t>:</a:t>
              </a:r>
            </a:p>
            <a:p>
              <a:pPr>
                <a:lnSpc>
                  <a:spcPts val="2200"/>
                </a:lnSpc>
                <a:defRPr/>
              </a:pPr>
              <a:r>
                <a:rPr kumimoji="1" lang="en-US" altLang="zh-CN" b="1" i="1">
                  <a:solidFill>
                    <a:prstClr val="black"/>
                  </a:solidFill>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solidFill>
                    <a:prstClr val="black"/>
                  </a:solidFill>
                  <a:latin typeface="Times New Roman" panose="02020603050405020304" pitchFamily="18" charset="0"/>
                </a:rPr>
                <a:t>R</a:t>
              </a:r>
              <a:r>
                <a:rPr kumimoji="1" lang="zh-CN" altLang="en-US" b="1" i="1">
                  <a:solidFill>
                    <a:prstClr val="black"/>
                  </a:solidFill>
                  <a:latin typeface="Times New Roman" panose="02020603050405020304" pitchFamily="18" charset="0"/>
                </a:rPr>
                <a:t> </a:t>
              </a:r>
              <a:r>
                <a:rPr kumimoji="1" lang="en-US" altLang="zh-CN" b="1" i="1">
                  <a:solidFill>
                    <a:prstClr val="black"/>
                  </a:solidFill>
                  <a:latin typeface="Times New Roman" panose="02020603050405020304" pitchFamily="18" charset="0"/>
                </a:rPr>
                <a:t>,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a:p>
              <a:pPr>
                <a:lnSpc>
                  <a:spcPts val="2200"/>
                </a:lnSpc>
                <a:defRPr/>
              </a:pPr>
              <a:r>
                <a:rPr kumimoji="1" lang="en-US" altLang="zh-CN" b="1" i="1">
                  <a:solidFill>
                    <a:prstClr val="black"/>
                  </a:solidFill>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L</a:t>
              </a:r>
              <a:r>
                <a:rPr kumimoji="1" lang="zh-CN" altLang="en-US" b="1" i="1">
                  <a:solidFill>
                    <a:prstClr val="black"/>
                  </a:solidFill>
                  <a:latin typeface="Times New Roman" panose="02020603050405020304" pitchFamily="18" charset="0"/>
                </a:rPr>
                <a:t> </a:t>
              </a:r>
              <a:r>
                <a:rPr kumimoji="1" lang="en-US" altLang="zh-CN" b="1" i="1">
                  <a:solidFill>
                    <a:prstClr val="black"/>
                  </a:solidFill>
                  <a:latin typeface="Times New Roman" panose="02020603050405020304" pitchFamily="18" charset="0"/>
                </a:rPr>
                <a:t>,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a:p>
              <a:pPr>
                <a:lnSpc>
                  <a:spcPts val="2200"/>
                </a:lnSpc>
                <a:defRPr/>
              </a:pPr>
              <a:r>
                <a:rPr kumimoji="1" lang="en-US" altLang="zh-CN" b="1" i="1">
                  <a:solidFill>
                    <a:prstClr val="black"/>
                  </a:solidFill>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solidFill>
                    <a:prstClr val="black"/>
                  </a:solidFill>
                  <a:latin typeface="Times New Roman" panose="02020603050405020304" pitchFamily="18" charset="0"/>
                </a:rPr>
                <a:t>*R ,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a:p>
              <a:pPr>
                <a:lnSpc>
                  <a:spcPts val="2200"/>
                </a:lnSpc>
                <a:defRPr/>
              </a:pPr>
              <a:r>
                <a:rPr kumimoji="1" lang="en-US" altLang="zh-CN" b="1" i="1">
                  <a:solidFill>
                    <a:prstClr val="black"/>
                  </a:solidFill>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solidFill>
                    <a:prstClr val="black"/>
                  </a:solidFill>
                  <a:latin typeface="Times New Roman" panose="02020603050405020304" pitchFamily="18" charset="0"/>
                </a:rPr>
                <a:t>id</a:t>
              </a:r>
              <a:r>
                <a:rPr kumimoji="1" lang="zh-CN" altLang="en-US" b="1" i="1">
                  <a:solidFill>
                    <a:prstClr val="black"/>
                  </a:solidFill>
                  <a:latin typeface="Times New Roman" panose="02020603050405020304" pitchFamily="18" charset="0"/>
                </a:rPr>
                <a:t> </a:t>
              </a:r>
              <a:r>
                <a:rPr kumimoji="1" lang="en-US" altLang="zh-CN" b="1" i="1">
                  <a:solidFill>
                    <a:prstClr val="black"/>
                  </a:solidFill>
                  <a:latin typeface="Times New Roman" panose="02020603050405020304" pitchFamily="18" charset="0"/>
                </a:rPr>
                <a:t>,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p:txBody>
        </p:sp>
        <p:sp>
          <p:nvSpPr>
            <p:cNvPr id="16" name="Text Box 15"/>
            <p:cNvSpPr txBox="1">
              <a:spLocks noChangeArrowheads="1"/>
            </p:cNvSpPr>
            <p:nvPr/>
          </p:nvSpPr>
          <p:spPr bwMode="auto">
            <a:xfrm>
              <a:off x="3812881" y="3975252"/>
              <a:ext cx="1666778" cy="70808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5</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a:t>
              </a:r>
              <a:r>
                <a:rPr kumimoji="1" lang="en-US" altLang="zh-CN" sz="2000" b="1">
                  <a:solidFill>
                    <a:prstClr val="black"/>
                  </a:solidFill>
                  <a:latin typeface="Times New Roman" panose="02020603050405020304" pitchFamily="18" charset="0"/>
                </a:rPr>
                <a:t>id</a:t>
              </a:r>
              <a:r>
                <a:rPr kumimoji="1" lang="en-US" altLang="zh-CN" sz="2000" b="1" i="1">
                  <a:solidFill>
                    <a:prstClr val="black"/>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prstClr val="black"/>
                  </a:solidFill>
                  <a:latin typeface="Times New Roman" panose="02020603050405020304" pitchFamily="18" charset="0"/>
                </a:rPr>
                <a:t> </a:t>
              </a:r>
              <a:r>
                <a:rPr kumimoji="1" lang="en-US" altLang="zh-CN" sz="2000" b="1" i="1">
                  <a:solidFill>
                    <a:prstClr val="black"/>
                  </a:solidFill>
                  <a:latin typeface="Times New Roman" panose="02020603050405020304" pitchFamily="18" charset="0"/>
                </a:rPr>
                <a:t>, =/</a:t>
              </a:r>
              <a:r>
                <a:rPr kumimoji="1" lang="en-US" altLang="zh-CN" sz="2000" b="1">
                  <a:solidFill>
                    <a:prstClr val="black"/>
                  </a:solidFill>
                  <a:latin typeface="华文楷体" panose="02010600040101010101" pitchFamily="2" charset="-122"/>
                </a:rPr>
                <a:t> $</a:t>
              </a:r>
              <a:endParaRPr kumimoji="1" lang="en-US" altLang="zh-CN" sz="2000" b="1" i="1">
                <a:solidFill>
                  <a:prstClr val="black"/>
                </a:solidFill>
                <a:latin typeface="Times New Roman" panose="02020603050405020304" pitchFamily="18" charset="0"/>
              </a:endParaRPr>
            </a:p>
          </p:txBody>
        </p:sp>
        <p:sp>
          <p:nvSpPr>
            <p:cNvPr id="50194" name="Text Box 16"/>
            <p:cNvSpPr txBox="1">
              <a:spLocks noChangeArrowheads="1"/>
            </p:cNvSpPr>
            <p:nvPr/>
          </p:nvSpPr>
          <p:spPr bwMode="auto">
            <a:xfrm>
              <a:off x="1509737" y="295441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50195" name="Text Box 17"/>
            <p:cNvSpPr txBox="1">
              <a:spLocks noChangeArrowheads="1"/>
            </p:cNvSpPr>
            <p:nvPr/>
          </p:nvSpPr>
          <p:spPr bwMode="auto">
            <a:xfrm>
              <a:off x="717697" y="353055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9" name="Text Box 18"/>
            <p:cNvSpPr txBox="1">
              <a:spLocks noChangeArrowheads="1"/>
            </p:cNvSpPr>
            <p:nvPr/>
          </p:nvSpPr>
          <p:spPr bwMode="auto">
            <a:xfrm>
              <a:off x="3814469" y="361809"/>
              <a:ext cx="1401681" cy="147808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6</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solidFill>
                    <a:prstClr val="black"/>
                  </a:solidFill>
                  <a:latin typeface="Times New Roman" panose="02020603050405020304" pitchFamily="18" charset="0"/>
                </a:rPr>
                <a:t>R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a:p>
              <a:pPr>
                <a:defRPr/>
              </a:pPr>
              <a:r>
                <a:rPr kumimoji="1" lang="en-US" altLang="zh-CN" b="1" i="1">
                  <a:solidFill>
                    <a:prstClr val="black"/>
                  </a:solidFill>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L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a:p>
              <a:pPr>
                <a:defRPr/>
              </a:pPr>
              <a:r>
                <a:rPr kumimoji="1" lang="en-US" altLang="zh-CN" b="1" i="1">
                  <a:solidFill>
                    <a:prstClr val="black"/>
                  </a:solidFill>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*R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a:p>
              <a:pPr>
                <a:defRPr/>
              </a:pPr>
              <a:r>
                <a:rPr kumimoji="1" lang="en-US" altLang="zh-CN" b="1" i="1">
                  <a:solidFill>
                    <a:prstClr val="black"/>
                  </a:solidFill>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solidFill>
                    <a:prstClr val="black"/>
                  </a:solidFill>
                  <a:latin typeface="Times New Roman" panose="02020603050405020304" pitchFamily="18" charset="0"/>
                </a:rPr>
                <a:t>id</a:t>
              </a:r>
              <a:r>
                <a:rPr kumimoji="1" lang="en-US" altLang="zh-CN" b="1" i="1">
                  <a:solidFill>
                    <a:prstClr val="black"/>
                  </a:solidFill>
                  <a:latin typeface="Times New Roman" panose="02020603050405020304" pitchFamily="18" charset="0"/>
                </a:rPr>
                <a:t>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p:txBody>
        </p:sp>
        <p:sp>
          <p:nvSpPr>
            <p:cNvPr id="50197" name="Line 19"/>
            <p:cNvSpPr>
              <a:spLocks noChangeShapeType="1"/>
            </p:cNvSpPr>
            <p:nvPr/>
          </p:nvSpPr>
          <p:spPr bwMode="auto">
            <a:xfrm flipV="1">
              <a:off x="3413015" y="1442063"/>
              <a:ext cx="4302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8" name="Text Box 20"/>
            <p:cNvSpPr txBox="1">
              <a:spLocks noChangeArrowheads="1"/>
            </p:cNvSpPr>
            <p:nvPr/>
          </p:nvSpPr>
          <p:spPr bwMode="auto">
            <a:xfrm>
              <a:off x="3458031" y="1009961"/>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22" name="Text Box 21"/>
            <p:cNvSpPr txBox="1">
              <a:spLocks noChangeArrowheads="1"/>
            </p:cNvSpPr>
            <p:nvPr/>
          </p:nvSpPr>
          <p:spPr bwMode="auto">
            <a:xfrm>
              <a:off x="3812881" y="2163768"/>
              <a:ext cx="165566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7</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L→*R</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solidFill>
                    <a:prstClr val="black"/>
                  </a:solidFill>
                  <a:latin typeface="Times New Roman" panose="02020603050405020304" pitchFamily="18" charset="0"/>
                </a:rPr>
                <a:t> </a:t>
              </a:r>
              <a:r>
                <a:rPr kumimoji="1" lang="en-US" altLang="zh-CN" b="1" i="1">
                  <a:solidFill>
                    <a:prstClr val="black"/>
                  </a:solidFill>
                  <a:latin typeface="Times New Roman" panose="02020603050405020304" pitchFamily="18" charset="0"/>
                </a:rPr>
                <a:t>,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p:txBody>
        </p:sp>
        <p:sp>
          <p:nvSpPr>
            <p:cNvPr id="50200" name="Line 22"/>
            <p:cNvSpPr>
              <a:spLocks noChangeShapeType="1"/>
            </p:cNvSpPr>
            <p:nvPr/>
          </p:nvSpPr>
          <p:spPr bwMode="auto">
            <a:xfrm flipV="1">
              <a:off x="3408935" y="2634299"/>
              <a:ext cx="392498" cy="59209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1" name="Text Box 23"/>
            <p:cNvSpPr txBox="1">
              <a:spLocks noChangeArrowheads="1"/>
            </p:cNvSpPr>
            <p:nvPr/>
          </p:nvSpPr>
          <p:spPr bwMode="auto">
            <a:xfrm>
              <a:off x="3339202" y="2554367"/>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25" name="Text Box 24"/>
            <p:cNvSpPr txBox="1">
              <a:spLocks noChangeArrowheads="1"/>
            </p:cNvSpPr>
            <p:nvPr/>
          </p:nvSpPr>
          <p:spPr bwMode="auto">
            <a:xfrm>
              <a:off x="3812881" y="3027438"/>
              <a:ext cx="166201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8</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 =/</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p:txBody>
        </p:sp>
        <p:sp>
          <p:nvSpPr>
            <p:cNvPr id="50203" name="Line 25"/>
            <p:cNvSpPr>
              <a:spLocks noChangeShapeType="1"/>
            </p:cNvSpPr>
            <p:nvPr/>
          </p:nvSpPr>
          <p:spPr bwMode="auto">
            <a:xfrm>
              <a:off x="3425959" y="3530553"/>
              <a:ext cx="38699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4" name="Text Box 26"/>
            <p:cNvSpPr txBox="1">
              <a:spLocks noChangeArrowheads="1"/>
            </p:cNvSpPr>
            <p:nvPr/>
          </p:nvSpPr>
          <p:spPr bwMode="auto">
            <a:xfrm>
              <a:off x="3420432" y="3170468"/>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28" name="Text Box 27"/>
            <p:cNvSpPr txBox="1">
              <a:spLocks noChangeArrowheads="1"/>
            </p:cNvSpPr>
            <p:nvPr/>
          </p:nvSpPr>
          <p:spPr bwMode="auto">
            <a:xfrm>
              <a:off x="5838414" y="482469"/>
              <a:ext cx="1388982" cy="64616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9</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S→L=R</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solidFill>
                    <a:prstClr val="black"/>
                  </a:solidFill>
                  <a:latin typeface="Times New Roman" panose="02020603050405020304" pitchFamily="18" charset="0"/>
                </a:rPr>
                <a:t>,</a:t>
              </a:r>
              <a:r>
                <a:rPr kumimoji="1" lang="en-US" altLang="zh-CN" b="1">
                  <a:solidFill>
                    <a:prstClr val="black"/>
                  </a:solidFill>
                  <a:latin typeface="华文楷体" panose="02010600040101010101" pitchFamily="2" charset="-122"/>
                </a:rPr>
                <a:t> $</a:t>
              </a:r>
              <a:endParaRPr kumimoji="1" lang="en-US" altLang="zh-CN" b="1" i="1">
                <a:solidFill>
                  <a:prstClr val="black"/>
                </a:solidFill>
                <a:latin typeface="Times New Roman" panose="02020603050405020304" pitchFamily="18" charset="0"/>
              </a:endParaRPr>
            </a:p>
          </p:txBody>
        </p:sp>
        <p:sp>
          <p:nvSpPr>
            <p:cNvPr id="50206" name="Line 28"/>
            <p:cNvSpPr>
              <a:spLocks noChangeShapeType="1"/>
            </p:cNvSpPr>
            <p:nvPr/>
          </p:nvSpPr>
          <p:spPr bwMode="auto">
            <a:xfrm flipV="1">
              <a:off x="5283299" y="937944"/>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7" name="Text Box 29"/>
            <p:cNvSpPr txBox="1">
              <a:spLocks noChangeArrowheads="1"/>
            </p:cNvSpPr>
            <p:nvPr/>
          </p:nvSpPr>
          <p:spPr bwMode="auto">
            <a:xfrm>
              <a:off x="5325927" y="537894"/>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50208" name="Line 30"/>
            <p:cNvSpPr>
              <a:spLocks noChangeShapeType="1"/>
            </p:cNvSpPr>
            <p:nvPr/>
          </p:nvSpPr>
          <p:spPr bwMode="auto">
            <a:xfrm flipH="1">
              <a:off x="3160229" y="1592899"/>
              <a:ext cx="663036" cy="1450602"/>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9" name="Text Box 31"/>
            <p:cNvSpPr txBox="1">
              <a:spLocks noChangeArrowheads="1"/>
            </p:cNvSpPr>
            <p:nvPr/>
          </p:nvSpPr>
          <p:spPr bwMode="auto">
            <a:xfrm>
              <a:off x="3453834" y="158609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50210" name="Text Box 33"/>
            <p:cNvSpPr txBox="1">
              <a:spLocks noChangeArrowheads="1"/>
            </p:cNvSpPr>
            <p:nvPr/>
          </p:nvSpPr>
          <p:spPr bwMode="auto">
            <a:xfrm>
              <a:off x="1395105" y="79391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50211" name="Line 34"/>
            <p:cNvSpPr>
              <a:spLocks noChangeShapeType="1"/>
            </p:cNvSpPr>
            <p:nvPr/>
          </p:nvSpPr>
          <p:spPr bwMode="auto">
            <a:xfrm flipV="1">
              <a:off x="3436344" y="4321896"/>
              <a:ext cx="376605" cy="84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2" name="Text Box 35"/>
            <p:cNvSpPr txBox="1">
              <a:spLocks noChangeArrowheads="1"/>
            </p:cNvSpPr>
            <p:nvPr/>
          </p:nvSpPr>
          <p:spPr bwMode="auto">
            <a:xfrm>
              <a:off x="3403524" y="3922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50213" name="Group 36"/>
            <p:cNvGrpSpPr>
              <a:grpSpLocks/>
            </p:cNvGrpSpPr>
            <p:nvPr/>
          </p:nvGrpSpPr>
          <p:grpSpPr bwMode="auto">
            <a:xfrm>
              <a:off x="1570953" y="4102075"/>
              <a:ext cx="290512" cy="269875"/>
              <a:chOff x="2335" y="3249"/>
              <a:chExt cx="183" cy="226"/>
            </a:xfrm>
          </p:grpSpPr>
          <p:sp>
            <p:nvSpPr>
              <p:cNvPr id="50222"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3"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4"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0214" name="Text Box 40"/>
            <p:cNvSpPr txBox="1">
              <a:spLocks noChangeArrowheads="1"/>
            </p:cNvSpPr>
            <p:nvPr/>
          </p:nvSpPr>
          <p:spPr bwMode="auto">
            <a:xfrm>
              <a:off x="1546346" y="407130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50215" name="Line 41"/>
            <p:cNvSpPr>
              <a:spLocks noChangeShapeType="1"/>
            </p:cNvSpPr>
            <p:nvPr/>
          </p:nvSpPr>
          <p:spPr bwMode="auto">
            <a:xfrm>
              <a:off x="1337425" y="2931521"/>
              <a:ext cx="506132" cy="66734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6" name="Line 57"/>
            <p:cNvSpPr>
              <a:spLocks noChangeShapeType="1"/>
            </p:cNvSpPr>
            <p:nvPr/>
          </p:nvSpPr>
          <p:spPr bwMode="auto">
            <a:xfrm>
              <a:off x="675069" y="4654244"/>
              <a:ext cx="313787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7" name="Line 59"/>
            <p:cNvSpPr>
              <a:spLocks noChangeShapeType="1"/>
            </p:cNvSpPr>
            <p:nvPr/>
          </p:nvSpPr>
          <p:spPr bwMode="auto">
            <a:xfrm flipV="1">
              <a:off x="675069" y="3098451"/>
              <a:ext cx="14289" cy="15569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8" name="Freeform 65"/>
            <p:cNvSpPr>
              <a:spLocks noChangeArrowheads="1"/>
            </p:cNvSpPr>
            <p:nvPr/>
          </p:nvSpPr>
          <p:spPr bwMode="auto">
            <a:xfrm rot="-239446">
              <a:off x="5320383" y="1574939"/>
              <a:ext cx="497459" cy="1998204"/>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219" name="Text Box 66"/>
            <p:cNvSpPr txBox="1">
              <a:spLocks noChangeArrowheads="1"/>
            </p:cNvSpPr>
            <p:nvPr/>
          </p:nvSpPr>
          <p:spPr bwMode="auto">
            <a:xfrm>
              <a:off x="5474132" y="2531360"/>
              <a:ext cx="457200" cy="40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50220" name="Text Box 68"/>
            <p:cNvSpPr txBox="1">
              <a:spLocks noChangeArrowheads="1"/>
            </p:cNvSpPr>
            <p:nvPr/>
          </p:nvSpPr>
          <p:spPr bwMode="auto">
            <a:xfrm>
              <a:off x="5893564" y="1874164"/>
              <a:ext cx="685800" cy="40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50221" name="Freeform 69"/>
            <p:cNvSpPr>
              <a:spLocks noChangeArrowheads="1"/>
            </p:cNvSpPr>
            <p:nvPr/>
          </p:nvSpPr>
          <p:spPr bwMode="auto">
            <a:xfrm rot="-200960">
              <a:off x="5348040" y="1167312"/>
              <a:ext cx="873074" cy="3240005"/>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7" name="矩形 46"/>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prstClr val="black"/>
              </a:solidFill>
              <a:latin typeface="华文楷体" pitchFamily="2" charset="-122"/>
              <a:ea typeface="Times New Roman" pitchFamily="18" charset="0"/>
              <a:cs typeface="华文楷体" pitchFamily="2" charset="-122"/>
            </a:endParaRPr>
          </a:p>
        </p:txBody>
      </p:sp>
      <p:sp>
        <p:nvSpPr>
          <p:cNvPr id="50182"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E013B9E0-359C-449B-B0D3-EBC42D552A86}"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16</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2636366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p:cTn id="7" dur="500" fill="hold"/>
                                        <p:tgtEl>
                                          <p:spTgt spid="34713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4713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47139">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p:cTn id="17" dur="500" fill="hold"/>
                                        <p:tgtEl>
                                          <p:spTgt spid="47"/>
                                        </p:tgtEl>
                                        <p:attrNameLst>
                                          <p:attrName>ppt_w</p:attrName>
                                        </p:attrNameLst>
                                      </p:cBhvr>
                                      <p:tavLst>
                                        <p:tav tm="0">
                                          <p:val>
                                            <p:fltVal val="0"/>
                                          </p:val>
                                        </p:tav>
                                        <p:tav tm="100000">
                                          <p:val>
                                            <p:strVal val="#ppt_w"/>
                                          </p:val>
                                        </p:tav>
                                      </p:tavLst>
                                    </p:anim>
                                    <p:anim calcmode="lin" valueType="num">
                                      <p:cBhvr>
                                        <p:cTn id="18" dur="500" fill="hold"/>
                                        <p:tgtEl>
                                          <p:spTgt spid="47"/>
                                        </p:tgtEl>
                                        <p:attrNameLst>
                                          <p:attrName>ppt_h</p:attrName>
                                        </p:attrNameLst>
                                      </p:cBhvr>
                                      <p:tavLst>
                                        <p:tav tm="0">
                                          <p:val>
                                            <p:fltVal val="0"/>
                                          </p:val>
                                        </p:tav>
                                        <p:tav tm="100000">
                                          <p:val>
                                            <p:strVal val="#ppt_h"/>
                                          </p:val>
                                        </p:tav>
                                      </p:tavLst>
                                    </p:anim>
                                    <p:animEffect transition="in" filter="fade">
                                      <p:cBhvr>
                                        <p:cTn id="19" dur="500"/>
                                        <p:tgtEl>
                                          <p:spTgt spid="4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16"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47"/>
                                        </p:tgtEl>
                                        <p:attrNameLst>
                                          <p:attrName>ppt_w</p:attrName>
                                        </p:attrNameLst>
                                      </p:cBhvr>
                                      <p:tavLst>
                                        <p:tav tm="0">
                                          <p:val>
                                            <p:strVal val="ppt_w"/>
                                          </p:val>
                                        </p:tav>
                                        <p:tav tm="100000">
                                          <p:val>
                                            <p:fltVal val="0"/>
                                          </p:val>
                                        </p:tav>
                                      </p:tavLst>
                                    </p:anim>
                                    <p:anim calcmode="lin" valueType="num">
                                      <p:cBhvr>
                                        <p:cTn id="29" dur="500"/>
                                        <p:tgtEl>
                                          <p:spTgt spid="47"/>
                                        </p:tgtEl>
                                        <p:attrNameLst>
                                          <p:attrName>ppt_h</p:attrName>
                                        </p:attrNameLst>
                                      </p:cBhvr>
                                      <p:tavLst>
                                        <p:tav tm="0">
                                          <p:val>
                                            <p:strVal val="ppt_h"/>
                                          </p:val>
                                        </p:tav>
                                        <p:tav tm="100000">
                                          <p:val>
                                            <p:fltVal val="0"/>
                                          </p:val>
                                        </p:tav>
                                      </p:tavLst>
                                    </p:anim>
                                    <p:animEffect transition="out" filter="fade">
                                      <p:cBhvr>
                                        <p:cTn id="30" dur="500"/>
                                        <p:tgtEl>
                                          <p:spTgt spid="47"/>
                                        </p:tgtEl>
                                      </p:cBhvr>
                                    </p:animEffect>
                                    <p:set>
                                      <p:cBhvr>
                                        <p:cTn id="31"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250825" y="1203325"/>
            <a:ext cx="5927725" cy="576263"/>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大小上与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(0)/</a:t>
            </a: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rPr>
              <a:t>相当</a:t>
            </a:r>
            <a:endParaRPr lang="zh-CN" altLang="en-US" dirty="0">
              <a:latin typeface="+mn-ea"/>
            </a:endParaRPr>
          </a:p>
          <a:p>
            <a:pPr eaLnBrk="1" hangingPunct="1">
              <a:buFont typeface="Symbol" panose="05050102010706020507" pitchFamily="18" charset="2"/>
              <a:buChar char="•"/>
              <a:defRPr/>
            </a:pPr>
            <a:endParaRPr lang="zh-CN" altLang="en-US" sz="2800" dirty="0">
              <a:latin typeface="楷体_GB2312" pitchFamily="49" charset="-122"/>
              <a:ea typeface="楷体_GB2312" pitchFamily="49" charset="-122"/>
            </a:endParaRPr>
          </a:p>
        </p:txBody>
      </p:sp>
      <p:sp>
        <p:nvSpPr>
          <p:cNvPr id="52227" name="Rectangle 3"/>
          <p:cNvSpPr txBox="1">
            <a:spLocks noChangeArrowheads="1"/>
          </p:cNvSpPr>
          <p:nvPr/>
        </p:nvSpPr>
        <p:spPr bwMode="auto">
          <a:xfrm>
            <a:off x="250825" y="771525"/>
            <a:ext cx="54959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
                <a:srgbClr val="000000"/>
              </a:buClr>
              <a:buFont typeface="Wingdings" panose="05000000000000000000" pitchFamily="2" charset="2"/>
              <a:buChar char="Ø"/>
            </a:pPr>
            <a:r>
              <a:rPr lang="zh-CN" altLang="en-US" sz="2500" b="1">
                <a:solidFill>
                  <a:srgbClr val="000000"/>
                </a:solidFill>
                <a:latin typeface="Times New Roman" panose="02020603050405020304" pitchFamily="18" charset="0"/>
                <a:ea typeface="华文楷体" panose="02010600040101010101" pitchFamily="2" charset="-122"/>
              </a:rPr>
              <a:t>形式上与</a:t>
            </a:r>
            <a:r>
              <a:rPr lang="en-US" altLang="zh-CN" sz="2500" b="1" i="1">
                <a:solidFill>
                  <a:srgbClr val="000000"/>
                </a:solidFill>
                <a:latin typeface="Times New Roman" panose="02020603050405020304" pitchFamily="18" charset="0"/>
                <a:cs typeface="Times New Roman" panose="02020603050405020304" pitchFamily="18" charset="0"/>
              </a:rPr>
              <a:t>LR</a:t>
            </a:r>
            <a:r>
              <a:rPr lang="en-US" altLang="zh-CN" sz="2500" b="1">
                <a:solidFill>
                  <a:srgbClr val="000000"/>
                </a:solidFill>
                <a:latin typeface="Times New Roman" panose="02020603050405020304" pitchFamily="18" charset="0"/>
                <a:cs typeface="Times New Roman" panose="02020603050405020304" pitchFamily="18" charset="0"/>
              </a:rPr>
              <a:t>(1)</a:t>
            </a:r>
            <a:r>
              <a:rPr lang="zh-CN" altLang="en-US" sz="2500" b="1">
                <a:solidFill>
                  <a:srgbClr val="000000"/>
                </a:solidFill>
                <a:latin typeface="Times New Roman" panose="02020603050405020304" pitchFamily="18" charset="0"/>
                <a:ea typeface="华文楷体" panose="02010600040101010101" pitchFamily="2" charset="-122"/>
              </a:rPr>
              <a:t>相同</a:t>
            </a:r>
          </a:p>
        </p:txBody>
      </p:sp>
      <p:sp>
        <p:nvSpPr>
          <p:cNvPr id="52228"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grpSp>
        <p:nvGrpSpPr>
          <p:cNvPr id="2" name="组 2"/>
          <p:cNvGrpSpPr>
            <a:grpSpLocks/>
          </p:cNvGrpSpPr>
          <p:nvPr/>
        </p:nvGrpSpPr>
        <p:grpSpPr bwMode="auto">
          <a:xfrm>
            <a:off x="2916238" y="627063"/>
            <a:ext cx="6019800" cy="4321175"/>
            <a:chOff x="1976144" y="771550"/>
            <a:chExt cx="6019720" cy="4319840"/>
          </a:xfrm>
        </p:grpSpPr>
        <p:sp>
          <p:nvSpPr>
            <p:cNvPr id="52232" name="Text Box 5"/>
            <p:cNvSpPr txBox="1">
              <a:spLocks noChangeArrowheads="1"/>
            </p:cNvSpPr>
            <p:nvPr/>
          </p:nvSpPr>
          <p:spPr bwMode="auto">
            <a:xfrm>
              <a:off x="1976144" y="1857065"/>
              <a:ext cx="1084248" cy="19377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I</a:t>
              </a:r>
              <a:r>
                <a:rPr lang="en-US" altLang="zh-CN" sz="1800" b="1" i="1" baseline="-25000">
                  <a:solidFill>
                    <a:srgbClr val="000000"/>
                  </a:solidFill>
                  <a:latin typeface="Times New Roman" panose="02020603050405020304" pitchFamily="18" charset="0"/>
                </a:rPr>
                <a:t>0</a:t>
              </a:r>
              <a:r>
                <a:rPr lang="en-US" altLang="zh-CN" sz="18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a:t>
              </a:r>
              <a:r>
                <a:rPr lang="en-US" altLang="zh-CN" sz="1800" b="1" i="1">
                  <a:solidFill>
                    <a:srgbClr val="000000"/>
                  </a:solidFill>
                  <a:latin typeface="Times New Roman" panose="02020603050405020304" pitchFamily="18" charset="0"/>
                </a:rPr>
                <a:t>→ · S</a:t>
              </a:r>
              <a:r>
                <a:rPr lang="zh-CN" altLang="en-US" sz="1800" b="1" i="1">
                  <a:solidFill>
                    <a:srgbClr val="000000"/>
                  </a:solidFill>
                  <a:latin typeface="Times New Roman" panose="02020603050405020304" pitchFamily="18" charset="0"/>
                </a:rPr>
                <a:t> </a:t>
              </a:r>
              <a:endParaRPr lang="en-US" altLang="zh-CN" sz="18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S→ ·L=R </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S→ · R </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 · *R </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 · </a:t>
              </a:r>
              <a:r>
                <a:rPr lang="en-US" altLang="zh-CN" sz="1800" b="1">
                  <a:solidFill>
                    <a:srgbClr val="000000"/>
                  </a:solidFill>
                  <a:latin typeface="Times New Roman" panose="02020603050405020304" pitchFamily="18" charset="0"/>
                </a:rPr>
                <a:t>id </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R→ · L </a:t>
              </a:r>
            </a:p>
          </p:txBody>
        </p:sp>
        <p:sp>
          <p:nvSpPr>
            <p:cNvPr id="52233" name="Text Box 6"/>
            <p:cNvSpPr txBox="1">
              <a:spLocks noChangeArrowheads="1"/>
            </p:cNvSpPr>
            <p:nvPr/>
          </p:nvSpPr>
          <p:spPr bwMode="auto">
            <a:xfrm>
              <a:off x="3595372" y="771550"/>
              <a:ext cx="1225534" cy="6459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I</a:t>
              </a:r>
              <a:r>
                <a:rPr lang="en-US" altLang="zh-CN" sz="1800" b="1" i="1" baseline="-25000">
                  <a:solidFill>
                    <a:srgbClr val="000000"/>
                  </a:solidFill>
                  <a:latin typeface="Times New Roman" panose="02020603050405020304" pitchFamily="18" charset="0"/>
                </a:rPr>
                <a:t>1</a:t>
              </a:r>
              <a:r>
                <a:rPr lang="en-US" altLang="zh-CN" sz="18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S′</a:t>
              </a:r>
              <a:r>
                <a:rPr lang="en-US" altLang="zh-CN" sz="1800" b="1" i="1">
                  <a:solidFill>
                    <a:srgbClr val="000000"/>
                  </a:solidFill>
                  <a:latin typeface="Times New Roman" panose="02020603050405020304" pitchFamily="18" charset="0"/>
                </a:rPr>
                <a:t>→S · </a:t>
              </a:r>
            </a:p>
          </p:txBody>
        </p:sp>
        <p:sp>
          <p:nvSpPr>
            <p:cNvPr id="52234" name="Line 7"/>
            <p:cNvSpPr>
              <a:spLocks noChangeShapeType="1"/>
            </p:cNvSpPr>
            <p:nvPr/>
          </p:nvSpPr>
          <p:spPr bwMode="auto">
            <a:xfrm flipV="1">
              <a:off x="3060392" y="1335719"/>
              <a:ext cx="546566" cy="9147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8"/>
            <p:cNvSpPr txBox="1">
              <a:spLocks noChangeArrowheads="1"/>
            </p:cNvSpPr>
            <p:nvPr/>
          </p:nvSpPr>
          <p:spPr bwMode="auto">
            <a:xfrm>
              <a:off x="3595372" y="1563467"/>
              <a:ext cx="1225534" cy="93951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dirty="0">
                  <a:solidFill>
                    <a:prstClr val="black"/>
                  </a:solidFill>
                  <a:latin typeface="Times New Roman" panose="02020603050405020304" pitchFamily="18" charset="0"/>
                </a:rPr>
                <a:t>I</a:t>
              </a:r>
              <a:r>
                <a:rPr kumimoji="1" lang="en-US" altLang="zh-CN" b="1" i="1" baseline="-25000" dirty="0">
                  <a:solidFill>
                    <a:prstClr val="black"/>
                  </a:solidFill>
                  <a:latin typeface="Times New Roman" panose="02020603050405020304" pitchFamily="18" charset="0"/>
                </a:rPr>
                <a:t>2</a:t>
              </a:r>
              <a:r>
                <a:rPr kumimoji="1" lang="en-US" altLang="zh-CN" b="1" dirty="0">
                  <a:solidFill>
                    <a:prstClr val="black"/>
                  </a:solidFill>
                  <a:latin typeface="Times New Roman" panose="02020603050405020304" pitchFamily="18" charset="0"/>
                </a:rPr>
                <a:t>:</a:t>
              </a:r>
            </a:p>
            <a:p>
              <a:pPr>
                <a:lnSpc>
                  <a:spcPts val="2200"/>
                </a:lnSpc>
                <a:defRPr/>
              </a:pPr>
              <a:r>
                <a:rPr kumimoji="1" lang="en-US" altLang="zh-CN" b="1" i="1" dirty="0">
                  <a:solidFill>
                    <a:prstClr val="black"/>
                  </a:solidFill>
                  <a:latin typeface="Times New Roman" panose="02020603050405020304" pitchFamily="18" charset="0"/>
                </a:rPr>
                <a:t>S→L</a:t>
              </a:r>
              <a:r>
                <a:rPr lang="en-US" altLang="zh-CN" b="1" i="1" dirty="0">
                  <a:solidFill>
                    <a:prstClr val="black"/>
                  </a:solidFill>
                  <a:latin typeface="Times New Roman" panose="02020603050405020304" pitchFamily="18" charset="0"/>
                  <a:cs typeface="Times New Roman" panose="02020603050405020304" pitchFamily="18" charset="0"/>
                </a:rPr>
                <a:t> · </a:t>
              </a:r>
              <a:r>
                <a:rPr kumimoji="1" lang="en-US" altLang="zh-CN" b="1" i="1" dirty="0">
                  <a:solidFill>
                    <a:prstClr val="black"/>
                  </a:solidFill>
                  <a:latin typeface="Times New Roman" panose="02020603050405020304" pitchFamily="18" charset="0"/>
                </a:rPr>
                <a:t>=R </a:t>
              </a:r>
            </a:p>
            <a:p>
              <a:pPr>
                <a:lnSpc>
                  <a:spcPts val="2200"/>
                </a:lnSpc>
                <a:defRPr/>
              </a:pPr>
              <a:r>
                <a:rPr kumimoji="1" lang="en-US" altLang="zh-CN" b="1" i="1" dirty="0">
                  <a:solidFill>
                    <a:prstClr val="black"/>
                  </a:solidFill>
                  <a:latin typeface="Times New Roman" panose="02020603050405020304" pitchFamily="18" charset="0"/>
                </a:rPr>
                <a:t>R→L</a:t>
              </a:r>
              <a:r>
                <a:rPr lang="en-US" altLang="zh-CN" b="1" i="1" dirty="0">
                  <a:solidFill>
                    <a:prstClr val="black"/>
                  </a:solidFill>
                  <a:latin typeface="Times New Roman" panose="02020603050405020304" pitchFamily="18" charset="0"/>
                  <a:cs typeface="Times New Roman" panose="02020603050405020304" pitchFamily="18" charset="0"/>
                </a:rPr>
                <a:t> ·</a:t>
              </a:r>
              <a:endParaRPr kumimoji="1" lang="en-US" altLang="zh-CN" b="1" i="1" dirty="0">
                <a:solidFill>
                  <a:prstClr val="black"/>
                </a:solidFill>
                <a:latin typeface="Times New Roman" panose="02020603050405020304" pitchFamily="18" charset="0"/>
              </a:endParaRPr>
            </a:p>
          </p:txBody>
        </p:sp>
        <p:sp>
          <p:nvSpPr>
            <p:cNvPr id="52236" name="Line 9"/>
            <p:cNvSpPr>
              <a:spLocks noChangeShapeType="1"/>
            </p:cNvSpPr>
            <p:nvPr/>
          </p:nvSpPr>
          <p:spPr bwMode="auto">
            <a:xfrm flipV="1">
              <a:off x="3065423" y="2396456"/>
              <a:ext cx="541535" cy="9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7" name="Text Box 10"/>
            <p:cNvSpPr txBox="1">
              <a:spLocks noChangeArrowheads="1"/>
            </p:cNvSpPr>
            <p:nvPr/>
          </p:nvSpPr>
          <p:spPr bwMode="auto">
            <a:xfrm>
              <a:off x="3131838" y="2000754"/>
              <a:ext cx="503269"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6" name="Text Box 11"/>
            <p:cNvSpPr txBox="1">
              <a:spLocks noChangeArrowheads="1"/>
            </p:cNvSpPr>
            <p:nvPr/>
          </p:nvSpPr>
          <p:spPr bwMode="auto">
            <a:xfrm>
              <a:off x="3595372" y="2644221"/>
              <a:ext cx="1225534"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3</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S→R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solidFill>
                    <a:prstClr val="black"/>
                  </a:solidFill>
                  <a:latin typeface="Times New Roman" panose="02020603050405020304" pitchFamily="18" charset="0"/>
                </a:rPr>
                <a:t> </a:t>
              </a:r>
            </a:p>
          </p:txBody>
        </p:sp>
        <p:sp>
          <p:nvSpPr>
            <p:cNvPr id="52239" name="Line 12"/>
            <p:cNvSpPr>
              <a:spLocks noChangeShapeType="1"/>
            </p:cNvSpPr>
            <p:nvPr/>
          </p:nvSpPr>
          <p:spPr bwMode="auto">
            <a:xfrm flipV="1">
              <a:off x="3065423" y="3082971"/>
              <a:ext cx="508824" cy="366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0" name="Text Box 13"/>
            <p:cNvSpPr txBox="1">
              <a:spLocks noChangeArrowheads="1"/>
            </p:cNvSpPr>
            <p:nvPr/>
          </p:nvSpPr>
          <p:spPr bwMode="auto">
            <a:xfrm>
              <a:off x="3131838" y="2715766"/>
              <a:ext cx="60963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9" name="Text Box 14"/>
            <p:cNvSpPr txBox="1">
              <a:spLocks noChangeArrowheads="1"/>
            </p:cNvSpPr>
            <p:nvPr/>
          </p:nvSpPr>
          <p:spPr bwMode="auto">
            <a:xfrm>
              <a:off x="3606484" y="3436139"/>
              <a:ext cx="1214422" cy="150289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dirty="0">
                  <a:solidFill>
                    <a:prstClr val="black"/>
                  </a:solidFill>
                  <a:latin typeface="Times New Roman" panose="02020603050405020304" pitchFamily="18" charset="0"/>
                </a:rPr>
                <a:t>I</a:t>
              </a:r>
              <a:r>
                <a:rPr kumimoji="1" lang="en-US" altLang="zh-CN" b="1" i="1" baseline="-25000" dirty="0">
                  <a:solidFill>
                    <a:prstClr val="black"/>
                  </a:solidFill>
                  <a:latin typeface="Times New Roman" panose="02020603050405020304" pitchFamily="18" charset="0"/>
                </a:rPr>
                <a:t>4</a:t>
              </a:r>
              <a:r>
                <a:rPr kumimoji="1" lang="en-US" altLang="zh-CN" b="1" dirty="0">
                  <a:solidFill>
                    <a:prstClr val="black"/>
                  </a:solidFill>
                  <a:latin typeface="Times New Roman" panose="02020603050405020304" pitchFamily="18" charset="0"/>
                </a:rPr>
                <a:t>:</a:t>
              </a:r>
            </a:p>
            <a:p>
              <a:pPr>
                <a:lnSpc>
                  <a:spcPts val="2200"/>
                </a:lnSpc>
                <a:defRPr/>
              </a:pPr>
              <a:r>
                <a:rPr kumimoji="1" lang="en-US" altLang="zh-CN" b="1" i="1" dirty="0">
                  <a:solidFill>
                    <a:prstClr val="black"/>
                  </a:solidFill>
                  <a:latin typeface="Times New Roman" panose="02020603050405020304" pitchFamily="18" charset="0"/>
                </a:rPr>
                <a:t>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solidFill>
                    <a:prstClr val="black"/>
                  </a:solidFill>
                  <a:latin typeface="Times New Roman" panose="02020603050405020304" pitchFamily="18" charset="0"/>
                </a:rPr>
                <a:t>R</a:t>
              </a:r>
              <a:r>
                <a:rPr kumimoji="1" lang="zh-CN" altLang="en-US" b="1" i="1" dirty="0">
                  <a:solidFill>
                    <a:prstClr val="black"/>
                  </a:solidFill>
                  <a:latin typeface="Times New Roman" panose="02020603050405020304" pitchFamily="18" charset="0"/>
                </a:rPr>
                <a:t> </a:t>
              </a:r>
              <a:endParaRPr kumimoji="1" lang="en-US" altLang="zh-CN" b="1" i="1" dirty="0">
                <a:solidFill>
                  <a:prstClr val="black"/>
                </a:solidFill>
                <a:latin typeface="Times New Roman" panose="02020603050405020304" pitchFamily="18" charset="0"/>
              </a:endParaRPr>
            </a:p>
            <a:p>
              <a:pPr>
                <a:lnSpc>
                  <a:spcPts val="2200"/>
                </a:lnSpc>
                <a:defRPr/>
              </a:pPr>
              <a:r>
                <a:rPr kumimoji="1" lang="en-US" altLang="zh-CN" b="1" i="1" dirty="0">
                  <a:solidFill>
                    <a:prstClr val="black"/>
                  </a:solidFill>
                  <a:latin typeface="Times New Roman" panose="02020603050405020304" pitchFamily="18" charset="0"/>
                </a:rPr>
                <a:t>R→</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solidFill>
                    <a:prstClr val="black"/>
                  </a:solidFill>
                  <a:latin typeface="Times New Roman" panose="02020603050405020304" pitchFamily="18" charset="0"/>
                </a:rPr>
                <a:t>L</a:t>
              </a:r>
              <a:r>
                <a:rPr kumimoji="1" lang="zh-CN" altLang="en-US" b="1" i="1" dirty="0">
                  <a:solidFill>
                    <a:prstClr val="black"/>
                  </a:solidFill>
                  <a:latin typeface="Times New Roman" panose="02020603050405020304" pitchFamily="18" charset="0"/>
                </a:rPr>
                <a:t> </a:t>
              </a:r>
              <a:r>
                <a:rPr kumimoji="1" lang="en-US" altLang="zh-CN" b="1" i="1" dirty="0">
                  <a:solidFill>
                    <a:prstClr val="black"/>
                  </a:solidFill>
                  <a:latin typeface="Times New Roman" panose="02020603050405020304" pitchFamily="18" charset="0"/>
                </a:rPr>
                <a:t>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solidFill>
                    <a:prstClr val="black"/>
                  </a:solidFill>
                  <a:latin typeface="Times New Roman" panose="02020603050405020304" pitchFamily="18" charset="0"/>
                </a:rPr>
                <a:t>*R 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dirty="0">
                  <a:solidFill>
                    <a:prstClr val="black"/>
                  </a:solidFill>
                  <a:latin typeface="Times New Roman" panose="02020603050405020304" pitchFamily="18" charset="0"/>
                </a:rPr>
                <a:t>id</a:t>
              </a:r>
            </a:p>
          </p:txBody>
        </p:sp>
        <p:sp>
          <p:nvSpPr>
            <p:cNvPr id="20" name="Text Box 15"/>
            <p:cNvSpPr txBox="1">
              <a:spLocks noChangeArrowheads="1"/>
            </p:cNvSpPr>
            <p:nvPr/>
          </p:nvSpPr>
          <p:spPr bwMode="auto">
            <a:xfrm>
              <a:off x="5287625" y="4383584"/>
              <a:ext cx="1081073" cy="70780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5</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a:t>
              </a:r>
              <a:r>
                <a:rPr kumimoji="1" lang="en-US" altLang="zh-CN" sz="2000" b="1">
                  <a:solidFill>
                    <a:prstClr val="black"/>
                  </a:solidFill>
                  <a:latin typeface="Times New Roman" panose="02020603050405020304" pitchFamily="18" charset="0"/>
                </a:rPr>
                <a:t>id</a:t>
              </a:r>
              <a:r>
                <a:rPr kumimoji="1" lang="en-US" altLang="zh-CN" sz="2000" b="1" i="1">
                  <a:solidFill>
                    <a:prstClr val="black"/>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prstClr val="black"/>
                  </a:solidFill>
                  <a:latin typeface="Times New Roman" panose="02020603050405020304" pitchFamily="18" charset="0"/>
                </a:rPr>
                <a:t> </a:t>
              </a:r>
              <a:endParaRPr kumimoji="1" lang="en-US" altLang="zh-CN" sz="2000" b="1" i="1">
                <a:solidFill>
                  <a:prstClr val="black"/>
                </a:solidFill>
                <a:latin typeface="Times New Roman" panose="02020603050405020304" pitchFamily="18" charset="0"/>
              </a:endParaRPr>
            </a:p>
          </p:txBody>
        </p:sp>
        <p:sp>
          <p:nvSpPr>
            <p:cNvPr id="52243" name="Text Box 16"/>
            <p:cNvSpPr txBox="1">
              <a:spLocks noChangeArrowheads="1"/>
            </p:cNvSpPr>
            <p:nvPr/>
          </p:nvSpPr>
          <p:spPr bwMode="auto">
            <a:xfrm>
              <a:off x="3246477" y="3363838"/>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52244" name="Text Box 17"/>
            <p:cNvSpPr txBox="1">
              <a:spLocks noChangeArrowheads="1"/>
            </p:cNvSpPr>
            <p:nvPr/>
          </p:nvSpPr>
          <p:spPr bwMode="auto">
            <a:xfrm>
              <a:off x="2432090" y="379557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23" name="Text Box 18"/>
            <p:cNvSpPr txBox="1">
              <a:spLocks noChangeArrowheads="1"/>
            </p:cNvSpPr>
            <p:nvPr/>
          </p:nvSpPr>
          <p:spPr bwMode="auto">
            <a:xfrm>
              <a:off x="5225713" y="771550"/>
              <a:ext cx="1079486" cy="147750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6</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solidFill>
                    <a:prstClr val="black"/>
                  </a:solidFill>
                  <a:latin typeface="Times New Roman" panose="02020603050405020304" pitchFamily="18" charset="0"/>
                </a:rPr>
                <a:t>R 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L 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solidFill>
                    <a:prstClr val="black"/>
                  </a:solidFill>
                  <a:latin typeface="Times New Roman" panose="02020603050405020304" pitchFamily="18" charset="0"/>
                </a:rPr>
                <a:t>*R 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solidFill>
                    <a:prstClr val="black"/>
                  </a:solidFill>
                  <a:latin typeface="Times New Roman" panose="02020603050405020304" pitchFamily="18" charset="0"/>
                </a:rPr>
                <a:t>id</a:t>
              </a:r>
            </a:p>
          </p:txBody>
        </p:sp>
        <p:sp>
          <p:nvSpPr>
            <p:cNvPr id="52246" name="Line 19"/>
            <p:cNvSpPr>
              <a:spLocks noChangeShapeType="1"/>
            </p:cNvSpPr>
            <p:nvPr/>
          </p:nvSpPr>
          <p:spPr bwMode="auto">
            <a:xfrm flipV="1">
              <a:off x="4824801" y="1851670"/>
              <a:ext cx="43023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7" name="Text Box 20"/>
            <p:cNvSpPr txBox="1">
              <a:spLocks noChangeArrowheads="1"/>
            </p:cNvSpPr>
            <p:nvPr/>
          </p:nvSpPr>
          <p:spPr bwMode="auto">
            <a:xfrm>
              <a:off x="4869820" y="1419622"/>
              <a:ext cx="45722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26" name="Text Box 21"/>
            <p:cNvSpPr txBox="1">
              <a:spLocks noChangeArrowheads="1"/>
            </p:cNvSpPr>
            <p:nvPr/>
          </p:nvSpPr>
          <p:spPr bwMode="auto">
            <a:xfrm>
              <a:off x="5224126" y="2572805"/>
              <a:ext cx="108107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7</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L→*R</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solidFill>
                    <a:prstClr val="black"/>
                  </a:solidFill>
                  <a:latin typeface="Times New Roman" panose="02020603050405020304" pitchFamily="18" charset="0"/>
                </a:rPr>
                <a:t> </a:t>
              </a:r>
              <a:endParaRPr kumimoji="1" lang="en-US" altLang="zh-CN" b="1" i="1">
                <a:solidFill>
                  <a:prstClr val="black"/>
                </a:solidFill>
                <a:latin typeface="Times New Roman" panose="02020603050405020304" pitchFamily="18" charset="0"/>
              </a:endParaRPr>
            </a:p>
          </p:txBody>
        </p:sp>
        <p:sp>
          <p:nvSpPr>
            <p:cNvPr id="52249" name="Line 22"/>
            <p:cNvSpPr>
              <a:spLocks noChangeShapeType="1"/>
            </p:cNvSpPr>
            <p:nvPr/>
          </p:nvSpPr>
          <p:spPr bwMode="auto">
            <a:xfrm flipV="1">
              <a:off x="4820721" y="3203869"/>
              <a:ext cx="392522" cy="59201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0" name="Text Box 23"/>
            <p:cNvSpPr txBox="1">
              <a:spLocks noChangeArrowheads="1"/>
            </p:cNvSpPr>
            <p:nvPr/>
          </p:nvSpPr>
          <p:spPr bwMode="auto">
            <a:xfrm>
              <a:off x="4932040" y="2859782"/>
              <a:ext cx="45722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29" name="Text Box 24"/>
            <p:cNvSpPr txBox="1">
              <a:spLocks noChangeArrowheads="1"/>
            </p:cNvSpPr>
            <p:nvPr/>
          </p:nvSpPr>
          <p:spPr bwMode="auto">
            <a:xfrm>
              <a:off x="5224126" y="3437726"/>
              <a:ext cx="1081073"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8</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solidFill>
                    <a:prstClr val="black"/>
                  </a:solidFill>
                  <a:latin typeface="Times New Roman" panose="02020603050405020304" pitchFamily="18" charset="0"/>
                </a:rPr>
                <a:t> </a:t>
              </a:r>
              <a:endParaRPr kumimoji="1" lang="en-US" altLang="zh-CN" b="1" i="1">
                <a:solidFill>
                  <a:prstClr val="black"/>
                </a:solidFill>
                <a:latin typeface="Times New Roman" panose="02020603050405020304" pitchFamily="18" charset="0"/>
              </a:endParaRPr>
            </a:p>
          </p:txBody>
        </p:sp>
        <p:sp>
          <p:nvSpPr>
            <p:cNvPr id="52252" name="Line 25"/>
            <p:cNvSpPr>
              <a:spLocks noChangeShapeType="1"/>
            </p:cNvSpPr>
            <p:nvPr/>
          </p:nvSpPr>
          <p:spPr bwMode="auto">
            <a:xfrm>
              <a:off x="4837746" y="4011910"/>
              <a:ext cx="387014"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3" name="Text Box 26"/>
            <p:cNvSpPr txBox="1">
              <a:spLocks noChangeArrowheads="1"/>
            </p:cNvSpPr>
            <p:nvPr/>
          </p:nvSpPr>
          <p:spPr bwMode="auto">
            <a:xfrm>
              <a:off x="4832219" y="3651870"/>
              <a:ext cx="38102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32" name="Text Box 27"/>
            <p:cNvSpPr txBox="1">
              <a:spLocks noChangeArrowheads="1"/>
            </p:cNvSpPr>
            <p:nvPr/>
          </p:nvSpPr>
          <p:spPr bwMode="auto">
            <a:xfrm>
              <a:off x="6883041" y="892163"/>
              <a:ext cx="111282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prstClr val="black"/>
                  </a:solidFill>
                  <a:latin typeface="Times New Roman" panose="02020603050405020304" pitchFamily="18" charset="0"/>
                </a:rPr>
                <a:t>I</a:t>
              </a:r>
              <a:r>
                <a:rPr kumimoji="1" lang="en-US" altLang="zh-CN" b="1" i="1" baseline="-25000">
                  <a:solidFill>
                    <a:prstClr val="black"/>
                  </a:solidFill>
                  <a:latin typeface="Times New Roman" panose="02020603050405020304" pitchFamily="18" charset="0"/>
                </a:rPr>
                <a:t>9</a:t>
              </a:r>
              <a:r>
                <a:rPr kumimoji="1" lang="en-US" altLang="zh-CN" b="1">
                  <a:solidFill>
                    <a:prstClr val="black"/>
                  </a:solidFill>
                  <a:latin typeface="Times New Roman" panose="02020603050405020304" pitchFamily="18" charset="0"/>
                </a:rPr>
                <a:t>:</a:t>
              </a:r>
            </a:p>
            <a:p>
              <a:pPr>
                <a:defRPr/>
              </a:pPr>
              <a:r>
                <a:rPr kumimoji="1" lang="en-US" altLang="zh-CN" b="1" i="1">
                  <a:solidFill>
                    <a:prstClr val="black"/>
                  </a:solidFill>
                  <a:latin typeface="Times New Roman" panose="02020603050405020304" pitchFamily="18" charset="0"/>
                </a:rPr>
                <a:t>S→L=R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solidFill>
                    <a:prstClr val="black"/>
                  </a:solidFill>
                  <a:latin typeface="Times New Roman" panose="02020603050405020304" pitchFamily="18" charset="0"/>
                </a:rPr>
                <a:t> </a:t>
              </a:r>
            </a:p>
          </p:txBody>
        </p:sp>
        <p:sp>
          <p:nvSpPr>
            <p:cNvPr id="52255" name="Line 28"/>
            <p:cNvSpPr>
              <a:spLocks noChangeShapeType="1"/>
            </p:cNvSpPr>
            <p:nvPr/>
          </p:nvSpPr>
          <p:spPr bwMode="auto">
            <a:xfrm flipV="1">
              <a:off x="6329335" y="1347614"/>
              <a:ext cx="53343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6" name="Text Box 29"/>
            <p:cNvSpPr txBox="1">
              <a:spLocks noChangeArrowheads="1"/>
            </p:cNvSpPr>
            <p:nvPr/>
          </p:nvSpPr>
          <p:spPr bwMode="auto">
            <a:xfrm>
              <a:off x="6371966" y="947613"/>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52257" name="Line 30"/>
            <p:cNvSpPr>
              <a:spLocks noChangeShapeType="1"/>
            </p:cNvSpPr>
            <p:nvPr/>
          </p:nvSpPr>
          <p:spPr bwMode="auto">
            <a:xfrm flipH="1">
              <a:off x="4815309" y="2243758"/>
              <a:ext cx="469076" cy="123378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8" name="Text Box 31"/>
            <p:cNvSpPr txBox="1">
              <a:spLocks noChangeArrowheads="1"/>
            </p:cNvSpPr>
            <p:nvPr/>
          </p:nvSpPr>
          <p:spPr bwMode="auto">
            <a:xfrm>
              <a:off x="4932040" y="217174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52259" name="Text Box 33"/>
            <p:cNvSpPr txBox="1">
              <a:spLocks noChangeArrowheads="1"/>
            </p:cNvSpPr>
            <p:nvPr/>
          </p:nvSpPr>
          <p:spPr bwMode="auto">
            <a:xfrm>
              <a:off x="2996078" y="1662103"/>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52260" name="Line 34"/>
            <p:cNvSpPr>
              <a:spLocks noChangeShapeType="1"/>
            </p:cNvSpPr>
            <p:nvPr/>
          </p:nvSpPr>
          <p:spPr bwMode="auto">
            <a:xfrm flipV="1">
              <a:off x="4848132" y="4731147"/>
              <a:ext cx="376628" cy="84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61" name="Text Box 35"/>
            <p:cNvSpPr txBox="1">
              <a:spLocks noChangeArrowheads="1"/>
            </p:cNvSpPr>
            <p:nvPr/>
          </p:nvSpPr>
          <p:spPr bwMode="auto">
            <a:xfrm>
              <a:off x="4815310" y="433198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52262" name="Group 36"/>
            <p:cNvGrpSpPr>
              <a:grpSpLocks/>
            </p:cNvGrpSpPr>
            <p:nvPr/>
          </p:nvGrpSpPr>
          <p:grpSpPr bwMode="auto">
            <a:xfrm>
              <a:off x="3307697" y="4511353"/>
              <a:ext cx="290530" cy="269842"/>
              <a:chOff x="2335" y="3249"/>
              <a:chExt cx="183" cy="226"/>
            </a:xfrm>
          </p:grpSpPr>
          <p:sp>
            <p:nvSpPr>
              <p:cNvPr id="52271"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2"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3"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2263" name="Text Box 40"/>
            <p:cNvSpPr txBox="1">
              <a:spLocks noChangeArrowheads="1"/>
            </p:cNvSpPr>
            <p:nvPr/>
          </p:nvSpPr>
          <p:spPr bwMode="auto">
            <a:xfrm>
              <a:off x="3283088" y="4480588"/>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52264" name="Line 41"/>
            <p:cNvSpPr>
              <a:spLocks noChangeShapeType="1"/>
            </p:cNvSpPr>
            <p:nvPr/>
          </p:nvSpPr>
          <p:spPr bwMode="auto">
            <a:xfrm>
              <a:off x="3074155" y="3340944"/>
              <a:ext cx="506163" cy="667259"/>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65" name="Line 57"/>
            <p:cNvSpPr>
              <a:spLocks noChangeShapeType="1"/>
            </p:cNvSpPr>
            <p:nvPr/>
          </p:nvSpPr>
          <p:spPr bwMode="auto">
            <a:xfrm>
              <a:off x="2411758" y="5063454"/>
              <a:ext cx="2801484" cy="117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66" name="Line 59"/>
            <p:cNvSpPr>
              <a:spLocks noChangeShapeType="1"/>
            </p:cNvSpPr>
            <p:nvPr/>
          </p:nvSpPr>
          <p:spPr bwMode="auto">
            <a:xfrm flipV="1">
              <a:off x="2411758" y="3788158"/>
              <a:ext cx="0" cy="127647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7" name="Freeform 65"/>
            <p:cNvSpPr>
              <a:spLocks noChangeArrowheads="1"/>
            </p:cNvSpPr>
            <p:nvPr/>
          </p:nvSpPr>
          <p:spPr bwMode="auto">
            <a:xfrm rot="152298">
              <a:off x="6266224" y="1936523"/>
              <a:ext cx="497490" cy="1841524"/>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68" name="Text Box 66"/>
            <p:cNvSpPr txBox="1">
              <a:spLocks noChangeArrowheads="1"/>
            </p:cNvSpPr>
            <p:nvPr/>
          </p:nvSpPr>
          <p:spPr bwMode="auto">
            <a:xfrm>
              <a:off x="6372200" y="2715766"/>
              <a:ext cx="457228"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52269" name="Text Box 68"/>
            <p:cNvSpPr txBox="1">
              <a:spLocks noChangeArrowheads="1"/>
            </p:cNvSpPr>
            <p:nvPr/>
          </p:nvSpPr>
          <p:spPr bwMode="auto">
            <a:xfrm>
              <a:off x="7054510" y="2364769"/>
              <a:ext cx="68584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52270" name="Freeform 69"/>
            <p:cNvSpPr>
              <a:spLocks noChangeArrowheads="1"/>
            </p:cNvSpPr>
            <p:nvPr/>
          </p:nvSpPr>
          <p:spPr bwMode="auto">
            <a:xfrm>
              <a:off x="6315647" y="1581929"/>
              <a:ext cx="920649" cy="2930613"/>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0" name="矩形 89"/>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SLR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prstClr val="black"/>
              </a:solidFill>
              <a:latin typeface="华文楷体" pitchFamily="2" charset="-122"/>
              <a:ea typeface="Times New Roman" pitchFamily="18" charset="0"/>
              <a:cs typeface="华文楷体" pitchFamily="2" charset="-122"/>
            </a:endParaRPr>
          </a:p>
        </p:txBody>
      </p:sp>
      <p:sp>
        <p:nvSpPr>
          <p:cNvPr id="52231"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2C26DD8A-50AC-4F87-96CF-63F682DC1EF4}"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17</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3305832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 calcmode="lin" valueType="num">
                                      <p:cBhvr>
                                        <p:cTn id="7" dur="500" fill="hold"/>
                                        <p:tgtEl>
                                          <p:spTgt spid="1310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anim calcmode="lin" valueType="num">
                                      <p:cBhvr>
                                        <p:cTn id="17" dur="500" fill="hold"/>
                                        <p:tgtEl>
                                          <p:spTgt spid="90"/>
                                        </p:tgtEl>
                                        <p:attrNameLst>
                                          <p:attrName>ppt_w</p:attrName>
                                        </p:attrNameLst>
                                      </p:cBhvr>
                                      <p:tavLst>
                                        <p:tav tm="0">
                                          <p:val>
                                            <p:fltVal val="0"/>
                                          </p:val>
                                        </p:tav>
                                        <p:tav tm="100000">
                                          <p:val>
                                            <p:strVal val="#ppt_w"/>
                                          </p:val>
                                        </p:tav>
                                      </p:tavLst>
                                    </p:anim>
                                    <p:anim calcmode="lin" valueType="num">
                                      <p:cBhvr>
                                        <p:cTn id="18" dur="500" fill="hold"/>
                                        <p:tgtEl>
                                          <p:spTgt spid="90"/>
                                        </p:tgtEl>
                                        <p:attrNameLst>
                                          <p:attrName>ppt_h</p:attrName>
                                        </p:attrNameLst>
                                      </p:cBhvr>
                                      <p:tavLst>
                                        <p:tav tm="0">
                                          <p:val>
                                            <p:fltVal val="0"/>
                                          </p:val>
                                        </p:tav>
                                        <p:tav tm="100000">
                                          <p:val>
                                            <p:strVal val="#ppt_h"/>
                                          </p:val>
                                        </p:tav>
                                      </p:tavLst>
                                    </p:anim>
                                    <p:animEffect transition="in" filter="fade">
                                      <p:cBhvr>
                                        <p:cTn id="19" dur="500"/>
                                        <p:tgtEl>
                                          <p:spTgt spid="9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32"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90"/>
                                        </p:tgtEl>
                                        <p:attrNameLst>
                                          <p:attrName>ppt_w</p:attrName>
                                        </p:attrNameLst>
                                      </p:cBhvr>
                                      <p:tavLst>
                                        <p:tav tm="0">
                                          <p:val>
                                            <p:strVal val="ppt_w"/>
                                          </p:val>
                                        </p:tav>
                                        <p:tav tm="100000">
                                          <p:val>
                                            <p:fltVal val="0"/>
                                          </p:val>
                                        </p:tav>
                                      </p:tavLst>
                                    </p:anim>
                                    <p:anim calcmode="lin" valueType="num">
                                      <p:cBhvr>
                                        <p:cTn id="29" dur="500"/>
                                        <p:tgtEl>
                                          <p:spTgt spid="90"/>
                                        </p:tgtEl>
                                        <p:attrNameLst>
                                          <p:attrName>ppt_h</p:attrName>
                                        </p:attrNameLst>
                                      </p:cBhvr>
                                      <p:tavLst>
                                        <p:tav tm="0">
                                          <p:val>
                                            <p:strVal val="ppt_h"/>
                                          </p:val>
                                        </p:tav>
                                        <p:tav tm="100000">
                                          <p:val>
                                            <p:fltVal val="0"/>
                                          </p:val>
                                        </p:tav>
                                      </p:tavLst>
                                    </p:anim>
                                    <p:animEffect transition="out" filter="fade">
                                      <p:cBhvr>
                                        <p:cTn id="30" dur="500"/>
                                        <p:tgtEl>
                                          <p:spTgt spid="90"/>
                                        </p:tgtEl>
                                      </p:cBhvr>
                                    </p:animEffect>
                                    <p:set>
                                      <p:cBhvr>
                                        <p:cTn id="31" dur="1" fill="hold">
                                          <p:stCondLst>
                                            <p:cond delay="499"/>
                                          </p:stCondLst>
                                        </p:cTn>
                                        <p:tgtEl>
                                          <p:spTgt spid="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0"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250825" y="1203325"/>
            <a:ext cx="7705725" cy="3168650"/>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大小上与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(0)/</a:t>
            </a: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rPr>
              <a:t>相当</a:t>
            </a:r>
            <a:endParaRPr lang="en-US" altLang="zh-CN" sz="2500" b="1" dirty="0">
              <a:solidFill>
                <a:schemeClr val="tx1"/>
              </a:solidFill>
              <a:latin typeface="+mn-ea"/>
              <a:cs typeface="Times New Roman" pitchFamily="18" charset="0"/>
            </a:endParaRPr>
          </a:p>
          <a:p>
            <a:pPr eaLnBrk="1" hangingPunct="1">
              <a:lnSpc>
                <a:spcPts val="4000"/>
              </a:lnSpc>
              <a:buClrTx/>
              <a:buFont typeface="Wingdings" pitchFamily="2" charset="2"/>
              <a:buChar char="Ø"/>
              <a:defRPr/>
            </a:pPr>
            <a:r>
              <a:rPr lang="zh-CN" altLang="en-US" sz="2500" b="1" dirty="0">
                <a:solidFill>
                  <a:srgbClr val="000000"/>
                </a:solidFill>
                <a:latin typeface="+mn-ea"/>
              </a:rPr>
              <a:t>分析能力介于</a:t>
            </a:r>
            <a:r>
              <a:rPr lang="en-US" altLang="zh-CN" sz="2500" b="1" i="1" dirty="0">
                <a:solidFill>
                  <a:srgbClr val="000000"/>
                </a:solidFill>
                <a:ea typeface="宋体" pitchFamily="2" charset="-122"/>
                <a:cs typeface="Times New Roman" pitchFamily="18" charset="0"/>
              </a:rPr>
              <a:t>SLR</a:t>
            </a:r>
            <a:r>
              <a:rPr lang="zh-CN" altLang="en-US" sz="2500" b="1" dirty="0">
                <a:solidFill>
                  <a:srgbClr val="000000"/>
                </a:solidFill>
                <a:latin typeface="+mn-ea"/>
              </a:rPr>
              <a:t>和</a:t>
            </a:r>
            <a:r>
              <a:rPr lang="en-US" altLang="zh-CN" sz="2500" b="1" i="1" dirty="0">
                <a:solidFill>
                  <a:srgbClr val="000000"/>
                </a:solidFill>
                <a:ea typeface="宋体" pitchFamily="2" charset="-122"/>
                <a:cs typeface="Times New Roman" pitchFamily="18" charset="0"/>
              </a:rPr>
              <a:t>LR</a:t>
            </a:r>
            <a:r>
              <a:rPr lang="en-US" altLang="zh-CN" sz="2500" b="1" dirty="0">
                <a:solidFill>
                  <a:srgbClr val="000000"/>
                </a:solidFill>
                <a:ea typeface="宋体" pitchFamily="2" charset="-122"/>
                <a:cs typeface="Times New Roman" pitchFamily="18" charset="0"/>
              </a:rPr>
              <a:t>(1)</a:t>
            </a:r>
            <a:r>
              <a:rPr lang="zh-CN" altLang="en-US" sz="2500" b="1" dirty="0">
                <a:solidFill>
                  <a:srgbClr val="000000"/>
                </a:solidFill>
                <a:latin typeface="+mn-ea"/>
              </a:rPr>
              <a:t>二者之间</a:t>
            </a:r>
            <a:endParaRPr lang="en-US" altLang="zh-CN" sz="2500" b="1" dirty="0">
              <a:solidFill>
                <a:srgbClr val="000000"/>
              </a:solidFill>
              <a:latin typeface="+mn-ea"/>
              <a:cs typeface="Times New Roman" pitchFamily="18" charset="0"/>
            </a:endParaRPr>
          </a:p>
          <a:p>
            <a:pPr algn="ctr" eaLnBrk="1" hangingPunct="1">
              <a:lnSpc>
                <a:spcPts val="4000"/>
              </a:lnSpc>
              <a:buClr>
                <a:srgbClr val="31B6FD"/>
              </a:buClr>
              <a:buFont typeface="Symbol" panose="05050102010706020507" pitchFamily="18" charset="2"/>
              <a:buNone/>
              <a:defRPr/>
            </a:pPr>
            <a:r>
              <a:rPr lang="en-US" altLang="zh-CN" sz="2500" b="1" i="1" dirty="0">
                <a:solidFill>
                  <a:srgbClr val="000000"/>
                </a:solidFill>
                <a:ea typeface="宋体" pitchFamily="2" charset="-122"/>
                <a:cs typeface="Times New Roman" pitchFamily="18" charset="0"/>
              </a:rPr>
              <a:t>SLR</a:t>
            </a:r>
            <a:r>
              <a:rPr lang="en-US" altLang="zh-CN" sz="2500" b="1" dirty="0">
                <a:solidFill>
                  <a:srgbClr val="000000"/>
                </a:solidFill>
                <a:ea typeface="宋体" pitchFamily="2" charset="-122"/>
                <a:cs typeface="Times New Roman" pitchFamily="18" charset="0"/>
              </a:rPr>
              <a:t>&lt;</a:t>
            </a:r>
            <a:r>
              <a:rPr lang="en-US" altLang="zh-CN" sz="2500" b="1" i="1" dirty="0">
                <a:solidFill>
                  <a:srgbClr val="000000"/>
                </a:solidFill>
                <a:ea typeface="宋体" pitchFamily="2" charset="-122"/>
                <a:cs typeface="Times New Roman" pitchFamily="18" charset="0"/>
              </a:rPr>
              <a:t>LALR</a:t>
            </a:r>
            <a:r>
              <a:rPr lang="en-US" altLang="zh-CN" sz="2500" b="1" dirty="0">
                <a:solidFill>
                  <a:srgbClr val="000000"/>
                </a:solidFill>
                <a:ea typeface="宋体" pitchFamily="2" charset="-122"/>
                <a:cs typeface="Times New Roman" pitchFamily="18" charset="0"/>
              </a:rPr>
              <a:t>(1)&lt;</a:t>
            </a:r>
            <a:r>
              <a:rPr lang="en-US" altLang="zh-CN" sz="2500" b="1" i="1" dirty="0">
                <a:solidFill>
                  <a:srgbClr val="000000"/>
                </a:solidFill>
                <a:ea typeface="宋体" pitchFamily="2" charset="-122"/>
                <a:cs typeface="Times New Roman" pitchFamily="18" charset="0"/>
              </a:rPr>
              <a:t>LR</a:t>
            </a:r>
            <a:r>
              <a:rPr lang="en-US" altLang="zh-CN" sz="2500" b="1" dirty="0">
                <a:solidFill>
                  <a:srgbClr val="000000"/>
                </a:solidFill>
                <a:ea typeface="宋体" pitchFamily="2" charset="-122"/>
                <a:cs typeface="Times New Roman" pitchFamily="18" charset="0"/>
              </a:rPr>
              <a:t>(1)</a:t>
            </a:r>
          </a:p>
          <a:p>
            <a:pPr lvl="1" eaLnBrk="1" hangingPunct="1">
              <a:lnSpc>
                <a:spcPts val="4000"/>
              </a:lnSpc>
              <a:buClrTx/>
              <a:buFont typeface="Wingdings" pitchFamily="2" charset="2"/>
              <a:buChar char="Ø"/>
              <a:defRPr/>
            </a:pPr>
            <a:r>
              <a:rPr lang="zh-CN" altLang="en-US" sz="2500" b="1" dirty="0">
                <a:solidFill>
                  <a:srgbClr val="000000"/>
                </a:solidFill>
                <a:latin typeface="+mn-ea"/>
              </a:rPr>
              <a:t>合并后的展望符集合仍为</a:t>
            </a:r>
            <a:r>
              <a:rPr lang="en-US" altLang="zh-CN" sz="2500" b="1" i="1" dirty="0">
                <a:solidFill>
                  <a:srgbClr val="000000"/>
                </a:solidFill>
                <a:ea typeface="宋体" pitchFamily="2" charset="-122"/>
                <a:cs typeface="Times New Roman" pitchFamily="18" charset="0"/>
              </a:rPr>
              <a:t>FOLLOW</a:t>
            </a:r>
            <a:r>
              <a:rPr lang="zh-CN" altLang="zh-CN" sz="2500" b="1" dirty="0">
                <a:solidFill>
                  <a:srgbClr val="000000"/>
                </a:solidFill>
                <a:latin typeface="+mn-ea"/>
              </a:rPr>
              <a:t>集的</a:t>
            </a:r>
            <a:r>
              <a:rPr lang="zh-CN" altLang="zh-CN" sz="2500" b="1" dirty="0">
                <a:solidFill>
                  <a:srgbClr val="2D83F4"/>
                </a:solidFill>
                <a:latin typeface="+mn-ea"/>
              </a:rPr>
              <a:t>子集</a:t>
            </a:r>
            <a:endParaRPr lang="zh-CN" altLang="en-US" sz="2500" dirty="0">
              <a:solidFill>
                <a:srgbClr val="2D83F4"/>
              </a:solidFill>
              <a:latin typeface="+mn-ea"/>
            </a:endParaRPr>
          </a:p>
          <a:p>
            <a:pPr eaLnBrk="1" hangingPunct="1">
              <a:buClr>
                <a:schemeClr val="tx1"/>
              </a:buClr>
              <a:buFont typeface="Wingdings" pitchFamily="2" charset="2"/>
              <a:buChar char="Ø"/>
              <a:defRPr/>
            </a:pPr>
            <a:endParaRPr lang="zh-CN" altLang="en-US" dirty="0">
              <a:latin typeface="楷体_GB2312" pitchFamily="49" charset="-122"/>
              <a:ea typeface="楷体_GB2312" pitchFamily="49" charset="-122"/>
            </a:endParaRPr>
          </a:p>
          <a:p>
            <a:pPr eaLnBrk="1" hangingPunct="1">
              <a:defRPr/>
            </a:pPr>
            <a:endParaRPr lang="zh-CN" altLang="en-US" sz="2800" dirty="0">
              <a:latin typeface="楷体_GB2312" pitchFamily="49" charset="-122"/>
              <a:ea typeface="楷体_GB2312" pitchFamily="49" charset="-122"/>
            </a:endParaRPr>
          </a:p>
        </p:txBody>
      </p:sp>
      <p:sp>
        <p:nvSpPr>
          <p:cNvPr id="54275" name="Rectangle 3"/>
          <p:cNvSpPr txBox="1">
            <a:spLocks noChangeArrowheads="1"/>
          </p:cNvSpPr>
          <p:nvPr/>
        </p:nvSpPr>
        <p:spPr bwMode="auto">
          <a:xfrm>
            <a:off x="250825" y="771525"/>
            <a:ext cx="54959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Tx/>
              <a:buFont typeface="Wingdings" panose="05000000000000000000" pitchFamily="2" charset="2"/>
              <a:buChar char="Ø"/>
            </a:pPr>
            <a:r>
              <a:rPr lang="zh-CN" altLang="en-US" sz="2500" b="1">
                <a:solidFill>
                  <a:srgbClr val="000000"/>
                </a:solidFill>
                <a:latin typeface="Times New Roman" panose="02020603050405020304" pitchFamily="18" charset="0"/>
                <a:ea typeface="华文楷体" panose="02010600040101010101" pitchFamily="2" charset="-122"/>
              </a:rPr>
              <a:t>形式上与</a:t>
            </a:r>
            <a:r>
              <a:rPr lang="en-US" altLang="zh-CN" sz="2500" b="1" i="1">
                <a:solidFill>
                  <a:srgbClr val="000000"/>
                </a:solidFill>
                <a:latin typeface="Times New Roman" panose="02020603050405020304" pitchFamily="18" charset="0"/>
                <a:cs typeface="Times New Roman" panose="02020603050405020304" pitchFamily="18" charset="0"/>
              </a:rPr>
              <a:t>LR</a:t>
            </a:r>
            <a:r>
              <a:rPr lang="en-US" altLang="zh-CN" sz="2500" b="1">
                <a:solidFill>
                  <a:srgbClr val="000000"/>
                </a:solidFill>
                <a:latin typeface="Times New Roman" panose="02020603050405020304" pitchFamily="18" charset="0"/>
                <a:cs typeface="Times New Roman" panose="02020603050405020304" pitchFamily="18" charset="0"/>
              </a:rPr>
              <a:t>(1)</a:t>
            </a:r>
            <a:r>
              <a:rPr lang="zh-CN" altLang="en-US" sz="2500" b="1">
                <a:solidFill>
                  <a:srgbClr val="000000"/>
                </a:solidFill>
                <a:latin typeface="Times New Roman" panose="02020603050405020304" pitchFamily="18" charset="0"/>
                <a:ea typeface="华文楷体" panose="02010600040101010101" pitchFamily="2" charset="-122"/>
              </a:rPr>
              <a:t>相同</a:t>
            </a:r>
          </a:p>
        </p:txBody>
      </p:sp>
      <p:sp>
        <p:nvSpPr>
          <p:cNvPr id="54276"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sp>
        <p:nvSpPr>
          <p:cNvPr id="54277"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fld id="{A1823EF8-2B58-4289-B4EC-6C1F0F9CF1FB}" type="slidenum">
              <a:rPr lang="zh-CN" altLang="en-US" sz="1400" smtClean="0">
                <a:solidFill>
                  <a:srgbClr val="073E87"/>
                </a:solidFill>
                <a:latin typeface="Tahoma" panose="020B0604030504040204" pitchFamily="34" charset="0"/>
              </a:rPr>
              <a:pPr>
                <a:spcBef>
                  <a:spcPct val="0"/>
                </a:spcBef>
                <a:buClrTx/>
                <a:buSzTx/>
                <a:buFont typeface="Arial" panose="020B0604020202020204" pitchFamily="34" charset="0"/>
                <a:buNone/>
              </a:pPr>
              <a:t>18</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2963363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anim calcmode="lin" valueType="num">
                                      <p:cBhvr>
                                        <p:cTn id="7" dur="500" fill="hold"/>
                                        <p:tgtEl>
                                          <p:spTgt spid="131075">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 calcmode="lin" valueType="num">
                                      <p:cBhvr>
                                        <p:cTn id="12" dur="500" fill="hold"/>
                                        <p:tgtEl>
                                          <p:spTgt spid="131075">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31075">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131075">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131075">
                                            <p:txEl>
                                              <p:pRg st="3" end="3"/>
                                            </p:txEl>
                                          </p:spTgt>
                                        </p:tgtEl>
                                        <p:attrNameLst>
                                          <p:attrName>style.visibility</p:attrName>
                                        </p:attrNameLst>
                                      </p:cBhvr>
                                      <p:to>
                                        <p:strVal val="visible"/>
                                      </p:to>
                                    </p:set>
                                    <p:anim calcmode="lin" valueType="num">
                                      <p:cBhvr>
                                        <p:cTn id="19" dur="500" fill="hold"/>
                                        <p:tgtEl>
                                          <p:spTgt spid="131075">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131075">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131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Tx/>
              <a:buNone/>
            </a:pPr>
            <a:fld id="{171CD9E5-B8BF-4BBB-8A07-24EB489CFC7F}" type="slidenum">
              <a:rPr lang="zh-CN" altLang="en-US" sz="1400" smtClean="0">
                <a:solidFill>
                  <a:srgbClr val="000000"/>
                </a:solidFill>
                <a:latin typeface="Arial" panose="020B0604020202020204" pitchFamily="34" charset="0"/>
              </a:rPr>
              <a:pPr>
                <a:spcBef>
                  <a:spcPct val="0"/>
                </a:spcBef>
                <a:buClrTx/>
                <a:buSzTx/>
                <a:buFontTx/>
                <a:buNone/>
              </a:pPr>
              <a:t>19</a:t>
            </a:fld>
            <a:endParaRPr lang="en-US" altLang="zh-CN" sz="1400">
              <a:solidFill>
                <a:srgbClr val="000000"/>
              </a:solidFill>
              <a:latin typeface="Arial" panose="020B0604020202020204" pitchFamily="34" charset="0"/>
            </a:endParaRPr>
          </a:p>
        </p:txBody>
      </p:sp>
      <p:sp>
        <p:nvSpPr>
          <p:cNvPr id="56323" name="文本框 2"/>
          <p:cNvSpPr txBox="1">
            <a:spLocks noChangeArrowheads="1"/>
          </p:cNvSpPr>
          <p:nvPr/>
        </p:nvSpPr>
        <p:spPr bwMode="auto">
          <a:xfrm>
            <a:off x="684213" y="544513"/>
            <a:ext cx="7823200"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Tx/>
              <a:buNone/>
            </a:pPr>
            <a:r>
              <a:rPr lang="zh-CN" altLang="en-US" sz="4000" b="1">
                <a:solidFill>
                  <a:srgbClr val="000000"/>
                </a:solidFill>
                <a:latin typeface="Tahoma" panose="020B0604030504040204" pitchFamily="34" charset="0"/>
              </a:rPr>
              <a:t>作业：</a:t>
            </a:r>
            <a:endParaRPr lang="en-US" altLang="zh-CN" sz="4000" b="1">
              <a:solidFill>
                <a:srgbClr val="000000"/>
              </a:solidFill>
              <a:latin typeface="Tahoma" panose="020B0604030504040204" pitchFamily="34" charset="0"/>
            </a:endParaRPr>
          </a:p>
          <a:p>
            <a:pPr>
              <a:spcBef>
                <a:spcPct val="0"/>
              </a:spcBef>
              <a:buClrTx/>
              <a:buSzTx/>
              <a:buFontTx/>
              <a:buNone/>
            </a:pPr>
            <a:r>
              <a:rPr lang="zh-CN" altLang="en-US" sz="3600">
                <a:solidFill>
                  <a:srgbClr val="0000FF"/>
                </a:solidFill>
                <a:latin typeface="Tahoma" panose="020B0604030504040204" pitchFamily="34" charset="0"/>
              </a:rPr>
              <a:t>蓝书</a:t>
            </a:r>
            <a:r>
              <a:rPr lang="en-US" altLang="zh-CN" sz="3600">
                <a:solidFill>
                  <a:srgbClr val="000000"/>
                </a:solidFill>
                <a:latin typeface="Tahoma" panose="020B0604030504040204" pitchFamily="34" charset="0"/>
              </a:rPr>
              <a:t>P165  </a:t>
            </a:r>
            <a:r>
              <a:rPr lang="zh-CN" altLang="en-US" sz="3600">
                <a:solidFill>
                  <a:srgbClr val="000000"/>
                </a:solidFill>
                <a:latin typeface="Tahoma" panose="020B0604030504040204" pitchFamily="34" charset="0"/>
              </a:rPr>
              <a:t>练习</a:t>
            </a:r>
            <a:r>
              <a:rPr lang="en-US" altLang="zh-CN" sz="3600">
                <a:solidFill>
                  <a:srgbClr val="000000"/>
                </a:solidFill>
                <a:latin typeface="Tahoma" panose="020B0604030504040204" pitchFamily="34" charset="0"/>
              </a:rPr>
              <a:t>4.7.1</a:t>
            </a:r>
            <a:r>
              <a:rPr lang="zh-CN" altLang="en-US" sz="3600">
                <a:solidFill>
                  <a:srgbClr val="000000"/>
                </a:solidFill>
                <a:latin typeface="Tahoma" panose="020B0604030504040204" pitchFamily="34" charset="0"/>
              </a:rPr>
              <a:t>、</a:t>
            </a:r>
            <a:r>
              <a:rPr lang="en-US" altLang="zh-CN" sz="3600">
                <a:solidFill>
                  <a:srgbClr val="000000"/>
                </a:solidFill>
                <a:latin typeface="Tahoma" panose="020B0604030504040204" pitchFamily="34" charset="0"/>
              </a:rPr>
              <a:t>4.7.2</a:t>
            </a:r>
            <a:r>
              <a:rPr lang="zh-CN" altLang="en-US" sz="3600">
                <a:solidFill>
                  <a:srgbClr val="000000"/>
                </a:solidFill>
                <a:latin typeface="Tahoma" panose="020B0604030504040204" pitchFamily="34" charset="0"/>
              </a:rPr>
              <a:t>的</a:t>
            </a:r>
            <a:r>
              <a:rPr lang="en-US" altLang="zh-CN" sz="3600">
                <a:solidFill>
                  <a:srgbClr val="000000"/>
                </a:solidFill>
                <a:latin typeface="Tahoma" panose="020B0604030504040204" pitchFamily="34" charset="0"/>
              </a:rPr>
              <a:t> 3)</a:t>
            </a:r>
            <a:r>
              <a:rPr lang="zh-CN" altLang="en-US" sz="3600">
                <a:solidFill>
                  <a:srgbClr val="000000"/>
                </a:solidFill>
                <a:latin typeface="Tahoma" panose="020B0604030504040204" pitchFamily="34" charset="0"/>
              </a:rPr>
              <a:t>和</a:t>
            </a:r>
            <a:r>
              <a:rPr lang="en-US" altLang="zh-CN" sz="3600">
                <a:solidFill>
                  <a:srgbClr val="000000"/>
                </a:solidFill>
                <a:latin typeface="Tahoma" panose="020B0604030504040204" pitchFamily="34" charset="0"/>
              </a:rPr>
              <a:t>5) </a:t>
            </a:r>
            <a:r>
              <a:rPr lang="zh-CN" altLang="en-US" sz="3600">
                <a:solidFill>
                  <a:srgbClr val="000000"/>
                </a:solidFill>
                <a:latin typeface="Tahoma" panose="020B0604030504040204" pitchFamily="34" charset="0"/>
              </a:rPr>
              <a:t>和</a:t>
            </a:r>
            <a:r>
              <a:rPr lang="en-US" altLang="zh-CN" sz="3600">
                <a:solidFill>
                  <a:srgbClr val="000000"/>
                </a:solidFill>
                <a:latin typeface="Tahoma" panose="020B0604030504040204" pitchFamily="34" charset="0"/>
              </a:rPr>
              <a:t>4.7.4</a:t>
            </a:r>
          </a:p>
          <a:p>
            <a:pPr>
              <a:spcBef>
                <a:spcPct val="0"/>
              </a:spcBef>
              <a:buClrTx/>
              <a:buSzTx/>
              <a:buFontTx/>
              <a:buNone/>
            </a:pPr>
            <a:endParaRPr lang="en-US" altLang="zh-CN" sz="3600">
              <a:solidFill>
                <a:srgbClr val="000000"/>
              </a:solidFill>
              <a:latin typeface="Tahoma" panose="020B0604030504040204" pitchFamily="34" charset="0"/>
            </a:endParaRPr>
          </a:p>
          <a:p>
            <a:pPr>
              <a:spcBef>
                <a:spcPct val="0"/>
              </a:spcBef>
              <a:buClrTx/>
              <a:buSzTx/>
              <a:buFontTx/>
              <a:buNone/>
            </a:pPr>
            <a:r>
              <a:rPr lang="zh-CN" altLang="en-US" sz="3600">
                <a:solidFill>
                  <a:srgbClr val="000000"/>
                </a:solidFill>
                <a:latin typeface="Tahoma" panose="020B0604030504040204" pitchFamily="34" charset="0"/>
              </a:rPr>
              <a:t>黑书</a:t>
            </a:r>
            <a:r>
              <a:rPr lang="en-US" altLang="zh-CN" sz="3600">
                <a:solidFill>
                  <a:srgbClr val="000000"/>
                </a:solidFill>
                <a:latin typeface="Tahoma" panose="020B0604030504040204" pitchFamily="34" charset="0"/>
              </a:rPr>
              <a:t>P </a:t>
            </a:r>
            <a:r>
              <a:rPr lang="zh-CN" altLang="en-US" sz="3600">
                <a:solidFill>
                  <a:srgbClr val="000000"/>
                </a:solidFill>
                <a:latin typeface="Tahoma" panose="020B0604030504040204" pitchFamily="34" charset="0"/>
              </a:rPr>
              <a:t>同上</a:t>
            </a:r>
            <a:endParaRPr lang="en-US" altLang="zh-CN" sz="3600">
              <a:solidFill>
                <a:srgbClr val="000000"/>
              </a:solidFill>
              <a:latin typeface="Tahoma" panose="020B0604030504040204" pitchFamily="34" charset="0"/>
            </a:endParaRPr>
          </a:p>
          <a:p>
            <a:pPr>
              <a:spcBef>
                <a:spcPct val="0"/>
              </a:spcBef>
              <a:buClrTx/>
              <a:buSzTx/>
              <a:buFontTx/>
              <a:buNone/>
            </a:pPr>
            <a:endParaRPr lang="zh-CN" altLang="en-US" sz="3600">
              <a:solidFill>
                <a:srgbClr val="000000"/>
              </a:solidFill>
              <a:latin typeface="Tahoma" panose="020B0604030504040204" pitchFamily="34" charset="0"/>
            </a:endParaRPr>
          </a:p>
        </p:txBody>
      </p:sp>
    </p:spTree>
    <p:extLst>
      <p:ext uri="{BB962C8B-B14F-4D97-AF65-F5344CB8AC3E}">
        <p14:creationId xmlns:p14="http://schemas.microsoft.com/office/powerpoint/2010/main" val="3879751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3"/>
          <p:cNvSpPr>
            <a:spLocks noGrp="1" noChangeArrowheads="1"/>
          </p:cNvSpPr>
          <p:nvPr>
            <p:ph idx="1"/>
          </p:nvPr>
        </p:nvSpPr>
        <p:spPr>
          <a:xfrm>
            <a:off x="406400" y="1276350"/>
            <a:ext cx="8748713" cy="3225800"/>
          </a:xfrm>
        </p:spPr>
        <p:txBody>
          <a:bodyPr/>
          <a:lstStyle/>
          <a:p>
            <a:pPr eaLnBrk="1" hangingPunct="1">
              <a:buClr>
                <a:schemeClr val="tx1"/>
              </a:buClr>
              <a:buFont typeface="Wingdings" pitchFamily="2" charset="2"/>
              <a:buChar char="Ø"/>
              <a:defRPr/>
            </a:pPr>
            <a:r>
              <a:rPr lang="zh-CN" altLang="en-US" sz="2800" b="1" dirty="0">
                <a:solidFill>
                  <a:schemeClr val="tx1"/>
                </a:solidFill>
                <a:latin typeface="+mn-ea"/>
              </a:rPr>
              <a:t>每个二义性文法都不是</a:t>
            </a:r>
            <a:r>
              <a:rPr lang="en-US" altLang="zh-CN" sz="2800" b="1" i="1" dirty="0">
                <a:solidFill>
                  <a:schemeClr val="tx1"/>
                </a:solidFill>
                <a:cs typeface="Times New Roman" pitchFamily="18" charset="0"/>
              </a:rPr>
              <a:t>LR</a:t>
            </a:r>
            <a:r>
              <a:rPr lang="zh-CN" altLang="en-US" sz="2800" b="1" dirty="0">
                <a:solidFill>
                  <a:schemeClr val="tx1"/>
                </a:solidFill>
                <a:latin typeface="+mn-ea"/>
              </a:rPr>
              <a:t>的</a:t>
            </a:r>
            <a:endParaRPr lang="en-US" altLang="zh-CN" sz="2800" b="1" dirty="0">
              <a:solidFill>
                <a:schemeClr val="tx1"/>
              </a:solidFill>
              <a:latin typeface="+mn-ea"/>
            </a:endParaRPr>
          </a:p>
          <a:p>
            <a:pPr eaLnBrk="1" hangingPunct="1">
              <a:buClr>
                <a:schemeClr val="tx1"/>
              </a:buClr>
              <a:buFont typeface="Wingdings" pitchFamily="2" charset="2"/>
              <a:buChar char="Ø"/>
              <a:defRPr/>
            </a:pPr>
            <a:r>
              <a:rPr lang="zh-CN" altLang="en-US" sz="2800" b="1" dirty="0">
                <a:solidFill>
                  <a:schemeClr val="tx1"/>
                </a:solidFill>
                <a:latin typeface="+mn-ea"/>
              </a:rPr>
              <a:t>某些类型的二义性文法在语言的描述和实现中很有用</a:t>
            </a:r>
            <a:endParaRPr lang="en-US" altLang="zh-CN" sz="2800" b="1" dirty="0">
              <a:solidFill>
                <a:schemeClr val="tx1"/>
              </a:solidFill>
              <a:latin typeface="+mn-ea"/>
            </a:endParaRPr>
          </a:p>
          <a:p>
            <a:pPr lvl="1" eaLnBrk="1" hangingPunct="1">
              <a:buClr>
                <a:schemeClr val="tx1"/>
              </a:buClr>
              <a:buFont typeface="Wingdings" pitchFamily="2" charset="2"/>
              <a:buChar char="Ø"/>
              <a:defRPr/>
            </a:pPr>
            <a:r>
              <a:rPr lang="zh-CN" altLang="en-US" sz="2800" b="1" dirty="0">
                <a:solidFill>
                  <a:schemeClr val="tx1"/>
                </a:solidFill>
                <a:latin typeface="+mn-ea"/>
              </a:rPr>
              <a:t>更简短、更自然</a:t>
            </a:r>
            <a:endParaRPr lang="en-US" altLang="zh-CN" sz="2800" b="1" dirty="0">
              <a:solidFill>
                <a:schemeClr val="tx1"/>
              </a:solidFill>
              <a:latin typeface="+mn-ea"/>
            </a:endParaRPr>
          </a:p>
          <a:p>
            <a:pPr lvl="2" eaLnBrk="1" hangingPunct="1">
              <a:buClr>
                <a:schemeClr val="tx1"/>
              </a:buClr>
              <a:buFont typeface="Wingdings" pitchFamily="2" charset="2"/>
              <a:buChar char="Ø"/>
              <a:defRPr/>
            </a:pPr>
            <a:r>
              <a:rPr lang="zh-CN" altLang="en-US" sz="2400" b="1" dirty="0">
                <a:solidFill>
                  <a:schemeClr val="tx1"/>
                </a:solidFill>
                <a:latin typeface="+mn-ea"/>
              </a:rPr>
              <a:t>例</a:t>
            </a:r>
            <a:endParaRPr lang="en-US" altLang="zh-CN" sz="2400" b="1" dirty="0">
              <a:solidFill>
                <a:schemeClr val="tx1"/>
              </a:solidFill>
              <a:latin typeface="+mn-ea"/>
            </a:endParaRPr>
          </a:p>
        </p:txBody>
      </p:sp>
      <p:sp>
        <p:nvSpPr>
          <p:cNvPr id="57347" name="Rectangle 2"/>
          <p:cNvSpPr>
            <a:spLocks noGrp="1" noChangeArrowheads="1"/>
          </p:cNvSpPr>
          <p:nvPr>
            <p:ph type="title"/>
          </p:nvPr>
        </p:nvSpPr>
        <p:spPr>
          <a:xfrm>
            <a:off x="755650" y="268288"/>
            <a:ext cx="7931150" cy="790575"/>
          </a:xfrm>
        </p:spPr>
        <p:txBody>
          <a:bodyPr/>
          <a:lstStyle/>
          <a:p>
            <a:pPr eaLnBrk="1" hangingPunct="1"/>
            <a:r>
              <a:rPr lang="en-US" altLang="zh-CN" sz="3600" dirty="0">
                <a:solidFill>
                  <a:schemeClr val="tx1"/>
                </a:solidFill>
                <a:latin typeface="微软雅黑" panose="020B0503020204020204" pitchFamily="34" charset="-122"/>
                <a:ea typeface="微软雅黑" panose="020B0503020204020204" pitchFamily="34" charset="-122"/>
              </a:rPr>
              <a:t>8. </a:t>
            </a:r>
            <a:r>
              <a:rPr lang="zh-CN" altLang="en-US" sz="3600" dirty="0">
                <a:solidFill>
                  <a:schemeClr val="tx1"/>
                </a:solidFill>
                <a:latin typeface="微软雅黑" panose="020B0503020204020204" pitchFamily="34" charset="-122"/>
                <a:ea typeface="微软雅黑" panose="020B0503020204020204" pitchFamily="34" charset="-122"/>
              </a:rPr>
              <a:t>二义性文法的</a:t>
            </a:r>
            <a:r>
              <a:rPr lang="en-US" altLang="zh-CN" sz="3600" dirty="0">
                <a:solidFill>
                  <a:schemeClr val="tx1"/>
                </a:solidFill>
                <a:latin typeface="微软雅黑" panose="020B0503020204020204" pitchFamily="34" charset="-122"/>
                <a:ea typeface="微软雅黑" panose="020B0503020204020204" pitchFamily="34" charset="-122"/>
              </a:rPr>
              <a:t>LR(</a:t>
            </a:r>
            <a:r>
              <a:rPr lang="zh-CN" altLang="en-US" sz="3600" dirty="0">
                <a:solidFill>
                  <a:schemeClr val="tx1"/>
                </a:solidFill>
                <a:latin typeface="微软雅黑" panose="020B0503020204020204" pitchFamily="34" charset="-122"/>
                <a:ea typeface="微软雅黑" panose="020B0503020204020204" pitchFamily="34" charset="-122"/>
              </a:rPr>
              <a:t>统称</a:t>
            </a:r>
            <a:r>
              <a:rPr lang="en-US" altLang="zh-CN" sz="3600" dirty="0">
                <a:solidFill>
                  <a:schemeClr val="tx1"/>
                </a:solidFill>
                <a:latin typeface="微软雅黑" panose="020B0503020204020204" pitchFamily="34" charset="-122"/>
                <a:ea typeface="微软雅黑" panose="020B0503020204020204" pitchFamily="34" charset="-122"/>
              </a:rPr>
              <a:t>)</a:t>
            </a:r>
            <a:r>
              <a:rPr lang="zh-CN" altLang="en-US" sz="3600" dirty="0">
                <a:solidFill>
                  <a:schemeClr val="tx1"/>
                </a:solidFill>
                <a:latin typeface="微软雅黑" panose="020B0503020204020204" pitchFamily="34" charset="-122"/>
                <a:ea typeface="微软雅黑" panose="020B0503020204020204" pitchFamily="34" charset="-122"/>
              </a:rPr>
              <a:t>分析</a:t>
            </a:r>
            <a:br>
              <a:rPr lang="en-US" altLang="zh-CN" sz="3000" dirty="0">
                <a:solidFill>
                  <a:schemeClr val="tx1"/>
                </a:solidFill>
                <a:latin typeface="微软雅黑" panose="020B0503020204020204" pitchFamily="34" charset="-122"/>
                <a:ea typeface="微软雅黑" panose="020B0503020204020204" pitchFamily="34" charset="-122"/>
              </a:rPr>
            </a:br>
            <a:r>
              <a:rPr lang="zh-CN" altLang="en-US" sz="3000" dirty="0">
                <a:solidFill>
                  <a:schemeClr val="tx1"/>
                </a:solidFill>
                <a:latin typeface="微软雅黑" panose="020B0503020204020204" pitchFamily="34" charset="-122"/>
                <a:ea typeface="微软雅黑" panose="020B0503020204020204" pitchFamily="34" charset="-122"/>
              </a:rPr>
              <a:t>二义性文法的特点：</a:t>
            </a:r>
          </a:p>
        </p:txBody>
      </p:sp>
      <p:sp>
        <p:nvSpPr>
          <p:cNvPr id="4" name="Rectangle 5"/>
          <p:cNvSpPr>
            <a:spLocks noChangeArrowheads="1"/>
          </p:cNvSpPr>
          <p:nvPr/>
        </p:nvSpPr>
        <p:spPr bwMode="auto">
          <a:xfrm>
            <a:off x="2051050" y="2898775"/>
            <a:ext cx="1873250" cy="2144713"/>
          </a:xfrm>
          <a:prstGeom prst="rect">
            <a:avLst/>
          </a:prstGeom>
          <a:solidFill>
            <a:srgbClr val="B5CEED"/>
          </a:solidFill>
          <a:ln w="12700">
            <a:solidFill>
              <a:schemeClr val="tx1"/>
            </a:solidFill>
            <a:miter lim="800000"/>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200"/>
              </a:lnSpc>
              <a:spcBef>
                <a:spcPct val="0"/>
              </a:spcBef>
              <a:buClrTx/>
              <a:buSzTx/>
              <a:buFont typeface="Arial" panose="020B0604020202020204" pitchFamily="34" charset="0"/>
              <a:buNone/>
            </a:pPr>
            <a:r>
              <a:rPr lang="zh-CN" altLang="en-US" b="1">
                <a:solidFill>
                  <a:srgbClr val="000000"/>
                </a:solidFill>
                <a:latin typeface="楷体" panose="02010609060101010101" pitchFamily="49" charset="-122"/>
                <a:ea typeface="楷体" panose="02010609060101010101" pitchFamily="49" charset="-122"/>
              </a:rPr>
              <a:t>二义性文法</a:t>
            </a:r>
            <a:endParaRPr lang="en-US" altLang="zh-CN" b="1">
              <a:solidFill>
                <a:srgbClr val="000000"/>
              </a:solidFill>
              <a:latin typeface="楷体" panose="02010609060101010101" pitchFamily="49" charset="-122"/>
              <a:cs typeface="Times New Roman" panose="02020603050405020304" pitchFamily="18" charset="0"/>
            </a:endParaRPr>
          </a:p>
          <a:p>
            <a:pPr eaLnBrk="1" hangingPunct="1">
              <a:lnSpc>
                <a:spcPts val="32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① </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r>
              <a:rPr lang="en-US" altLang="zh-CN" b="1">
                <a:solidFill>
                  <a:srgbClr val="000000"/>
                </a:solidFill>
                <a:latin typeface="Times New Roman" panose="02020603050405020304" pitchFamily="18" charset="0"/>
                <a:ea typeface="楷体_GB2312" panose="02010609030101010101"/>
                <a:cs typeface="楷体_GB2312" panose="02010609030101010101"/>
              </a:rPr>
              <a:t>→ </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r>
              <a:rPr lang="en-US" altLang="zh-CN" b="1">
                <a:solidFill>
                  <a:srgbClr val="000000"/>
                </a:solidFill>
                <a:latin typeface="Times New Roman" panose="02020603050405020304" pitchFamily="18" charset="0"/>
                <a:ea typeface="楷体_GB2312" panose="02010609030101010101"/>
                <a:cs typeface="楷体_GB2312" panose="02010609030101010101"/>
              </a:rPr>
              <a:t>+</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p>
          <a:p>
            <a:pPr eaLnBrk="1" hangingPunct="1">
              <a:lnSpc>
                <a:spcPts val="32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② </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r>
              <a:rPr lang="en-US" altLang="zh-CN" b="1">
                <a:solidFill>
                  <a:srgbClr val="000000"/>
                </a:solidFill>
                <a:latin typeface="Times New Roman" panose="02020603050405020304" pitchFamily="18" charset="0"/>
                <a:ea typeface="楷体_GB2312" panose="02010609030101010101"/>
                <a:cs typeface="楷体_GB2312" panose="02010609030101010101"/>
              </a:rPr>
              <a:t>→ </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r>
              <a:rPr lang="en-US" altLang="zh-CN" b="1">
                <a:solidFill>
                  <a:srgbClr val="000000"/>
                </a:solidFill>
                <a:latin typeface="Times New Roman" panose="02020603050405020304" pitchFamily="18" charset="0"/>
                <a:ea typeface="楷体_GB2312" panose="02010609030101010101"/>
                <a:cs typeface="楷体_GB2312" panose="02010609030101010101"/>
              </a:rPr>
              <a:t>*</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p>
          <a:p>
            <a:pPr eaLnBrk="1" hangingPunct="1">
              <a:lnSpc>
                <a:spcPts val="32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③ </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r>
              <a:rPr lang="en-US" altLang="zh-CN" b="1">
                <a:solidFill>
                  <a:srgbClr val="000000"/>
                </a:solidFill>
                <a:latin typeface="Times New Roman" panose="02020603050405020304" pitchFamily="18" charset="0"/>
                <a:ea typeface="楷体_GB2312" panose="02010609030101010101"/>
                <a:cs typeface="楷体_GB2312" panose="02010609030101010101"/>
              </a:rPr>
              <a:t>→ ( </a:t>
            </a:r>
            <a:r>
              <a:rPr lang="en-US" altLang="zh-CN" b="1" i="1">
                <a:solidFill>
                  <a:srgbClr val="000000"/>
                </a:solidFill>
                <a:latin typeface="Times New Roman" panose="02020603050405020304" pitchFamily="18" charset="0"/>
                <a:ea typeface="楷体_GB2312" panose="02010609030101010101"/>
                <a:cs typeface="楷体_GB2312" panose="02010609030101010101"/>
              </a:rPr>
              <a:t>E </a:t>
            </a:r>
            <a:r>
              <a:rPr lang="en-US" altLang="zh-CN" b="1">
                <a:solidFill>
                  <a:srgbClr val="000000"/>
                </a:solidFill>
                <a:latin typeface="Times New Roman" panose="02020603050405020304" pitchFamily="18" charset="0"/>
                <a:ea typeface="楷体_GB2312" panose="02010609030101010101"/>
                <a:cs typeface="楷体_GB2312" panose="02010609030101010101"/>
              </a:rPr>
              <a:t>)</a:t>
            </a:r>
          </a:p>
          <a:p>
            <a:pPr eaLnBrk="1" hangingPunct="1">
              <a:lnSpc>
                <a:spcPts val="32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④ </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r>
              <a:rPr lang="en-US" altLang="zh-CN" b="1">
                <a:solidFill>
                  <a:srgbClr val="000000"/>
                </a:solidFill>
                <a:latin typeface="Times New Roman" panose="02020603050405020304" pitchFamily="18" charset="0"/>
                <a:ea typeface="楷体_GB2312" panose="02010609030101010101"/>
                <a:cs typeface="楷体_GB2312" panose="02010609030101010101"/>
              </a:rPr>
              <a:t>→ id</a:t>
            </a:r>
          </a:p>
        </p:txBody>
      </p:sp>
      <p:sp>
        <p:nvSpPr>
          <p:cNvPr id="6" name="Rectangle 5"/>
          <p:cNvSpPr>
            <a:spLocks noChangeArrowheads="1"/>
          </p:cNvSpPr>
          <p:nvPr/>
        </p:nvSpPr>
        <p:spPr bwMode="auto">
          <a:xfrm>
            <a:off x="4357688" y="2355850"/>
            <a:ext cx="2212975" cy="2709863"/>
          </a:xfrm>
          <a:prstGeom prst="rect">
            <a:avLst/>
          </a:prstGeom>
          <a:solidFill>
            <a:srgbClr val="B5CEED"/>
          </a:solidFill>
          <a:ln w="12700">
            <a:solidFill>
              <a:schemeClr val="tx1"/>
            </a:solidFill>
            <a:miter lim="800000"/>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200"/>
              </a:lnSpc>
              <a:spcBef>
                <a:spcPct val="0"/>
              </a:spcBef>
              <a:buClrTx/>
              <a:buSzTx/>
              <a:buFont typeface="Arial" panose="020B0604020202020204" pitchFamily="34" charset="0"/>
              <a:buNone/>
            </a:pPr>
            <a:r>
              <a:rPr lang="zh-CN" altLang="en-US" b="1">
                <a:solidFill>
                  <a:srgbClr val="000000"/>
                </a:solidFill>
                <a:latin typeface="楷体" panose="02010609060101010101" pitchFamily="49" charset="-122"/>
                <a:ea typeface="楷体" panose="02010609060101010101" pitchFamily="49" charset="-122"/>
              </a:rPr>
              <a:t>非二义性文法</a:t>
            </a:r>
            <a:br>
              <a:rPr lang="en-US" altLang="zh-CN" b="1">
                <a:solidFill>
                  <a:srgbClr val="000000"/>
                </a:solidFill>
                <a:latin typeface="楷体" panose="02010609060101010101" pitchFamily="49" charset="-122"/>
                <a:ea typeface="楷体" panose="02010609060101010101" pitchFamily="49" charset="-122"/>
              </a:rPr>
            </a:br>
            <a:r>
              <a:rPr lang="en-US" altLang="zh-CN" b="1">
                <a:solidFill>
                  <a:srgbClr val="000000"/>
                </a:solidFill>
                <a:latin typeface="Times New Roman" panose="02020603050405020304" pitchFamily="18" charset="0"/>
              </a:rPr>
              <a:t>① </a:t>
            </a:r>
            <a:r>
              <a:rPr lang="en-US" altLang="zh-CN" b="1" i="1">
                <a:solidFill>
                  <a:srgbClr val="000000"/>
                </a:solidFill>
                <a:latin typeface="Times New Roman" panose="02020603050405020304" pitchFamily="18" charset="0"/>
                <a:cs typeface="Times New Roman" panose="02020603050405020304" pitchFamily="18" charset="0"/>
              </a:rPr>
              <a:t>E </a:t>
            </a:r>
            <a:r>
              <a:rPr lang="en-US" altLang="zh-CN" b="1">
                <a:solidFill>
                  <a:srgbClr val="000000"/>
                </a:solidFill>
                <a:latin typeface="Times New Roman" panose="02020603050405020304" pitchFamily="18" charset="0"/>
                <a:cs typeface="Times New Roman" panose="02020603050405020304" pitchFamily="18" charset="0"/>
              </a:rPr>
              <a:t>→ </a:t>
            </a:r>
            <a:r>
              <a:rPr lang="en-US" altLang="zh-CN" b="1" i="1">
                <a:solidFill>
                  <a:srgbClr val="000000"/>
                </a:solidFill>
                <a:latin typeface="Times New Roman" panose="02020603050405020304" pitchFamily="18" charset="0"/>
                <a:cs typeface="Times New Roman" panose="02020603050405020304" pitchFamily="18" charset="0"/>
              </a:rPr>
              <a:t>E </a:t>
            </a:r>
            <a:r>
              <a:rPr lang="en-US" altLang="zh-CN" b="1">
                <a:solidFill>
                  <a:srgbClr val="000000"/>
                </a:solidFill>
                <a:latin typeface="Times New Roman" panose="02020603050405020304" pitchFamily="18" charset="0"/>
                <a:cs typeface="Times New Roman" panose="02020603050405020304" pitchFamily="18" charset="0"/>
              </a:rPr>
              <a:t>+ </a:t>
            </a:r>
            <a:r>
              <a:rPr lang="en-US" altLang="zh-CN" b="1" i="1">
                <a:solidFill>
                  <a:srgbClr val="000000"/>
                </a:solidFill>
                <a:latin typeface="Times New Roman" panose="02020603050405020304" pitchFamily="18" charset="0"/>
                <a:cs typeface="Times New Roman" panose="02020603050405020304" pitchFamily="18" charset="0"/>
              </a:rPr>
              <a:t>T </a:t>
            </a:r>
            <a:endParaRPr lang="en-US" altLang="zh-CN" b="1">
              <a:solidFill>
                <a:srgbClr val="000000"/>
              </a:solidFill>
              <a:latin typeface="Times New Roman" panose="02020603050405020304" pitchFamily="18" charset="0"/>
              <a:cs typeface="Times New Roman" panose="02020603050405020304" pitchFamily="18" charset="0"/>
            </a:endParaRPr>
          </a:p>
          <a:p>
            <a:pPr eaLnBrk="1" hangingPunct="1">
              <a:lnSpc>
                <a:spcPts val="28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② </a:t>
            </a:r>
            <a:r>
              <a:rPr lang="en-US" altLang="zh-CN" b="1" i="1">
                <a:solidFill>
                  <a:srgbClr val="000000"/>
                </a:solidFill>
                <a:latin typeface="Times New Roman" panose="02020603050405020304" pitchFamily="18" charset="0"/>
                <a:ea typeface="楷体_GB2312" panose="02010609030101010101"/>
                <a:cs typeface="楷体_GB2312" panose="02010609030101010101"/>
              </a:rPr>
              <a:t>E </a:t>
            </a:r>
            <a:r>
              <a:rPr lang="en-US" altLang="zh-CN" b="1">
                <a:solidFill>
                  <a:srgbClr val="000000"/>
                </a:solidFill>
                <a:latin typeface="Times New Roman" panose="02020603050405020304" pitchFamily="18" charset="0"/>
                <a:ea typeface="楷体_GB2312" panose="02010609030101010101"/>
                <a:cs typeface="楷体_GB2312" panose="02010609030101010101"/>
              </a:rPr>
              <a:t>→ </a:t>
            </a:r>
            <a:r>
              <a:rPr lang="en-US" altLang="zh-CN" b="1" i="1">
                <a:solidFill>
                  <a:srgbClr val="000000"/>
                </a:solidFill>
                <a:latin typeface="Times New Roman" panose="02020603050405020304" pitchFamily="18" charset="0"/>
                <a:ea typeface="楷体_GB2312" panose="02010609030101010101"/>
                <a:cs typeface="楷体_GB2312" panose="02010609030101010101"/>
              </a:rPr>
              <a:t>T</a:t>
            </a:r>
          </a:p>
          <a:p>
            <a:pPr eaLnBrk="1" hangingPunct="1">
              <a:lnSpc>
                <a:spcPts val="28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③ </a:t>
            </a:r>
            <a:r>
              <a:rPr lang="en-US" altLang="zh-CN" b="1" i="1">
                <a:solidFill>
                  <a:srgbClr val="000000"/>
                </a:solidFill>
                <a:latin typeface="Times New Roman" panose="02020603050405020304" pitchFamily="18" charset="0"/>
                <a:ea typeface="楷体_GB2312" panose="02010609030101010101"/>
                <a:cs typeface="楷体_GB2312" panose="02010609030101010101"/>
              </a:rPr>
              <a:t>T</a:t>
            </a:r>
            <a:r>
              <a:rPr lang="en-US" altLang="zh-CN" b="1">
                <a:solidFill>
                  <a:srgbClr val="000000"/>
                </a:solidFill>
                <a:latin typeface="Times New Roman" panose="02020603050405020304" pitchFamily="18" charset="0"/>
                <a:ea typeface="楷体_GB2312" panose="02010609030101010101"/>
                <a:cs typeface="楷体_GB2312" panose="02010609030101010101"/>
              </a:rPr>
              <a:t> → </a:t>
            </a:r>
            <a:r>
              <a:rPr lang="en-US" altLang="zh-CN" b="1" i="1">
                <a:solidFill>
                  <a:srgbClr val="000000"/>
                </a:solidFill>
                <a:latin typeface="Times New Roman" panose="02020603050405020304" pitchFamily="18" charset="0"/>
                <a:ea typeface="楷体_GB2312" panose="02010609030101010101"/>
                <a:cs typeface="楷体_GB2312" panose="02010609030101010101"/>
              </a:rPr>
              <a:t>T</a:t>
            </a:r>
            <a:r>
              <a:rPr lang="en-US" altLang="zh-CN" b="1">
                <a:solidFill>
                  <a:srgbClr val="000000"/>
                </a:solidFill>
                <a:latin typeface="Times New Roman" panose="02020603050405020304" pitchFamily="18" charset="0"/>
                <a:ea typeface="楷体_GB2312" panose="02010609030101010101"/>
                <a:cs typeface="楷体_GB2312" panose="02010609030101010101"/>
              </a:rPr>
              <a:t> * </a:t>
            </a:r>
            <a:r>
              <a:rPr lang="en-US" altLang="zh-CN" b="1" i="1">
                <a:solidFill>
                  <a:srgbClr val="000000"/>
                </a:solidFill>
                <a:latin typeface="Times New Roman" panose="02020603050405020304" pitchFamily="18" charset="0"/>
                <a:ea typeface="楷体_GB2312" panose="02010609030101010101"/>
                <a:cs typeface="楷体_GB2312" panose="02010609030101010101"/>
              </a:rPr>
              <a:t>F</a:t>
            </a:r>
            <a:r>
              <a:rPr lang="en-US" altLang="zh-CN" b="1">
                <a:solidFill>
                  <a:srgbClr val="000000"/>
                </a:solidFill>
                <a:latin typeface="Times New Roman" panose="02020603050405020304" pitchFamily="18" charset="0"/>
                <a:ea typeface="楷体_GB2312" panose="02010609030101010101"/>
                <a:cs typeface="楷体_GB2312" panose="02010609030101010101"/>
              </a:rPr>
              <a:t> </a:t>
            </a:r>
          </a:p>
          <a:p>
            <a:pPr eaLnBrk="1" hangingPunct="1">
              <a:lnSpc>
                <a:spcPts val="28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④ </a:t>
            </a:r>
            <a:r>
              <a:rPr lang="en-US" altLang="zh-CN" b="1" i="1">
                <a:solidFill>
                  <a:srgbClr val="000000"/>
                </a:solidFill>
                <a:latin typeface="Times New Roman" panose="02020603050405020304" pitchFamily="18" charset="0"/>
                <a:ea typeface="楷体_GB2312" panose="02010609030101010101"/>
                <a:cs typeface="楷体_GB2312" panose="02010609030101010101"/>
              </a:rPr>
              <a:t>T</a:t>
            </a:r>
            <a:r>
              <a:rPr lang="en-US" altLang="zh-CN" b="1">
                <a:solidFill>
                  <a:srgbClr val="000000"/>
                </a:solidFill>
                <a:latin typeface="Times New Roman" panose="02020603050405020304" pitchFamily="18" charset="0"/>
                <a:ea typeface="楷体_GB2312" panose="02010609030101010101"/>
                <a:cs typeface="楷体_GB2312" panose="02010609030101010101"/>
              </a:rPr>
              <a:t> → </a:t>
            </a:r>
            <a:r>
              <a:rPr lang="en-US" altLang="zh-CN" b="1" i="1">
                <a:solidFill>
                  <a:srgbClr val="000000"/>
                </a:solidFill>
                <a:latin typeface="Times New Roman" panose="02020603050405020304" pitchFamily="18" charset="0"/>
                <a:ea typeface="楷体_GB2312" panose="02010609030101010101"/>
                <a:cs typeface="楷体_GB2312" panose="02010609030101010101"/>
              </a:rPr>
              <a:t>F</a:t>
            </a:r>
          </a:p>
          <a:p>
            <a:pPr eaLnBrk="1" hangingPunct="1">
              <a:lnSpc>
                <a:spcPts val="2800"/>
              </a:lnSpc>
              <a:spcBef>
                <a:spcPct val="0"/>
              </a:spcBef>
              <a:buClrTx/>
              <a:buSzTx/>
              <a:buFont typeface="Arial" panose="020B0604020202020204" pitchFamily="34" charset="0"/>
              <a:buNone/>
            </a:pPr>
            <a:r>
              <a:rPr lang="en-US" altLang="zh-CN" b="1">
                <a:solidFill>
                  <a:srgbClr val="000000"/>
                </a:solidFill>
                <a:latin typeface="Times New Roman" panose="02020603050405020304" pitchFamily="18" charset="0"/>
              </a:rPr>
              <a:t>⑤ </a:t>
            </a:r>
            <a:r>
              <a:rPr lang="en-US" altLang="zh-CN" b="1" i="1">
                <a:solidFill>
                  <a:srgbClr val="000000"/>
                </a:solidFill>
                <a:latin typeface="Times New Roman" panose="02020603050405020304" pitchFamily="18" charset="0"/>
                <a:ea typeface="楷体_GB2312" panose="02010609030101010101"/>
                <a:cs typeface="楷体_GB2312" panose="02010609030101010101"/>
              </a:rPr>
              <a:t>F</a:t>
            </a:r>
            <a:r>
              <a:rPr lang="en-US" altLang="zh-CN" b="1">
                <a:solidFill>
                  <a:srgbClr val="000000"/>
                </a:solidFill>
                <a:latin typeface="Times New Roman" panose="02020603050405020304" pitchFamily="18" charset="0"/>
                <a:ea typeface="楷体_GB2312" panose="02010609030101010101"/>
                <a:cs typeface="楷体_GB2312" panose="02010609030101010101"/>
              </a:rPr>
              <a:t> → ( </a:t>
            </a:r>
            <a:r>
              <a:rPr lang="en-US" altLang="zh-CN" b="1" i="1">
                <a:solidFill>
                  <a:srgbClr val="000000"/>
                </a:solidFill>
                <a:latin typeface="Times New Roman" panose="02020603050405020304" pitchFamily="18" charset="0"/>
                <a:ea typeface="楷体_GB2312" panose="02010609030101010101"/>
                <a:cs typeface="楷体_GB2312" panose="02010609030101010101"/>
              </a:rPr>
              <a:t>E</a:t>
            </a:r>
            <a:r>
              <a:rPr lang="en-US" altLang="zh-CN" b="1">
                <a:solidFill>
                  <a:srgbClr val="000000"/>
                </a:solidFill>
                <a:latin typeface="Times New Roman" panose="02020603050405020304" pitchFamily="18" charset="0"/>
                <a:ea typeface="楷体_GB2312" panose="02010609030101010101"/>
                <a:cs typeface="楷体_GB2312" panose="02010609030101010101"/>
              </a:rPr>
              <a:t> ) </a:t>
            </a:r>
          </a:p>
          <a:p>
            <a:pPr eaLnBrk="1" hangingPunct="1">
              <a:lnSpc>
                <a:spcPts val="2800"/>
              </a:lnSpc>
              <a:spcBef>
                <a:spcPct val="0"/>
              </a:spcBef>
              <a:buClrTx/>
              <a:buSzTx/>
              <a:buFont typeface="Arial" panose="020B0604020202020204" pitchFamily="34" charset="0"/>
              <a:buNone/>
            </a:pPr>
            <a:r>
              <a:rPr lang="zh-CN" altLang="en-US" b="1">
                <a:solidFill>
                  <a:srgbClr val="000000"/>
                </a:solidFill>
                <a:latin typeface="Times New Roman" panose="02020603050405020304" pitchFamily="18" charset="0"/>
              </a:rPr>
              <a:t>⑥ </a:t>
            </a:r>
            <a:r>
              <a:rPr lang="en-US" altLang="zh-CN" b="1" i="1">
                <a:solidFill>
                  <a:srgbClr val="000000"/>
                </a:solidFill>
                <a:latin typeface="Times New Roman" panose="02020603050405020304" pitchFamily="18" charset="0"/>
                <a:ea typeface="楷体_GB2312" panose="02010609030101010101"/>
                <a:cs typeface="楷体_GB2312" panose="02010609030101010101"/>
              </a:rPr>
              <a:t>F</a:t>
            </a:r>
            <a:r>
              <a:rPr lang="en-US" altLang="zh-CN" b="1">
                <a:solidFill>
                  <a:srgbClr val="000000"/>
                </a:solidFill>
                <a:latin typeface="Times New Roman" panose="02020603050405020304" pitchFamily="18" charset="0"/>
                <a:ea typeface="楷体_GB2312" panose="02010609030101010101"/>
                <a:cs typeface="楷体_GB2312" panose="02010609030101010101"/>
              </a:rPr>
              <a:t> → id</a:t>
            </a:r>
          </a:p>
        </p:txBody>
      </p:sp>
    </p:spTree>
    <p:extLst>
      <p:ext uri="{BB962C8B-B14F-4D97-AF65-F5344CB8AC3E}">
        <p14:creationId xmlns:p14="http://schemas.microsoft.com/office/powerpoint/2010/main" val="1737689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52579">
                                            <p:txEl>
                                              <p:pRg st="1" end="1"/>
                                            </p:txEl>
                                          </p:spTgt>
                                        </p:tgtEl>
                                        <p:attrNameLst>
                                          <p:attrName>style.visibility</p:attrName>
                                        </p:attrNameLst>
                                      </p:cBhvr>
                                      <p:to>
                                        <p:strVal val="visible"/>
                                      </p:to>
                                    </p:set>
                                    <p:anim calcmode="lin" valueType="num">
                                      <p:cBhvr>
                                        <p:cTn id="7" dur="500" fill="hold"/>
                                        <p:tgtEl>
                                          <p:spTgt spid="15257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5257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52579">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52579">
                                            <p:txEl>
                                              <p:pRg st="2" end="2"/>
                                            </p:txEl>
                                          </p:spTgt>
                                        </p:tgtEl>
                                        <p:attrNameLst>
                                          <p:attrName>style.visibility</p:attrName>
                                        </p:attrNameLst>
                                      </p:cBhvr>
                                      <p:to>
                                        <p:strVal val="visible"/>
                                      </p:to>
                                    </p:set>
                                    <p:anim calcmode="lin" valueType="num">
                                      <p:cBhvr>
                                        <p:cTn id="14" dur="500" fill="hold"/>
                                        <p:tgtEl>
                                          <p:spTgt spid="152579">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152579">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152579">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52579">
                                            <p:txEl>
                                              <p:pRg st="3" end="3"/>
                                            </p:txEl>
                                          </p:spTgt>
                                        </p:tgtEl>
                                        <p:attrNameLst>
                                          <p:attrName>style.visibility</p:attrName>
                                        </p:attrNameLst>
                                      </p:cBhvr>
                                      <p:to>
                                        <p:strVal val="visible"/>
                                      </p:to>
                                    </p:set>
                                    <p:anim calcmode="lin" valueType="num">
                                      <p:cBhvr>
                                        <p:cTn id="21" dur="500" fill="hold"/>
                                        <p:tgtEl>
                                          <p:spTgt spid="152579">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152579">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152579">
                                            <p:txEl>
                                              <p:pRg st="3" end="3"/>
                                            </p:tx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Effect transition="in" filter="fade">
                                      <p:cBhvr>
                                        <p:cTn id="28" dur="500"/>
                                        <p:tgtEl>
                                          <p:spTgt spid="4"/>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2122488" y="1552575"/>
            <a:ext cx="1296987" cy="17240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0</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E′→ · 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59395" name="Text Box 3"/>
          <p:cNvSpPr txBox="1">
            <a:spLocks noChangeArrowheads="1"/>
          </p:cNvSpPr>
          <p:nvPr/>
        </p:nvSpPr>
        <p:spPr bwMode="auto">
          <a:xfrm>
            <a:off x="3779838" y="987425"/>
            <a:ext cx="1246187" cy="12620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1</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endParaRPr lang="en-US" altLang="zh-CN" sz="2000" b="1" i="1">
              <a:solidFill>
                <a:srgbClr val="000000"/>
              </a:solidFill>
              <a:latin typeface="Times New Roman" panose="02020603050405020304" pitchFamily="18" charset="0"/>
              <a:cs typeface="Times New Roman" panose="02020603050405020304" pitchFamily="18" charset="0"/>
            </a:endParaRPr>
          </a:p>
        </p:txBody>
      </p:sp>
      <p:sp>
        <p:nvSpPr>
          <p:cNvPr id="59396" name="Line 4"/>
          <p:cNvSpPr>
            <a:spLocks noChangeShapeType="1"/>
          </p:cNvSpPr>
          <p:nvPr/>
        </p:nvSpPr>
        <p:spPr bwMode="auto">
          <a:xfrm flipV="1">
            <a:off x="3438525" y="1881188"/>
            <a:ext cx="3190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397" name="Text Box 5"/>
          <p:cNvSpPr txBox="1">
            <a:spLocks noChangeArrowheads="1"/>
          </p:cNvSpPr>
          <p:nvPr/>
        </p:nvSpPr>
        <p:spPr bwMode="auto">
          <a:xfrm>
            <a:off x="3805238" y="2424113"/>
            <a:ext cx="1214437" cy="17843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2</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59398" name="Line 6"/>
          <p:cNvSpPr>
            <a:spLocks noChangeShapeType="1"/>
          </p:cNvSpPr>
          <p:nvPr/>
        </p:nvSpPr>
        <p:spPr bwMode="auto">
          <a:xfrm flipV="1">
            <a:off x="3432175" y="2714625"/>
            <a:ext cx="3841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399" name="Text Box 7"/>
          <p:cNvSpPr txBox="1">
            <a:spLocks noChangeArrowheads="1"/>
          </p:cNvSpPr>
          <p:nvPr/>
        </p:nvSpPr>
        <p:spPr bwMode="auto">
          <a:xfrm>
            <a:off x="3419475" y="221138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59400" name="Text Box 8"/>
          <p:cNvSpPr txBox="1">
            <a:spLocks noChangeArrowheads="1"/>
          </p:cNvSpPr>
          <p:nvPr/>
        </p:nvSpPr>
        <p:spPr bwMode="auto">
          <a:xfrm>
            <a:off x="2339975" y="4384675"/>
            <a:ext cx="1066800"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3</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a:t>
            </a:r>
            <a:r>
              <a:rPr lang="en-US" altLang="zh-CN" sz="1800" b="1">
                <a:solidFill>
                  <a:srgbClr val="000000"/>
                </a:solidFill>
                <a:latin typeface="Times New Roman" panose="02020603050405020304" pitchFamily="18" charset="0"/>
                <a:cs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a:t>
            </a:r>
          </a:p>
        </p:txBody>
      </p:sp>
      <p:sp>
        <p:nvSpPr>
          <p:cNvPr id="59401" name="Line 9"/>
          <p:cNvSpPr>
            <a:spLocks noChangeShapeType="1"/>
          </p:cNvSpPr>
          <p:nvPr/>
        </p:nvSpPr>
        <p:spPr bwMode="auto">
          <a:xfrm>
            <a:off x="2941638" y="3275013"/>
            <a:ext cx="9525" cy="10969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2" name="Text Box 10"/>
          <p:cNvSpPr txBox="1">
            <a:spLocks noChangeArrowheads="1"/>
          </p:cNvSpPr>
          <p:nvPr/>
        </p:nvSpPr>
        <p:spPr bwMode="auto">
          <a:xfrm>
            <a:off x="2533650" y="3279775"/>
            <a:ext cx="598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59403" name="Text Box 11"/>
          <p:cNvSpPr txBox="1">
            <a:spLocks noChangeArrowheads="1"/>
          </p:cNvSpPr>
          <p:nvPr/>
        </p:nvSpPr>
        <p:spPr bwMode="auto">
          <a:xfrm>
            <a:off x="5753100" y="1022350"/>
            <a:ext cx="1211263" cy="14779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4</a:t>
            </a:r>
            <a:r>
              <a:rPr lang="en-US" altLang="zh-CN" sz="2000" b="1">
                <a:solidFill>
                  <a:srgbClr val="000000"/>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endParaRPr lang="en-US" altLang="zh-CN" sz="2000" b="1" i="1">
              <a:solidFill>
                <a:srgbClr val="000000"/>
              </a:solidFill>
              <a:latin typeface="Times New Roman" panose="02020603050405020304" pitchFamily="18" charset="0"/>
              <a:cs typeface="Times New Roman" panose="02020603050405020304" pitchFamily="18" charset="0"/>
            </a:endParaRP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59404" name="Text Box 12"/>
          <p:cNvSpPr txBox="1">
            <a:spLocks noChangeArrowheads="1"/>
          </p:cNvSpPr>
          <p:nvPr/>
        </p:nvSpPr>
        <p:spPr bwMode="auto">
          <a:xfrm>
            <a:off x="5753100" y="2535238"/>
            <a:ext cx="1250950" cy="147637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5</a:t>
            </a:r>
            <a:r>
              <a:rPr lang="en-US" altLang="zh-CN" sz="2000" b="1">
                <a:solidFill>
                  <a:srgbClr val="000000"/>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E* · 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59405" name="Text Box 15"/>
          <p:cNvSpPr txBox="1">
            <a:spLocks noChangeArrowheads="1"/>
          </p:cNvSpPr>
          <p:nvPr/>
        </p:nvSpPr>
        <p:spPr bwMode="auto">
          <a:xfrm>
            <a:off x="3470275" y="366236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59406" name="Text Box 17"/>
          <p:cNvSpPr txBox="1">
            <a:spLocks noChangeArrowheads="1"/>
          </p:cNvSpPr>
          <p:nvPr/>
        </p:nvSpPr>
        <p:spPr bwMode="auto">
          <a:xfrm>
            <a:off x="5753100" y="4076700"/>
            <a:ext cx="1244600" cy="10160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6</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p>
        </p:txBody>
      </p:sp>
      <p:sp>
        <p:nvSpPr>
          <p:cNvPr id="59407" name="Line 18"/>
          <p:cNvSpPr>
            <a:spLocks noChangeShapeType="1"/>
          </p:cNvSpPr>
          <p:nvPr/>
        </p:nvSpPr>
        <p:spPr bwMode="auto">
          <a:xfrm>
            <a:off x="5026025" y="3937000"/>
            <a:ext cx="719138" cy="27781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8" name="Text Box 19"/>
          <p:cNvSpPr txBox="1">
            <a:spLocks noChangeArrowheads="1"/>
          </p:cNvSpPr>
          <p:nvPr/>
        </p:nvSpPr>
        <p:spPr bwMode="auto">
          <a:xfrm>
            <a:off x="4951413" y="34639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59409" name="Text Box 20"/>
          <p:cNvSpPr txBox="1">
            <a:spLocks noChangeArrowheads="1"/>
          </p:cNvSpPr>
          <p:nvPr/>
        </p:nvSpPr>
        <p:spPr bwMode="auto">
          <a:xfrm>
            <a:off x="7408863" y="701675"/>
            <a:ext cx="1296987" cy="12938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7</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E→E+E</a:t>
            </a:r>
            <a:r>
              <a:rPr lang="en-US" altLang="zh-CN" sz="2000" b="1" i="1">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E→E · *E</a:t>
            </a:r>
            <a:endParaRPr lang="en-US" altLang="zh-CN" sz="2000" b="1" i="1">
              <a:solidFill>
                <a:srgbClr val="FF0000"/>
              </a:solidFill>
              <a:latin typeface="Times New Roman" panose="02020603050405020304" pitchFamily="18" charset="0"/>
              <a:cs typeface="Times New Roman" panose="02020603050405020304" pitchFamily="18" charset="0"/>
            </a:endParaRPr>
          </a:p>
        </p:txBody>
      </p:sp>
      <p:sp>
        <p:nvSpPr>
          <p:cNvPr id="59410" name="Line 21"/>
          <p:cNvSpPr>
            <a:spLocks noChangeShapeType="1"/>
          </p:cNvSpPr>
          <p:nvPr/>
        </p:nvSpPr>
        <p:spPr bwMode="auto">
          <a:xfrm flipH="1">
            <a:off x="3402013" y="4108450"/>
            <a:ext cx="361950" cy="541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1" name="Text Box 22"/>
          <p:cNvSpPr txBox="1">
            <a:spLocks noChangeArrowheads="1"/>
          </p:cNvSpPr>
          <p:nvPr/>
        </p:nvSpPr>
        <p:spPr bwMode="auto">
          <a:xfrm>
            <a:off x="6948488" y="37576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59412" name="Text Box 23"/>
          <p:cNvSpPr txBox="1">
            <a:spLocks noChangeArrowheads="1"/>
          </p:cNvSpPr>
          <p:nvPr/>
        </p:nvSpPr>
        <p:spPr bwMode="auto">
          <a:xfrm>
            <a:off x="7418388" y="2438400"/>
            <a:ext cx="1296987" cy="1292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8</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E→E*E</a:t>
            </a:r>
            <a:r>
              <a:rPr lang="en-US" altLang="zh-CN" sz="2000" b="1" i="1">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E→E</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FF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FF0000"/>
                </a:solidFill>
                <a:latin typeface="Times New Roman" panose="02020603050405020304" pitchFamily="18" charset="0"/>
                <a:cs typeface="Times New Roman" panose="02020603050405020304" pitchFamily="18" charset="0"/>
              </a:rPr>
              <a:t>+E</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E→E</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FF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rgbClr val="FF0000"/>
                </a:solidFill>
                <a:latin typeface="Times New Roman" panose="02020603050405020304" pitchFamily="18" charset="0"/>
                <a:cs typeface="Times New Roman" panose="02020603050405020304" pitchFamily="18" charset="0"/>
              </a:rPr>
              <a:t>*E</a:t>
            </a:r>
            <a:endParaRPr lang="en-US" altLang="zh-CN" sz="2000" b="1" i="1">
              <a:solidFill>
                <a:srgbClr val="FF0000"/>
              </a:solidFill>
              <a:latin typeface="Times New Roman" panose="02020603050405020304" pitchFamily="18" charset="0"/>
              <a:cs typeface="Times New Roman" panose="02020603050405020304" pitchFamily="18" charset="0"/>
            </a:endParaRPr>
          </a:p>
        </p:txBody>
      </p:sp>
      <p:sp>
        <p:nvSpPr>
          <p:cNvPr id="59413" name="Line 24"/>
          <p:cNvSpPr>
            <a:spLocks noChangeShapeType="1"/>
          </p:cNvSpPr>
          <p:nvPr/>
        </p:nvSpPr>
        <p:spPr bwMode="auto">
          <a:xfrm>
            <a:off x="5026025" y="1131888"/>
            <a:ext cx="7397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4" name="Text Box 25"/>
          <p:cNvSpPr txBox="1">
            <a:spLocks noChangeArrowheads="1"/>
          </p:cNvSpPr>
          <p:nvPr/>
        </p:nvSpPr>
        <p:spPr bwMode="auto">
          <a:xfrm>
            <a:off x="5011738" y="814388"/>
            <a:ext cx="381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59415" name="Text Box 26"/>
          <p:cNvSpPr txBox="1">
            <a:spLocks noChangeArrowheads="1"/>
          </p:cNvSpPr>
          <p:nvPr/>
        </p:nvSpPr>
        <p:spPr bwMode="auto">
          <a:xfrm>
            <a:off x="7405688" y="4370388"/>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9</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 ·</a:t>
            </a:r>
          </a:p>
        </p:txBody>
      </p:sp>
      <p:sp>
        <p:nvSpPr>
          <p:cNvPr id="59416" name="Line 27"/>
          <p:cNvSpPr>
            <a:spLocks noChangeShapeType="1"/>
          </p:cNvSpPr>
          <p:nvPr/>
        </p:nvSpPr>
        <p:spPr bwMode="auto">
          <a:xfrm>
            <a:off x="6970713" y="3141663"/>
            <a:ext cx="47148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7" name="Text Box 28"/>
          <p:cNvSpPr txBox="1">
            <a:spLocks noChangeArrowheads="1"/>
          </p:cNvSpPr>
          <p:nvPr/>
        </p:nvSpPr>
        <p:spPr bwMode="auto">
          <a:xfrm>
            <a:off x="6980238" y="26130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59418" name="Line 29"/>
          <p:cNvSpPr>
            <a:spLocks noChangeShapeType="1"/>
          </p:cNvSpPr>
          <p:nvPr/>
        </p:nvSpPr>
        <p:spPr bwMode="auto">
          <a:xfrm>
            <a:off x="5043488" y="1698625"/>
            <a:ext cx="698500" cy="9271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9" name="Text Box 30"/>
          <p:cNvSpPr txBox="1">
            <a:spLocks noChangeArrowheads="1"/>
          </p:cNvSpPr>
          <p:nvPr/>
        </p:nvSpPr>
        <p:spPr bwMode="auto">
          <a:xfrm>
            <a:off x="4954588" y="13811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ea typeface="楷体_GB2312" panose="02010609030101010101"/>
                <a:cs typeface="楷体_GB2312" panose="02010609030101010101"/>
              </a:rPr>
              <a:t>*</a:t>
            </a:r>
          </a:p>
        </p:txBody>
      </p:sp>
      <p:sp>
        <p:nvSpPr>
          <p:cNvPr id="59420" name="Text Box 32"/>
          <p:cNvSpPr txBox="1">
            <a:spLocks noChangeArrowheads="1"/>
          </p:cNvSpPr>
          <p:nvPr/>
        </p:nvSpPr>
        <p:spPr bwMode="auto">
          <a:xfrm>
            <a:off x="7010400" y="47021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59421" name="Text Box 34"/>
          <p:cNvSpPr txBox="1">
            <a:spLocks noChangeArrowheads="1"/>
          </p:cNvSpPr>
          <p:nvPr/>
        </p:nvSpPr>
        <p:spPr bwMode="auto">
          <a:xfrm>
            <a:off x="1916113" y="685800"/>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59422" name="Text Box 35"/>
          <p:cNvSpPr txBox="1">
            <a:spLocks noChangeArrowheads="1"/>
          </p:cNvSpPr>
          <p:nvPr/>
        </p:nvSpPr>
        <p:spPr bwMode="auto">
          <a:xfrm>
            <a:off x="3419475" y="138906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180255" name="Rectangle 37"/>
          <p:cNvSpPr>
            <a:spLocks noChangeArrowheads="1"/>
          </p:cNvSpPr>
          <p:nvPr/>
        </p:nvSpPr>
        <p:spPr bwMode="auto">
          <a:xfrm>
            <a:off x="527050" y="1516063"/>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Font typeface="Arial" panose="020B0604020202020204" pitchFamily="34" charset="0"/>
              <a:buNone/>
              <a:defRPr/>
            </a:pPr>
            <a:r>
              <a:rPr lang="zh-CN" altLang="en-US" sz="2000" b="1" noProof="1">
                <a:solidFill>
                  <a:prstClr val="black"/>
                </a:solidFill>
                <a:latin typeface="华文楷体" pitchFamily="2" charset="-122"/>
                <a:ea typeface="华文楷体" pitchFamily="2" charset="-122"/>
              </a:rPr>
              <a:t>文法</a:t>
            </a:r>
            <a:endParaRPr lang="zh-CN" altLang="zh-CN" sz="2000" b="1" noProof="1">
              <a:solidFill>
                <a:prstClr val="black"/>
              </a:solidFill>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ea typeface="Times New Roman" pitchFamily="18" charset="0"/>
                <a:cs typeface="华文楷体" pitchFamily="2" charset="-122"/>
              </a:rPr>
              <a:t>E→E+E</a:t>
            </a:r>
            <a:endParaRPr lang="en-US" altLang="zh-CN" sz="2000" b="1" i="1" noProof="1">
              <a:solidFill>
                <a:prstClr val="black"/>
              </a:solidFill>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cs typeface="Times New Roman" pitchFamily="18" charset="0"/>
              </a:rPr>
              <a:t>E→</a:t>
            </a:r>
            <a:r>
              <a:rPr lang="en-US" altLang="zh-CN" sz="2000" b="1" noProof="1">
                <a:solidFill>
                  <a:prstClr val="black"/>
                </a:solidFill>
                <a:latin typeface="Times New Roman" pitchFamily="18" charset="0"/>
                <a:cs typeface="Times New Roman" pitchFamily="18" charset="0"/>
              </a:rPr>
              <a:t>(</a:t>
            </a:r>
            <a:r>
              <a:rPr lang="en-US" altLang="zh-CN" sz="2000" b="1" i="1" noProof="1">
                <a:solidFill>
                  <a:prstClr val="black"/>
                </a:solidFill>
                <a:latin typeface="Times New Roman" pitchFamily="18" charset="0"/>
                <a:cs typeface="Times New Roman" pitchFamily="18" charset="0"/>
              </a:rPr>
              <a:t>E</a:t>
            </a:r>
            <a:r>
              <a:rPr lang="en-US" altLang="zh-CN" sz="2000" b="1" noProof="1">
                <a:solidFill>
                  <a:prstClr val="black"/>
                </a:solidFill>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cs typeface="Times New Roman" pitchFamily="18" charset="0"/>
              </a:rPr>
              <a:t>E→</a:t>
            </a:r>
            <a:r>
              <a:rPr lang="en-US" altLang="zh-CN" sz="2000" b="1" noProof="1">
                <a:solidFill>
                  <a:prstClr val="black"/>
                </a:solidFill>
                <a:latin typeface="Times New Roman" pitchFamily="18" charset="0"/>
                <a:cs typeface="Times New Roman" pitchFamily="18" charset="0"/>
              </a:rPr>
              <a:t>id</a:t>
            </a:r>
          </a:p>
        </p:txBody>
      </p:sp>
      <p:sp>
        <p:nvSpPr>
          <p:cNvPr id="59424" name="Line 38"/>
          <p:cNvSpPr>
            <a:spLocks noChangeShapeType="1"/>
          </p:cNvSpPr>
          <p:nvPr/>
        </p:nvSpPr>
        <p:spPr bwMode="auto">
          <a:xfrm rot="10800000">
            <a:off x="5043488" y="3186113"/>
            <a:ext cx="6873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25" name="Text Box 39"/>
          <p:cNvSpPr txBox="1">
            <a:spLocks noChangeArrowheads="1"/>
          </p:cNvSpPr>
          <p:nvPr/>
        </p:nvSpPr>
        <p:spPr bwMode="auto">
          <a:xfrm>
            <a:off x="5395913" y="35194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59426" name="Text Box 47"/>
          <p:cNvSpPr txBox="1">
            <a:spLocks noChangeArrowheads="1"/>
          </p:cNvSpPr>
          <p:nvPr/>
        </p:nvSpPr>
        <p:spPr bwMode="auto">
          <a:xfrm>
            <a:off x="3324225" y="311308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59427" name="Line 48"/>
          <p:cNvSpPr>
            <a:spLocks noChangeShapeType="1"/>
          </p:cNvSpPr>
          <p:nvPr/>
        </p:nvSpPr>
        <p:spPr bwMode="auto">
          <a:xfrm>
            <a:off x="6964363" y="1347788"/>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28" name="Text Box 49"/>
          <p:cNvSpPr txBox="1">
            <a:spLocks noChangeArrowheads="1"/>
          </p:cNvSpPr>
          <p:nvPr/>
        </p:nvSpPr>
        <p:spPr bwMode="auto">
          <a:xfrm>
            <a:off x="7019925" y="91440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59429" name="Line 50"/>
          <p:cNvSpPr>
            <a:spLocks noChangeShapeType="1"/>
          </p:cNvSpPr>
          <p:nvPr/>
        </p:nvSpPr>
        <p:spPr bwMode="auto">
          <a:xfrm flipH="1">
            <a:off x="5049838" y="1676400"/>
            <a:ext cx="668337" cy="10191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30" name="Text Box 51"/>
          <p:cNvSpPr txBox="1">
            <a:spLocks noChangeArrowheads="1"/>
          </p:cNvSpPr>
          <p:nvPr/>
        </p:nvSpPr>
        <p:spPr bwMode="auto">
          <a:xfrm>
            <a:off x="5407025" y="129063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59431" name="Line 55"/>
          <p:cNvSpPr>
            <a:spLocks noChangeShapeType="1"/>
          </p:cNvSpPr>
          <p:nvPr/>
        </p:nvSpPr>
        <p:spPr bwMode="auto">
          <a:xfrm>
            <a:off x="1987550" y="4516438"/>
            <a:ext cx="352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32" name="Line 58"/>
          <p:cNvSpPr>
            <a:spLocks noChangeShapeType="1"/>
          </p:cNvSpPr>
          <p:nvPr/>
        </p:nvSpPr>
        <p:spPr bwMode="auto">
          <a:xfrm flipV="1">
            <a:off x="6243638" y="771525"/>
            <a:ext cx="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3" name="Line 59"/>
          <p:cNvSpPr>
            <a:spLocks noChangeShapeType="1"/>
          </p:cNvSpPr>
          <p:nvPr/>
        </p:nvSpPr>
        <p:spPr bwMode="auto">
          <a:xfrm flipH="1">
            <a:off x="1962150" y="758825"/>
            <a:ext cx="4281488"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4" name="Line 60"/>
          <p:cNvSpPr>
            <a:spLocks noChangeShapeType="1"/>
          </p:cNvSpPr>
          <p:nvPr/>
        </p:nvSpPr>
        <p:spPr bwMode="auto">
          <a:xfrm>
            <a:off x="1979613" y="771525"/>
            <a:ext cx="0" cy="37449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5" name="Text Box 61"/>
          <p:cNvSpPr txBox="1">
            <a:spLocks noChangeArrowheads="1"/>
          </p:cNvSpPr>
          <p:nvPr/>
        </p:nvSpPr>
        <p:spPr bwMode="auto">
          <a:xfrm>
            <a:off x="5497513" y="2757488"/>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a:solidFill>
                  <a:srgbClr val="000000"/>
                </a:solidFill>
                <a:latin typeface="Times New Roman" panose="02020603050405020304" pitchFamily="18" charset="0"/>
                <a:cs typeface="Times New Roman" panose="02020603050405020304" pitchFamily="18" charset="0"/>
              </a:rPr>
              <a:t>(</a:t>
            </a:r>
          </a:p>
        </p:txBody>
      </p:sp>
      <p:sp>
        <p:nvSpPr>
          <p:cNvPr id="59436" name="Line 62"/>
          <p:cNvSpPr>
            <a:spLocks noChangeShapeType="1"/>
          </p:cNvSpPr>
          <p:nvPr/>
        </p:nvSpPr>
        <p:spPr bwMode="auto">
          <a:xfrm flipH="1">
            <a:off x="3414713" y="3929063"/>
            <a:ext cx="2327275" cy="10477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37" name="Line 63"/>
          <p:cNvSpPr>
            <a:spLocks noChangeShapeType="1"/>
          </p:cNvSpPr>
          <p:nvPr/>
        </p:nvSpPr>
        <p:spPr bwMode="auto">
          <a:xfrm flipV="1">
            <a:off x="7026275" y="4732338"/>
            <a:ext cx="3889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38" name="Line 64"/>
          <p:cNvSpPr>
            <a:spLocks noChangeShapeType="1"/>
          </p:cNvSpPr>
          <p:nvPr/>
        </p:nvSpPr>
        <p:spPr bwMode="auto">
          <a:xfrm flipH="1" flipV="1">
            <a:off x="8816975" y="2211388"/>
            <a:ext cx="3175" cy="20891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9" name="Line 66"/>
          <p:cNvSpPr>
            <a:spLocks noChangeShapeType="1"/>
          </p:cNvSpPr>
          <p:nvPr/>
        </p:nvSpPr>
        <p:spPr bwMode="auto">
          <a:xfrm flipH="1">
            <a:off x="7027863" y="4275138"/>
            <a:ext cx="1789112" cy="142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0" name="Text Box 69"/>
          <p:cNvSpPr txBox="1">
            <a:spLocks noChangeArrowheads="1"/>
          </p:cNvSpPr>
          <p:nvPr/>
        </p:nvSpPr>
        <p:spPr bwMode="auto">
          <a:xfrm>
            <a:off x="6965950" y="419258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59441" name="Line 38"/>
          <p:cNvSpPr>
            <a:spLocks noChangeShapeType="1"/>
          </p:cNvSpPr>
          <p:nvPr/>
        </p:nvSpPr>
        <p:spPr bwMode="auto">
          <a:xfrm rot="10800000" flipV="1">
            <a:off x="6964363" y="2211388"/>
            <a:ext cx="18526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42" name="Rectangle 2"/>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二义性算术</a:t>
            </a:r>
            <a:r>
              <a:rPr lang="zh-CN" altLang="en-US" sz="3000" dirty="0">
                <a:solidFill>
                  <a:srgbClr val="000000"/>
                </a:solidFill>
                <a:latin typeface="微软雅黑" panose="020B0503020204020204" pitchFamily="34" charset="-122"/>
                <a:ea typeface="微软雅黑" panose="020B0503020204020204" pitchFamily="34" charset="-122"/>
              </a:rPr>
              <a:t>表达式</a:t>
            </a:r>
            <a:r>
              <a:rPr lang="zh-CN" altLang="en-US" sz="3000" dirty="0">
                <a:solidFill>
                  <a:schemeClr val="tx1"/>
                </a:solidFill>
                <a:latin typeface="微软雅黑" panose="020B0503020204020204" pitchFamily="34" charset="-122"/>
                <a:ea typeface="微软雅黑" panose="020B0503020204020204" pitchFamily="34" charset="-122"/>
              </a:rPr>
              <a:t>文法的</a:t>
            </a:r>
            <a:r>
              <a:rPr lang="en-US" altLang="zh-CN" sz="3000" i="1" dirty="0">
                <a:solidFill>
                  <a:schemeClr val="tx1"/>
                </a:solidFill>
                <a:ea typeface="黑体" panose="02010609060101010101" pitchFamily="49" charset="-122"/>
                <a:cs typeface="Times New Roman" panose="02020603050405020304" pitchFamily="18" charset="0"/>
              </a:rPr>
              <a:t>SLR</a:t>
            </a:r>
            <a:r>
              <a:rPr lang="zh-CN" altLang="en-US" sz="3000" dirty="0">
                <a:solidFill>
                  <a:schemeClr val="tx1"/>
                </a:solidFill>
                <a:latin typeface="微软雅黑" panose="020B0503020204020204" pitchFamily="34" charset="-122"/>
                <a:ea typeface="微软雅黑" panose="020B0503020204020204" pitchFamily="34" charset="-122"/>
              </a:rPr>
              <a:t>分析器</a:t>
            </a:r>
          </a:p>
        </p:txBody>
      </p:sp>
      <p:sp>
        <p:nvSpPr>
          <p:cNvPr id="59443" name="Freeform 53"/>
          <p:cNvSpPr>
            <a:spLocks noChangeArrowheads="1"/>
          </p:cNvSpPr>
          <p:nvPr/>
        </p:nvSpPr>
        <p:spPr bwMode="auto">
          <a:xfrm flipH="1">
            <a:off x="3579813" y="3138488"/>
            <a:ext cx="180975" cy="44926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矩形 1"/>
          <p:cNvSpPr/>
          <p:nvPr/>
        </p:nvSpPr>
        <p:spPr>
          <a:xfrm>
            <a:off x="71438" y="3857625"/>
            <a:ext cx="1706562" cy="646113"/>
          </a:xfrm>
          <a:prstGeom prst="rect">
            <a:avLst/>
          </a:prstGeom>
          <a:solidFill>
            <a:schemeClr val="accent5">
              <a:lumMod val="60000"/>
              <a:lumOff val="40000"/>
            </a:schemeClr>
          </a:solidFill>
          <a:ln w="12700">
            <a:solidFill>
              <a:schemeClr val="tx1"/>
            </a:solidFill>
          </a:ln>
        </p:spPr>
        <p:txBody>
          <a:bodyPr>
            <a:spAutoFit/>
          </a:bodyPr>
          <a:lstStyle/>
          <a:p>
            <a:pPr eaLnBrk="1" hangingPunct="1">
              <a:buClr>
                <a:srgbClr val="0080FF"/>
              </a:buClr>
              <a:buFont typeface="Wingdings" panose="05000000000000000000" pitchFamily="2" charset="2"/>
              <a:buNone/>
              <a:defRPr/>
            </a:pPr>
            <a:r>
              <a:rPr lang="zh-CN" altLang="en-US" b="1" noProof="1">
                <a:solidFill>
                  <a:prstClr val="black"/>
                </a:solidFill>
                <a:latin typeface="楷体" panose="02010609060101010101" pitchFamily="49" charset="-122"/>
                <a:ea typeface="楷体" panose="02010609060101010101" pitchFamily="49" charset="-122"/>
                <a:cs typeface="+mn-ea"/>
              </a:rPr>
              <a:t>用</a:t>
            </a:r>
            <a:r>
              <a:rPr lang="zh-CN" altLang="en-US" b="1" noProof="1">
                <a:solidFill>
                  <a:srgbClr val="2D83F4"/>
                </a:solidFill>
                <a:latin typeface="楷体" panose="02010609060101010101" pitchFamily="49" charset="-122"/>
                <a:ea typeface="楷体" panose="02010609060101010101" pitchFamily="49" charset="-122"/>
                <a:cs typeface="+mn-ea"/>
              </a:rPr>
              <a:t>优先级</a:t>
            </a:r>
            <a:r>
              <a:rPr lang="zh-CN" altLang="en-US" b="1" noProof="1">
                <a:solidFill>
                  <a:prstClr val="black"/>
                </a:solidFill>
                <a:latin typeface="楷体" panose="02010609060101010101" pitchFamily="49" charset="-122"/>
                <a:ea typeface="楷体" panose="02010609060101010101" pitchFamily="49" charset="-122"/>
                <a:cs typeface="+mn-ea"/>
              </a:rPr>
              <a:t>和</a:t>
            </a:r>
            <a:r>
              <a:rPr lang="zh-CN" altLang="en-US" b="1" noProof="1">
                <a:solidFill>
                  <a:srgbClr val="2D83F4"/>
                </a:solidFill>
                <a:latin typeface="楷体" panose="02010609060101010101" pitchFamily="49" charset="-122"/>
                <a:ea typeface="楷体" panose="02010609060101010101" pitchFamily="49" charset="-122"/>
                <a:cs typeface="+mn-ea"/>
              </a:rPr>
              <a:t>结合性</a:t>
            </a:r>
            <a:r>
              <a:rPr lang="zh-CN" altLang="en-US" b="1" noProof="1">
                <a:solidFill>
                  <a:prstClr val="black"/>
                </a:solidFill>
                <a:latin typeface="楷体" panose="02010609060101010101" pitchFamily="49" charset="-122"/>
                <a:ea typeface="楷体" panose="02010609060101010101" pitchFamily="49" charset="-122"/>
                <a:cs typeface="+mn-ea"/>
              </a:rPr>
              <a:t>解决冲突</a:t>
            </a:r>
            <a:endParaRPr lang="zh-CN" altLang="en-US" b="1" noProof="1">
              <a:solidFill>
                <a:prstClr val="black"/>
              </a:solidFill>
              <a:latin typeface="楷体" panose="02010609060101010101" pitchFamily="49" charset="-122"/>
              <a:ea typeface="楷体" panose="02010609060101010101" pitchFamily="49" charset="-122"/>
            </a:endParaRPr>
          </a:p>
        </p:txBody>
      </p:sp>
      <p:sp>
        <p:nvSpPr>
          <p:cNvPr id="59445" name="矩形 53"/>
          <p:cNvSpPr>
            <a:spLocks noChangeArrowheads="1"/>
          </p:cNvSpPr>
          <p:nvPr/>
        </p:nvSpPr>
        <p:spPr bwMode="auto">
          <a:xfrm>
            <a:off x="282575" y="933450"/>
            <a:ext cx="8366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800"/>
              </a:lnSpc>
              <a:buClrTx/>
              <a:buFont typeface="Wingdings" panose="05000000000000000000" pitchFamily="2" charset="2"/>
              <a:buChar char="Ø"/>
            </a:pPr>
            <a:r>
              <a:rPr lang="zh-CN" altLang="en-US" sz="3200" b="1">
                <a:solidFill>
                  <a:srgbClr val="000000"/>
                </a:solidFill>
                <a:latin typeface="Times New Roman" panose="02020603050405020304" pitchFamily="18" charset="0"/>
                <a:ea typeface="华文楷体" panose="02010600040101010101" pitchFamily="2" charset="-122"/>
              </a:rPr>
              <a:t>例</a:t>
            </a:r>
            <a:endParaRPr lang="en-US" altLang="zh-CN" sz="3200" b="1">
              <a:solidFill>
                <a:srgbClr val="000000"/>
              </a:solidFill>
              <a:latin typeface="Times New Roman" panose="02020603050405020304" pitchFamily="18" charset="0"/>
              <a:cs typeface="Times New Roman" panose="02020603050405020304" pitchFamily="18" charset="0"/>
            </a:endParaRPr>
          </a:p>
        </p:txBody>
      </p:sp>
      <p:sp>
        <p:nvSpPr>
          <p:cNvPr id="3" name="任意多边形 2"/>
          <p:cNvSpPr/>
          <p:nvPr/>
        </p:nvSpPr>
        <p:spPr>
          <a:xfrm>
            <a:off x="6999288" y="3732213"/>
            <a:ext cx="309562"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nvGrpSpPr>
          <p:cNvPr id="4" name="组合 3"/>
          <p:cNvGrpSpPr>
            <a:grpSpLocks/>
          </p:cNvGrpSpPr>
          <p:nvPr/>
        </p:nvGrpSpPr>
        <p:grpSpPr bwMode="auto">
          <a:xfrm>
            <a:off x="7026275" y="1463675"/>
            <a:ext cx="582613" cy="1071563"/>
            <a:chOff x="7026274" y="1463673"/>
            <a:chExt cx="582613" cy="1071565"/>
          </a:xfrm>
        </p:grpSpPr>
        <p:sp>
          <p:nvSpPr>
            <p:cNvPr id="55" name="Line 50"/>
            <p:cNvSpPr>
              <a:spLocks noChangeShapeType="1"/>
            </p:cNvSpPr>
            <p:nvPr/>
          </p:nvSpPr>
          <p:spPr bwMode="auto">
            <a:xfrm flipH="1">
              <a:off x="7026274" y="1663698"/>
              <a:ext cx="366713" cy="871540"/>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solidFill>
                  <a:prstClr val="black"/>
                </a:solidFill>
              </a:endParaRPr>
            </a:p>
          </p:txBody>
        </p:sp>
        <p:sp>
          <p:nvSpPr>
            <p:cNvPr id="59450" name="Text Box 30"/>
            <p:cNvSpPr txBox="1">
              <a:spLocks noChangeArrowheads="1"/>
            </p:cNvSpPr>
            <p:nvPr/>
          </p:nvSpPr>
          <p:spPr bwMode="auto">
            <a:xfrm>
              <a:off x="7075487" y="1463673"/>
              <a:ext cx="533400" cy="46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2D83F4"/>
                  </a:solidFill>
                  <a:latin typeface="Times New Roman" panose="02020603050405020304" pitchFamily="18" charset="0"/>
                  <a:ea typeface="楷体_GB2312" panose="02010609030101010101"/>
                  <a:cs typeface="楷体_GB2312" panose="02010609030101010101"/>
                </a:rPr>
                <a:t>*</a:t>
              </a:r>
            </a:p>
          </p:txBody>
        </p:sp>
      </p:grpSp>
      <p:sp>
        <p:nvSpPr>
          <p:cNvPr id="58" name="Rectangle 45"/>
          <p:cNvSpPr>
            <a:spLocks noChangeArrowheads="1"/>
          </p:cNvSpPr>
          <p:nvPr/>
        </p:nvSpPr>
        <p:spPr bwMode="auto">
          <a:xfrm>
            <a:off x="71438" y="4643438"/>
            <a:ext cx="2116137" cy="307975"/>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4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14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 { +,</a:t>
            </a:r>
            <a:r>
              <a:rPr lang="zh-CN" altLang="en-US"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4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spTree>
    <p:extLst>
      <p:ext uri="{BB962C8B-B14F-4D97-AF65-F5344CB8AC3E}">
        <p14:creationId xmlns:p14="http://schemas.microsoft.com/office/powerpoint/2010/main" val="2994372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0" fill="hold" grpId="0" nodeType="clickEffect">
                                  <p:stCondLst>
                                    <p:cond delay="0"/>
                                  </p:stCondLst>
                                  <p:childTnLst>
                                    <p:anim calcmode="lin" valueType="num">
                                      <p:cBhvr>
                                        <p:cTn id="13" dur="500"/>
                                        <p:tgtEl>
                                          <p:spTgt spid="58"/>
                                        </p:tgtEl>
                                        <p:attrNameLst>
                                          <p:attrName>ppt_w</p:attrName>
                                        </p:attrNameLst>
                                      </p:cBhvr>
                                      <p:tavLst>
                                        <p:tav tm="0">
                                          <p:val>
                                            <p:strVal val="ppt_w"/>
                                          </p:val>
                                        </p:tav>
                                        <p:tav tm="100000">
                                          <p:val>
                                            <p:fltVal val="0"/>
                                          </p:val>
                                        </p:tav>
                                      </p:tavLst>
                                    </p:anim>
                                    <p:anim calcmode="lin" valueType="num">
                                      <p:cBhvr>
                                        <p:cTn id="14" dur="500"/>
                                        <p:tgtEl>
                                          <p:spTgt spid="58"/>
                                        </p:tgtEl>
                                        <p:attrNameLst>
                                          <p:attrName>ppt_h</p:attrName>
                                        </p:attrNameLst>
                                      </p:cBhvr>
                                      <p:tavLst>
                                        <p:tav tm="0">
                                          <p:val>
                                            <p:strVal val="ppt_h"/>
                                          </p:val>
                                        </p:tav>
                                        <p:tav tm="100000">
                                          <p:val>
                                            <p:fltVal val="0"/>
                                          </p:val>
                                        </p:tav>
                                      </p:tavLst>
                                    </p:anim>
                                    <p:animEffect transition="out" filter="fade">
                                      <p:cBhvr>
                                        <p:cTn id="15" dur="500"/>
                                        <p:tgtEl>
                                          <p:spTgt spid="58"/>
                                        </p:tgtEl>
                                      </p:cBhvr>
                                    </p:animEffect>
                                    <p:set>
                                      <p:cBhvr>
                                        <p:cTn id="16" dur="1" fill="hold">
                                          <p:stCondLst>
                                            <p:cond delay="499"/>
                                          </p:stCondLst>
                                        </p:cTn>
                                        <p:tgtEl>
                                          <p:spTgt spid="58"/>
                                        </p:tgtEl>
                                        <p:attrNameLst>
                                          <p:attrName>style.visibility</p:attrName>
                                        </p:attrNameLst>
                                      </p:cBhvr>
                                      <p:to>
                                        <p:strVal val="hidden"/>
                                      </p:to>
                                    </p:set>
                                  </p:childTnLst>
                                </p:cTn>
                              </p:par>
                            </p:childTnLst>
                          </p:cTn>
                        </p:par>
                        <p:par>
                          <p:cTn id="17" fill="hold" nodeType="afterGroup">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二义性算术表达式文法的</a:t>
            </a:r>
            <a:r>
              <a:rPr lang="en-US" altLang="zh-CN" sz="3000" i="1">
                <a:solidFill>
                  <a:schemeClr val="tx1"/>
                </a:solidFill>
                <a:ea typeface="黑体" panose="02010609060101010101" pitchFamily="49" charset="-122"/>
              </a:rPr>
              <a:t>SLR</a:t>
            </a:r>
            <a:r>
              <a:rPr lang="zh-CN" altLang="en-US" sz="3000">
                <a:solidFill>
                  <a:schemeClr val="tx1"/>
                </a:solidFill>
                <a:latin typeface="微软雅黑" panose="020B0503020204020204" pitchFamily="34" charset="-122"/>
                <a:ea typeface="微软雅黑" panose="020B0503020204020204" pitchFamily="34" charset="-122"/>
              </a:rPr>
              <a:t>分析表</a:t>
            </a:r>
          </a:p>
        </p:txBody>
      </p:sp>
      <p:sp>
        <p:nvSpPr>
          <p:cNvPr id="5" name="Rectangle 72"/>
          <p:cNvSpPr>
            <a:spLocks noChangeArrowheads="1"/>
          </p:cNvSpPr>
          <p:nvPr/>
        </p:nvSpPr>
        <p:spPr bwMode="auto">
          <a:xfrm>
            <a:off x="107950" y="4300538"/>
            <a:ext cx="2898775" cy="400050"/>
          </a:xfrm>
          <a:prstGeom prst="rect">
            <a:avLst/>
          </a:prstGeom>
          <a:solidFill>
            <a:schemeClr val="accent5">
              <a:lumMod val="60000"/>
              <a:lumOff val="4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zh-CN" altLang="en-US"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 </a:t>
            </a:r>
            <a:r>
              <a:rPr lang="en-US" altLang="zh-CN"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6" name="Rectangle 37"/>
          <p:cNvSpPr>
            <a:spLocks noChangeArrowheads="1"/>
          </p:cNvSpPr>
          <p:nvPr/>
        </p:nvSpPr>
        <p:spPr bwMode="auto">
          <a:xfrm>
            <a:off x="974725" y="1641475"/>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Font typeface="Arial" panose="020B0604020202020204" pitchFamily="34" charset="0"/>
              <a:buNone/>
              <a:defRPr/>
            </a:pPr>
            <a:r>
              <a:rPr lang="zh-CN" altLang="en-US" sz="2000" b="1" noProof="1">
                <a:solidFill>
                  <a:prstClr val="black"/>
                </a:solidFill>
                <a:latin typeface="华文楷体" pitchFamily="2" charset="-122"/>
                <a:ea typeface="华文楷体" pitchFamily="2" charset="-122"/>
              </a:rPr>
              <a:t>文法</a:t>
            </a:r>
            <a:endParaRPr lang="zh-CN" altLang="zh-CN" sz="2000" b="1" noProof="1">
              <a:solidFill>
                <a:prstClr val="black"/>
              </a:solidFill>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ea typeface="Times New Roman" pitchFamily="18" charset="0"/>
                <a:cs typeface="华文楷体" pitchFamily="2" charset="-122"/>
              </a:rPr>
              <a:t>E→E+E</a:t>
            </a:r>
            <a:endParaRPr lang="en-US" altLang="zh-CN" sz="2000" b="1" i="1" noProof="1">
              <a:solidFill>
                <a:prstClr val="black"/>
              </a:solidFill>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cs typeface="Times New Roman" pitchFamily="18" charset="0"/>
              </a:rPr>
              <a:t>E→</a:t>
            </a:r>
            <a:r>
              <a:rPr lang="en-US" altLang="zh-CN" sz="2000" b="1" noProof="1">
                <a:solidFill>
                  <a:prstClr val="black"/>
                </a:solidFill>
                <a:latin typeface="Times New Roman" pitchFamily="18" charset="0"/>
                <a:cs typeface="Times New Roman" pitchFamily="18" charset="0"/>
              </a:rPr>
              <a:t>(</a:t>
            </a:r>
            <a:r>
              <a:rPr lang="en-US" altLang="zh-CN" sz="2000" b="1" i="1" noProof="1">
                <a:solidFill>
                  <a:prstClr val="black"/>
                </a:solidFill>
                <a:latin typeface="Times New Roman" pitchFamily="18" charset="0"/>
                <a:cs typeface="Times New Roman" pitchFamily="18" charset="0"/>
              </a:rPr>
              <a:t>E</a:t>
            </a:r>
            <a:r>
              <a:rPr lang="en-US" altLang="zh-CN" sz="2000" b="1" noProof="1">
                <a:solidFill>
                  <a:prstClr val="black"/>
                </a:solidFill>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i="1" noProof="1">
                <a:solidFill>
                  <a:prstClr val="black"/>
                </a:solidFill>
                <a:latin typeface="Times New Roman" pitchFamily="18" charset="0"/>
                <a:cs typeface="Times New Roman" pitchFamily="18" charset="0"/>
              </a:rPr>
              <a:t>E→</a:t>
            </a:r>
            <a:r>
              <a:rPr lang="en-US" altLang="zh-CN" sz="2000" b="1" noProof="1">
                <a:solidFill>
                  <a:prstClr val="black"/>
                </a:solidFill>
                <a:latin typeface="Times New Roman" pitchFamily="18" charset="0"/>
                <a:cs typeface="Times New Roman" pitchFamily="18" charset="0"/>
              </a:rPr>
              <a:t>id</a:t>
            </a:r>
          </a:p>
        </p:txBody>
      </p:sp>
      <p:graphicFrame>
        <p:nvGraphicFramePr>
          <p:cNvPr id="126980" name="表格 126979"/>
          <p:cNvGraphicFramePr>
            <a:graphicFrameLocks noGrp="1"/>
          </p:cNvGraphicFramePr>
          <p:nvPr/>
        </p:nvGraphicFramePr>
        <p:xfrm>
          <a:off x="3132138" y="847725"/>
          <a:ext cx="5832475" cy="3886200"/>
        </p:xfrm>
        <a:graphic>
          <a:graphicData uri="http://schemas.openxmlformats.org/drawingml/2006/table">
            <a:tbl>
              <a:tblPr/>
              <a:tblGrid>
                <a:gridCol w="431800">
                  <a:extLst>
                    <a:ext uri="{9D8B030D-6E8A-4147-A177-3AD203B41FA5}">
                      <a16:colId xmlns:a16="http://schemas.microsoft.com/office/drawing/2014/main" val="20000"/>
                    </a:ext>
                  </a:extLst>
                </a:gridCol>
                <a:gridCol w="771525">
                  <a:extLst>
                    <a:ext uri="{9D8B030D-6E8A-4147-A177-3AD203B41FA5}">
                      <a16:colId xmlns:a16="http://schemas.microsoft.com/office/drawing/2014/main" val="20001"/>
                    </a:ext>
                  </a:extLst>
                </a:gridCol>
                <a:gridCol w="771525">
                  <a:extLst>
                    <a:ext uri="{9D8B030D-6E8A-4147-A177-3AD203B41FA5}">
                      <a16:colId xmlns:a16="http://schemas.microsoft.com/office/drawing/2014/main" val="20002"/>
                    </a:ext>
                  </a:extLst>
                </a:gridCol>
                <a:gridCol w="771525">
                  <a:extLst>
                    <a:ext uri="{9D8B030D-6E8A-4147-A177-3AD203B41FA5}">
                      <a16:colId xmlns:a16="http://schemas.microsoft.com/office/drawing/2014/main" val="20003"/>
                    </a:ext>
                  </a:extLst>
                </a:gridCol>
                <a:gridCol w="771525">
                  <a:extLst>
                    <a:ext uri="{9D8B030D-6E8A-4147-A177-3AD203B41FA5}">
                      <a16:colId xmlns:a16="http://schemas.microsoft.com/office/drawing/2014/main" val="20004"/>
                    </a:ext>
                  </a:extLst>
                </a:gridCol>
                <a:gridCol w="771525">
                  <a:extLst>
                    <a:ext uri="{9D8B030D-6E8A-4147-A177-3AD203B41FA5}">
                      <a16:colId xmlns:a16="http://schemas.microsoft.com/office/drawing/2014/main" val="20005"/>
                    </a:ext>
                  </a:extLst>
                </a:gridCol>
                <a:gridCol w="771525">
                  <a:extLst>
                    <a:ext uri="{9D8B030D-6E8A-4147-A177-3AD203B41FA5}">
                      <a16:colId xmlns:a16="http://schemas.microsoft.com/office/drawing/2014/main" val="20006"/>
                    </a:ext>
                  </a:extLst>
                </a:gridCol>
                <a:gridCol w="771525">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48921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7" name="Rectangle 3"/>
          <p:cNvSpPr>
            <a:spLocks noGrp="1" noChangeArrowheads="1"/>
          </p:cNvSpPr>
          <p:nvPr>
            <p:ph idx="1"/>
          </p:nvPr>
        </p:nvSpPr>
        <p:spPr>
          <a:xfrm>
            <a:off x="731838" y="987425"/>
            <a:ext cx="5927725" cy="3225800"/>
          </a:xfrm>
        </p:spPr>
        <p:txBody>
          <a:bodyPr/>
          <a:lstStyle/>
          <a:p>
            <a:pPr eaLnBrk="1" hangingPunct="1">
              <a:buClr>
                <a:schemeClr val="tx1"/>
              </a:buClr>
              <a:buFont typeface="Wingdings" panose="05000000000000000000" pitchFamily="2" charset="2"/>
              <a:buChar char="Ø"/>
            </a:pPr>
            <a:r>
              <a:rPr lang="en-US" altLang="zh-CN" sz="2800" b="1" i="1" dirty="0">
                <a:solidFill>
                  <a:schemeClr val="tx1"/>
                </a:solidFill>
                <a:ea typeface="宋体" panose="02010600030101010101" pitchFamily="2" charset="-122"/>
                <a:cs typeface="Times New Roman" panose="02020603050405020304" pitchFamily="18" charset="0"/>
              </a:rPr>
              <a:t>S</a:t>
            </a:r>
            <a:r>
              <a:rPr lang="en-US" altLang="zh-CN" sz="2800" b="1" dirty="0">
                <a:solidFill>
                  <a:schemeClr val="tx1"/>
                </a:solidFill>
                <a:ea typeface="宋体" panose="02010600030101010101" pitchFamily="2" charset="-122"/>
                <a:cs typeface="Times New Roman" panose="02020603050405020304" pitchFamily="18" charset="0"/>
              </a:rPr>
              <a:t> </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ea typeface="宋体" panose="02010600030101010101" pitchFamily="2" charset="-122"/>
                <a:cs typeface="Times New Roman" panose="02020603050405020304" pitchFamily="18" charset="0"/>
                <a:sym typeface="Symbol" panose="05050102010706020507" pitchFamily="18" charset="2"/>
              </a:rPr>
              <a:t>if</a:t>
            </a:r>
            <a:r>
              <a:rPr lang="en-US" altLang="en-US" sz="2800" b="1" dirty="0">
                <a:solidFill>
                  <a:srgbClr val="2D83F4"/>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chemeClr val="tx1"/>
                </a:solidFill>
                <a:ea typeface="宋体" panose="02010600030101010101" pitchFamily="2" charset="-122"/>
                <a:cs typeface="Times New Roman" panose="02020603050405020304" pitchFamily="18" charset="0"/>
                <a:sym typeface="Symbol" panose="05050102010706020507" pitchFamily="18" charset="2"/>
              </a:rPr>
              <a:t>expr</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ea typeface="宋体" panose="02010600030101010101" pitchFamily="2" charset="-122"/>
                <a:cs typeface="Times New Roman" panose="02020603050405020304" pitchFamily="18" charset="0"/>
                <a:sym typeface="Symbol" panose="05050102010706020507" pitchFamily="18" charset="2"/>
              </a:rPr>
              <a:t>then</a:t>
            </a:r>
            <a:r>
              <a:rPr lang="en-US" altLang="en-US" sz="2800" b="1" dirty="0">
                <a:solidFill>
                  <a:srgbClr val="2D83F4"/>
                </a:solidFill>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ea typeface="宋体" panose="02010600030101010101" pitchFamily="2" charset="-122"/>
                <a:cs typeface="Times New Roman" panose="02020603050405020304" pitchFamily="18" charset="0"/>
              </a:rPr>
              <a:t>S</a:t>
            </a:r>
            <a:endParaRPr lang="en-US" altLang="zh-CN" sz="2800" b="1" i="1" dirty="0">
              <a:solidFill>
                <a:schemeClr val="tx1"/>
              </a:solidFill>
              <a:ea typeface="宋体" panose="02010600030101010101" pitchFamily="2" charset="-122"/>
              <a:cs typeface="Times New Roman" panose="02020603050405020304" pitchFamily="18" charset="0"/>
              <a:sym typeface="Symbol" panose="05050102010706020507" pitchFamily="18" charset="2"/>
            </a:endParaRPr>
          </a:p>
          <a:p>
            <a:pPr lvl="1" eaLnBrk="1" hangingPunct="1">
              <a:buFont typeface="Wingdings" panose="05000000000000000000" pitchFamily="2" charset="2"/>
              <a:buNone/>
            </a:pPr>
            <a:r>
              <a:rPr lang="en-US" altLang="zh-CN"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a:t>
            </a:r>
            <a:r>
              <a:rPr lang="en-US" altLang="en-US" sz="2800" b="1" i="1" dirty="0">
                <a:solidFill>
                  <a:srgbClr val="2D83F4"/>
                </a:solidFill>
                <a:ea typeface="宋体" panose="02010600030101010101" pitchFamily="2" charset="-122"/>
                <a:cs typeface="Times New Roman" panose="02020603050405020304" pitchFamily="18" charset="0"/>
                <a:sym typeface="Symbol" panose="05050102010706020507" pitchFamily="18" charset="2"/>
              </a:rPr>
              <a:t>if</a:t>
            </a:r>
            <a:r>
              <a:rPr lang="en-US" altLang="en-US" sz="2800" b="1" dirty="0">
                <a:solidFill>
                  <a:srgbClr val="2D83F4"/>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chemeClr val="tx1"/>
                </a:solidFill>
                <a:ea typeface="宋体" panose="02010600030101010101" pitchFamily="2" charset="-122"/>
                <a:cs typeface="Times New Roman" panose="02020603050405020304" pitchFamily="18" charset="0"/>
                <a:sym typeface="Symbol" panose="05050102010706020507" pitchFamily="18" charset="2"/>
              </a:rPr>
              <a:t>expr</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ea typeface="宋体" panose="02010600030101010101" pitchFamily="2" charset="-122"/>
                <a:cs typeface="Times New Roman" panose="02020603050405020304" pitchFamily="18" charset="0"/>
                <a:sym typeface="Symbol" panose="05050102010706020507" pitchFamily="18" charset="2"/>
              </a:rPr>
              <a:t>then</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ea typeface="宋体" panose="02010600030101010101" pitchFamily="2" charset="-122"/>
                <a:cs typeface="Times New Roman" panose="02020603050405020304" pitchFamily="18" charset="0"/>
              </a:rPr>
              <a:t>S</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ea typeface="宋体" panose="02010600030101010101" pitchFamily="2" charset="-122"/>
                <a:cs typeface="Times New Roman" panose="02020603050405020304" pitchFamily="18" charset="0"/>
                <a:sym typeface="Symbol" panose="05050102010706020507" pitchFamily="18" charset="2"/>
              </a:rPr>
              <a:t>else</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ea typeface="宋体" panose="02010600030101010101" pitchFamily="2" charset="-122"/>
                <a:cs typeface="Times New Roman" panose="02020603050405020304" pitchFamily="18" charset="0"/>
              </a:rPr>
              <a:t>S</a:t>
            </a:r>
          </a:p>
          <a:p>
            <a:pPr lvl="1" eaLnBrk="1" hangingPunct="1">
              <a:buFont typeface="Wingdings" panose="05000000000000000000" pitchFamily="2" charset="2"/>
              <a:buNone/>
            </a:pPr>
            <a:r>
              <a:rPr lang="en-US" altLang="zh-CN"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solidFill>
                  <a:schemeClr val="tx1"/>
                </a:solidFill>
                <a:ea typeface="宋体" panose="02010600030101010101" pitchFamily="2" charset="-122"/>
                <a:cs typeface="Times New Roman" panose="02020603050405020304" pitchFamily="18" charset="0"/>
                <a:sym typeface="Symbol" panose="05050102010706020507" pitchFamily="18" charset="2"/>
              </a:rPr>
              <a:t>other</a:t>
            </a:r>
            <a:endParaRPr lang="en-US" altLang="en-US" sz="2800" b="1" dirty="0">
              <a:solidFill>
                <a:schemeClr val="tx1"/>
              </a:solidFill>
              <a:latin typeface="楷体_GB2312" panose="02010609030101010101"/>
              <a:ea typeface="宋体" panose="02010600030101010101" pitchFamily="2" charset="-122"/>
              <a:cs typeface="Times New Roman" panose="02020603050405020304" pitchFamily="18" charset="0"/>
              <a:sym typeface="Symbol" panose="05050102010706020507" pitchFamily="18" charset="2"/>
            </a:endParaRPr>
          </a:p>
          <a:p>
            <a:pPr eaLnBrk="1" hangingPunct="1">
              <a:buClr>
                <a:schemeClr val="tx1"/>
              </a:buClr>
              <a:buFont typeface="Wingdings" panose="05000000000000000000" pitchFamily="2" charset="2"/>
              <a:buChar char="Ø"/>
            </a:pPr>
            <a:endParaRPr lang="en-US" altLang="zh-CN" sz="2800" b="1" i="1" dirty="0">
              <a:solidFill>
                <a:schemeClr val="tx1"/>
              </a:solidFill>
              <a:ea typeface="宋体" panose="02010600030101010101" pitchFamily="2" charset="-122"/>
              <a:cs typeface="Times New Roman" panose="02020603050405020304" pitchFamily="18" charset="0"/>
            </a:endParaRPr>
          </a:p>
          <a:p>
            <a:pPr eaLnBrk="1" hangingPunct="1">
              <a:buClr>
                <a:schemeClr val="tx1"/>
              </a:buClr>
              <a:buFont typeface="Wingdings" panose="05000000000000000000" pitchFamily="2" charset="2"/>
              <a:buChar char="Ø"/>
            </a:pPr>
            <a:r>
              <a:rPr lang="en-US" altLang="zh-CN" sz="2800" b="1" i="1" dirty="0">
                <a:solidFill>
                  <a:schemeClr val="tx1"/>
                </a:solidFill>
                <a:ea typeface="宋体" panose="02010600030101010101" pitchFamily="2" charset="-122"/>
                <a:cs typeface="Times New Roman" panose="02020603050405020304" pitchFamily="18" charset="0"/>
              </a:rPr>
              <a:t>S</a:t>
            </a:r>
            <a:r>
              <a:rPr lang="en-US" altLang="zh-CN" sz="2800" b="1" dirty="0">
                <a:solidFill>
                  <a:schemeClr val="tx1"/>
                </a:solidFill>
                <a:ea typeface="宋体" panose="02010600030101010101" pitchFamily="2" charset="-122"/>
                <a:cs typeface="Times New Roman" panose="02020603050405020304" pitchFamily="18" charset="0"/>
              </a:rPr>
              <a:t> </a:t>
            </a:r>
            <a:r>
              <a:rPr lang="en-US" altLang="en-US"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err="1">
                <a:solidFill>
                  <a:srgbClr val="2D83F4"/>
                </a:solidFill>
                <a:ea typeface="宋体" panose="02010600030101010101" pitchFamily="2" charset="-122"/>
                <a:cs typeface="Times New Roman" panose="02020603050405020304" pitchFamily="18" charset="0"/>
                <a:sym typeface="Symbol" panose="05050102010706020507" pitchFamily="18" charset="2"/>
              </a:rPr>
              <a:t>i</a:t>
            </a:r>
            <a:r>
              <a:rPr lang="en-US" altLang="en-US" sz="2800" b="1" dirty="0">
                <a:solidFill>
                  <a:srgbClr val="2D83F4"/>
                </a:solidFill>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err="1">
                <a:solidFill>
                  <a:schemeClr val="tx1"/>
                </a:solidFill>
                <a:ea typeface="宋体" panose="02010600030101010101" pitchFamily="2" charset="-122"/>
                <a:cs typeface="Times New Roman" panose="02020603050405020304" pitchFamily="18" charset="0"/>
              </a:rPr>
              <a:t>S</a:t>
            </a:r>
            <a:r>
              <a:rPr lang="en-US" altLang="en-US" sz="2800" b="1" dirty="0" err="1">
                <a:solidFill>
                  <a:schemeClr val="tx1"/>
                </a:solidFill>
                <a:ea typeface="宋体" panose="02010600030101010101" pitchFamily="2" charset="-122"/>
                <a:cs typeface="Times New Roman" panose="02020603050405020304" pitchFamily="18" charset="0"/>
                <a:sym typeface="Symbol" panose="05050102010706020507" pitchFamily="18" charset="2"/>
              </a:rPr>
              <a:t></a:t>
            </a:r>
            <a:r>
              <a:rPr lang="en-US" altLang="en-US" sz="2800" b="1" i="1" dirty="0" err="1">
                <a:solidFill>
                  <a:srgbClr val="2D83F4"/>
                </a:solidFill>
                <a:ea typeface="宋体" panose="02010600030101010101" pitchFamily="2" charset="-122"/>
                <a:cs typeface="Times New Roman" panose="02020603050405020304" pitchFamily="18" charset="0"/>
                <a:sym typeface="Symbol" panose="05050102010706020507" pitchFamily="18" charset="2"/>
              </a:rPr>
              <a:t>i</a:t>
            </a:r>
            <a:r>
              <a:rPr lang="en-US" altLang="en-US" sz="2800" b="1" i="1" dirty="0">
                <a:solidFill>
                  <a:srgbClr val="2D83F4"/>
                </a:solidFill>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ea typeface="宋体" panose="02010600030101010101" pitchFamily="2" charset="-122"/>
                <a:cs typeface="Times New Roman" panose="02020603050405020304" pitchFamily="18" charset="0"/>
              </a:rPr>
              <a:t>S</a:t>
            </a:r>
            <a:r>
              <a:rPr lang="en-US" altLang="en-US" sz="2800" b="1" i="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ea typeface="宋体" panose="02010600030101010101" pitchFamily="2" charset="-122"/>
                <a:cs typeface="Times New Roman" panose="02020603050405020304" pitchFamily="18" charset="0"/>
                <a:sym typeface="Symbol" panose="05050102010706020507" pitchFamily="18" charset="2"/>
              </a:rPr>
              <a:t>e</a:t>
            </a:r>
            <a:r>
              <a:rPr lang="en-US" altLang="en-US" sz="2800" b="1" i="1" dirty="0">
                <a:solidFill>
                  <a:schemeClr val="tx1"/>
                </a:solidFill>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err="1">
                <a:solidFill>
                  <a:schemeClr val="tx1"/>
                </a:solidFill>
                <a:ea typeface="宋体" panose="02010600030101010101" pitchFamily="2" charset="-122"/>
                <a:cs typeface="Times New Roman" panose="02020603050405020304" pitchFamily="18" charset="0"/>
              </a:rPr>
              <a:t>S</a:t>
            </a:r>
            <a:r>
              <a:rPr lang="en-US" altLang="en-US" sz="2800" b="1" dirty="0" err="1">
                <a:solidFill>
                  <a:schemeClr val="tx1"/>
                </a:solidFill>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solidFill>
                  <a:schemeClr val="tx1"/>
                </a:solidFill>
                <a:ea typeface="宋体" panose="02010600030101010101" pitchFamily="2" charset="-122"/>
                <a:cs typeface="Times New Roman" panose="02020603050405020304" pitchFamily="18" charset="0"/>
              </a:rPr>
              <a:t>a</a:t>
            </a:r>
            <a:endParaRPr lang="en-US" altLang="zh-CN" sz="2800" b="1" i="1" dirty="0">
              <a:solidFill>
                <a:schemeClr val="tx1"/>
              </a:solidFill>
              <a:ea typeface="宋体" panose="02010600030101010101" pitchFamily="2" charset="-122"/>
              <a:cs typeface="Times New Roman" panose="02020603050405020304" pitchFamily="18" charset="0"/>
              <a:sym typeface="Symbol" panose="05050102010706020507" pitchFamily="18" charset="2"/>
            </a:endParaRPr>
          </a:p>
          <a:p>
            <a:pPr eaLnBrk="1" hangingPunct="1">
              <a:buFont typeface="Symbol" panose="05050102010706020507" pitchFamily="18" charset="2"/>
              <a:buChar char="•"/>
            </a:pPr>
            <a:endParaRPr lang="zh-CN" altLang="en-US" sz="2800" b="1" dirty="0">
              <a:solidFill>
                <a:schemeClr val="tx1"/>
              </a:solidFill>
              <a:ea typeface="楷体_GB2312" panose="02010609030101010101"/>
              <a:cs typeface="Times New Roman" panose="02020603050405020304" pitchFamily="18" charset="0"/>
            </a:endParaRPr>
          </a:p>
        </p:txBody>
      </p:sp>
      <p:sp>
        <p:nvSpPr>
          <p:cNvPr id="63491" name="标题 1"/>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ea typeface="黑体" panose="02010609060101010101" pitchFamily="49" charset="-122"/>
              </a:rPr>
              <a:t>例：</a:t>
            </a:r>
            <a:r>
              <a:rPr lang="zh-CN" altLang="en-US" sz="3000" dirty="0">
                <a:solidFill>
                  <a:schemeClr val="tx1"/>
                </a:solidFill>
                <a:latin typeface="微软雅黑" panose="020B0503020204020204" pitchFamily="34" charset="-122"/>
                <a:ea typeface="微软雅黑" panose="020B0503020204020204" pitchFamily="34" charset="-122"/>
              </a:rPr>
              <a:t>二义性</a:t>
            </a:r>
            <a:r>
              <a:rPr lang="en-US" altLang="zh-CN" sz="3000" i="1" dirty="0">
                <a:solidFill>
                  <a:schemeClr val="tx1"/>
                </a:solidFill>
                <a:ea typeface="黑体" panose="02010609060101010101" pitchFamily="49" charset="-122"/>
                <a:cs typeface="Times New Roman" panose="02020603050405020304" pitchFamily="18" charset="0"/>
              </a:rPr>
              <a:t>if</a:t>
            </a:r>
            <a:r>
              <a:rPr lang="zh-CN" altLang="en-US" sz="3000" i="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3000" dirty="0">
                <a:solidFill>
                  <a:schemeClr val="tx1"/>
                </a:solidFill>
                <a:latin typeface="微软雅黑" panose="020B0503020204020204" pitchFamily="34" charset="-122"/>
                <a:ea typeface="微软雅黑" panose="020B0503020204020204" pitchFamily="34" charset="-122"/>
              </a:rPr>
              <a:t>语句文法的</a:t>
            </a:r>
            <a:r>
              <a:rPr lang="en-US" altLang="zh-CN" sz="3000" i="1" dirty="0">
                <a:solidFill>
                  <a:schemeClr val="tx1"/>
                </a:solidFill>
                <a:ea typeface="微软雅黑" panose="020B0503020204020204" pitchFamily="34" charset="-122"/>
              </a:rPr>
              <a:t>SLR</a:t>
            </a:r>
            <a:r>
              <a:rPr lang="zh-CN" altLang="en-US" sz="3000" dirty="0">
                <a:solidFill>
                  <a:schemeClr val="tx1"/>
                </a:solidFill>
                <a:latin typeface="微软雅黑" panose="020B0503020204020204" pitchFamily="34" charset="-122"/>
                <a:ea typeface="微软雅黑" panose="020B0503020204020204" pitchFamily="34" charset="-122"/>
              </a:rPr>
              <a:t>分析</a:t>
            </a:r>
          </a:p>
        </p:txBody>
      </p:sp>
      <p:sp>
        <p:nvSpPr>
          <p:cNvPr id="1004548" name="Rectangle 4"/>
          <p:cNvSpPr>
            <a:spLocks noChangeArrowheads="1"/>
          </p:cNvSpPr>
          <p:nvPr/>
        </p:nvSpPr>
        <p:spPr bwMode="auto">
          <a:xfrm>
            <a:off x="1763713" y="987425"/>
            <a:ext cx="1800225" cy="1079500"/>
          </a:xfrm>
          <a:prstGeom prst="rect">
            <a:avLst/>
          </a:prstGeom>
          <a:noFill/>
          <a:ln w="25400">
            <a:solidFill>
              <a:srgbClr val="FF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1800">
              <a:solidFill>
                <a:srgbClr val="000000"/>
              </a:solidFill>
              <a:latin typeface="Tahoma" panose="020B0604030504040204" pitchFamily="34" charset="0"/>
            </a:endParaRPr>
          </a:p>
        </p:txBody>
      </p:sp>
      <p:sp>
        <p:nvSpPr>
          <p:cNvPr id="1004549" name="Line 5"/>
          <p:cNvSpPr>
            <a:spLocks noChangeShapeType="1"/>
          </p:cNvSpPr>
          <p:nvPr/>
        </p:nvSpPr>
        <p:spPr bwMode="auto">
          <a:xfrm flipH="1">
            <a:off x="3575050" y="928688"/>
            <a:ext cx="1368425" cy="115887"/>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4550" name="Rectangle 6"/>
          <p:cNvSpPr>
            <a:spLocks noChangeArrowheads="1"/>
          </p:cNvSpPr>
          <p:nvPr/>
        </p:nvSpPr>
        <p:spPr bwMode="auto">
          <a:xfrm>
            <a:off x="4865688" y="769938"/>
            <a:ext cx="431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i</a:t>
            </a:r>
          </a:p>
        </p:txBody>
      </p:sp>
      <p:sp>
        <p:nvSpPr>
          <p:cNvPr id="7" name="Line 5"/>
          <p:cNvSpPr>
            <a:spLocks noChangeShapeType="1"/>
          </p:cNvSpPr>
          <p:nvPr/>
        </p:nvSpPr>
        <p:spPr bwMode="auto">
          <a:xfrm flipH="1" flipV="1">
            <a:off x="4344988" y="1924050"/>
            <a:ext cx="1019175" cy="33655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Rectangle 6"/>
          <p:cNvSpPr>
            <a:spLocks noChangeArrowheads="1"/>
          </p:cNvSpPr>
          <p:nvPr/>
        </p:nvSpPr>
        <p:spPr bwMode="auto">
          <a:xfrm>
            <a:off x="5286375" y="2101850"/>
            <a:ext cx="431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e</a:t>
            </a:r>
          </a:p>
        </p:txBody>
      </p:sp>
      <p:sp>
        <p:nvSpPr>
          <p:cNvPr id="9" name="Line 5"/>
          <p:cNvSpPr>
            <a:spLocks noChangeShapeType="1"/>
          </p:cNvSpPr>
          <p:nvPr/>
        </p:nvSpPr>
        <p:spPr bwMode="auto">
          <a:xfrm flipH="1" flipV="1">
            <a:off x="2554288" y="2355850"/>
            <a:ext cx="1296987" cy="265113"/>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6"/>
          <p:cNvSpPr>
            <a:spLocks noChangeArrowheads="1"/>
          </p:cNvSpPr>
          <p:nvPr/>
        </p:nvSpPr>
        <p:spPr bwMode="auto">
          <a:xfrm>
            <a:off x="3773488" y="2462213"/>
            <a:ext cx="431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a</a:t>
            </a:r>
          </a:p>
        </p:txBody>
      </p:sp>
    </p:spTree>
    <p:extLst>
      <p:ext uri="{BB962C8B-B14F-4D97-AF65-F5344CB8AC3E}">
        <p14:creationId xmlns:p14="http://schemas.microsoft.com/office/powerpoint/2010/main" val="29990181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04548"/>
                                        </p:tgtEl>
                                        <p:attrNameLst>
                                          <p:attrName>style.visibility</p:attrName>
                                        </p:attrNameLst>
                                      </p:cBhvr>
                                      <p:to>
                                        <p:strVal val="visible"/>
                                      </p:to>
                                    </p:set>
                                    <p:anim calcmode="lin" valueType="num">
                                      <p:cBhvr>
                                        <p:cTn id="7" dur="500" fill="hold"/>
                                        <p:tgtEl>
                                          <p:spTgt spid="1004548"/>
                                        </p:tgtEl>
                                        <p:attrNameLst>
                                          <p:attrName>ppt_w</p:attrName>
                                        </p:attrNameLst>
                                      </p:cBhvr>
                                      <p:tavLst>
                                        <p:tav tm="0">
                                          <p:val>
                                            <p:fltVal val="0"/>
                                          </p:val>
                                        </p:tav>
                                        <p:tav tm="100000">
                                          <p:val>
                                            <p:strVal val="#ppt_w"/>
                                          </p:val>
                                        </p:tav>
                                      </p:tavLst>
                                    </p:anim>
                                    <p:anim calcmode="lin" valueType="num">
                                      <p:cBhvr>
                                        <p:cTn id="8" dur="500" fill="hold"/>
                                        <p:tgtEl>
                                          <p:spTgt spid="1004548"/>
                                        </p:tgtEl>
                                        <p:attrNameLst>
                                          <p:attrName>ppt_h</p:attrName>
                                        </p:attrNameLst>
                                      </p:cBhvr>
                                      <p:tavLst>
                                        <p:tav tm="0">
                                          <p:val>
                                            <p:fltVal val="0"/>
                                          </p:val>
                                        </p:tav>
                                        <p:tav tm="100000">
                                          <p:val>
                                            <p:strVal val="#ppt_h"/>
                                          </p:val>
                                        </p:tav>
                                      </p:tavLst>
                                    </p:anim>
                                    <p:animEffect transition="in" filter="fade">
                                      <p:cBhvr>
                                        <p:cTn id="9" dur="500"/>
                                        <p:tgtEl>
                                          <p:spTgt spid="100454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04549"/>
                                        </p:tgtEl>
                                        <p:attrNameLst>
                                          <p:attrName>style.visibility</p:attrName>
                                        </p:attrNameLst>
                                      </p:cBhvr>
                                      <p:to>
                                        <p:strVal val="visible"/>
                                      </p:to>
                                    </p:set>
                                    <p:anim calcmode="lin" valueType="num">
                                      <p:cBhvr>
                                        <p:cTn id="12" dur="500" fill="hold"/>
                                        <p:tgtEl>
                                          <p:spTgt spid="1004549"/>
                                        </p:tgtEl>
                                        <p:attrNameLst>
                                          <p:attrName>ppt_w</p:attrName>
                                        </p:attrNameLst>
                                      </p:cBhvr>
                                      <p:tavLst>
                                        <p:tav tm="0">
                                          <p:val>
                                            <p:fltVal val="0"/>
                                          </p:val>
                                        </p:tav>
                                        <p:tav tm="100000">
                                          <p:val>
                                            <p:strVal val="#ppt_w"/>
                                          </p:val>
                                        </p:tav>
                                      </p:tavLst>
                                    </p:anim>
                                    <p:anim calcmode="lin" valueType="num">
                                      <p:cBhvr>
                                        <p:cTn id="13" dur="500" fill="hold"/>
                                        <p:tgtEl>
                                          <p:spTgt spid="1004549"/>
                                        </p:tgtEl>
                                        <p:attrNameLst>
                                          <p:attrName>ppt_h</p:attrName>
                                        </p:attrNameLst>
                                      </p:cBhvr>
                                      <p:tavLst>
                                        <p:tav tm="0">
                                          <p:val>
                                            <p:fltVal val="0"/>
                                          </p:val>
                                        </p:tav>
                                        <p:tav tm="100000">
                                          <p:val>
                                            <p:strVal val="#ppt_h"/>
                                          </p:val>
                                        </p:tav>
                                      </p:tavLst>
                                    </p:anim>
                                    <p:animEffect transition="in" filter="fade">
                                      <p:cBhvr>
                                        <p:cTn id="14" dur="500"/>
                                        <p:tgtEl>
                                          <p:spTgt spid="100454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04550"/>
                                        </p:tgtEl>
                                        <p:attrNameLst>
                                          <p:attrName>style.visibility</p:attrName>
                                        </p:attrNameLst>
                                      </p:cBhvr>
                                      <p:to>
                                        <p:strVal val="visible"/>
                                      </p:to>
                                    </p:set>
                                    <p:anim calcmode="lin" valueType="num">
                                      <p:cBhvr>
                                        <p:cTn id="17" dur="500" fill="hold"/>
                                        <p:tgtEl>
                                          <p:spTgt spid="1004550"/>
                                        </p:tgtEl>
                                        <p:attrNameLst>
                                          <p:attrName>ppt_w</p:attrName>
                                        </p:attrNameLst>
                                      </p:cBhvr>
                                      <p:tavLst>
                                        <p:tav tm="0">
                                          <p:val>
                                            <p:fltVal val="0"/>
                                          </p:val>
                                        </p:tav>
                                        <p:tav tm="100000">
                                          <p:val>
                                            <p:strVal val="#ppt_w"/>
                                          </p:val>
                                        </p:tav>
                                      </p:tavLst>
                                    </p:anim>
                                    <p:anim calcmode="lin" valueType="num">
                                      <p:cBhvr>
                                        <p:cTn id="18" dur="500" fill="hold"/>
                                        <p:tgtEl>
                                          <p:spTgt spid="1004550"/>
                                        </p:tgtEl>
                                        <p:attrNameLst>
                                          <p:attrName>ppt_h</p:attrName>
                                        </p:attrNameLst>
                                      </p:cBhvr>
                                      <p:tavLst>
                                        <p:tav tm="0">
                                          <p:val>
                                            <p:fltVal val="0"/>
                                          </p:val>
                                        </p:tav>
                                        <p:tav tm="100000">
                                          <p:val>
                                            <p:strVal val="#ppt_h"/>
                                          </p:val>
                                        </p:tav>
                                      </p:tavLst>
                                    </p:anim>
                                    <p:animEffect transition="in" filter="fade">
                                      <p:cBhvr>
                                        <p:cTn id="19" dur="500"/>
                                        <p:tgtEl>
                                          <p:spTgt spid="100455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ntr" presetSubtype="16" fill="hold" nodeType="clickEffect">
                                  <p:stCondLst>
                                    <p:cond delay="0"/>
                                  </p:stCondLst>
                                  <p:childTnLst>
                                    <p:set>
                                      <p:cBhvr>
                                        <p:cTn id="43" dur="1" fill="hold">
                                          <p:stCondLst>
                                            <p:cond delay="0"/>
                                          </p:stCondLst>
                                        </p:cTn>
                                        <p:tgtEl>
                                          <p:spTgt spid="1004547">
                                            <p:txEl>
                                              <p:pRg st="4" end="4"/>
                                            </p:txEl>
                                          </p:spTgt>
                                        </p:tgtEl>
                                        <p:attrNameLst>
                                          <p:attrName>style.visibility</p:attrName>
                                        </p:attrNameLst>
                                      </p:cBhvr>
                                      <p:to>
                                        <p:strVal val="visible"/>
                                      </p:to>
                                    </p:set>
                                    <p:anim calcmode="lin" valueType="num">
                                      <p:cBhvr>
                                        <p:cTn id="44" dur="500" fill="hold"/>
                                        <p:tgtEl>
                                          <p:spTgt spid="1004547">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1004547">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1004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8" grpId="0" animBg="1"/>
      <p:bldP spid="1004549" grpId="0" animBg="1"/>
      <p:bldP spid="1004550" grpId="0"/>
      <p:bldP spid="7" grpId="0" animBg="1"/>
      <p:bldP spid="8" grpId="0"/>
      <p:bldP spid="9" grpId="0" animBg="1"/>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755650" y="268288"/>
            <a:ext cx="7931150" cy="358775"/>
          </a:xfrm>
        </p:spPr>
        <p:txBody>
          <a:bodyPr/>
          <a:lstStyle/>
          <a:p>
            <a:pPr marL="342900" indent="-342900" eaLnBrk="1" hangingPunct="1">
              <a:spcBef>
                <a:spcPct val="20000"/>
              </a:spcBef>
            </a:pPr>
            <a:r>
              <a:rPr lang="en-US" altLang="zh-CN" sz="3000" i="1">
                <a:solidFill>
                  <a:srgbClr val="000000"/>
                </a:solidFill>
                <a:ea typeface="黑体" panose="02010609060101010101" pitchFamily="49" charset="-122"/>
                <a:cs typeface="Times New Roman" panose="02020603050405020304" pitchFamily="18" charset="0"/>
              </a:rPr>
              <a:t>S</a:t>
            </a:r>
            <a:r>
              <a:rPr lang="en-US" altLang="zh-CN" sz="3000">
                <a:solidFill>
                  <a:srgbClr val="000000"/>
                </a:solidFill>
                <a:ea typeface="黑体" panose="02010609060101010101" pitchFamily="49" charset="-122"/>
                <a:cs typeface="Times New Roman" panose="02020603050405020304" pitchFamily="18" charset="0"/>
              </a:rPr>
              <a:t> </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zh-CN" sz="3000">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i</a:t>
            </a:r>
            <a:r>
              <a:rPr lang="en-US" altLang="en-US" sz="3000">
                <a:solidFill>
                  <a:srgbClr val="2D83F4"/>
                </a:solidFill>
                <a:ea typeface="黑体" panose="02010609060101010101" pitchFamily="49" charset="-122"/>
                <a:cs typeface="Times New Roman" panose="02020603050405020304" pitchFamily="18" charset="0"/>
                <a:sym typeface="Symbol" panose="05050102010706020507" pitchFamily="18" charset="2"/>
              </a:rPr>
              <a:t>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i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i="1">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e</a:t>
            </a:r>
            <a:r>
              <a:rPr lang="en-US" altLang="en-US" sz="3000" i="1">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zh-CN" sz="3000" i="1">
                <a:solidFill>
                  <a:srgbClr val="000000"/>
                </a:solidFill>
                <a:ea typeface="黑体" panose="02010609060101010101" pitchFamily="49" charset="-122"/>
                <a:cs typeface="Times New Roman" panose="02020603050405020304" pitchFamily="18" charset="0"/>
              </a:rPr>
              <a:t>a</a:t>
            </a:r>
            <a:endParaRPr lang="en-US" altLang="zh-CN" sz="3000" i="1">
              <a:solidFill>
                <a:srgbClr val="000000"/>
              </a:solidFill>
              <a:ea typeface="黑体" panose="02010609060101010101" pitchFamily="49" charset="-122"/>
              <a:cs typeface="Times New Roman" panose="02020603050405020304" pitchFamily="18" charset="0"/>
              <a:sym typeface="Symbol" panose="05050102010706020507" pitchFamily="18" charset="2"/>
            </a:endParaRPr>
          </a:p>
        </p:txBody>
      </p:sp>
      <p:sp>
        <p:nvSpPr>
          <p:cNvPr id="65539" name="Text Box 3"/>
          <p:cNvSpPr txBox="1">
            <a:spLocks noChangeArrowheads="1"/>
          </p:cNvSpPr>
          <p:nvPr/>
        </p:nvSpPr>
        <p:spPr bwMode="auto">
          <a:xfrm>
            <a:off x="4340225" y="2611438"/>
            <a:ext cx="1455738" cy="12001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rgbClr val="073E87"/>
              </a:buClr>
              <a:buSzPct val="75000"/>
              <a:buFont typeface="Monotype Sorts"/>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4</a:t>
            </a:r>
            <a:r>
              <a:rPr lang="en-US" altLang="zh-CN" b="1">
                <a:solidFill>
                  <a:srgbClr val="000000"/>
                </a:solidFill>
                <a:latin typeface="Times New Roman" panose="02020603050405020304" pitchFamily="18" charset="0"/>
                <a:cs typeface="Times New Roman" panose="02020603050405020304" pitchFamily="18" charset="0"/>
              </a:rPr>
              <a:t>:</a:t>
            </a:r>
          </a:p>
          <a:p>
            <a:pPr>
              <a:spcBef>
                <a:spcPct val="0"/>
              </a:spcBef>
              <a:buClr>
                <a:srgbClr val="073E87"/>
              </a:buClr>
              <a:buSzPct val="75000"/>
              <a:buFont typeface="Monotype Sorts"/>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a:t>
            </a:r>
          </a:p>
          <a:p>
            <a:pPr>
              <a:spcBef>
                <a:spcPct val="0"/>
              </a:spcBef>
              <a:buClr>
                <a:srgbClr val="073E87"/>
              </a:buClr>
              <a:buSzPct val="75000"/>
              <a:buFont typeface="Monotype Sorts"/>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eS </a:t>
            </a:r>
          </a:p>
        </p:txBody>
      </p:sp>
      <p:sp>
        <p:nvSpPr>
          <p:cNvPr id="65540" name="Text Box 5"/>
          <p:cNvSpPr txBox="1">
            <a:spLocks noChangeArrowheads="1"/>
          </p:cNvSpPr>
          <p:nvPr/>
        </p:nvSpPr>
        <p:spPr bwMode="auto">
          <a:xfrm>
            <a:off x="827088" y="1019175"/>
            <a:ext cx="1377950" cy="1846263"/>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0</a:t>
            </a:r>
            <a:r>
              <a:rPr lang="en-US" altLang="zh-CN"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iS  S→ ·iSeS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 a</a:t>
            </a:r>
          </a:p>
        </p:txBody>
      </p:sp>
      <p:sp>
        <p:nvSpPr>
          <p:cNvPr id="65541" name="Text Box 6"/>
          <p:cNvSpPr txBox="1">
            <a:spLocks noChangeArrowheads="1"/>
          </p:cNvSpPr>
          <p:nvPr/>
        </p:nvSpPr>
        <p:spPr bwMode="auto">
          <a:xfrm>
            <a:off x="2209800" y="95726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a:t>
            </a:r>
          </a:p>
        </p:txBody>
      </p:sp>
      <p:sp>
        <p:nvSpPr>
          <p:cNvPr id="65542" name="Line 7"/>
          <p:cNvSpPr>
            <a:spLocks noChangeShapeType="1"/>
          </p:cNvSpPr>
          <p:nvPr/>
        </p:nvSpPr>
        <p:spPr bwMode="auto">
          <a:xfrm flipV="1">
            <a:off x="2209800" y="1419225"/>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3" name="Text Box 8"/>
          <p:cNvSpPr txBox="1">
            <a:spLocks noChangeArrowheads="1"/>
          </p:cNvSpPr>
          <p:nvPr/>
        </p:nvSpPr>
        <p:spPr bwMode="auto">
          <a:xfrm>
            <a:off x="2532063" y="739775"/>
            <a:ext cx="1465262" cy="8302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1</a:t>
            </a:r>
            <a:r>
              <a:rPr lang="en-US" altLang="zh-CN"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→S · </a:t>
            </a:r>
          </a:p>
        </p:txBody>
      </p:sp>
      <p:sp>
        <p:nvSpPr>
          <p:cNvPr id="65544" name="Text Box 9"/>
          <p:cNvSpPr txBox="1">
            <a:spLocks noChangeArrowheads="1"/>
          </p:cNvSpPr>
          <p:nvPr/>
        </p:nvSpPr>
        <p:spPr bwMode="auto">
          <a:xfrm>
            <a:off x="3924300" y="261461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a:t>
            </a:r>
          </a:p>
        </p:txBody>
      </p:sp>
      <p:sp>
        <p:nvSpPr>
          <p:cNvPr id="65545" name="Line 10"/>
          <p:cNvSpPr>
            <a:spLocks noChangeShapeType="1"/>
          </p:cNvSpPr>
          <p:nvPr/>
        </p:nvSpPr>
        <p:spPr bwMode="auto">
          <a:xfrm flipV="1">
            <a:off x="2163763" y="2117725"/>
            <a:ext cx="3889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6" name="Text Box 11"/>
          <p:cNvSpPr txBox="1">
            <a:spLocks noChangeArrowheads="1"/>
          </p:cNvSpPr>
          <p:nvPr/>
        </p:nvSpPr>
        <p:spPr bwMode="auto">
          <a:xfrm>
            <a:off x="2532063" y="1635125"/>
            <a:ext cx="1465262" cy="2308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2</a:t>
            </a:r>
            <a:r>
              <a:rPr lang="en-US" altLang="zh-CN"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S→i · S  </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S→i · SeS </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iS  S→ · iSeS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 a</a:t>
            </a:r>
          </a:p>
        </p:txBody>
      </p:sp>
      <p:sp>
        <p:nvSpPr>
          <p:cNvPr id="65547" name="Text Box 12"/>
          <p:cNvSpPr txBox="1">
            <a:spLocks noChangeArrowheads="1"/>
          </p:cNvSpPr>
          <p:nvPr/>
        </p:nvSpPr>
        <p:spPr bwMode="auto">
          <a:xfrm>
            <a:off x="6657975" y="14192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a:t>
            </a:r>
          </a:p>
        </p:txBody>
      </p:sp>
      <p:sp>
        <p:nvSpPr>
          <p:cNvPr id="65548" name="Line 13"/>
          <p:cNvSpPr>
            <a:spLocks noChangeShapeType="1"/>
          </p:cNvSpPr>
          <p:nvPr/>
        </p:nvSpPr>
        <p:spPr bwMode="auto">
          <a:xfrm flipV="1">
            <a:off x="6657975" y="1458913"/>
            <a:ext cx="0" cy="3238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9" name="Freeform 14"/>
          <p:cNvSpPr>
            <a:spLocks noChangeArrowheads="1"/>
          </p:cNvSpPr>
          <p:nvPr/>
        </p:nvSpPr>
        <p:spPr bwMode="auto">
          <a:xfrm rot="5400000">
            <a:off x="1917700" y="3251200"/>
            <a:ext cx="792163" cy="379413"/>
          </a:xfrm>
          <a:custGeom>
            <a:avLst/>
            <a:gdLst>
              <a:gd name="T0" fmla="*/ 2147483646 w 499"/>
              <a:gd name="T1" fmla="*/ 0 h 318"/>
              <a:gd name="T2" fmla="*/ 2147483646 w 499"/>
              <a:gd name="T3" fmla="*/ 2147483646 h 318"/>
              <a:gd name="T4" fmla="*/ 0 w 499"/>
              <a:gd name="T5" fmla="*/ 0 h 318"/>
              <a:gd name="T6" fmla="*/ 0 60000 65536"/>
              <a:gd name="T7" fmla="*/ 0 60000 65536"/>
              <a:gd name="T8" fmla="*/ 0 60000 65536"/>
              <a:gd name="T9" fmla="*/ 0 w 499"/>
              <a:gd name="T10" fmla="*/ 0 h 318"/>
              <a:gd name="T11" fmla="*/ 499 w 499"/>
              <a:gd name="T12" fmla="*/ 318 h 318"/>
            </a:gdLst>
            <a:ahLst/>
            <a:cxnLst>
              <a:cxn ang="T6">
                <a:pos x="T0" y="T1"/>
              </a:cxn>
              <a:cxn ang="T7">
                <a:pos x="T2" y="T3"/>
              </a:cxn>
              <a:cxn ang="T8">
                <a:pos x="T4" y="T5"/>
              </a:cxn>
            </a:cxnLst>
            <a:rect l="T9" t="T10" r="T11" b="T12"/>
            <a:pathLst>
              <a:path w="499" h="318">
                <a:moveTo>
                  <a:pt x="499" y="0"/>
                </a:moveTo>
                <a:cubicBezTo>
                  <a:pt x="427" y="159"/>
                  <a:pt x="355" y="318"/>
                  <a:pt x="272" y="318"/>
                </a:cubicBezTo>
                <a:cubicBezTo>
                  <a:pt x="189" y="318"/>
                  <a:pt x="94" y="159"/>
                  <a:pt x="0" y="0"/>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50" name="Text Box 15"/>
          <p:cNvSpPr txBox="1">
            <a:spLocks noChangeArrowheads="1"/>
          </p:cNvSpPr>
          <p:nvPr/>
        </p:nvSpPr>
        <p:spPr bwMode="auto">
          <a:xfrm>
            <a:off x="2184400" y="16764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p>
        </p:txBody>
      </p:sp>
      <p:sp>
        <p:nvSpPr>
          <p:cNvPr id="65551" name="Text Box 16"/>
          <p:cNvSpPr txBox="1">
            <a:spLocks noChangeArrowheads="1"/>
          </p:cNvSpPr>
          <p:nvPr/>
        </p:nvSpPr>
        <p:spPr bwMode="auto">
          <a:xfrm>
            <a:off x="2162175" y="31908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p>
        </p:txBody>
      </p:sp>
      <p:sp>
        <p:nvSpPr>
          <p:cNvPr id="65552" name="Text Box 17"/>
          <p:cNvSpPr txBox="1">
            <a:spLocks noChangeArrowheads="1"/>
          </p:cNvSpPr>
          <p:nvPr/>
        </p:nvSpPr>
        <p:spPr bwMode="auto">
          <a:xfrm>
            <a:off x="5773738" y="262255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65553" name="Text Box 19"/>
          <p:cNvSpPr txBox="1">
            <a:spLocks noChangeArrowheads="1"/>
          </p:cNvSpPr>
          <p:nvPr/>
        </p:nvSpPr>
        <p:spPr bwMode="auto">
          <a:xfrm>
            <a:off x="6156325" y="1806575"/>
            <a:ext cx="1584325" cy="19399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5</a:t>
            </a:r>
            <a:r>
              <a:rPr lang="en-US" altLang="zh-CN"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S→iSe · 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iS  S→ · iSeS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 a</a:t>
            </a:r>
          </a:p>
        </p:txBody>
      </p:sp>
      <p:sp>
        <p:nvSpPr>
          <p:cNvPr id="65554" name="Text Box 20"/>
          <p:cNvSpPr txBox="1">
            <a:spLocks noChangeArrowheads="1"/>
          </p:cNvSpPr>
          <p:nvPr/>
        </p:nvSpPr>
        <p:spPr bwMode="auto">
          <a:xfrm>
            <a:off x="6156325" y="627063"/>
            <a:ext cx="1584325" cy="8318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6</a:t>
            </a:r>
            <a:r>
              <a:rPr lang="en-US" altLang="zh-CN"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S→iSeS ·</a:t>
            </a:r>
          </a:p>
        </p:txBody>
      </p:sp>
      <p:sp>
        <p:nvSpPr>
          <p:cNvPr id="65555" name="Freeform 21"/>
          <p:cNvSpPr>
            <a:spLocks noChangeArrowheads="1"/>
          </p:cNvSpPr>
          <p:nvPr/>
        </p:nvSpPr>
        <p:spPr bwMode="auto">
          <a:xfrm>
            <a:off x="3622675" y="3803650"/>
            <a:ext cx="3325813" cy="925513"/>
          </a:xfrm>
          <a:custGeom>
            <a:avLst/>
            <a:gdLst>
              <a:gd name="T0" fmla="*/ 2147483646 w 2404"/>
              <a:gd name="T1" fmla="*/ 0 h 801"/>
              <a:gd name="T2" fmla="*/ 2147483646 w 2404"/>
              <a:gd name="T3" fmla="*/ 2147483646 h 801"/>
              <a:gd name="T4" fmla="*/ 0 w 2404"/>
              <a:gd name="T5" fmla="*/ 2147483646 h 801"/>
              <a:gd name="T6" fmla="*/ 0 60000 65536"/>
              <a:gd name="T7" fmla="*/ 0 60000 65536"/>
              <a:gd name="T8" fmla="*/ 0 60000 65536"/>
              <a:gd name="T9" fmla="*/ 0 w 2404"/>
              <a:gd name="T10" fmla="*/ 0 h 801"/>
              <a:gd name="T11" fmla="*/ 2404 w 2404"/>
              <a:gd name="T12" fmla="*/ 801 h 801"/>
            </a:gdLst>
            <a:ahLst/>
            <a:cxnLst>
              <a:cxn ang="T6">
                <a:pos x="T0" y="T1"/>
              </a:cxn>
              <a:cxn ang="T7">
                <a:pos x="T2" y="T3"/>
              </a:cxn>
              <a:cxn ang="T8">
                <a:pos x="T4" y="T5"/>
              </a:cxn>
            </a:cxnLst>
            <a:rect l="T9" t="T10" r="T11" b="T12"/>
            <a:pathLst>
              <a:path w="2404" h="801">
                <a:moveTo>
                  <a:pt x="2404" y="0"/>
                </a:moveTo>
                <a:cubicBezTo>
                  <a:pt x="2105" y="370"/>
                  <a:pt x="1807" y="741"/>
                  <a:pt x="1406" y="771"/>
                </a:cubicBezTo>
                <a:cubicBezTo>
                  <a:pt x="1005" y="801"/>
                  <a:pt x="502" y="491"/>
                  <a:pt x="0" y="181"/>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56" name="Text Box 22"/>
          <p:cNvSpPr txBox="1">
            <a:spLocks noChangeArrowheads="1"/>
          </p:cNvSpPr>
          <p:nvPr/>
        </p:nvSpPr>
        <p:spPr bwMode="auto">
          <a:xfrm>
            <a:off x="6376988" y="37465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i</a:t>
            </a:r>
          </a:p>
        </p:txBody>
      </p:sp>
      <p:sp>
        <p:nvSpPr>
          <p:cNvPr id="2" name="圆角矩形标注 1"/>
          <p:cNvSpPr/>
          <p:nvPr/>
        </p:nvSpPr>
        <p:spPr>
          <a:xfrm>
            <a:off x="4087813" y="1143000"/>
            <a:ext cx="1909762" cy="1071563"/>
          </a:xfrm>
          <a:prstGeom prst="wedgeRoundRectCallout">
            <a:avLst>
              <a:gd name="adj1" fmla="val 1942"/>
              <a:gd name="adj2" fmla="val 75756"/>
              <a:gd name="adj3" fmla="val 16667"/>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buFont typeface="Arial" panose="020B0604020202020204" pitchFamily="34" charset="0"/>
              <a:buNone/>
              <a:defRPr/>
            </a:pPr>
            <a:r>
              <a:rPr lang="zh-CN" altLang="en-US" sz="2000" b="1" noProof="1">
                <a:solidFill>
                  <a:srgbClr val="000000"/>
                </a:solidFill>
                <a:latin typeface="Times New Roman" panose="02020603050405020304" pitchFamily="18" charset="0"/>
                <a:ea typeface="楷体" panose="02010609060101010101" pitchFamily="49" charset="-122"/>
              </a:rPr>
              <a:t>选择移进</a:t>
            </a:r>
            <a:r>
              <a:rPr lang="en-US" altLang="zh-CN" sz="2000" b="1" i="1" noProof="1">
                <a:solidFill>
                  <a:srgbClr val="000000"/>
                </a:solidFill>
                <a:latin typeface="Times New Roman" panose="02020603050405020304" pitchFamily="18" charset="0"/>
                <a:ea typeface="Times New Roman" panose="02020603050405020304" pitchFamily="18" charset="0"/>
              </a:rPr>
              <a:t>else</a:t>
            </a:r>
            <a:r>
              <a:rPr lang="zh-CN" altLang="en-US" sz="2000" b="1" noProof="1">
                <a:solidFill>
                  <a:srgbClr val="000000"/>
                </a:solidFill>
                <a:latin typeface="Times New Roman" panose="02020603050405020304" pitchFamily="18" charset="0"/>
                <a:ea typeface="楷体" panose="02010609060101010101" pitchFamily="49" charset="-122"/>
              </a:rPr>
              <a:t>，以便让它与前面的</a:t>
            </a:r>
            <a:r>
              <a:rPr lang="en-US" altLang="zh-CN" sz="2000" b="1" i="1" noProof="1">
                <a:solidFill>
                  <a:srgbClr val="000000"/>
                </a:solidFill>
                <a:latin typeface="Times New Roman" panose="02020603050405020304" pitchFamily="18" charset="0"/>
                <a:ea typeface="Times New Roman" panose="02020603050405020304" pitchFamily="18" charset="0"/>
              </a:rPr>
              <a:t>then</a:t>
            </a:r>
            <a:r>
              <a:rPr lang="zh-CN" altLang="en-US" sz="2000" b="1" noProof="1">
                <a:solidFill>
                  <a:srgbClr val="000000"/>
                </a:solidFill>
                <a:latin typeface="Times New Roman" panose="02020603050405020304" pitchFamily="18" charset="0"/>
                <a:ea typeface="楷体" panose="02010609060101010101" pitchFamily="49" charset="-122"/>
              </a:rPr>
              <a:t>配对</a:t>
            </a:r>
          </a:p>
        </p:txBody>
      </p:sp>
      <p:sp>
        <p:nvSpPr>
          <p:cNvPr id="65558" name="Text Box 3"/>
          <p:cNvSpPr txBox="1">
            <a:spLocks noChangeArrowheads="1"/>
          </p:cNvSpPr>
          <p:nvPr/>
        </p:nvSpPr>
        <p:spPr bwMode="auto">
          <a:xfrm>
            <a:off x="2513013" y="4267200"/>
            <a:ext cx="1484312" cy="7334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2500"/>
              </a:lnSpc>
              <a:spcBef>
                <a:spcPct val="0"/>
              </a:spcBef>
              <a:buClr>
                <a:srgbClr val="073E87"/>
              </a:buClr>
              <a:buSzPct val="75000"/>
              <a:buFont typeface="Monotype Sorts"/>
              <a:buNone/>
            </a:pPr>
            <a:r>
              <a:rPr lang="en-US" altLang="zh-CN" b="1" i="1">
                <a:solidFill>
                  <a:srgbClr val="000000"/>
                </a:solidFill>
                <a:latin typeface="Times New Roman" panose="02020603050405020304" pitchFamily="18" charset="0"/>
                <a:cs typeface="Times New Roman" panose="02020603050405020304" pitchFamily="18" charset="0"/>
              </a:rPr>
              <a:t>I</a:t>
            </a:r>
            <a:r>
              <a:rPr lang="en-US" altLang="zh-CN" b="1" i="1" baseline="-25000">
                <a:solidFill>
                  <a:srgbClr val="000000"/>
                </a:solidFill>
                <a:latin typeface="Times New Roman" panose="02020603050405020304" pitchFamily="18" charset="0"/>
                <a:cs typeface="Times New Roman" panose="02020603050405020304" pitchFamily="18" charset="0"/>
              </a:rPr>
              <a:t>3</a:t>
            </a:r>
            <a:r>
              <a:rPr lang="en-US" altLang="zh-CN" b="1">
                <a:solidFill>
                  <a:srgbClr val="000000"/>
                </a:solidFill>
                <a:latin typeface="Times New Roman" panose="02020603050405020304" pitchFamily="18" charset="0"/>
                <a:cs typeface="Times New Roman" panose="02020603050405020304" pitchFamily="18" charset="0"/>
              </a:rPr>
              <a:t>:</a:t>
            </a:r>
          </a:p>
          <a:p>
            <a:pPr>
              <a:lnSpc>
                <a:spcPts val="2500"/>
              </a:lnSpc>
              <a:spcBef>
                <a:spcPct val="0"/>
              </a:spcBef>
              <a:buClr>
                <a:srgbClr val="073E87"/>
              </a:buClr>
              <a:buSzPct val="75000"/>
              <a:buFont typeface="Monotype Sorts"/>
              <a:buNone/>
            </a:pPr>
            <a:r>
              <a:rPr lang="en-US" altLang="zh-CN" b="1" i="1">
                <a:solidFill>
                  <a:srgbClr val="000000"/>
                </a:solidFill>
                <a:latin typeface="Times New Roman" panose="02020603050405020304" pitchFamily="18" charset="0"/>
                <a:cs typeface="Times New Roman" panose="02020603050405020304" pitchFamily="18" charset="0"/>
              </a:rPr>
              <a:t>S→a· </a:t>
            </a:r>
          </a:p>
        </p:txBody>
      </p:sp>
      <p:sp>
        <p:nvSpPr>
          <p:cNvPr id="65559" name="Text Box 9"/>
          <p:cNvSpPr txBox="1">
            <a:spLocks noChangeArrowheads="1"/>
          </p:cNvSpPr>
          <p:nvPr/>
        </p:nvSpPr>
        <p:spPr bwMode="auto">
          <a:xfrm>
            <a:off x="3236913" y="386556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65560" name="Line 23"/>
          <p:cNvSpPr>
            <a:spLocks noChangeShapeType="1"/>
          </p:cNvSpPr>
          <p:nvPr/>
        </p:nvSpPr>
        <p:spPr bwMode="auto">
          <a:xfrm>
            <a:off x="3236913" y="3943350"/>
            <a:ext cx="0" cy="3238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1" name="Line 18"/>
          <p:cNvSpPr>
            <a:spLocks noChangeShapeType="1"/>
          </p:cNvSpPr>
          <p:nvPr/>
        </p:nvSpPr>
        <p:spPr bwMode="auto">
          <a:xfrm>
            <a:off x="1189038" y="2871788"/>
            <a:ext cx="1338262" cy="1728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2" name="Text Box 9"/>
          <p:cNvSpPr txBox="1">
            <a:spLocks noChangeArrowheads="1"/>
          </p:cNvSpPr>
          <p:nvPr/>
        </p:nvSpPr>
        <p:spPr bwMode="auto">
          <a:xfrm>
            <a:off x="1498600" y="288766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
        <p:nvSpPr>
          <p:cNvPr id="3" name="任意多边形 2"/>
          <p:cNvSpPr/>
          <p:nvPr/>
        </p:nvSpPr>
        <p:spPr>
          <a:xfrm>
            <a:off x="3995738" y="3841750"/>
            <a:ext cx="3313112" cy="1090613"/>
          </a:xfrm>
          <a:custGeom>
            <a:avLst/>
            <a:gdLst>
              <a:gd name="connsiteX0" fmla="*/ 3856893 w 3856893"/>
              <a:gd name="connsiteY0" fmla="*/ 0 h 1090770"/>
              <a:gd name="connsiteX1" fmla="*/ 2919047 w 3856893"/>
              <a:gd name="connsiteY1" fmla="*/ 961293 h 1090770"/>
              <a:gd name="connsiteX2" fmla="*/ 0 w 3856893"/>
              <a:gd name="connsiteY2" fmla="*/ 1055077 h 1090770"/>
            </a:gdLst>
            <a:ahLst/>
            <a:cxnLst>
              <a:cxn ang="0">
                <a:pos x="connsiteX0" y="connsiteY0"/>
              </a:cxn>
              <a:cxn ang="0">
                <a:pos x="connsiteX1" y="connsiteY1"/>
              </a:cxn>
              <a:cxn ang="0">
                <a:pos x="connsiteX2" y="connsiteY2"/>
              </a:cxn>
            </a:cxnLst>
            <a:rect l="l" t="t" r="r" b="b"/>
            <a:pathLst>
              <a:path w="3856893" h="1090770">
                <a:moveTo>
                  <a:pt x="3856893" y="0"/>
                </a:moveTo>
                <a:cubicBezTo>
                  <a:pt x="3709377" y="392723"/>
                  <a:pt x="3561862" y="785447"/>
                  <a:pt x="2919047" y="961293"/>
                </a:cubicBezTo>
                <a:cubicBezTo>
                  <a:pt x="2276232" y="1137139"/>
                  <a:pt x="1138116" y="1096108"/>
                  <a:pt x="0" y="1055077"/>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5564" name="Line 7"/>
          <p:cNvSpPr>
            <a:spLocks noChangeShapeType="1"/>
          </p:cNvSpPr>
          <p:nvPr/>
        </p:nvSpPr>
        <p:spPr bwMode="auto">
          <a:xfrm flipV="1">
            <a:off x="3995738" y="3044825"/>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5" name="Line 7"/>
          <p:cNvSpPr>
            <a:spLocks noChangeShapeType="1"/>
          </p:cNvSpPr>
          <p:nvPr/>
        </p:nvSpPr>
        <p:spPr bwMode="auto">
          <a:xfrm flipV="1">
            <a:off x="5795963" y="3008313"/>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6" name="Text Box 9"/>
          <p:cNvSpPr txBox="1">
            <a:spLocks noChangeArrowheads="1"/>
          </p:cNvSpPr>
          <p:nvPr/>
        </p:nvSpPr>
        <p:spPr bwMode="auto">
          <a:xfrm>
            <a:off x="7283450" y="369093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a</a:t>
            </a:r>
          </a:p>
        </p:txBody>
      </p:sp>
    </p:spTree>
    <p:extLst>
      <p:ext uri="{BB962C8B-B14F-4D97-AF65-F5344CB8AC3E}">
        <p14:creationId xmlns:p14="http://schemas.microsoft.com/office/powerpoint/2010/main" val="23402436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txBox="1">
            <a:spLocks noChangeArrowheads="1"/>
          </p:cNvSpPr>
          <p:nvPr/>
        </p:nvSpPr>
        <p:spPr bwMode="auto">
          <a:xfrm>
            <a:off x="755650" y="268288"/>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zh-CN" altLang="en-US" sz="3000" b="1">
                <a:solidFill>
                  <a:srgbClr val="000000"/>
                </a:solidFill>
                <a:latin typeface="微软雅黑" panose="020B0503020204020204" pitchFamily="34" charset="-122"/>
                <a:ea typeface="微软雅黑" panose="020B0503020204020204" pitchFamily="34" charset="-122"/>
              </a:rPr>
              <a:t>二义性</a:t>
            </a:r>
            <a:r>
              <a:rPr lang="en-US" altLang="zh-CN" sz="3000" b="1" i="1">
                <a:solidFill>
                  <a:srgbClr val="000000"/>
                </a:solidFill>
                <a:latin typeface="Times New Roman" panose="02020603050405020304" pitchFamily="18" charset="0"/>
                <a:cs typeface="Times New Roman" panose="02020603050405020304" pitchFamily="18" charset="0"/>
              </a:rPr>
              <a:t>if</a:t>
            </a:r>
            <a:r>
              <a:rPr lang="zh-CN" altLang="en-US" sz="3000" b="1">
                <a:solidFill>
                  <a:srgbClr val="000000"/>
                </a:solidFill>
                <a:latin typeface="微软雅黑" panose="020B0503020204020204" pitchFamily="34" charset="-122"/>
                <a:ea typeface="微软雅黑" panose="020B0503020204020204" pitchFamily="34" charset="-122"/>
              </a:rPr>
              <a:t>语句文法的</a:t>
            </a:r>
            <a:r>
              <a:rPr lang="en-US" altLang="zh-CN" sz="3000" b="1" i="1">
                <a:solidFill>
                  <a:srgbClr val="000000"/>
                </a:solidFill>
                <a:latin typeface="Times New Roman" panose="02020603050405020304" pitchFamily="18" charset="0"/>
                <a:ea typeface="黑体" panose="02010609060101010101" pitchFamily="49" charset="-122"/>
              </a:rPr>
              <a:t>SLR</a:t>
            </a:r>
            <a:r>
              <a:rPr lang="zh-CN" altLang="en-US" sz="3000" b="1">
                <a:solidFill>
                  <a:srgbClr val="000000"/>
                </a:solidFill>
                <a:latin typeface="微软雅黑" panose="020B0503020204020204" pitchFamily="34" charset="-122"/>
                <a:ea typeface="微软雅黑" panose="020B0503020204020204" pitchFamily="34" charset="-122"/>
              </a:rPr>
              <a:t>分析表</a:t>
            </a:r>
          </a:p>
        </p:txBody>
      </p:sp>
      <p:graphicFrame>
        <p:nvGraphicFramePr>
          <p:cNvPr id="133122" name="表格 133121"/>
          <p:cNvGraphicFramePr>
            <a:graphicFrameLocks noGrp="1"/>
          </p:cNvGraphicFramePr>
          <p:nvPr/>
        </p:nvGraphicFramePr>
        <p:xfrm>
          <a:off x="1476375" y="1000125"/>
          <a:ext cx="5903913" cy="3746504"/>
        </p:xfrm>
        <a:graphic>
          <a:graphicData uri="http://schemas.openxmlformats.org/drawingml/2006/table">
            <a:tbl>
              <a:tblPr/>
              <a:tblGrid>
                <a:gridCol w="647700">
                  <a:extLst>
                    <a:ext uri="{9D8B030D-6E8A-4147-A177-3AD203B41FA5}">
                      <a16:colId xmlns:a16="http://schemas.microsoft.com/office/drawing/2014/main" val="20000"/>
                    </a:ext>
                  </a:extLst>
                </a:gridCol>
                <a:gridCol w="1050925">
                  <a:extLst>
                    <a:ext uri="{9D8B030D-6E8A-4147-A177-3AD203B41FA5}">
                      <a16:colId xmlns:a16="http://schemas.microsoft.com/office/drawing/2014/main" val="20001"/>
                    </a:ext>
                  </a:extLst>
                </a:gridCol>
                <a:gridCol w="1052513">
                  <a:extLst>
                    <a:ext uri="{9D8B030D-6E8A-4147-A177-3AD203B41FA5}">
                      <a16:colId xmlns:a16="http://schemas.microsoft.com/office/drawing/2014/main" val="20002"/>
                    </a:ext>
                  </a:extLst>
                </a:gridCol>
                <a:gridCol w="1050925">
                  <a:extLst>
                    <a:ext uri="{9D8B030D-6E8A-4147-A177-3AD203B41FA5}">
                      <a16:colId xmlns:a16="http://schemas.microsoft.com/office/drawing/2014/main" val="20003"/>
                    </a:ext>
                  </a:extLst>
                </a:gridCol>
                <a:gridCol w="1050925">
                  <a:extLst>
                    <a:ext uri="{9D8B030D-6E8A-4147-A177-3AD203B41FA5}">
                      <a16:colId xmlns:a16="http://schemas.microsoft.com/office/drawing/2014/main" val="20004"/>
                    </a:ext>
                  </a:extLst>
                </a:gridCol>
                <a:gridCol w="1050925">
                  <a:extLst>
                    <a:ext uri="{9D8B030D-6E8A-4147-A177-3AD203B41FA5}">
                      <a16:colId xmlns:a16="http://schemas.microsoft.com/office/drawing/2014/main" val="20005"/>
                    </a:ext>
                  </a:extLst>
                </a:gridCol>
              </a:tblGrid>
              <a:tr h="43180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4">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414338">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s5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endParaRPr kumimoji="0" lang="zh-CN" altLang="en-US"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85415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2"/>
          <p:cNvSpPr>
            <a:spLocks noGrp="1" noChangeArrowheads="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rPr>
              <a:t>二义性文法的使用</a:t>
            </a:r>
            <a:endParaRPr lang="zh-CN" altLang="en-US">
              <a:ea typeface="黑体" panose="02010609060101010101" pitchFamily="49" charset="-122"/>
            </a:endParaRPr>
          </a:p>
        </p:txBody>
      </p:sp>
      <p:sp>
        <p:nvSpPr>
          <p:cNvPr id="68611" name="矩形 53"/>
          <p:cNvSpPr>
            <a:spLocks noChangeArrowheads="1"/>
          </p:cNvSpPr>
          <p:nvPr/>
        </p:nvSpPr>
        <p:spPr bwMode="auto">
          <a:xfrm>
            <a:off x="357188" y="857250"/>
            <a:ext cx="8391525"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4500"/>
              </a:lnSpc>
              <a:buClrTx/>
              <a:buFont typeface="Wingdings" panose="05000000000000000000" pitchFamily="2" charset="2"/>
              <a:buChar char="Ø"/>
            </a:pPr>
            <a:r>
              <a:rPr lang="zh-CN" altLang="en-US" sz="3000" b="1">
                <a:solidFill>
                  <a:srgbClr val="000000"/>
                </a:solidFill>
                <a:latin typeface="Times New Roman" panose="02020603050405020304" pitchFamily="18" charset="0"/>
                <a:ea typeface="华文楷体" panose="02010600040101010101" pitchFamily="2" charset="-122"/>
              </a:rPr>
              <a:t>应该保守地使用二义性文法，并且必须在严格控制之下使用，因为稍有不慎就会导致语法分析器所识别的语言出现偏差</a:t>
            </a:r>
            <a:endParaRPr lang="en-US" altLang="zh-CN" sz="3000" b="1">
              <a:solidFill>
                <a:srgbClr val="000000"/>
              </a:solidFill>
              <a:latin typeface="Times New Roman" panose="02020603050405020304" pitchFamily="18" charset="0"/>
              <a:cs typeface="Times New Roman" panose="02020603050405020304" pitchFamily="18" charset="0"/>
            </a:endParaRPr>
          </a:p>
          <a:p>
            <a:pPr eaLnBrk="1" hangingPunct="1">
              <a:lnSpc>
                <a:spcPts val="2800"/>
              </a:lnSpc>
              <a:buClrTx/>
              <a:buFont typeface="Wingdings" panose="05000000000000000000" pitchFamily="2" charset="2"/>
              <a:buChar char="Ø"/>
            </a:pPr>
            <a:endParaRPr lang="en-US" altLang="zh-CN" sz="3000" b="1">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030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2"/>
          <p:cNvSpPr>
            <a:spLocks noGrp="1" noChangeArrowheads="1"/>
          </p:cNvSpPr>
          <p:nvPr>
            <p:ph type="title"/>
          </p:nvPr>
        </p:nvSpPr>
        <p:spPr>
          <a:xfrm>
            <a:off x="755650" y="268288"/>
            <a:ext cx="7931150" cy="358775"/>
          </a:xfrm>
        </p:spPr>
        <p:txBody>
          <a:bodyPr/>
          <a:lstStyle/>
          <a:p>
            <a:r>
              <a:rPr lang="en-US" altLang="zh-CN" sz="3600" i="1" dirty="0">
                <a:solidFill>
                  <a:schemeClr val="tx1"/>
                </a:solidFill>
                <a:ea typeface="黑体" panose="02010609060101010101" pitchFamily="49" charset="-122"/>
              </a:rPr>
              <a:t>9. LR</a:t>
            </a:r>
            <a:r>
              <a:rPr lang="en-US" altLang="zh-CN" sz="3600" dirty="0">
                <a:solidFill>
                  <a:schemeClr val="tx1"/>
                </a:solidFill>
                <a:ea typeface="黑体" panose="02010609060101010101" pitchFamily="49" charset="-122"/>
              </a:rPr>
              <a:t>(</a:t>
            </a:r>
            <a:r>
              <a:rPr lang="zh-CN" altLang="en-US" sz="3600" dirty="0">
                <a:solidFill>
                  <a:schemeClr val="tx1"/>
                </a:solidFill>
                <a:ea typeface="黑体" panose="02010609060101010101" pitchFamily="49" charset="-122"/>
              </a:rPr>
              <a:t>统称</a:t>
            </a:r>
            <a:r>
              <a:rPr lang="en-US" altLang="zh-CN" sz="3600" dirty="0">
                <a:solidFill>
                  <a:schemeClr val="tx1"/>
                </a:solidFill>
                <a:ea typeface="黑体" panose="02010609060101010101" pitchFamily="49" charset="-122"/>
              </a:rPr>
              <a:t>)</a:t>
            </a:r>
            <a:r>
              <a:rPr lang="zh-CN" altLang="en-US" sz="3600" dirty="0">
                <a:solidFill>
                  <a:schemeClr val="tx1"/>
                </a:solidFill>
                <a:latin typeface="微软雅黑" panose="020B0503020204020204" pitchFamily="34" charset="-122"/>
                <a:ea typeface="微软雅黑" panose="020B0503020204020204" pitchFamily="34" charset="-122"/>
              </a:rPr>
              <a:t>分析中的错误处理</a:t>
            </a:r>
          </a:p>
        </p:txBody>
      </p:sp>
      <p:sp>
        <p:nvSpPr>
          <p:cNvPr id="102403" name="矩形 53"/>
          <p:cNvSpPr>
            <a:spLocks noChangeArrowheads="1"/>
          </p:cNvSpPr>
          <p:nvPr/>
        </p:nvSpPr>
        <p:spPr bwMode="auto">
          <a:xfrm>
            <a:off x="360363" y="830263"/>
            <a:ext cx="8569325" cy="352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tabLst/>
              <a:defRPr/>
            </a:pPr>
            <a:r>
              <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语法错误的检测</a:t>
            </a:r>
            <a:endParaRPr kumimoji="0" lang="en-US" altLang="zh-CN" sz="3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857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当</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分析器在查询分析表并发现一个报错条目时，就检测到了一个语法错误</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endParaRPr>
          </a:p>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tabLst/>
              <a:defRPr/>
            </a:pPr>
            <a:r>
              <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错误恢复策略</a:t>
            </a:r>
            <a:endParaRPr kumimoji="0" lang="en-US" altLang="zh-CN" sz="3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742950" marR="0" lvl="1" indent="-2857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恐慌模式错误恢复</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742950" marR="0" lvl="1" indent="-2857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短语层次错误恢复</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F4CFFDF7-BD86-48E7-9A36-EEFAB3B1A9F0}" type="slidenum">
              <a:rPr kumimoji="0" lang="zh-CN" altLang="en-US" sz="1400" b="0" i="0" u="none" strike="noStrike" kern="1200" cap="none" spc="0" normalizeH="0" baseline="0" noProof="0" smtClean="0">
                <a:ln>
                  <a:noFill/>
                </a:ln>
                <a:solidFill>
                  <a:srgbClr val="073E87"/>
                </a:solidFill>
                <a:effectLst/>
                <a:uLnTx/>
                <a:uFillTx/>
                <a:latin typeface="Tahoma" panose="020B0604030504040204" pitchFamily="34" charset="0"/>
              </a:rPr>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27</a:t>
            </a:fld>
            <a:endParaRPr kumimoji="0" lang="en-US" altLang="zh-CN" sz="1400" b="0" i="0" u="none" strike="noStrike" kern="1200" cap="none" spc="0" normalizeH="0" baseline="0" noProof="0">
              <a:ln>
                <a:noFill/>
              </a:ln>
              <a:solidFill>
                <a:srgbClr val="073E87"/>
              </a:solidFill>
              <a:effectLst/>
              <a:uLnTx/>
              <a:uFillTx/>
              <a:latin typeface="Tahoma" panose="020B0604030504040204" pitchFamily="34" charset="0"/>
            </a:endParaRPr>
          </a:p>
        </p:txBody>
      </p:sp>
    </p:spTree>
    <p:extLst>
      <p:ext uri="{BB962C8B-B14F-4D97-AF65-F5344CB8AC3E}">
        <p14:creationId xmlns:p14="http://schemas.microsoft.com/office/powerpoint/2010/main" val="2438974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02403">
                                            <p:txEl>
                                              <p:pRg st="2" end="2"/>
                                            </p:txEl>
                                          </p:spTgt>
                                        </p:tgtEl>
                                        <p:attrNameLst>
                                          <p:attrName>style.visibility</p:attrName>
                                        </p:attrNameLst>
                                      </p:cBhvr>
                                      <p:to>
                                        <p:strVal val="visible"/>
                                      </p:to>
                                    </p:set>
                                    <p:anim calcmode="lin" valueType="num">
                                      <p:cBhvr>
                                        <p:cTn id="7" dur="500" fill="hold"/>
                                        <p:tgtEl>
                                          <p:spTgt spid="10240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102403">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102403">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02403">
                                            <p:txEl>
                                              <p:pRg st="3" end="3"/>
                                            </p:txEl>
                                          </p:spTgt>
                                        </p:tgtEl>
                                        <p:attrNameLst>
                                          <p:attrName>style.visibility</p:attrName>
                                        </p:attrNameLst>
                                      </p:cBhvr>
                                      <p:to>
                                        <p:strVal val="visible"/>
                                      </p:to>
                                    </p:set>
                                    <p:anim calcmode="lin" valueType="num">
                                      <p:cBhvr>
                                        <p:cTn id="12" dur="500" fill="hold"/>
                                        <p:tgtEl>
                                          <p:spTgt spid="102403">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102403">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102403">
                                            <p:txEl>
                                              <p:pRg st="3" end="3"/>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02403">
                                            <p:txEl>
                                              <p:pRg st="4" end="4"/>
                                            </p:txEl>
                                          </p:spTgt>
                                        </p:tgtEl>
                                        <p:attrNameLst>
                                          <p:attrName>style.visibility</p:attrName>
                                        </p:attrNameLst>
                                      </p:cBhvr>
                                      <p:to>
                                        <p:strVal val="visible"/>
                                      </p:to>
                                    </p:set>
                                    <p:anim calcmode="lin" valueType="num">
                                      <p:cBhvr>
                                        <p:cTn id="17" dur="500" fill="hold"/>
                                        <p:tgtEl>
                                          <p:spTgt spid="102403">
                                            <p:txEl>
                                              <p:pRg st="4" end="4"/>
                                            </p:txEl>
                                          </p:spTgt>
                                        </p:tgtEl>
                                        <p:attrNameLst>
                                          <p:attrName>ppt_w</p:attrName>
                                        </p:attrNameLst>
                                      </p:cBhvr>
                                      <p:tavLst>
                                        <p:tav tm="0">
                                          <p:val>
                                            <p:fltVal val="0"/>
                                          </p:val>
                                        </p:tav>
                                        <p:tav tm="100000">
                                          <p:val>
                                            <p:strVal val="#ppt_w"/>
                                          </p:val>
                                        </p:tav>
                                      </p:tavLst>
                                    </p:anim>
                                    <p:anim calcmode="lin" valueType="num">
                                      <p:cBhvr>
                                        <p:cTn id="18" dur="500" fill="hold"/>
                                        <p:tgtEl>
                                          <p:spTgt spid="102403">
                                            <p:txEl>
                                              <p:pRg st="4" end="4"/>
                                            </p:txEl>
                                          </p:spTgt>
                                        </p:tgtEl>
                                        <p:attrNameLst>
                                          <p:attrName>ppt_h</p:attrName>
                                        </p:attrNameLst>
                                      </p:cBhvr>
                                      <p:tavLst>
                                        <p:tav tm="0">
                                          <p:val>
                                            <p:fltVal val="0"/>
                                          </p:val>
                                        </p:tav>
                                        <p:tav tm="100000">
                                          <p:val>
                                            <p:strVal val="#ppt_h"/>
                                          </p:val>
                                        </p:tav>
                                      </p:tavLst>
                                    </p:anim>
                                    <p:animEffect transition="in" filter="fade">
                                      <p:cBhvr>
                                        <p:cTn id="19" dur="500"/>
                                        <p:tgtEl>
                                          <p:spTgt spid="102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2"/>
          <p:cNvSpPr>
            <a:spLocks noGrp="1" noChangeArrowheads="1"/>
          </p:cNvSpPr>
          <p:nvPr>
            <p:ph type="title"/>
          </p:nvPr>
        </p:nvSpPr>
        <p:spPr>
          <a:xfrm>
            <a:off x="755650" y="268288"/>
            <a:ext cx="7931150" cy="358775"/>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rPr>
              <a:t>恐慌模式错误恢复</a:t>
            </a:r>
          </a:p>
        </p:txBody>
      </p:sp>
      <p:sp>
        <p:nvSpPr>
          <p:cNvPr id="71683" name="矩形 53"/>
          <p:cNvSpPr>
            <a:spLocks noChangeArrowheads="1"/>
          </p:cNvSpPr>
          <p:nvPr/>
        </p:nvSpPr>
        <p:spPr bwMode="auto">
          <a:xfrm>
            <a:off x="221621" y="1721940"/>
            <a:ext cx="8572500" cy="342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273050" marR="0" lvl="0" indent="-273050" algn="l" defTabSz="914400" rtl="0" eaLnBrk="1" fontAlgn="base" latinLnBrk="0" hangingPunct="1">
              <a:lnSpc>
                <a:spcPts val="3500"/>
              </a:lnSpc>
              <a:spcBef>
                <a:spcPct val="20000"/>
              </a:spcBef>
              <a:spcAft>
                <a:spcPct val="0"/>
              </a:spcAft>
              <a:buClrTx/>
              <a:buSzPct val="100000"/>
              <a:buFont typeface="Wingdings" panose="05000000000000000000" pitchFamily="2" charset="2"/>
              <a:buChar char="Ø"/>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当前为状态</a:t>
            </a:r>
            <a:r>
              <a:rPr kumimoji="1" lang="en-US" altLang="zh-CN" sz="24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4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分析表出错</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a:t>
            </a:r>
          </a:p>
          <a:p>
            <a:pPr marL="273050" marR="0" lvl="0" indent="-273050" algn="l" defTabSz="914400" rtl="0" eaLnBrk="1" fontAlgn="base" latinLnBrk="0" hangingPunct="1">
              <a:lnSpc>
                <a:spcPts val="3500"/>
              </a:lnSpc>
              <a:spcBef>
                <a:spcPct val="20000"/>
              </a:spcBef>
              <a:spcAft>
                <a:spcPct val="0"/>
              </a:spcAft>
              <a:buClrTx/>
              <a:buSzPct val="100000"/>
              <a:buFont typeface="Wingdings" panose="05000000000000000000" pitchFamily="2" charset="2"/>
              <a:buChar char="Ø"/>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从栈顶向下扫描，直到发现某个状态</a:t>
            </a:r>
            <a:r>
              <a:rPr kumimoji="0"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，它有一个对应于某个非终结符</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的</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GOTO</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目标，可以认为从这个</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A</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到栈顶</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X</a:t>
            </a:r>
            <a:r>
              <a:rPr lang="en-US" altLang="zh-CN" b="1" i="1" baseline="-25000" dirty="0">
                <a:solidFill>
                  <a:srgbClr val="000000"/>
                </a:solidFill>
                <a:latin typeface="Times New Roman" panose="02020603050405020304" pitchFamily="18" charset="0"/>
                <a:ea typeface="华文楷体" panose="02010600040101010101" pitchFamily="2" charset="-122"/>
              </a:rPr>
              <a:t>m</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的串中包含错误</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273050" marR="0" lvl="0" indent="-273050" algn="l" defTabSz="914400" rtl="0" eaLnBrk="1" fontAlgn="base" latinLnBrk="0" hangingPunct="1">
              <a:lnSpc>
                <a:spcPts val="3500"/>
              </a:lnSpc>
              <a:spcBef>
                <a:spcPct val="20000"/>
              </a:spcBef>
              <a:spcAft>
                <a:spcPct val="0"/>
              </a:spcAft>
              <a:buClrTx/>
              <a:buSzPct val="100000"/>
              <a:buFont typeface="Wingdings" panose="05000000000000000000" pitchFamily="2" charset="2"/>
              <a:buChar char="Ø"/>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然后丢弃</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个或多个</a:t>
            </a:r>
            <a:r>
              <a:rPr kumimoji="0" lang="zh-CN" altLang="en-US" sz="2400" b="1" i="0" u="none" strike="noStrike" kern="1200" cap="none" spc="0" normalizeH="0" baseline="0" noProof="0" dirty="0">
                <a:ln>
                  <a:noFill/>
                </a:ln>
                <a:solidFill>
                  <a:srgbClr val="2D83F4"/>
                </a:solidFill>
                <a:effectLst/>
                <a:uLnTx/>
                <a:uFillTx/>
                <a:latin typeface="Times New Roman" panose="02020603050405020304" pitchFamily="18" charset="0"/>
                <a:ea typeface="华文楷体" panose="02010600040101010101" pitchFamily="2" charset="-122"/>
                <a:cs typeface="+mn-cs"/>
              </a:rPr>
              <a:t>输入符号</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，直到发现一个可能合法地跟在</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之后的符号</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为止</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恢复正常，可以继续分析了</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273050" marR="0" lvl="0" indent="-273050" algn="l" defTabSz="914400" rtl="0" eaLnBrk="1" fontAlgn="base" latinLnBrk="0" hangingPunct="1">
              <a:lnSpc>
                <a:spcPts val="3500"/>
              </a:lnSpc>
              <a:spcBef>
                <a:spcPct val="20000"/>
              </a:spcBef>
              <a:spcAft>
                <a:spcPct val="0"/>
              </a:spcAft>
              <a:buClrTx/>
              <a:buSzPct val="100000"/>
              <a:buFont typeface="Wingdings" panose="05000000000000000000" pitchFamily="2" charset="2"/>
              <a:buChar char="Ø"/>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之后将</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0"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GOTO</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0"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压入栈中，继续进行正常的语法分析</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矩形 3"/>
          <p:cNvSpPr/>
          <p:nvPr/>
        </p:nvSpPr>
        <p:spPr>
          <a:xfrm>
            <a:off x="2700338" y="771550"/>
            <a:ext cx="5688086" cy="975460"/>
          </a:xfrm>
          <a:prstGeom prst="rect">
            <a:avLst/>
          </a:prstGeom>
          <a:solidFill>
            <a:schemeClr val="accent5">
              <a:lumMod val="60000"/>
              <a:lumOff val="40000"/>
            </a:schemeClr>
          </a:solidFill>
          <a:ln w="12700">
            <a:solidFill>
              <a:schemeClr val="tx1"/>
            </a:solidFill>
          </a:ln>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ts val="3000"/>
              </a:lnSpc>
              <a:spcBef>
                <a:spcPct val="0"/>
              </a:spcBef>
              <a:spcAft>
                <a:spcPct val="0"/>
              </a:spcAft>
              <a:buClr>
                <a:srgbClr val="073E87"/>
              </a:buClr>
              <a:buSzPct val="75000"/>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mn-cs"/>
              </a:rPr>
              <a:t>s</a:t>
            </a:r>
            <a:r>
              <a:rPr kumimoji="1" lang="en-US" altLang="zh-CN" sz="2800" b="1" i="1" u="none" strike="noStrike" kern="1200" cap="none" spc="0" normalizeH="0" baseline="-25000" noProof="0" dirty="0" err="1">
                <a:ln>
                  <a:noFill/>
                </a:ln>
                <a:solidFill>
                  <a:srgbClr val="FF0000"/>
                </a:solidFill>
                <a:effectLst/>
                <a:uLnTx/>
                <a:uFillTx/>
                <a:latin typeface="Times New Roman" panose="02020603050405020304" pitchFamily="18" charset="0"/>
                <a:ea typeface="宋体" panose="02010600030101010101" pitchFamily="2" charset="-122"/>
                <a:cs typeface="+mn-cs"/>
              </a:rPr>
              <a:t>i</a:t>
            </a:r>
            <a:r>
              <a:rPr kumimoji="1" lang="en-US" altLang="zh-CN" sz="2800" b="1" i="1" u="none" strike="noStrike" kern="120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8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i+1</a:t>
            </a: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 </a:t>
            </a:r>
            <a:r>
              <a:rPr kumimoji="1" lang="en-US" altLang="zh-CN" sz="28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s</a:t>
            </a:r>
            <a:r>
              <a:rPr kumimoji="1" lang="en-US" altLang="zh-CN" sz="28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endParaRPr kumimoji="1" lang="en-US" altLang="zh-CN" sz="9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ts val="3000"/>
              </a:lnSpc>
              <a:spcBef>
                <a:spcPct val="20000"/>
              </a:spcBef>
              <a:spcAft>
                <a:spcPct val="0"/>
              </a:spcAft>
              <a:buClr>
                <a:srgbClr val="073E87"/>
              </a:buClr>
              <a:buSzPct val="75000"/>
              <a:buFontTx/>
              <a:buNone/>
              <a:tabLst/>
              <a:defRPr/>
            </a:pPr>
            <a:r>
              <a:rPr kumimoji="1" lang="en-US" altLang="zh-CN" sz="2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i  </a:t>
            </a:r>
            <a:r>
              <a:rPr kumimoji="1" lang="en-US" altLang="zh-CN" sz="2800" b="1" i="1" u="none" strike="noStrike" kern="1200" cap="none" spc="0" normalizeH="0" baseline="0" noProof="0" dirty="0">
                <a:ln>
                  <a:noFill/>
                </a:ln>
                <a:solidFill>
                  <a:srgbClr val="FF0066"/>
                </a:solidFill>
                <a:effectLst/>
                <a:uLnTx/>
                <a:uFillTx/>
                <a:latin typeface="Times New Roman" panose="02020603050405020304" pitchFamily="18" charset="0"/>
                <a:ea typeface="宋体" panose="02010600030101010101" pitchFamily="2" charset="-122"/>
                <a:cs typeface="+mn-cs"/>
              </a:rPr>
              <a:t>A</a:t>
            </a:r>
            <a:r>
              <a:rPr kumimoji="1" lang="en-US" altLang="zh-CN" sz="2800" b="1" i="1" u="none" strike="noStrike" kern="1200" cap="none" spc="0" normalizeH="0" baseline="-25000" noProof="0" dirty="0">
                <a:ln>
                  <a:noFill/>
                </a:ln>
                <a:solidFill>
                  <a:srgbClr val="FF0066"/>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800" b="1"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m</a:t>
            </a:r>
            <a:r>
              <a:rPr kumimoji="1" lang="en-US" altLang="zh-CN" sz="28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36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rPr>
              <a:t>abb$</a:t>
            </a:r>
            <a:endParaRPr kumimoji="0" lang="zh-CN" altLang="en-US" sz="2000" b="0" i="1" u="none" strike="noStrike" kern="120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F4CFFDF7-BD86-48E7-9A36-EEFAB3B1A9F0}" type="slidenum">
              <a:rPr kumimoji="0" lang="zh-CN" altLang="en-US" sz="1400" b="0" i="0" u="none" strike="noStrike" kern="1200" cap="none" spc="0" normalizeH="0" baseline="0" noProof="0" smtClean="0">
                <a:ln>
                  <a:noFill/>
                </a:ln>
                <a:solidFill>
                  <a:srgbClr val="073E87"/>
                </a:solidFill>
                <a:effectLst/>
                <a:uLnTx/>
                <a:uFillTx/>
                <a:latin typeface="Tahoma" panose="020B0604030504040204" pitchFamily="34" charset="0"/>
              </a:rPr>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28</a:t>
            </a:fld>
            <a:endParaRPr kumimoji="0" lang="en-US" altLang="zh-CN" sz="1400" b="0" i="0" u="none" strike="noStrike" kern="1200" cap="none" spc="0" normalizeH="0" baseline="0" noProof="0">
              <a:ln>
                <a:noFill/>
              </a:ln>
              <a:solidFill>
                <a:srgbClr val="073E87"/>
              </a:solidFill>
              <a:effectLst/>
              <a:uLnTx/>
              <a:uFillTx/>
              <a:latin typeface="Tahoma" panose="020B0604030504040204" pitchFamily="34" charset="0"/>
            </a:endParaRPr>
          </a:p>
        </p:txBody>
      </p:sp>
    </p:spTree>
    <p:extLst>
      <p:ext uri="{BB962C8B-B14F-4D97-AF65-F5344CB8AC3E}">
        <p14:creationId xmlns:p14="http://schemas.microsoft.com/office/powerpoint/2010/main" val="3363658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2"/>
          <p:cNvSpPr>
            <a:spLocks noGrp="1" noChangeArrowheads="1"/>
          </p:cNvSpPr>
          <p:nvPr>
            <p:ph type="title"/>
          </p:nvPr>
        </p:nvSpPr>
        <p:spPr>
          <a:xfrm>
            <a:off x="755650" y="268288"/>
            <a:ext cx="7931150" cy="358775"/>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rPr>
              <a:t>短语层次错误恢复</a:t>
            </a:r>
          </a:p>
        </p:txBody>
      </p:sp>
      <p:sp>
        <p:nvSpPr>
          <p:cNvPr id="73731" name="矩形 53"/>
          <p:cNvSpPr>
            <a:spLocks noChangeArrowheads="1"/>
          </p:cNvSpPr>
          <p:nvPr/>
        </p:nvSpPr>
        <p:spPr bwMode="auto">
          <a:xfrm>
            <a:off x="431800" y="857250"/>
            <a:ext cx="8569325"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tabLst/>
              <a:defRPr/>
            </a:pPr>
            <a:r>
              <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检查</a:t>
            </a:r>
            <a:r>
              <a:rPr kumimoji="0" lang="en-US" altLang="zh-CN" sz="3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分析表中的每一个报错条目，并根据语言的使用方法来决定程序员所犯的何种错误最有可能引起这个语法错误</a:t>
            </a:r>
            <a:endParaRPr kumimoji="0" lang="en-US" altLang="zh-CN" sz="3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273050" marR="0" lvl="0" indent="-273050" algn="l" defTabSz="914400" rtl="0" eaLnBrk="1" fontAlgn="base" latinLnBrk="0" hangingPunct="1">
              <a:lnSpc>
                <a:spcPts val="4000"/>
              </a:lnSpc>
              <a:spcBef>
                <a:spcPct val="20000"/>
              </a:spcBef>
              <a:spcAft>
                <a:spcPct val="0"/>
              </a:spcAft>
              <a:buClrTx/>
              <a:buSzPct val="100000"/>
              <a:buFont typeface="Wingdings" panose="05000000000000000000" pitchFamily="2" charset="2"/>
              <a:buChar char="Ø"/>
              <a:tabLst/>
              <a:defRPr/>
            </a:pPr>
            <a:r>
              <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然后构造出适当的恢复过程</a:t>
            </a:r>
            <a:endParaRPr kumimoji="0" lang="en-US" altLang="zh-CN" sz="3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F4CFFDF7-BD86-48E7-9A36-EEFAB3B1A9F0}" type="slidenum">
              <a:rPr kumimoji="0" lang="zh-CN" altLang="en-US" sz="1400" b="0" i="0" u="none" strike="noStrike" kern="1200" cap="none" spc="0" normalizeH="0" baseline="0" noProof="0" smtClean="0">
                <a:ln>
                  <a:noFill/>
                </a:ln>
                <a:solidFill>
                  <a:srgbClr val="073E87"/>
                </a:solidFill>
                <a:effectLst/>
                <a:uLnTx/>
                <a:uFillTx/>
                <a:latin typeface="Tahoma" panose="020B0604030504040204" pitchFamily="34" charset="0"/>
              </a:rPr>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29</a:t>
            </a:fld>
            <a:endParaRPr kumimoji="0" lang="en-US" altLang="zh-CN" sz="1400" b="0" i="0" u="none" strike="noStrike" kern="1200" cap="none" spc="0" normalizeH="0" baseline="0" noProof="0">
              <a:ln>
                <a:noFill/>
              </a:ln>
              <a:solidFill>
                <a:srgbClr val="073E87"/>
              </a:solidFill>
              <a:effectLst/>
              <a:uLnTx/>
              <a:uFillTx/>
              <a:latin typeface="Tahoma" panose="020B0604030504040204" pitchFamily="34" charset="0"/>
            </a:endParaRPr>
          </a:p>
        </p:txBody>
      </p:sp>
    </p:spTree>
    <p:extLst>
      <p:ext uri="{BB962C8B-B14F-4D97-AF65-F5344CB8AC3E}">
        <p14:creationId xmlns:p14="http://schemas.microsoft.com/office/powerpoint/2010/main" val="2873335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2122488" y="1552575"/>
            <a:ext cx="1296987" cy="17240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55" name="Text Box 3"/>
          <p:cNvSpPr txBox="1">
            <a:spLocks noChangeArrowheads="1"/>
          </p:cNvSpPr>
          <p:nvPr/>
        </p:nvSpPr>
        <p:spPr bwMode="auto">
          <a:xfrm>
            <a:off x="3779838" y="1103313"/>
            <a:ext cx="1246187" cy="12620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endPar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756" name="Line 4"/>
          <p:cNvSpPr>
            <a:spLocks noChangeShapeType="1"/>
          </p:cNvSpPr>
          <p:nvPr/>
        </p:nvSpPr>
        <p:spPr bwMode="auto">
          <a:xfrm flipV="1">
            <a:off x="3438525" y="1997075"/>
            <a:ext cx="3190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57" name="Text Box 5"/>
          <p:cNvSpPr txBox="1">
            <a:spLocks noChangeArrowheads="1"/>
          </p:cNvSpPr>
          <p:nvPr/>
        </p:nvSpPr>
        <p:spPr bwMode="auto">
          <a:xfrm>
            <a:off x="3805238" y="2540000"/>
            <a:ext cx="1214437" cy="17843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58" name="Line 6"/>
          <p:cNvSpPr>
            <a:spLocks noChangeShapeType="1"/>
          </p:cNvSpPr>
          <p:nvPr/>
        </p:nvSpPr>
        <p:spPr bwMode="auto">
          <a:xfrm flipV="1">
            <a:off x="3432175" y="2830513"/>
            <a:ext cx="3841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59" name="Text Box 7"/>
          <p:cNvSpPr txBox="1">
            <a:spLocks noChangeArrowheads="1"/>
          </p:cNvSpPr>
          <p:nvPr/>
        </p:nvSpPr>
        <p:spPr bwMode="auto">
          <a:xfrm>
            <a:off x="3419475" y="232727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760" name="Text Box 8"/>
          <p:cNvSpPr txBox="1">
            <a:spLocks noChangeArrowheads="1"/>
          </p:cNvSpPr>
          <p:nvPr/>
        </p:nvSpPr>
        <p:spPr bwMode="auto">
          <a:xfrm>
            <a:off x="2339975" y="4384675"/>
            <a:ext cx="1066800"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74761" name="Line 9"/>
          <p:cNvSpPr>
            <a:spLocks noChangeShapeType="1"/>
          </p:cNvSpPr>
          <p:nvPr/>
        </p:nvSpPr>
        <p:spPr bwMode="auto">
          <a:xfrm>
            <a:off x="2941638" y="3275013"/>
            <a:ext cx="9525" cy="10969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62" name="Text Box 10"/>
          <p:cNvSpPr txBox="1">
            <a:spLocks noChangeArrowheads="1"/>
          </p:cNvSpPr>
          <p:nvPr/>
        </p:nvSpPr>
        <p:spPr bwMode="auto">
          <a:xfrm>
            <a:off x="2533650" y="3279775"/>
            <a:ext cx="598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63" name="Text Box 11"/>
          <p:cNvSpPr txBox="1">
            <a:spLocks noChangeArrowheads="1"/>
          </p:cNvSpPr>
          <p:nvPr/>
        </p:nvSpPr>
        <p:spPr bwMode="auto">
          <a:xfrm>
            <a:off x="5753100" y="1022350"/>
            <a:ext cx="1211263" cy="14779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ts val="18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64" name="Text Box 12"/>
          <p:cNvSpPr txBox="1">
            <a:spLocks noChangeArrowheads="1"/>
          </p:cNvSpPr>
          <p:nvPr/>
        </p:nvSpPr>
        <p:spPr bwMode="auto">
          <a:xfrm>
            <a:off x="5753100" y="2535238"/>
            <a:ext cx="1250950" cy="147637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ts val="18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E* · E</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E*E</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65" name="Text Box 15"/>
          <p:cNvSpPr txBox="1">
            <a:spLocks noChangeArrowheads="1"/>
          </p:cNvSpPr>
          <p:nvPr/>
        </p:nvSpPr>
        <p:spPr bwMode="auto">
          <a:xfrm>
            <a:off x="3470275" y="37782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66" name="Text Box 17"/>
          <p:cNvSpPr txBox="1">
            <a:spLocks noChangeArrowheads="1"/>
          </p:cNvSpPr>
          <p:nvPr/>
        </p:nvSpPr>
        <p:spPr bwMode="auto">
          <a:xfrm>
            <a:off x="5753100" y="4076700"/>
            <a:ext cx="1244600" cy="10160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ts val="18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 · </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p>
          <a:p>
            <a:pPr marL="0" marR="0" lvl="0" indent="0" algn="l" defTabSz="914400" rtl="0" eaLnBrk="1" fontAlgn="base" latinLnBrk="0" hangingPunct="1">
              <a:lnSpc>
                <a:spcPts val="18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p>
        </p:txBody>
      </p:sp>
      <p:sp>
        <p:nvSpPr>
          <p:cNvPr id="74767" name="Line 18"/>
          <p:cNvSpPr>
            <a:spLocks noChangeShapeType="1"/>
          </p:cNvSpPr>
          <p:nvPr/>
        </p:nvSpPr>
        <p:spPr bwMode="auto">
          <a:xfrm>
            <a:off x="5026025" y="4052888"/>
            <a:ext cx="719138" cy="27781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68" name="Text Box 19"/>
          <p:cNvSpPr txBox="1">
            <a:spLocks noChangeArrowheads="1"/>
          </p:cNvSpPr>
          <p:nvPr/>
        </p:nvSpPr>
        <p:spPr bwMode="auto">
          <a:xfrm>
            <a:off x="4951413" y="35798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74769" name="Text Box 20"/>
          <p:cNvSpPr txBox="1">
            <a:spLocks noChangeArrowheads="1"/>
          </p:cNvSpPr>
          <p:nvPr/>
        </p:nvSpPr>
        <p:spPr bwMode="auto">
          <a:xfrm>
            <a:off x="7408863" y="458788"/>
            <a:ext cx="1296987" cy="12938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E→E+E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endPar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770" name="Line 21"/>
          <p:cNvSpPr>
            <a:spLocks noChangeShapeType="1"/>
          </p:cNvSpPr>
          <p:nvPr/>
        </p:nvSpPr>
        <p:spPr bwMode="auto">
          <a:xfrm flipH="1">
            <a:off x="3402013" y="4224338"/>
            <a:ext cx="361950" cy="5413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71" name="Text Box 22"/>
          <p:cNvSpPr txBox="1">
            <a:spLocks noChangeArrowheads="1"/>
          </p:cNvSpPr>
          <p:nvPr/>
        </p:nvSpPr>
        <p:spPr bwMode="auto">
          <a:xfrm>
            <a:off x="6948488" y="37576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772" name="Text Box 23"/>
          <p:cNvSpPr txBox="1">
            <a:spLocks noChangeArrowheads="1"/>
          </p:cNvSpPr>
          <p:nvPr/>
        </p:nvSpPr>
        <p:spPr bwMode="auto">
          <a:xfrm>
            <a:off x="7418388" y="2574925"/>
            <a:ext cx="1296987" cy="1292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E→E*E</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E→E · *E</a:t>
            </a:r>
            <a:endPar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773" name="Line 24"/>
          <p:cNvSpPr>
            <a:spLocks noChangeShapeType="1"/>
          </p:cNvSpPr>
          <p:nvPr/>
        </p:nvSpPr>
        <p:spPr bwMode="auto">
          <a:xfrm>
            <a:off x="5026025" y="1362075"/>
            <a:ext cx="7397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74" name="Text Box 25"/>
          <p:cNvSpPr txBox="1">
            <a:spLocks noChangeArrowheads="1"/>
          </p:cNvSpPr>
          <p:nvPr/>
        </p:nvSpPr>
        <p:spPr bwMode="auto">
          <a:xfrm>
            <a:off x="5062538" y="1028700"/>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775" name="Text Box 26"/>
          <p:cNvSpPr txBox="1">
            <a:spLocks noChangeArrowheads="1"/>
          </p:cNvSpPr>
          <p:nvPr/>
        </p:nvSpPr>
        <p:spPr bwMode="auto">
          <a:xfrm>
            <a:off x="7405688" y="4370388"/>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9</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74776" name="Line 27"/>
          <p:cNvSpPr>
            <a:spLocks noChangeShapeType="1"/>
          </p:cNvSpPr>
          <p:nvPr/>
        </p:nvSpPr>
        <p:spPr bwMode="auto">
          <a:xfrm>
            <a:off x="6970713" y="3141663"/>
            <a:ext cx="47148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77" name="Text Box 28"/>
          <p:cNvSpPr txBox="1">
            <a:spLocks noChangeArrowheads="1"/>
          </p:cNvSpPr>
          <p:nvPr/>
        </p:nvSpPr>
        <p:spPr bwMode="auto">
          <a:xfrm>
            <a:off x="6980238" y="26130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74778" name="Line 29"/>
          <p:cNvSpPr>
            <a:spLocks noChangeShapeType="1"/>
          </p:cNvSpPr>
          <p:nvPr/>
        </p:nvSpPr>
        <p:spPr bwMode="auto">
          <a:xfrm>
            <a:off x="5043488" y="1814513"/>
            <a:ext cx="722312" cy="8270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79" name="Text Box 30"/>
          <p:cNvSpPr txBox="1">
            <a:spLocks noChangeArrowheads="1"/>
          </p:cNvSpPr>
          <p:nvPr/>
        </p:nvSpPr>
        <p:spPr bwMode="auto">
          <a:xfrm>
            <a:off x="4954588" y="149701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anose="02010609030101010101"/>
                <a:cs typeface="楷体_GB2312" panose="02010609030101010101"/>
              </a:rPr>
              <a:t>*</a:t>
            </a:r>
          </a:p>
        </p:txBody>
      </p:sp>
      <p:sp>
        <p:nvSpPr>
          <p:cNvPr id="74780" name="Text Box 32"/>
          <p:cNvSpPr txBox="1">
            <a:spLocks noChangeArrowheads="1"/>
          </p:cNvSpPr>
          <p:nvPr/>
        </p:nvSpPr>
        <p:spPr bwMode="auto">
          <a:xfrm>
            <a:off x="7010400" y="47021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781" name="Text Box 34"/>
          <p:cNvSpPr txBox="1">
            <a:spLocks noChangeArrowheads="1"/>
          </p:cNvSpPr>
          <p:nvPr/>
        </p:nvSpPr>
        <p:spPr bwMode="auto">
          <a:xfrm>
            <a:off x="6188075" y="561975"/>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82" name="Text Box 35"/>
          <p:cNvSpPr txBox="1">
            <a:spLocks noChangeArrowheads="1"/>
          </p:cNvSpPr>
          <p:nvPr/>
        </p:nvSpPr>
        <p:spPr bwMode="auto">
          <a:xfrm>
            <a:off x="3419475" y="15049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180255" name="Rectangle 37"/>
          <p:cNvSpPr>
            <a:spLocks noChangeArrowheads="1"/>
          </p:cNvSpPr>
          <p:nvPr/>
        </p:nvSpPr>
        <p:spPr bwMode="auto">
          <a:xfrm>
            <a:off x="527050" y="1516063"/>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marR="0" lvl="0" indent="-60960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zh-CN" altLang="en-US" sz="2000" b="1" i="0" u="none" strike="noStrike" kern="1200" cap="none" spc="0" normalizeH="0" baseline="0" noProof="1">
                <a:ln>
                  <a:noFill/>
                </a:ln>
                <a:solidFill>
                  <a:srgbClr val="000000"/>
                </a:solidFill>
                <a:effectLst/>
                <a:uLnTx/>
                <a:uFillTx/>
                <a:latin typeface="华文楷体" pitchFamily="2" charset="-122"/>
                <a:ea typeface="华文楷体" pitchFamily="2" charset="-122"/>
                <a:cs typeface="+mn-cs"/>
              </a:rPr>
              <a:t>文法</a:t>
            </a:r>
            <a:endParaRPr kumimoji="0" lang="zh-CN" altLang="zh-CN" sz="2000" b="1" i="0" u="none" strike="noStrike" kern="1200" cap="none" spc="0" normalizeH="0" baseline="0" noProof="1">
              <a:ln>
                <a:noFill/>
              </a:ln>
              <a:solidFill>
                <a:srgbClr val="000000"/>
              </a:solidFill>
              <a:effectLst/>
              <a:uLnTx/>
              <a:uFillTx/>
              <a:latin typeface="华文楷体" pitchFamily="2" charset="-122"/>
              <a:ea typeface="宋体" panose="02010600030101010101" pitchFamily="2" charset="-122"/>
              <a:cs typeface="Times New Roman" pitchFamily="18" charset="0"/>
            </a:endParaRPr>
          </a:p>
          <a:p>
            <a:pPr marL="609600" marR="0" lvl="0" indent="-60960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zh-CN" sz="2000" b="1" i="1" u="none" strike="noStrike" kern="1200" cap="none" spc="0" normalizeH="0" baseline="0" noProof="1">
                <a:ln>
                  <a:noFill/>
                </a:ln>
                <a:solidFill>
                  <a:srgbClr val="000000"/>
                </a:solidFill>
                <a:effectLst/>
                <a:uLnTx/>
                <a:uFillTx/>
                <a:latin typeface="Times New Roman" pitchFamily="18" charset="0"/>
                <a:ea typeface="Times New Roman" pitchFamily="18" charset="0"/>
                <a:cs typeface="华文楷体" pitchFamily="2" charset="-122"/>
              </a:rPr>
              <a:t>E→E+E</a:t>
            </a:r>
            <a:endParaRPr kumimoji="0" lang="en-US" altLang="zh-CN" sz="2000" b="1" i="1"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endParaRPr>
          </a:p>
          <a:p>
            <a:pPr marL="609600" marR="0" lvl="0" indent="-60960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zh-CN" sz="2000" b="1" i="1"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rPr>
              <a:t>E→E*E</a:t>
            </a:r>
          </a:p>
          <a:p>
            <a:pPr marL="609600" marR="0" lvl="0" indent="-60960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zh-CN" sz="2000" b="1" i="1"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rPr>
              <a:t>E→</a:t>
            </a:r>
            <a:r>
              <a:rPr kumimoji="0" lang="en-US" altLang="zh-CN" sz="2000" b="1" i="0"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rPr>
              <a:t>(</a:t>
            </a:r>
            <a:r>
              <a:rPr kumimoji="0" lang="en-US" altLang="zh-CN" sz="2000" b="1" i="1"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rPr>
              <a:t>E</a:t>
            </a:r>
            <a:r>
              <a:rPr kumimoji="0" lang="en-US" altLang="zh-CN" sz="2000" b="1" i="0"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rPr>
              <a:t>)</a:t>
            </a:r>
          </a:p>
          <a:p>
            <a:pPr marL="609600" marR="0" lvl="0" indent="-60960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zh-CN" sz="2000" b="1" i="1"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rPr>
              <a:t>E→</a:t>
            </a:r>
            <a:r>
              <a:rPr kumimoji="0" lang="en-US" altLang="zh-CN" sz="2000" b="1" i="0" u="none" strike="noStrike" kern="1200" cap="none" spc="0" normalizeH="0" baseline="0" noProof="1">
                <a:ln>
                  <a:noFill/>
                </a:ln>
                <a:solidFill>
                  <a:srgbClr val="000000"/>
                </a:solidFill>
                <a:effectLst/>
                <a:uLnTx/>
                <a:uFillTx/>
                <a:latin typeface="Times New Roman" pitchFamily="18" charset="0"/>
                <a:ea typeface="宋体" panose="02010600030101010101" pitchFamily="2" charset="-122"/>
                <a:cs typeface="Times New Roman" pitchFamily="18" charset="0"/>
              </a:rPr>
              <a:t>id</a:t>
            </a:r>
          </a:p>
        </p:txBody>
      </p:sp>
      <p:sp>
        <p:nvSpPr>
          <p:cNvPr id="74784" name="Line 38"/>
          <p:cNvSpPr>
            <a:spLocks noChangeShapeType="1"/>
          </p:cNvSpPr>
          <p:nvPr/>
        </p:nvSpPr>
        <p:spPr bwMode="auto">
          <a:xfrm rot="10800000">
            <a:off x="5078413" y="3438525"/>
            <a:ext cx="6873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85" name="Text Box 39"/>
          <p:cNvSpPr txBox="1">
            <a:spLocks noChangeArrowheads="1"/>
          </p:cNvSpPr>
          <p:nvPr/>
        </p:nvSpPr>
        <p:spPr bwMode="auto">
          <a:xfrm>
            <a:off x="5407025" y="353377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id</a:t>
            </a:r>
          </a:p>
        </p:txBody>
      </p:sp>
      <p:sp>
        <p:nvSpPr>
          <p:cNvPr id="74786" name="Text Box 47"/>
          <p:cNvSpPr txBox="1">
            <a:spLocks noChangeArrowheads="1"/>
          </p:cNvSpPr>
          <p:nvPr/>
        </p:nvSpPr>
        <p:spPr bwMode="auto">
          <a:xfrm>
            <a:off x="3324225" y="322897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787" name="Line 48"/>
          <p:cNvSpPr>
            <a:spLocks noChangeShapeType="1"/>
          </p:cNvSpPr>
          <p:nvPr/>
        </p:nvSpPr>
        <p:spPr bwMode="auto">
          <a:xfrm>
            <a:off x="6964363" y="1347788"/>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88" name="Text Box 49"/>
          <p:cNvSpPr txBox="1">
            <a:spLocks noChangeArrowheads="1"/>
          </p:cNvSpPr>
          <p:nvPr/>
        </p:nvSpPr>
        <p:spPr bwMode="auto">
          <a:xfrm>
            <a:off x="7019925" y="91440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74789" name="Line 50"/>
          <p:cNvSpPr>
            <a:spLocks noChangeShapeType="1"/>
          </p:cNvSpPr>
          <p:nvPr/>
        </p:nvSpPr>
        <p:spPr bwMode="auto">
          <a:xfrm flipH="1">
            <a:off x="5049838" y="1792288"/>
            <a:ext cx="668337" cy="10191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0" name="Text Box 51"/>
          <p:cNvSpPr txBox="1">
            <a:spLocks noChangeArrowheads="1"/>
          </p:cNvSpPr>
          <p:nvPr/>
        </p:nvSpPr>
        <p:spPr bwMode="auto">
          <a:xfrm>
            <a:off x="5407025" y="140652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791" name="Line 55"/>
          <p:cNvSpPr>
            <a:spLocks noChangeShapeType="1"/>
          </p:cNvSpPr>
          <p:nvPr/>
        </p:nvSpPr>
        <p:spPr bwMode="auto">
          <a:xfrm>
            <a:off x="1987550" y="4516438"/>
            <a:ext cx="352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2" name="Line 58"/>
          <p:cNvSpPr>
            <a:spLocks noChangeShapeType="1"/>
          </p:cNvSpPr>
          <p:nvPr/>
        </p:nvSpPr>
        <p:spPr bwMode="auto">
          <a:xfrm flipV="1">
            <a:off x="6243638" y="771525"/>
            <a:ext cx="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3" name="Line 59"/>
          <p:cNvSpPr>
            <a:spLocks noChangeShapeType="1"/>
          </p:cNvSpPr>
          <p:nvPr/>
        </p:nvSpPr>
        <p:spPr bwMode="auto">
          <a:xfrm flipH="1">
            <a:off x="1962150" y="758825"/>
            <a:ext cx="4281488"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4" name="Line 60"/>
          <p:cNvSpPr>
            <a:spLocks noChangeShapeType="1"/>
          </p:cNvSpPr>
          <p:nvPr/>
        </p:nvSpPr>
        <p:spPr bwMode="auto">
          <a:xfrm>
            <a:off x="1979613" y="771525"/>
            <a:ext cx="0" cy="37449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5" name="Text Box 61"/>
          <p:cNvSpPr txBox="1">
            <a:spLocks noChangeArrowheads="1"/>
          </p:cNvSpPr>
          <p:nvPr/>
        </p:nvSpPr>
        <p:spPr bwMode="auto">
          <a:xfrm>
            <a:off x="5507038" y="2963863"/>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796" name="Line 62"/>
          <p:cNvSpPr>
            <a:spLocks noChangeShapeType="1"/>
          </p:cNvSpPr>
          <p:nvPr/>
        </p:nvSpPr>
        <p:spPr bwMode="auto">
          <a:xfrm flipH="1">
            <a:off x="3414713" y="3903663"/>
            <a:ext cx="2351087" cy="11890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7" name="Line 63"/>
          <p:cNvSpPr>
            <a:spLocks noChangeShapeType="1"/>
          </p:cNvSpPr>
          <p:nvPr/>
        </p:nvSpPr>
        <p:spPr bwMode="auto">
          <a:xfrm flipV="1">
            <a:off x="7026275" y="4732338"/>
            <a:ext cx="3889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8" name="Line 64"/>
          <p:cNvSpPr>
            <a:spLocks noChangeShapeType="1"/>
          </p:cNvSpPr>
          <p:nvPr/>
        </p:nvSpPr>
        <p:spPr bwMode="auto">
          <a:xfrm flipH="1" flipV="1">
            <a:off x="8816975" y="1881188"/>
            <a:ext cx="3175" cy="23860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799" name="Line 66"/>
          <p:cNvSpPr>
            <a:spLocks noChangeShapeType="1"/>
          </p:cNvSpPr>
          <p:nvPr/>
        </p:nvSpPr>
        <p:spPr bwMode="auto">
          <a:xfrm flipH="1">
            <a:off x="7027863" y="4300538"/>
            <a:ext cx="1789112" cy="142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00" name="Text Box 69"/>
          <p:cNvSpPr txBox="1">
            <a:spLocks noChangeArrowheads="1"/>
          </p:cNvSpPr>
          <p:nvPr/>
        </p:nvSpPr>
        <p:spPr bwMode="auto">
          <a:xfrm>
            <a:off x="6965950" y="419258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801" name="Line 38"/>
          <p:cNvSpPr>
            <a:spLocks noChangeShapeType="1"/>
          </p:cNvSpPr>
          <p:nvPr/>
        </p:nvSpPr>
        <p:spPr bwMode="auto">
          <a:xfrm rot="10800000" flipV="1">
            <a:off x="6964363" y="1893888"/>
            <a:ext cx="18526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02" name="Rectangle 2"/>
          <p:cNvSpPr>
            <a:spLocks noGrp="1" noChangeArrowheads="1"/>
          </p:cNvSpPr>
          <p:nvPr>
            <p:ph type="title"/>
          </p:nvPr>
        </p:nvSpPr>
        <p:spPr>
          <a:xfrm>
            <a:off x="755650" y="268288"/>
            <a:ext cx="7931150" cy="358775"/>
          </a:xfrm>
        </p:spPr>
        <p:txBody>
          <a:bodyPr/>
          <a:lstStyle/>
          <a:p>
            <a:pPr eaLnBrk="1" hangingPunct="1"/>
            <a:r>
              <a:rPr lang="zh-CN" altLang="en-US" sz="2800" dirty="0">
                <a:solidFill>
                  <a:schemeClr val="tx1"/>
                </a:solidFill>
                <a:latin typeface="微软雅黑" panose="020B0503020204020204" pitchFamily="34" charset="-122"/>
                <a:ea typeface="微软雅黑" panose="020B0503020204020204" pitchFamily="34" charset="-122"/>
              </a:rPr>
              <a:t>例：算数表达式文法的</a:t>
            </a:r>
            <a:r>
              <a:rPr lang="en-US" altLang="zh-CN" sz="2800" i="1" dirty="0">
                <a:solidFill>
                  <a:schemeClr val="tx1"/>
                </a:solidFill>
                <a:ea typeface="黑体" panose="02010609060101010101" pitchFamily="49" charset="-122"/>
                <a:cs typeface="Times New Roman" panose="02020603050405020304" pitchFamily="18" charset="0"/>
              </a:rPr>
              <a:t>LR</a:t>
            </a:r>
            <a:r>
              <a:rPr lang="en-US" altLang="zh-CN" sz="2800" dirty="0">
                <a:solidFill>
                  <a:schemeClr val="tx1"/>
                </a:solidFill>
                <a:ea typeface="黑体" panose="02010609060101010101" pitchFamily="49" charset="-122"/>
                <a:cs typeface="Times New Roman" panose="02020603050405020304" pitchFamily="18" charset="0"/>
              </a:rPr>
              <a:t>(0)</a:t>
            </a:r>
            <a:r>
              <a:rPr lang="zh-CN" altLang="en-US" sz="2800" dirty="0">
                <a:solidFill>
                  <a:schemeClr val="tx1"/>
                </a:solidFill>
                <a:latin typeface="微软雅黑" panose="020B0503020204020204" pitchFamily="34" charset="-122"/>
                <a:ea typeface="微软雅黑" panose="020B0503020204020204" pitchFamily="34" charset="-122"/>
              </a:rPr>
              <a:t>分析器</a:t>
            </a:r>
          </a:p>
        </p:txBody>
      </p:sp>
      <p:sp>
        <p:nvSpPr>
          <p:cNvPr id="74803" name="Freeform 53"/>
          <p:cNvSpPr>
            <a:spLocks noChangeArrowheads="1"/>
          </p:cNvSpPr>
          <p:nvPr/>
        </p:nvSpPr>
        <p:spPr bwMode="auto">
          <a:xfrm flipH="1">
            <a:off x="3579813" y="3254375"/>
            <a:ext cx="180975" cy="449263"/>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 name="任意多边形 2"/>
          <p:cNvSpPr/>
          <p:nvPr/>
        </p:nvSpPr>
        <p:spPr>
          <a:xfrm>
            <a:off x="6999288" y="3732213"/>
            <a:ext cx="309562"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ndara"/>
              <a:ea typeface="华文楷体" panose="02010600040101010101" pitchFamily="2" charset="-122"/>
              <a:cs typeface="+mn-cs"/>
            </a:endParaRPr>
          </a:p>
        </p:txBody>
      </p:sp>
      <p:grpSp>
        <p:nvGrpSpPr>
          <p:cNvPr id="2" name="组合 5"/>
          <p:cNvGrpSpPr>
            <a:grpSpLocks/>
          </p:cNvGrpSpPr>
          <p:nvPr/>
        </p:nvGrpSpPr>
        <p:grpSpPr bwMode="auto">
          <a:xfrm>
            <a:off x="2636838" y="687388"/>
            <a:ext cx="1395412" cy="893762"/>
            <a:chOff x="2636838" y="686998"/>
            <a:chExt cx="1395573" cy="893713"/>
          </a:xfrm>
        </p:grpSpPr>
        <p:sp>
          <p:nvSpPr>
            <p:cNvPr id="74854"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55" name="Text Box 25"/>
            <p:cNvSpPr txBox="1">
              <a:spLocks noChangeArrowheads="1"/>
            </p:cNvSpPr>
            <p:nvPr/>
          </p:nvSpPr>
          <p:spPr bwMode="auto">
            <a:xfrm>
              <a:off x="2790843" y="1118774"/>
              <a:ext cx="1038345" cy="4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anose="02010609030101010101"/>
                  <a:cs typeface="Times New Roman" panose="02020603050405020304" pitchFamily="18" charset="0"/>
                </a:rPr>
                <a:t>+,*,</a:t>
              </a:r>
              <a:r>
                <a:rPr kumimoji="1" lang="en-US" altLang="zh-CN" sz="2400" b="1" i="0" u="none" strike="noStrike" kern="1200" cap="none" spc="0" normalizeH="0" baseline="0" noProof="0">
                  <a:ln>
                    <a:noFill/>
                  </a:ln>
                  <a:solidFill>
                    <a:srgbClr val="FF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74856" name="Text Box 25"/>
            <p:cNvSpPr txBox="1">
              <a:spLocks noChangeArrowheads="1"/>
            </p:cNvSpPr>
            <p:nvPr/>
          </p:nvSpPr>
          <p:spPr bwMode="auto">
            <a:xfrm>
              <a:off x="2994138" y="68699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e1</a:t>
              </a:r>
            </a:p>
          </p:txBody>
        </p:sp>
      </p:grpSp>
      <p:grpSp>
        <p:nvGrpSpPr>
          <p:cNvPr id="4" name="组合 7"/>
          <p:cNvGrpSpPr>
            <a:grpSpLocks/>
          </p:cNvGrpSpPr>
          <p:nvPr/>
        </p:nvGrpSpPr>
        <p:grpSpPr bwMode="auto">
          <a:xfrm>
            <a:off x="1936750" y="769938"/>
            <a:ext cx="1444625" cy="763587"/>
            <a:chOff x="921628" y="845614"/>
            <a:chExt cx="1443819" cy="763271"/>
          </a:xfrm>
        </p:grpSpPr>
        <p:sp>
          <p:nvSpPr>
            <p:cNvPr id="74851" name="Line 24"/>
            <p:cNvSpPr>
              <a:spLocks noChangeShapeType="1"/>
            </p:cNvSpPr>
            <p:nvPr/>
          </p:nvSpPr>
          <p:spPr bwMode="auto">
            <a:xfrm flipH="1" flipV="1">
              <a:off x="1033487" y="1217268"/>
              <a:ext cx="476337" cy="391617"/>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52" name="Text Box 25"/>
            <p:cNvSpPr txBox="1">
              <a:spLocks noChangeArrowheads="1"/>
            </p:cNvSpPr>
            <p:nvPr/>
          </p:nvSpPr>
          <p:spPr bwMode="auto">
            <a:xfrm>
              <a:off x="1327801" y="1091574"/>
              <a:ext cx="1037646"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853" name="矩形 6"/>
            <p:cNvSpPr>
              <a:spLocks noChangeArrowheads="1"/>
            </p:cNvSpPr>
            <p:nvPr/>
          </p:nvSpPr>
          <p:spPr bwMode="auto">
            <a:xfrm>
              <a:off x="921628" y="845614"/>
              <a:ext cx="474398" cy="461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e2</a:t>
              </a:r>
            </a:p>
          </p:txBody>
        </p:sp>
      </p:grpSp>
      <p:grpSp>
        <p:nvGrpSpPr>
          <p:cNvPr id="5" name="组合 100"/>
          <p:cNvGrpSpPr>
            <a:grpSpLocks/>
          </p:cNvGrpSpPr>
          <p:nvPr/>
        </p:nvGrpSpPr>
        <p:grpSpPr bwMode="auto">
          <a:xfrm>
            <a:off x="4329113" y="1782763"/>
            <a:ext cx="1473200" cy="803275"/>
            <a:chOff x="2636838" y="777888"/>
            <a:chExt cx="1471217" cy="802823"/>
          </a:xfrm>
        </p:grpSpPr>
        <p:sp>
          <p:nvSpPr>
            <p:cNvPr id="74848"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49" name="Text Box 25"/>
            <p:cNvSpPr txBox="1">
              <a:spLocks noChangeArrowheads="1"/>
            </p:cNvSpPr>
            <p:nvPr/>
          </p:nvSpPr>
          <p:spPr bwMode="auto">
            <a:xfrm>
              <a:off x="2790668" y="1118774"/>
              <a:ext cx="1038751" cy="4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anose="02010609030101010101"/>
                  <a:cs typeface="Times New Roman" panose="02020603050405020304" pitchFamily="18" charset="0"/>
                </a:rPr>
                <a:t>+,*,</a:t>
              </a:r>
              <a:r>
                <a:rPr kumimoji="1" lang="en-US" altLang="zh-CN" sz="2400" b="1" i="0" u="none" strike="noStrike" kern="1200" cap="none" spc="0" normalizeH="0" baseline="0" noProof="0">
                  <a:ln>
                    <a:noFill/>
                  </a:ln>
                  <a:solidFill>
                    <a:srgbClr val="FF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74850" name="Text Box 25"/>
            <p:cNvSpPr txBox="1">
              <a:spLocks noChangeArrowheads="1"/>
            </p:cNvSpPr>
            <p:nvPr/>
          </p:nvSpPr>
          <p:spPr bwMode="auto">
            <a:xfrm>
              <a:off x="3069782" y="77788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e1</a:t>
              </a:r>
            </a:p>
          </p:txBody>
        </p:sp>
      </p:grpSp>
      <p:grpSp>
        <p:nvGrpSpPr>
          <p:cNvPr id="6" name="组合 104"/>
          <p:cNvGrpSpPr>
            <a:grpSpLocks/>
          </p:cNvGrpSpPr>
          <p:nvPr/>
        </p:nvGrpSpPr>
        <p:grpSpPr bwMode="auto">
          <a:xfrm>
            <a:off x="6470650" y="165100"/>
            <a:ext cx="1395413" cy="893763"/>
            <a:chOff x="2636838" y="686998"/>
            <a:chExt cx="1395573" cy="893713"/>
          </a:xfrm>
        </p:grpSpPr>
        <p:sp>
          <p:nvSpPr>
            <p:cNvPr id="74845"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46" name="Text Box 25"/>
            <p:cNvSpPr txBox="1">
              <a:spLocks noChangeArrowheads="1"/>
            </p:cNvSpPr>
            <p:nvPr/>
          </p:nvSpPr>
          <p:spPr bwMode="auto">
            <a:xfrm>
              <a:off x="2790844" y="1118774"/>
              <a:ext cx="1038344" cy="4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anose="02010609030101010101"/>
                  <a:cs typeface="Times New Roman" panose="02020603050405020304" pitchFamily="18" charset="0"/>
                </a:rPr>
                <a:t>+,*,</a:t>
              </a:r>
              <a:r>
                <a:rPr kumimoji="1" lang="en-US" altLang="zh-CN" sz="2400" b="1" i="0" u="none" strike="noStrike" kern="1200" cap="none" spc="0" normalizeH="0" baseline="0" noProof="0">
                  <a:ln>
                    <a:noFill/>
                  </a:ln>
                  <a:solidFill>
                    <a:srgbClr val="FF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74847" name="Text Box 25"/>
            <p:cNvSpPr txBox="1">
              <a:spLocks noChangeArrowheads="1"/>
            </p:cNvSpPr>
            <p:nvPr/>
          </p:nvSpPr>
          <p:spPr bwMode="auto">
            <a:xfrm>
              <a:off x="2994138" y="68699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e1</a:t>
              </a:r>
            </a:p>
          </p:txBody>
        </p:sp>
      </p:grpSp>
      <p:grpSp>
        <p:nvGrpSpPr>
          <p:cNvPr id="7" name="组合 108"/>
          <p:cNvGrpSpPr>
            <a:grpSpLocks/>
          </p:cNvGrpSpPr>
          <p:nvPr/>
        </p:nvGrpSpPr>
        <p:grpSpPr bwMode="auto">
          <a:xfrm>
            <a:off x="7019925" y="1808163"/>
            <a:ext cx="1335088" cy="917575"/>
            <a:chOff x="2636838" y="605586"/>
            <a:chExt cx="1335210" cy="917620"/>
          </a:xfrm>
        </p:grpSpPr>
        <p:sp>
          <p:nvSpPr>
            <p:cNvPr id="74842" name="Line 24"/>
            <p:cNvSpPr>
              <a:spLocks noChangeShapeType="1"/>
            </p:cNvSpPr>
            <p:nvPr/>
          </p:nvSpPr>
          <p:spPr bwMode="auto">
            <a:xfrm flipV="1">
              <a:off x="2636838" y="776956"/>
              <a:ext cx="373104" cy="74625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43" name="Text Box 25"/>
            <p:cNvSpPr txBox="1">
              <a:spLocks noChangeArrowheads="1"/>
            </p:cNvSpPr>
            <p:nvPr/>
          </p:nvSpPr>
          <p:spPr bwMode="auto">
            <a:xfrm>
              <a:off x="2751148" y="978666"/>
              <a:ext cx="1038320" cy="461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anose="02010609030101010101"/>
                  <a:cs typeface="Times New Roman" panose="02020603050405020304" pitchFamily="18" charset="0"/>
                </a:rPr>
                <a:t>+,*,</a:t>
              </a:r>
              <a:r>
                <a:rPr kumimoji="1" lang="en-US" altLang="zh-CN" sz="2400" b="1" i="0" u="none" strike="noStrike" kern="1200" cap="none" spc="0" normalizeH="0" baseline="0" noProof="0">
                  <a:ln>
                    <a:noFill/>
                  </a:ln>
                  <a:solidFill>
                    <a:srgbClr val="FF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74844" name="Text Box 25"/>
            <p:cNvSpPr txBox="1">
              <a:spLocks noChangeArrowheads="1"/>
            </p:cNvSpPr>
            <p:nvPr/>
          </p:nvSpPr>
          <p:spPr bwMode="auto">
            <a:xfrm>
              <a:off x="2933775" y="605586"/>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e1</a:t>
              </a:r>
            </a:p>
          </p:txBody>
        </p:sp>
      </p:grpSp>
      <p:grpSp>
        <p:nvGrpSpPr>
          <p:cNvPr id="8" name="组合 112"/>
          <p:cNvGrpSpPr>
            <a:grpSpLocks/>
          </p:cNvGrpSpPr>
          <p:nvPr/>
        </p:nvGrpSpPr>
        <p:grpSpPr bwMode="auto">
          <a:xfrm>
            <a:off x="3354388" y="1938338"/>
            <a:ext cx="1570037" cy="574675"/>
            <a:chOff x="796467" y="1033871"/>
            <a:chExt cx="1568980" cy="575013"/>
          </a:xfrm>
        </p:grpSpPr>
        <p:sp>
          <p:nvSpPr>
            <p:cNvPr id="74839" name="Line 24"/>
            <p:cNvSpPr>
              <a:spLocks noChangeShapeType="1"/>
            </p:cNvSpPr>
            <p:nvPr/>
          </p:nvSpPr>
          <p:spPr bwMode="auto">
            <a:xfrm flipH="1" flipV="1">
              <a:off x="1048178" y="1452005"/>
              <a:ext cx="461645" cy="156879"/>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40" name="Text Box 25"/>
            <p:cNvSpPr txBox="1">
              <a:spLocks noChangeArrowheads="1"/>
            </p:cNvSpPr>
            <p:nvPr/>
          </p:nvSpPr>
          <p:spPr bwMode="auto">
            <a:xfrm>
              <a:off x="1327921" y="1092643"/>
              <a:ext cx="1037526" cy="46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841" name="矩形 115"/>
            <p:cNvSpPr>
              <a:spLocks noChangeArrowheads="1"/>
            </p:cNvSpPr>
            <p:nvPr/>
          </p:nvSpPr>
          <p:spPr bwMode="auto">
            <a:xfrm>
              <a:off x="796467" y="1033871"/>
              <a:ext cx="474342" cy="462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e2</a:t>
              </a:r>
            </a:p>
          </p:txBody>
        </p:sp>
      </p:grpSp>
      <p:grpSp>
        <p:nvGrpSpPr>
          <p:cNvPr id="9" name="组合 116"/>
          <p:cNvGrpSpPr>
            <a:grpSpLocks/>
          </p:cNvGrpSpPr>
          <p:nvPr/>
        </p:nvGrpSpPr>
        <p:grpSpPr bwMode="auto">
          <a:xfrm>
            <a:off x="5862638" y="122238"/>
            <a:ext cx="1038225" cy="966787"/>
            <a:chOff x="1327174" y="733968"/>
            <a:chExt cx="1038273" cy="967032"/>
          </a:xfrm>
        </p:grpSpPr>
        <p:sp>
          <p:nvSpPr>
            <p:cNvPr id="74836" name="Line 24"/>
            <p:cNvSpPr>
              <a:spLocks noChangeShapeType="1"/>
            </p:cNvSpPr>
            <p:nvPr/>
          </p:nvSpPr>
          <p:spPr bwMode="auto">
            <a:xfrm flipV="1">
              <a:off x="1509744" y="1083307"/>
              <a:ext cx="222260" cy="525595"/>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37" name="Text Box 25"/>
            <p:cNvSpPr txBox="1">
              <a:spLocks noChangeArrowheads="1"/>
            </p:cNvSpPr>
            <p:nvPr/>
          </p:nvSpPr>
          <p:spPr bwMode="auto">
            <a:xfrm>
              <a:off x="1327174" y="1238921"/>
              <a:ext cx="1038273" cy="462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838" name="矩形 119"/>
            <p:cNvSpPr>
              <a:spLocks noChangeArrowheads="1"/>
            </p:cNvSpPr>
            <p:nvPr/>
          </p:nvSpPr>
          <p:spPr bwMode="auto">
            <a:xfrm>
              <a:off x="1587536" y="733968"/>
              <a:ext cx="474684" cy="462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e2</a:t>
              </a:r>
            </a:p>
          </p:txBody>
        </p:sp>
      </p:grpSp>
      <p:grpSp>
        <p:nvGrpSpPr>
          <p:cNvPr id="10" name="组合 120"/>
          <p:cNvGrpSpPr>
            <a:grpSpLocks/>
          </p:cNvGrpSpPr>
          <p:nvPr/>
        </p:nvGrpSpPr>
        <p:grpSpPr bwMode="auto">
          <a:xfrm>
            <a:off x="5048250" y="2428875"/>
            <a:ext cx="1493838" cy="703263"/>
            <a:chOff x="796939" y="1339563"/>
            <a:chExt cx="1494942" cy="702702"/>
          </a:xfrm>
        </p:grpSpPr>
        <p:sp>
          <p:nvSpPr>
            <p:cNvPr id="74833" name="Line 24"/>
            <p:cNvSpPr>
              <a:spLocks noChangeShapeType="1"/>
            </p:cNvSpPr>
            <p:nvPr/>
          </p:nvSpPr>
          <p:spPr bwMode="auto">
            <a:xfrm flipH="1" flipV="1">
              <a:off x="1183422" y="1838031"/>
              <a:ext cx="331785" cy="3943"/>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34" name="Text Box 25"/>
            <p:cNvSpPr txBox="1">
              <a:spLocks noChangeArrowheads="1"/>
            </p:cNvSpPr>
            <p:nvPr/>
          </p:nvSpPr>
          <p:spPr bwMode="auto">
            <a:xfrm>
              <a:off x="1252889" y="1339563"/>
              <a:ext cx="1038992" cy="46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835" name="矩形 123"/>
            <p:cNvSpPr>
              <a:spLocks noChangeArrowheads="1"/>
            </p:cNvSpPr>
            <p:nvPr/>
          </p:nvSpPr>
          <p:spPr bwMode="auto">
            <a:xfrm>
              <a:off x="796939" y="1580671"/>
              <a:ext cx="475014" cy="46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e2</a:t>
              </a:r>
            </a:p>
          </p:txBody>
        </p:sp>
      </p:grpSp>
      <p:grpSp>
        <p:nvGrpSpPr>
          <p:cNvPr id="12" name="组合 9"/>
          <p:cNvGrpSpPr>
            <a:grpSpLocks/>
          </p:cNvGrpSpPr>
          <p:nvPr/>
        </p:nvGrpSpPr>
        <p:grpSpPr bwMode="auto">
          <a:xfrm>
            <a:off x="4579938" y="641350"/>
            <a:ext cx="1211262" cy="484188"/>
            <a:chOff x="4016769" y="637446"/>
            <a:chExt cx="1211645" cy="483964"/>
          </a:xfrm>
        </p:grpSpPr>
        <p:sp>
          <p:nvSpPr>
            <p:cNvPr id="105554" name="Line 24"/>
            <p:cNvSpPr>
              <a:spLocks noChangeShapeType="1"/>
            </p:cNvSpPr>
            <p:nvPr/>
          </p:nvSpPr>
          <p:spPr bwMode="auto">
            <a:xfrm flipV="1">
              <a:off x="4328017" y="907196"/>
              <a:ext cx="481164" cy="195173"/>
            </a:xfrm>
            <a:prstGeom prst="line">
              <a:avLst/>
            </a:prstGeom>
            <a:noFill/>
            <a:ln w="38100">
              <a:solidFill>
                <a:schemeClr val="tx2">
                  <a:lumMod val="60000"/>
                  <a:lumOff val="40000"/>
                </a:schemeClr>
              </a:solidFill>
              <a:round/>
              <a:headEnd type="none" w="sm" len="sm"/>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31" name="Text Box 25"/>
            <p:cNvSpPr txBox="1">
              <a:spLocks noChangeArrowheads="1"/>
            </p:cNvSpPr>
            <p:nvPr/>
          </p:nvSpPr>
          <p:spPr bwMode="auto">
            <a:xfrm>
              <a:off x="4016769" y="659661"/>
              <a:ext cx="687604" cy="461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2D83F4"/>
                  </a:solidFill>
                  <a:effectLst/>
                  <a:uLnTx/>
                  <a:uFillTx/>
                  <a:latin typeface="Times New Roman" panose="02020603050405020304" pitchFamily="18" charset="0"/>
                  <a:ea typeface="楷体_GB2312" panose="02010609030101010101"/>
                  <a:cs typeface="Times New Roman" panose="02020603050405020304" pitchFamily="18" charset="0"/>
                </a:rPr>
                <a:t>(,id</a:t>
              </a:r>
            </a:p>
          </p:txBody>
        </p:sp>
        <p:sp>
          <p:nvSpPr>
            <p:cNvPr id="74832" name="矩形 8"/>
            <p:cNvSpPr>
              <a:spLocks noChangeArrowheads="1"/>
            </p:cNvSpPr>
            <p:nvPr/>
          </p:nvSpPr>
          <p:spPr bwMode="auto">
            <a:xfrm>
              <a:off x="4745661" y="637446"/>
              <a:ext cx="482753" cy="46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2D83F4"/>
                  </a:solidFill>
                  <a:effectLst/>
                  <a:uLnTx/>
                  <a:uFillTx/>
                  <a:latin typeface="Times New Roman" panose="02020603050405020304" pitchFamily="18" charset="0"/>
                  <a:ea typeface="楷体_GB2312" panose="02010609030101010101"/>
                  <a:cs typeface="Times New Roman" panose="02020603050405020304" pitchFamily="18" charset="0"/>
                </a:rPr>
                <a:t>e3</a:t>
              </a:r>
            </a:p>
          </p:txBody>
        </p:sp>
      </p:grpSp>
      <p:grpSp>
        <p:nvGrpSpPr>
          <p:cNvPr id="13" name="组合 126"/>
          <p:cNvGrpSpPr>
            <a:grpSpLocks/>
          </p:cNvGrpSpPr>
          <p:nvPr/>
        </p:nvGrpSpPr>
        <p:grpSpPr bwMode="auto">
          <a:xfrm>
            <a:off x="7013575" y="3770313"/>
            <a:ext cx="1616075" cy="560387"/>
            <a:chOff x="2138787" y="1892638"/>
            <a:chExt cx="1615751" cy="560332"/>
          </a:xfrm>
        </p:grpSpPr>
        <p:sp>
          <p:nvSpPr>
            <p:cNvPr id="105551" name="Line 24"/>
            <p:cNvSpPr>
              <a:spLocks noChangeShapeType="1"/>
            </p:cNvSpPr>
            <p:nvPr/>
          </p:nvSpPr>
          <p:spPr bwMode="auto">
            <a:xfrm flipV="1">
              <a:off x="2138787" y="2259314"/>
              <a:ext cx="1207846" cy="125401"/>
            </a:xfrm>
            <a:prstGeom prst="line">
              <a:avLst/>
            </a:prstGeom>
            <a:noFill/>
            <a:ln w="38100">
              <a:solidFill>
                <a:schemeClr val="tx2">
                  <a:lumMod val="60000"/>
                  <a:lumOff val="40000"/>
                </a:schemeClr>
              </a:solidFill>
              <a:round/>
              <a:headEnd type="none" w="sm" len="sm"/>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28" name="Text Box 25"/>
            <p:cNvSpPr txBox="1">
              <a:spLocks noChangeArrowheads="1"/>
            </p:cNvSpPr>
            <p:nvPr/>
          </p:nvSpPr>
          <p:spPr bwMode="auto">
            <a:xfrm>
              <a:off x="2527647" y="1892638"/>
              <a:ext cx="1038017" cy="46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2D83F4"/>
                  </a:solidFill>
                  <a:effectLst/>
                  <a:uLnTx/>
                  <a:uFillTx/>
                  <a:latin typeface="Times New Roman" panose="02020603050405020304" pitchFamily="18" charset="0"/>
                  <a:ea typeface="楷体_GB2312" panose="02010609030101010101"/>
                  <a:cs typeface="Times New Roman" panose="02020603050405020304" pitchFamily="18" charset="0"/>
                </a:rPr>
                <a:t>(,id</a:t>
              </a:r>
            </a:p>
          </p:txBody>
        </p:sp>
        <p:sp>
          <p:nvSpPr>
            <p:cNvPr id="74829" name="矩形 129"/>
            <p:cNvSpPr>
              <a:spLocks noChangeArrowheads="1"/>
            </p:cNvSpPr>
            <p:nvPr/>
          </p:nvSpPr>
          <p:spPr bwMode="auto">
            <a:xfrm>
              <a:off x="3279971" y="1991053"/>
              <a:ext cx="474567" cy="46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2D83F4"/>
                  </a:solidFill>
                  <a:effectLst/>
                  <a:uLnTx/>
                  <a:uFillTx/>
                  <a:latin typeface="Times New Roman" panose="02020603050405020304" pitchFamily="18" charset="0"/>
                  <a:ea typeface="楷体_GB2312" panose="02010609030101010101"/>
                  <a:cs typeface="Times New Roman" panose="02020603050405020304" pitchFamily="18" charset="0"/>
                </a:rPr>
                <a:t>e3</a:t>
              </a:r>
            </a:p>
          </p:txBody>
        </p:sp>
      </p:grpSp>
      <p:grpSp>
        <p:nvGrpSpPr>
          <p:cNvPr id="14" name="组合 130"/>
          <p:cNvGrpSpPr>
            <a:grpSpLocks/>
          </p:cNvGrpSpPr>
          <p:nvPr/>
        </p:nvGrpSpPr>
        <p:grpSpPr bwMode="auto">
          <a:xfrm>
            <a:off x="3357563" y="436563"/>
            <a:ext cx="1514475" cy="682625"/>
            <a:chOff x="850009" y="925955"/>
            <a:chExt cx="1515438" cy="682929"/>
          </a:xfrm>
        </p:grpSpPr>
        <p:sp>
          <p:nvSpPr>
            <p:cNvPr id="74824" name="Line 24"/>
            <p:cNvSpPr>
              <a:spLocks noChangeShapeType="1"/>
            </p:cNvSpPr>
            <p:nvPr/>
          </p:nvSpPr>
          <p:spPr bwMode="auto">
            <a:xfrm flipH="1" flipV="1">
              <a:off x="1099688" y="1357797"/>
              <a:ext cx="410134" cy="251087"/>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25" name="Text Box 25"/>
            <p:cNvSpPr txBox="1">
              <a:spLocks noChangeArrowheads="1"/>
            </p:cNvSpPr>
            <p:nvPr/>
          </p:nvSpPr>
          <p:spPr bwMode="auto">
            <a:xfrm>
              <a:off x="1326562" y="1092716"/>
              <a:ext cx="1038885" cy="46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826" name="矩形 133"/>
            <p:cNvSpPr>
              <a:spLocks noChangeArrowheads="1"/>
            </p:cNvSpPr>
            <p:nvPr/>
          </p:nvSpPr>
          <p:spPr bwMode="auto">
            <a:xfrm>
              <a:off x="850009" y="925955"/>
              <a:ext cx="474964" cy="46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FFC000"/>
                  </a:solidFill>
                  <a:effectLst/>
                  <a:uLnTx/>
                  <a:uFillTx/>
                  <a:latin typeface="Times New Roman" panose="02020603050405020304" pitchFamily="18" charset="0"/>
                  <a:ea typeface="宋体" panose="02010600030101010101" pitchFamily="2" charset="-122"/>
                  <a:cs typeface="Times New Roman" panose="02020603050405020304" pitchFamily="18" charset="0"/>
                </a:rPr>
                <a:t>e2</a:t>
              </a:r>
            </a:p>
          </p:txBody>
        </p:sp>
      </p:grpSp>
      <p:grpSp>
        <p:nvGrpSpPr>
          <p:cNvPr id="15" name="组合 11"/>
          <p:cNvGrpSpPr>
            <a:grpSpLocks/>
          </p:cNvGrpSpPr>
          <p:nvPr/>
        </p:nvGrpSpPr>
        <p:grpSpPr bwMode="auto">
          <a:xfrm>
            <a:off x="4833938" y="4702175"/>
            <a:ext cx="1670050" cy="498475"/>
            <a:chOff x="4834695" y="4702176"/>
            <a:chExt cx="1669043" cy="497804"/>
          </a:xfrm>
        </p:grpSpPr>
        <p:sp>
          <p:nvSpPr>
            <p:cNvPr id="95" name="Line 24"/>
            <p:cNvSpPr>
              <a:spLocks noChangeShapeType="1"/>
            </p:cNvSpPr>
            <p:nvPr/>
          </p:nvSpPr>
          <p:spPr bwMode="auto">
            <a:xfrm flipH="1">
              <a:off x="5223397" y="4702176"/>
              <a:ext cx="464858" cy="266341"/>
            </a:xfrm>
            <a:prstGeom prst="line">
              <a:avLst/>
            </a:prstGeom>
            <a:noFill/>
            <a:ln w="38100">
              <a:solidFill>
                <a:schemeClr val="tx2">
                  <a:lumMod val="60000"/>
                  <a:lumOff val="40000"/>
                </a:schemeClr>
              </a:solidFill>
              <a:round/>
              <a:headEnd type="none" w="sm" len="sm"/>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22" name="Text Box 25"/>
            <p:cNvSpPr txBox="1">
              <a:spLocks noChangeArrowheads="1"/>
            </p:cNvSpPr>
            <p:nvPr/>
          </p:nvSpPr>
          <p:spPr bwMode="auto">
            <a:xfrm>
              <a:off x="5466139" y="4738640"/>
              <a:ext cx="1037599" cy="46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2D83F4"/>
                  </a:solidFill>
                  <a:effectLst/>
                  <a:uLnTx/>
                  <a:uFillTx/>
                  <a:latin typeface="华文楷体" panose="02010600040101010101" pitchFamily="2" charset="-122"/>
                  <a:ea typeface="宋体" panose="02010600030101010101" pitchFamily="2" charset="-122"/>
                  <a:cs typeface="Times New Roman" panose="02020603050405020304" pitchFamily="18" charset="0"/>
                </a:rPr>
                <a:t>$</a:t>
              </a:r>
            </a:p>
          </p:txBody>
        </p:sp>
        <p:sp>
          <p:nvSpPr>
            <p:cNvPr id="74823" name="矩形 10"/>
            <p:cNvSpPr>
              <a:spLocks noChangeArrowheads="1"/>
            </p:cNvSpPr>
            <p:nvPr/>
          </p:nvSpPr>
          <p:spPr bwMode="auto">
            <a:xfrm>
              <a:off x="4834695" y="4724371"/>
              <a:ext cx="474376" cy="461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2D83F4"/>
                  </a:solidFill>
                  <a:effectLst/>
                  <a:uLnTx/>
                  <a:uFillTx/>
                  <a:latin typeface="Times New Roman" panose="02020603050405020304" pitchFamily="18" charset="0"/>
                  <a:ea typeface="楷体_GB2312" panose="02010609030101010101"/>
                  <a:cs typeface="Times New Roman" panose="02020603050405020304" pitchFamily="18" charset="0"/>
                </a:rPr>
                <a:t>e4</a:t>
              </a:r>
            </a:p>
          </p:txBody>
        </p:sp>
      </p:grpSp>
      <p:grpSp>
        <p:nvGrpSpPr>
          <p:cNvPr id="74817" name="组合 105"/>
          <p:cNvGrpSpPr>
            <a:grpSpLocks/>
          </p:cNvGrpSpPr>
          <p:nvPr/>
        </p:nvGrpSpPr>
        <p:grpSpPr bwMode="auto">
          <a:xfrm>
            <a:off x="7026275" y="1463675"/>
            <a:ext cx="582613" cy="1082675"/>
            <a:chOff x="7026274" y="1463673"/>
            <a:chExt cx="582613" cy="1082678"/>
          </a:xfrm>
        </p:grpSpPr>
        <p:sp>
          <p:nvSpPr>
            <p:cNvPr id="74819" name="Line 50"/>
            <p:cNvSpPr>
              <a:spLocks noChangeShapeType="1"/>
            </p:cNvSpPr>
            <p:nvPr/>
          </p:nvSpPr>
          <p:spPr bwMode="auto">
            <a:xfrm flipH="1">
              <a:off x="7026274" y="1663701"/>
              <a:ext cx="366713" cy="8826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4820" name="Text Box 30"/>
            <p:cNvSpPr txBox="1">
              <a:spLocks noChangeArrowheads="1"/>
            </p:cNvSpPr>
            <p:nvPr/>
          </p:nvSpPr>
          <p:spPr bwMode="auto">
            <a:xfrm>
              <a:off x="7075487" y="1463673"/>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tabLst/>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anose="02010609030101010101"/>
                  <a:cs typeface="楷体_GB2312" panose="02010609030101010101"/>
                </a:rPr>
                <a:t>*</a:t>
              </a:r>
            </a:p>
          </p:txBody>
        </p:sp>
      </p:grpSp>
      <p:sp>
        <p:nvSpPr>
          <p:cNvPr id="74818" name="矩形 1"/>
          <p:cNvSpPr>
            <a:spLocks noChangeArrowheads="1"/>
          </p:cNvSpPr>
          <p:nvPr/>
        </p:nvSpPr>
        <p:spPr bwMode="auto">
          <a:xfrm>
            <a:off x="28575" y="4605338"/>
            <a:ext cx="2257425" cy="460375"/>
          </a:xfrm>
          <a:prstGeom prst="rect">
            <a:avLst/>
          </a:prstGeom>
          <a:solidFill>
            <a:srgbClr val="FFCCCC"/>
          </a:solidFill>
          <a:ln w="12700">
            <a:solidFill>
              <a:schemeClr val="tx1"/>
            </a:solidFill>
            <a:miter lim="800000"/>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楷体_GB2312" panose="02010609030101010101"/>
                <a:cs typeface="Times New Roman" panose="02020603050405020304" pitchFamily="18" charset="0"/>
              </a:rPr>
              <a:t>V</a:t>
            </a:r>
            <a:r>
              <a:rPr kumimoji="0"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楷体_GB2312" panose="02010609030101010101"/>
                <a:cs typeface="Times New Roman" panose="02020603050405020304" pitchFamily="18" charset="0"/>
              </a:rPr>
              <a:t>T </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anose="02010609030101010101"/>
                <a:cs typeface="Times New Roman" panose="02020603050405020304" pitchFamily="18" charset="0"/>
              </a:rPr>
              <a:t>={+,*,(,),id, </a:t>
            </a:r>
            <a:r>
              <a:rPr kumimoji="0" lang="en-US" altLang="zh-CN"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anose="02010609030101010101"/>
                <a:cs typeface="Times New Roman" panose="02020603050405020304" pitchFamily="18" charset="0"/>
              </a:rPr>
              <a:t>}</a:t>
            </a:r>
          </a:p>
        </p:txBody>
      </p:sp>
      <p:sp>
        <p:nvSpPr>
          <p:cNvPr id="11" name="灯片编号占位符 10"/>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F4CFFDF7-BD86-48E7-9A36-EEFAB3B1A9F0}" type="slidenum">
              <a:rPr kumimoji="0" lang="zh-CN" altLang="en-US" sz="1400" b="0" i="0" u="none" strike="noStrike" kern="1200" cap="none" spc="0" normalizeH="0" baseline="0" noProof="0" smtClean="0">
                <a:ln>
                  <a:noFill/>
                </a:ln>
                <a:solidFill>
                  <a:srgbClr val="073E87"/>
                </a:solidFill>
                <a:effectLst/>
                <a:uLnTx/>
                <a:uFillTx/>
                <a:latin typeface="Tahoma" panose="020B0604030504040204" pitchFamily="34" charset="0"/>
              </a:rPr>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30</a:t>
            </a:fld>
            <a:endParaRPr kumimoji="0" lang="en-US" altLang="zh-CN" sz="1400" b="0" i="0" u="none" strike="noStrike" kern="1200" cap="none" spc="0" normalizeH="0" baseline="0" noProof="0">
              <a:ln>
                <a:noFill/>
              </a:ln>
              <a:solidFill>
                <a:srgbClr val="073E87"/>
              </a:solidFill>
              <a:effectLst/>
              <a:uLnTx/>
              <a:uFillTx/>
              <a:latin typeface="Tahoma" panose="020B0604030504040204" pitchFamily="34" charset="0"/>
            </a:endParaRPr>
          </a:p>
        </p:txBody>
      </p:sp>
    </p:spTree>
    <p:extLst>
      <p:ext uri="{BB962C8B-B14F-4D97-AF65-F5344CB8AC3E}">
        <p14:creationId xmlns:p14="http://schemas.microsoft.com/office/powerpoint/2010/main" val="1141995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par>
                                <p:cTn id="29" presetID="53" presetClass="entr" presetSubtype="16"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par>
                                <p:cTn id="34" presetID="53" presetClass="entr" presetSubtype="16"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4" presetID="53" presetClass="entr" presetSubtype="16"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animEffect transition="in" filter="fade">
                                      <p:cBhvr>
                                        <p:cTn id="55" dur="500"/>
                                        <p:tgtEl>
                                          <p:spTgt spid="1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ntr" presetSubtype="16"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3" presetClass="entr" presetSubtype="16"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500" fill="hold"/>
                                        <p:tgtEl>
                                          <p:spTgt spid="13"/>
                                        </p:tgtEl>
                                        <p:attrNameLst>
                                          <p:attrName>ppt_w</p:attrName>
                                        </p:attrNameLst>
                                      </p:cBhvr>
                                      <p:tavLst>
                                        <p:tav tm="0">
                                          <p:val>
                                            <p:fltVal val="0"/>
                                          </p:val>
                                        </p:tav>
                                        <p:tav tm="100000">
                                          <p:val>
                                            <p:strVal val="#ppt_w"/>
                                          </p:val>
                                        </p:tav>
                                      </p:tavLst>
                                    </p:anim>
                                    <p:anim calcmode="lin" valueType="num">
                                      <p:cBhvr>
                                        <p:cTn id="68" dur="500" fill="hold"/>
                                        <p:tgtEl>
                                          <p:spTgt spid="13"/>
                                        </p:tgtEl>
                                        <p:attrNameLst>
                                          <p:attrName>ppt_h</p:attrName>
                                        </p:attrNameLst>
                                      </p:cBhvr>
                                      <p:tavLst>
                                        <p:tav tm="0">
                                          <p:val>
                                            <p:fltVal val="0"/>
                                          </p:val>
                                        </p:tav>
                                        <p:tav tm="100000">
                                          <p:val>
                                            <p:strVal val="#ppt_h"/>
                                          </p:val>
                                        </p:tav>
                                      </p:tavLst>
                                    </p:anim>
                                    <p:animEffect transition="in" filter="fade">
                                      <p:cBhvr>
                                        <p:cTn id="69" dur="500"/>
                                        <p:tgtEl>
                                          <p:spTgt spid="1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16" fill="hold" nodeType="clickEffect">
                                  <p:stCondLst>
                                    <p:cond delay="0"/>
                                  </p:stCondLst>
                                  <p:childTnLst>
                                    <p:set>
                                      <p:cBhvr>
                                        <p:cTn id="73" dur="1" fill="hold">
                                          <p:stCondLst>
                                            <p:cond delay="0"/>
                                          </p:stCondLst>
                                        </p:cTn>
                                        <p:tgtEl>
                                          <p:spTgt spid="15"/>
                                        </p:tgtEl>
                                        <p:attrNameLst>
                                          <p:attrName>style.visibility</p:attrName>
                                        </p:attrNameLst>
                                      </p:cBhvr>
                                      <p:to>
                                        <p:strVal val="visible"/>
                                      </p:to>
                                    </p:set>
                                    <p:anim calcmode="lin" valueType="num">
                                      <p:cBhvr>
                                        <p:cTn id="74" dur="500" fill="hold"/>
                                        <p:tgtEl>
                                          <p:spTgt spid="15"/>
                                        </p:tgtEl>
                                        <p:attrNameLst>
                                          <p:attrName>ppt_w</p:attrName>
                                        </p:attrNameLst>
                                      </p:cBhvr>
                                      <p:tavLst>
                                        <p:tav tm="0">
                                          <p:val>
                                            <p:fltVal val="0"/>
                                          </p:val>
                                        </p:tav>
                                        <p:tav tm="100000">
                                          <p:val>
                                            <p:strVal val="#ppt_w"/>
                                          </p:val>
                                        </p:tav>
                                      </p:tavLst>
                                    </p:anim>
                                    <p:anim calcmode="lin" valueType="num">
                                      <p:cBhvr>
                                        <p:cTn id="75" dur="500" fill="hold"/>
                                        <p:tgtEl>
                                          <p:spTgt spid="15"/>
                                        </p:tgtEl>
                                        <p:attrNameLst>
                                          <p:attrName>ppt_h</p:attrName>
                                        </p:attrNameLst>
                                      </p:cBhvr>
                                      <p:tavLst>
                                        <p:tav tm="0">
                                          <p:val>
                                            <p:fltVal val="0"/>
                                          </p:val>
                                        </p:tav>
                                        <p:tav tm="100000">
                                          <p:val>
                                            <p:strVal val="#ppt_h"/>
                                          </p:val>
                                        </p:tav>
                                      </p:tavLst>
                                    </p:anim>
                                    <p:animEffect transition="in" filter="fade">
                                      <p:cBhvr>
                                        <p:cTn id="7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755650" y="268288"/>
            <a:ext cx="83883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带错误处理子程序的算术表达式文法</a:t>
            </a:r>
            <a:r>
              <a:rPr lang="en-US" altLang="zh-CN" sz="3000" i="1" dirty="0">
                <a:solidFill>
                  <a:schemeClr val="tx1"/>
                </a:solidFill>
                <a:ea typeface="黑体" panose="02010609060101010101" pitchFamily="49" charset="-122"/>
              </a:rPr>
              <a:t>LR</a:t>
            </a:r>
            <a:r>
              <a:rPr lang="en-US" altLang="zh-CN" sz="3000" dirty="0">
                <a:solidFill>
                  <a:schemeClr val="tx1"/>
                </a:solidFill>
                <a:ea typeface="黑体" panose="02010609060101010101" pitchFamily="49" charset="-122"/>
              </a:rPr>
              <a:t>(0)</a:t>
            </a:r>
            <a:r>
              <a:rPr lang="zh-CN" altLang="en-US" sz="3000" dirty="0">
                <a:solidFill>
                  <a:schemeClr val="tx1"/>
                </a:solidFill>
                <a:latin typeface="微软雅黑" panose="020B0503020204020204" pitchFamily="34" charset="-122"/>
                <a:ea typeface="微软雅黑" panose="020B0503020204020204" pitchFamily="34" charset="-122"/>
              </a:rPr>
              <a:t>分析表</a:t>
            </a:r>
          </a:p>
        </p:txBody>
      </p:sp>
      <p:graphicFrame>
        <p:nvGraphicFramePr>
          <p:cNvPr id="145410" name="表格 145409"/>
          <p:cNvGraphicFramePr>
            <a:graphicFrameLocks noGrp="1"/>
          </p:cNvGraphicFramePr>
          <p:nvPr/>
        </p:nvGraphicFramePr>
        <p:xfrm>
          <a:off x="468313" y="857250"/>
          <a:ext cx="4032250" cy="388620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792163">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rgbClr val="7F7F7F"/>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76916" name="矩形 53"/>
          <p:cNvSpPr>
            <a:spLocks noChangeArrowheads="1"/>
          </p:cNvSpPr>
          <p:nvPr/>
        </p:nvSpPr>
        <p:spPr bwMode="auto">
          <a:xfrm>
            <a:off x="4502150" y="822325"/>
            <a:ext cx="4284663" cy="382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273050" marR="0" lvl="0" indent="-273050" algn="l" defTabSz="914400" rtl="0" eaLnBrk="1" fontAlgn="base" latinLnBrk="0" hangingPunct="1">
              <a:lnSpc>
                <a:spcPts val="3000"/>
              </a:lnSpc>
              <a:spcBef>
                <a:spcPct val="20000"/>
              </a:spcBef>
              <a:spcAft>
                <a:spcPct val="0"/>
              </a:spcAft>
              <a:buClrTx/>
              <a:buSzPct val="100000"/>
              <a:buFont typeface="Wingdings" panose="05000000000000000000" pitchFamily="2" charset="2"/>
              <a:buChar char="Ø"/>
              <a:tabLst/>
              <a:defRPr/>
            </a:pPr>
            <a:r>
              <a:rPr kumimoji="0" lang="zh-CN" altLang="en-US" sz="25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错误处理例程</a:t>
            </a:r>
            <a:endParaRPr kumimoji="0" lang="en-US" altLang="zh-CN" sz="25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85750" algn="l" defTabSz="914400" rtl="0" eaLnBrk="1" fontAlgn="base" latinLnBrk="0" hangingPunct="1">
              <a:lnSpc>
                <a:spcPts val="3000"/>
              </a:lnSpc>
              <a:spcBef>
                <a:spcPct val="20000"/>
              </a:spcBef>
              <a:spcAft>
                <a:spcPct val="0"/>
              </a:spcAft>
              <a:buClrTx/>
              <a:buSzPct val="100000"/>
              <a:buFont typeface="Wingdings" panose="05000000000000000000" pitchFamily="2" charset="2"/>
              <a:buChar char="Ø"/>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：将状态</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压入栈中，发出诊断信息“</a:t>
            </a:r>
            <a:r>
              <a:rPr kumimoji="0" lang="zh-CN" altLang="en-US" sz="2000" b="1" i="0" u="none" strike="noStrike" kern="1200" cap="none" spc="0" normalizeH="0" baseline="0" noProof="0">
                <a:ln>
                  <a:noFill/>
                </a:ln>
                <a:solidFill>
                  <a:srgbClr val="2D83F4"/>
                </a:solidFill>
                <a:effectLst/>
                <a:uLnTx/>
                <a:uFillTx/>
                <a:latin typeface="Times New Roman" panose="02020603050405020304" pitchFamily="18" charset="0"/>
                <a:ea typeface="华文楷体" panose="02010600040101010101" pitchFamily="2" charset="-122"/>
                <a:cs typeface="+mn-cs"/>
              </a:rPr>
              <a:t>缺少运算分量</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a:t>
            </a:r>
            <a:endPar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742950" marR="0" lvl="1" indent="-285750" algn="l" defTabSz="914400" rtl="0" eaLnBrk="1" fontAlgn="base" latinLnBrk="0" hangingPunct="1">
              <a:lnSpc>
                <a:spcPts val="3000"/>
              </a:lnSpc>
              <a:spcBef>
                <a:spcPct val="20000"/>
              </a:spcBef>
              <a:spcAft>
                <a:spcPct val="0"/>
              </a:spcAft>
              <a:buClrTx/>
              <a:buSzPct val="100000"/>
              <a:buFont typeface="Wingdings" panose="05000000000000000000" pitchFamily="2" charset="2"/>
              <a:buChar char="Ø"/>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：从输入中删除“</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”，发出诊断信息“</a:t>
            </a:r>
            <a:r>
              <a:rPr kumimoji="0" lang="zh-CN" altLang="en-US" sz="2000" b="1" i="0" u="none" strike="noStrike" kern="1200" cap="none" spc="0" normalizeH="0" baseline="0" noProof="0">
                <a:ln>
                  <a:noFill/>
                </a:ln>
                <a:solidFill>
                  <a:srgbClr val="2D83F4"/>
                </a:solidFill>
                <a:effectLst/>
                <a:uLnTx/>
                <a:uFillTx/>
                <a:latin typeface="Times New Roman" panose="02020603050405020304" pitchFamily="18" charset="0"/>
                <a:ea typeface="华文楷体" panose="02010600040101010101" pitchFamily="2" charset="-122"/>
                <a:cs typeface="+mn-cs"/>
              </a:rPr>
              <a:t>不匹配的右括号</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a:t>
            </a:r>
            <a:endPar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742950" marR="0" lvl="1" indent="-285750" algn="l" defTabSz="914400" rtl="0" eaLnBrk="1" fontAlgn="base" latinLnBrk="0" hangingPunct="1">
              <a:lnSpc>
                <a:spcPts val="3000"/>
              </a:lnSpc>
              <a:spcBef>
                <a:spcPct val="20000"/>
              </a:spcBef>
              <a:spcAft>
                <a:spcPct val="0"/>
              </a:spcAft>
              <a:buClrTx/>
              <a:buSzPct val="100000"/>
              <a:buFont typeface="Wingdings" panose="05000000000000000000" pitchFamily="2" charset="2"/>
              <a:buChar char="Ø"/>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：将状态</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压入栈中，发出诊断信息“</a:t>
            </a:r>
            <a:r>
              <a:rPr kumimoji="0" lang="zh-CN" altLang="en-US" sz="2000" b="1" i="0" u="none" strike="noStrike" kern="1200" cap="none" spc="0" normalizeH="0" baseline="0" noProof="0">
                <a:ln>
                  <a:noFill/>
                </a:ln>
                <a:solidFill>
                  <a:srgbClr val="2D83F4"/>
                </a:solidFill>
                <a:effectLst/>
                <a:uLnTx/>
                <a:uFillTx/>
                <a:latin typeface="Times New Roman" panose="02020603050405020304" pitchFamily="18" charset="0"/>
                <a:ea typeface="华文楷体" panose="02010600040101010101" pitchFamily="2" charset="-122"/>
                <a:cs typeface="+mn-cs"/>
              </a:rPr>
              <a:t>缺少运算符</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a:t>
            </a:r>
            <a:endPar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742950" marR="0" lvl="1" indent="-285750" algn="l" defTabSz="914400" rtl="0" eaLnBrk="1" fontAlgn="base" latinLnBrk="0" hangingPunct="1">
              <a:lnSpc>
                <a:spcPts val="3000"/>
              </a:lnSpc>
              <a:spcBef>
                <a:spcPct val="20000"/>
              </a:spcBef>
              <a:spcAft>
                <a:spcPct val="0"/>
              </a:spcAft>
              <a:buClrTx/>
              <a:buSzPct val="100000"/>
              <a:buFont typeface="Wingdings" panose="05000000000000000000" pitchFamily="2" charset="2"/>
              <a:buChar char="Ø"/>
              <a:tabLst/>
              <a:defRPr/>
            </a:pPr>
            <a:r>
              <a:rPr kumimoji="0"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：将状态</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9</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压入栈中，发出诊断信息“</a:t>
            </a:r>
            <a:r>
              <a:rPr kumimoji="0" lang="zh-CN" altLang="en-US" sz="2000" b="1" i="0" u="none" strike="noStrike" kern="1200" cap="none" spc="0" normalizeH="0" baseline="0" noProof="0">
                <a:ln>
                  <a:noFill/>
                </a:ln>
                <a:solidFill>
                  <a:srgbClr val="2D83F4"/>
                </a:solidFill>
                <a:effectLst/>
                <a:uLnTx/>
                <a:uFillTx/>
                <a:latin typeface="Times New Roman" panose="02020603050405020304" pitchFamily="18" charset="0"/>
                <a:ea typeface="华文楷体" panose="02010600040101010101" pitchFamily="2" charset="-122"/>
                <a:cs typeface="+mn-cs"/>
              </a:rPr>
              <a:t>缺少右括号</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a:t>
            </a:r>
            <a:endPar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F4CFFDF7-BD86-48E7-9A36-EEFAB3B1A9F0}" type="slidenum">
              <a:rPr kumimoji="0" lang="zh-CN" altLang="en-US" sz="1400" b="0" i="0" u="none" strike="noStrike" kern="1200" cap="none" spc="0" normalizeH="0" baseline="0" noProof="0" smtClean="0">
                <a:ln>
                  <a:noFill/>
                </a:ln>
                <a:solidFill>
                  <a:srgbClr val="073E87"/>
                </a:solidFill>
                <a:effectLst/>
                <a:uLnTx/>
                <a:uFillTx/>
                <a:latin typeface="Tahoma" panose="020B0604030504040204" pitchFamily="34" charset="0"/>
              </a:rPr>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31</a:t>
            </a:fld>
            <a:endParaRPr kumimoji="0" lang="en-US" altLang="zh-CN" sz="1400" b="0" i="0" u="none" strike="noStrike" kern="1200" cap="none" spc="0" normalizeH="0" baseline="0" noProof="0">
              <a:ln>
                <a:noFill/>
              </a:ln>
              <a:solidFill>
                <a:srgbClr val="073E87"/>
              </a:solidFill>
              <a:effectLst/>
              <a:uLnTx/>
              <a:uFillTx/>
              <a:latin typeface="Tahoma" panose="020B0604030504040204" pitchFamily="34" charset="0"/>
            </a:endParaRPr>
          </a:p>
        </p:txBody>
      </p:sp>
    </p:spTree>
    <p:extLst>
      <p:ext uri="{BB962C8B-B14F-4D97-AF65-F5344CB8AC3E}">
        <p14:creationId xmlns:p14="http://schemas.microsoft.com/office/powerpoint/2010/main" val="2437755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内容占位符 1">
            <a:extLst>
              <a:ext uri="{FF2B5EF4-FFF2-40B4-BE49-F238E27FC236}">
                <a16:creationId xmlns:a16="http://schemas.microsoft.com/office/drawing/2014/main" id="{904A76D0-66FC-4210-BE31-3693EB41BE5A}"/>
              </a:ext>
            </a:extLst>
          </p:cNvPr>
          <p:cNvSpPr>
            <a:spLocks noGrp="1"/>
          </p:cNvSpPr>
          <p:nvPr>
            <p:ph idx="1"/>
          </p:nvPr>
        </p:nvSpPr>
        <p:spPr>
          <a:xfrm>
            <a:off x="2916238" y="1779588"/>
            <a:ext cx="2879725" cy="1223962"/>
          </a:xfrm>
        </p:spPr>
        <p:txBody>
          <a:bodyPr/>
          <a:lstStyle/>
          <a:p>
            <a:pPr marL="0" indent="0">
              <a:buFont typeface="Symbol" panose="05050102010706020507" pitchFamily="18" charset="2"/>
              <a:buNone/>
            </a:pPr>
            <a:r>
              <a:rPr lang="en-US" altLang="zh-CN" sz="4800"/>
              <a:t>The End</a:t>
            </a:r>
            <a:endParaRPr lang="zh-CN" altLang="en-US" sz="4800"/>
          </a:p>
        </p:txBody>
      </p:sp>
      <p:sp>
        <p:nvSpPr>
          <p:cNvPr id="81923" name="标题 2">
            <a:extLst>
              <a:ext uri="{FF2B5EF4-FFF2-40B4-BE49-F238E27FC236}">
                <a16:creationId xmlns:a16="http://schemas.microsoft.com/office/drawing/2014/main" id="{6CFDD2C5-5B32-49DF-8FC1-C09844438B76}"/>
              </a:ext>
            </a:extLst>
          </p:cNvPr>
          <p:cNvSpPr>
            <a:spLocks noGrp="1"/>
          </p:cNvSpPr>
          <p:nvPr>
            <p:ph type="title"/>
          </p:nvPr>
        </p:nvSpPr>
        <p:spPr>
          <a:xfrm>
            <a:off x="755650" y="268288"/>
            <a:ext cx="7931150" cy="358775"/>
          </a:xfrm>
        </p:spPr>
        <p:txBody>
          <a:bodyPr/>
          <a:lstStyle/>
          <a:p>
            <a:endParaRPr lang="zh-CN" altLang="en-US"/>
          </a:p>
        </p:txBody>
      </p:sp>
      <p:sp>
        <p:nvSpPr>
          <p:cNvPr id="81924" name="灯片编号占位符 3">
            <a:extLst>
              <a:ext uri="{FF2B5EF4-FFF2-40B4-BE49-F238E27FC236}">
                <a16:creationId xmlns:a16="http://schemas.microsoft.com/office/drawing/2014/main" id="{E66CC2C0-32D3-43A7-95B8-39AE8BE5161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ECA710C-A432-4C79-8C81-BCFBA5F6A7B8}" type="slidenum">
              <a:rPr lang="zh-CN" altLang="en-US">
                <a:solidFill>
                  <a:srgbClr val="073E87"/>
                </a:solidFill>
                <a:ea typeface="楷体_GB2312" panose="02010609030101010101"/>
              </a:rPr>
              <a:pPr/>
              <a:t>32</a:t>
            </a:fld>
            <a:endParaRPr lang="en-US" altLang="zh-CN">
              <a:solidFill>
                <a:srgbClr val="073E87"/>
              </a:solidFill>
              <a:ea typeface="楷体_GB2312" panose="02010609030101010101"/>
            </a:endParaRP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4.xml><?xml version="1.0" encoding="utf-8"?>
<a:theme xmlns:a="http://schemas.openxmlformats.org/drawingml/2006/main" name="5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7.xml><?xml version="1.0" encoding="utf-8"?>
<a:theme xmlns:a="http://schemas.openxmlformats.org/drawingml/2006/main" name="8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37332</TotalTime>
  <Words>3382</Words>
  <Application>Microsoft Office PowerPoint</Application>
  <PresentationFormat>全屏显示(16:9)</PresentationFormat>
  <Paragraphs>952</Paragraphs>
  <Slides>32</Slides>
  <Notes>32</Notes>
  <HiddenSlides>0</HiddenSlides>
  <MMClips>0</MMClips>
  <ScaleCrop>false</ScaleCrop>
  <HeadingPairs>
    <vt:vector size="6" baseType="variant">
      <vt:variant>
        <vt:lpstr>已用的字体</vt:lpstr>
      </vt:variant>
      <vt:variant>
        <vt:i4>14</vt:i4>
      </vt:variant>
      <vt:variant>
        <vt:lpstr>主题</vt:lpstr>
      </vt:variant>
      <vt:variant>
        <vt:i4>7</vt:i4>
      </vt:variant>
      <vt:variant>
        <vt:lpstr>幻灯片标题</vt:lpstr>
      </vt:variant>
      <vt:variant>
        <vt:i4>32</vt:i4>
      </vt:variant>
    </vt:vector>
  </HeadingPairs>
  <TitlesOfParts>
    <vt:vector size="53" baseType="lpstr">
      <vt:lpstr>Monotype Sorts</vt:lpstr>
      <vt:lpstr>黑体</vt:lpstr>
      <vt:lpstr>华文楷体</vt:lpstr>
      <vt:lpstr>楷体</vt:lpstr>
      <vt:lpstr>楷体_GB2312</vt:lpstr>
      <vt:lpstr>宋体</vt:lpstr>
      <vt:lpstr>微软雅黑</vt:lpstr>
      <vt:lpstr>Arial</vt:lpstr>
      <vt:lpstr>Calibri</vt:lpstr>
      <vt:lpstr>Candara</vt:lpstr>
      <vt:lpstr>Symbol</vt:lpstr>
      <vt:lpstr>Tahoma</vt:lpstr>
      <vt:lpstr>Times New Roman</vt:lpstr>
      <vt:lpstr>Wingdings</vt:lpstr>
      <vt:lpstr>自定义设计方案</vt:lpstr>
      <vt:lpstr>1_波形</vt:lpstr>
      <vt:lpstr>2_波形</vt:lpstr>
      <vt:lpstr>5_波形</vt:lpstr>
      <vt:lpstr>1_自定义设计方案</vt:lpstr>
      <vt:lpstr>7_波形</vt:lpstr>
      <vt:lpstr>8_波形</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 LALR分析法的提出</vt:lpstr>
      <vt:lpstr>LALR ( lookahead-LR )分析的基本思想</vt:lpstr>
      <vt:lpstr>例：合并同心项集</vt:lpstr>
      <vt:lpstr>例：合并同心项集</vt:lpstr>
      <vt:lpstr>合并同心项集时产生归约-归约冲突的例子</vt:lpstr>
      <vt:lpstr>合并同心项集后，虽然不产生冲突，但可能会 推迟错误的发现</vt:lpstr>
      <vt:lpstr>LALR(1)的特点</vt:lpstr>
      <vt:lpstr>LALR(1)的特点</vt:lpstr>
      <vt:lpstr>LALR(1)的特点</vt:lpstr>
      <vt:lpstr>PowerPoint 演示文稿</vt:lpstr>
      <vt:lpstr>8. 二义性文法的LR(统称)分析 二义性文法的特点：</vt:lpstr>
      <vt:lpstr>二义性算术表达式文法的SLR分析器</vt:lpstr>
      <vt:lpstr>二义性算术表达式文法的SLR分析表</vt:lpstr>
      <vt:lpstr>例：二义性if 语句文法的SLR分析</vt:lpstr>
      <vt:lpstr>S  i Si S e Sa</vt:lpstr>
      <vt:lpstr>PowerPoint 演示文稿</vt:lpstr>
      <vt:lpstr>二义性文法的使用</vt:lpstr>
      <vt:lpstr>9. LR(统称)分析中的错误处理</vt:lpstr>
      <vt:lpstr>恐慌模式错误恢复</vt:lpstr>
      <vt:lpstr>短语层次错误恢复</vt:lpstr>
      <vt:lpstr>例：算数表达式文法的LR(0)分析器</vt:lpstr>
      <vt:lpstr>带错误处理子程序的算术表达式文法LR(0)分析表</vt:lpstr>
      <vt:lpstr>PowerPoint 演示文稿</vt:lpstr>
    </vt:vector>
  </TitlesOfParts>
  <Company>HIT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jsx</dc:creator>
  <cp:lastModifiedBy>凌 妙根</cp:lastModifiedBy>
  <cp:revision>2138</cp:revision>
  <cp:lastPrinted>2019-03-03T08:55:32Z</cp:lastPrinted>
  <dcterms:created xsi:type="dcterms:W3CDTF">2003-07-09T14:46:46Z</dcterms:created>
  <dcterms:modified xsi:type="dcterms:W3CDTF">2024-10-28T23:59:01Z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