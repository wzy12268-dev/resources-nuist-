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7.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8.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5183" r:id="rId1"/>
    <p:sldMasterId id="2147485201" r:id="rId2"/>
    <p:sldMasterId id="2147485207" r:id="rId3"/>
    <p:sldMasterId id="2147485219" r:id="rId4"/>
    <p:sldMasterId id="2147485231" r:id="rId5"/>
    <p:sldMasterId id="2147485234" r:id="rId6"/>
    <p:sldMasterId id="2147485240" r:id="rId7"/>
    <p:sldMasterId id="2147485243" r:id="rId8"/>
    <p:sldMasterId id="2147485246" r:id="rId9"/>
  </p:sldMasterIdLst>
  <p:notesMasterIdLst>
    <p:notesMasterId r:id="rId68"/>
  </p:notesMasterIdLst>
  <p:handoutMasterIdLst>
    <p:handoutMasterId r:id="rId69"/>
  </p:handoutMasterIdLst>
  <p:sldIdLst>
    <p:sldId id="839" r:id="rId10"/>
    <p:sldId id="757" r:id="rId11"/>
    <p:sldId id="842" r:id="rId12"/>
    <p:sldId id="843" r:id="rId13"/>
    <p:sldId id="844" r:id="rId14"/>
    <p:sldId id="845" r:id="rId15"/>
    <p:sldId id="858" r:id="rId16"/>
    <p:sldId id="859" r:id="rId17"/>
    <p:sldId id="860" r:id="rId18"/>
    <p:sldId id="861" r:id="rId19"/>
    <p:sldId id="862" r:id="rId20"/>
    <p:sldId id="863" r:id="rId21"/>
    <p:sldId id="864" r:id="rId22"/>
    <p:sldId id="865" r:id="rId23"/>
    <p:sldId id="866" r:id="rId24"/>
    <p:sldId id="869" r:id="rId25"/>
    <p:sldId id="919" r:id="rId26"/>
    <p:sldId id="870" r:id="rId27"/>
    <p:sldId id="871" r:id="rId28"/>
    <p:sldId id="872" r:id="rId29"/>
    <p:sldId id="873" r:id="rId30"/>
    <p:sldId id="874" r:id="rId31"/>
    <p:sldId id="920" r:id="rId32"/>
    <p:sldId id="877" r:id="rId33"/>
    <p:sldId id="878" r:id="rId34"/>
    <p:sldId id="879" r:id="rId35"/>
    <p:sldId id="880" r:id="rId36"/>
    <p:sldId id="881" r:id="rId37"/>
    <p:sldId id="882" r:id="rId38"/>
    <p:sldId id="883" r:id="rId39"/>
    <p:sldId id="884" r:id="rId40"/>
    <p:sldId id="885" r:id="rId41"/>
    <p:sldId id="886" r:id="rId42"/>
    <p:sldId id="887" r:id="rId43"/>
    <p:sldId id="888" r:id="rId44"/>
    <p:sldId id="889" r:id="rId45"/>
    <p:sldId id="890" r:id="rId46"/>
    <p:sldId id="891" r:id="rId47"/>
    <p:sldId id="902" r:id="rId48"/>
    <p:sldId id="903" r:id="rId49"/>
    <p:sldId id="904" r:id="rId50"/>
    <p:sldId id="905" r:id="rId51"/>
    <p:sldId id="906" r:id="rId52"/>
    <p:sldId id="909" r:id="rId53"/>
    <p:sldId id="910" r:id="rId54"/>
    <p:sldId id="911" r:id="rId55"/>
    <p:sldId id="912" r:id="rId56"/>
    <p:sldId id="913" r:id="rId57"/>
    <p:sldId id="914" r:id="rId58"/>
    <p:sldId id="915" r:id="rId59"/>
    <p:sldId id="916" r:id="rId60"/>
    <p:sldId id="918" r:id="rId61"/>
    <p:sldId id="848" r:id="rId62"/>
    <p:sldId id="849" r:id="rId63"/>
    <p:sldId id="850" r:id="rId64"/>
    <p:sldId id="851" r:id="rId65"/>
    <p:sldId id="852" r:id="rId66"/>
    <p:sldId id="853" r:id="rId67"/>
  </p:sldIdLst>
  <p:sldSz cx="9144000" cy="5143500" type="screen16x9"/>
  <p:notesSz cx="7099300" cy="10234613"/>
  <p:defaultTextStyle>
    <a:defPPr>
      <a:defRPr lang="en-US"/>
    </a:defPPr>
    <a:lvl1pPr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1pPr>
    <a:lvl2pPr marL="342900" indent="1143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2pPr>
    <a:lvl3pPr marL="685800" indent="2286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3pPr>
    <a:lvl4pPr marL="1028700" indent="3429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4pPr>
    <a:lvl5pPr marL="1371600" indent="457200" algn="l" rtl="0" eaLnBrk="0" fontAlgn="base" hangingPunct="0">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CCCC"/>
    <a:srgbClr val="FF9900"/>
    <a:srgbClr val="FF0000"/>
    <a:srgbClr val="000099"/>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46" autoAdjust="0"/>
    <p:restoredTop sz="78670" autoAdjust="0"/>
  </p:normalViewPr>
  <p:slideViewPr>
    <p:cSldViewPr>
      <p:cViewPr varScale="1">
        <p:scale>
          <a:sx n="109" d="100"/>
          <a:sy n="109" d="100"/>
        </p:scale>
        <p:origin x="108" y="17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076"/>
    </p:cViewPr>
  </p:sorterViewPr>
  <p:notesViewPr>
    <p:cSldViewPr>
      <p:cViewPr varScale="1">
        <p:scale>
          <a:sx n="82" d="100"/>
          <a:sy n="82" d="100"/>
        </p:scale>
        <p:origin x="5592" y="12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5" Type="http://schemas.openxmlformats.org/officeDocument/2006/relationships/slideMaster" Target="slideMasters/slideMaster5.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handoutMaster" Target="handoutMasters/handoutMaster1.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7.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wrap="square" lIns="91434" tIns="45717" rIns="91434" bIns="45717" numCol="1" anchor="t" anchorCtr="0" compatLnSpc="1">
            <a:prstTxWarp prst="textNoShape">
              <a:avLst/>
            </a:prstTxWarp>
          </a:bodyPr>
          <a:lstStyle>
            <a:lvl1pPr eaLnBrk="1" hangingPunct="1">
              <a:defRPr sz="1200"/>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wrap="square" lIns="91434" tIns="45717" rIns="91434" bIns="45717" numCol="1" anchor="t" anchorCtr="0" compatLnSpc="1">
            <a:prstTxWarp prst="textNoShape">
              <a:avLst/>
            </a:prstTxWarp>
          </a:bodyPr>
          <a:lstStyle>
            <a:lvl1pPr algn="r" eaLnBrk="1" hangingPunct="1">
              <a:defRPr sz="1200"/>
            </a:lvl1pPr>
          </a:lstStyle>
          <a:p>
            <a:pPr>
              <a:defRPr/>
            </a:pPr>
            <a:fld id="{4B4E5B63-2548-4848-8591-495FE90E847C}" type="datetimeFigureOut">
              <a:rPr lang="zh-CN" altLang="en-US"/>
              <a:pPr>
                <a:defRPr/>
              </a:pPr>
              <a:t>2024-12-3</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wrap="square" lIns="91434" tIns="45717" rIns="91434" bIns="45717" numCol="1" anchor="b" anchorCtr="0" compatLnSpc="1">
            <a:prstTxWarp prst="textNoShape">
              <a:avLst/>
            </a:prstTxWarp>
          </a:bodyPr>
          <a:lstStyle>
            <a:lvl1pPr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wrap="square" lIns="91434" tIns="45717" rIns="91434" bIns="45717" numCol="1" anchor="b" anchorCtr="0" compatLnSpc="1">
            <a:prstTxWarp prst="textNoShape">
              <a:avLst/>
            </a:prstTxWarp>
          </a:bodyPr>
          <a:lstStyle>
            <a:lvl1pPr algn="r" eaLnBrk="1" hangingPunct="1">
              <a:defRPr sz="1200"/>
            </a:lvl1pPr>
          </a:lstStyle>
          <a:p>
            <a:pPr>
              <a:defRPr/>
            </a:pPr>
            <a:fld id="{20CAF0D7-3BDE-43A3-8944-7B41990171B0}" type="slidenum">
              <a:rPr lang="zh-CN" altLang="en-US"/>
              <a:pPr>
                <a:defRPr/>
              </a:pPr>
              <a:t>‹#›</a:t>
            </a:fld>
            <a:endParaRPr lang="zh-CN" altLang="en-US"/>
          </a:p>
        </p:txBody>
      </p:sp>
    </p:spTree>
    <p:extLst>
      <p:ext uri="{BB962C8B-B14F-4D97-AF65-F5344CB8AC3E}">
        <p14:creationId xmlns:p14="http://schemas.microsoft.com/office/powerpoint/2010/main" val="653319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827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eaLnBrk="1" hangingPunct="1">
              <a:defRPr sz="1200" b="0">
                <a:latin typeface="Arial" panose="020B0604020202020204" pitchFamily="34" charset="0"/>
              </a:defRPr>
            </a:lvl1pPr>
          </a:lstStyle>
          <a:p>
            <a:pPr>
              <a:defRPr/>
            </a:pPr>
            <a:endParaRPr lang="zh-CN" altLang="en-US"/>
          </a:p>
        </p:txBody>
      </p:sp>
      <p:sp>
        <p:nvSpPr>
          <p:cNvPr id="438275"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lvl1pPr algn="r" eaLnBrk="1" hangingPunct="1">
              <a:defRPr sz="1200" b="0">
                <a:latin typeface="Arial" panose="020B0604020202020204" pitchFamily="34" charset="0"/>
              </a:defRPr>
            </a:lvl1pPr>
          </a:lstStyle>
          <a:p>
            <a:pPr>
              <a:defRPr/>
            </a:pPr>
            <a:endParaRPr lang="en-US" altLang="zh-CN"/>
          </a:p>
        </p:txBody>
      </p:sp>
      <p:sp>
        <p:nvSpPr>
          <p:cNvPr id="10244"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8277"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1434" tIns="45717" rIns="91434" bIns="45717"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8278"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eaLnBrk="1" hangingPunct="1">
              <a:defRPr sz="1200" b="0">
                <a:latin typeface="Arial" panose="020B0604020202020204" pitchFamily="34" charset="0"/>
              </a:defRPr>
            </a:lvl1pPr>
          </a:lstStyle>
          <a:p>
            <a:pPr>
              <a:defRPr/>
            </a:pPr>
            <a:endParaRPr lang="en-US" altLang="zh-CN"/>
          </a:p>
        </p:txBody>
      </p:sp>
      <p:sp>
        <p:nvSpPr>
          <p:cNvPr id="438279"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1434" tIns="45717" rIns="91434" bIns="45717" numCol="1" anchor="b" anchorCtr="0" compatLnSpc="1">
            <a:prstTxWarp prst="textNoShape">
              <a:avLst/>
            </a:prstTxWarp>
          </a:bodyPr>
          <a:lstStyle>
            <a:lvl1pPr algn="r" eaLnBrk="1" hangingPunct="1">
              <a:defRPr sz="1200" b="0">
                <a:latin typeface="Arial" panose="020B0604020202020204" pitchFamily="34" charset="0"/>
              </a:defRPr>
            </a:lvl1pPr>
          </a:lstStyle>
          <a:p>
            <a:pPr>
              <a:defRPr/>
            </a:pPr>
            <a:fld id="{6AA920CE-4A67-4588-AB44-6478EEAE4373}" type="slidenum">
              <a:rPr lang="zh-CN" altLang="en-US"/>
              <a:pPr>
                <a:defRPr/>
              </a:pPr>
              <a:t>‹#›</a:t>
            </a:fld>
            <a:endParaRPr lang="en-US" altLang="zh-CN"/>
          </a:p>
        </p:txBody>
      </p:sp>
    </p:spTree>
    <p:extLst>
      <p:ext uri="{BB962C8B-B14F-4D97-AF65-F5344CB8AC3E}">
        <p14:creationId xmlns:p14="http://schemas.microsoft.com/office/powerpoint/2010/main" val="428676223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1pPr>
    <a:lvl2pPr marL="3429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2pPr>
    <a:lvl3pPr marL="6858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3pPr>
    <a:lvl4pPr marL="10287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4pPr>
    <a:lvl5pPr marL="1371600" algn="l" rtl="0" eaLnBrk="0" fontAlgn="base" hangingPunct="0">
      <a:spcBef>
        <a:spcPct val="30000"/>
      </a:spcBef>
      <a:spcAft>
        <a:spcPct val="0"/>
      </a:spcAft>
      <a:defRPr sz="900" kern="1200">
        <a:solidFill>
          <a:schemeClr val="tx1"/>
        </a:solidFill>
        <a:latin typeface="Arial" charset="0"/>
        <a:ea typeface="宋体" panose="02010600030101010101" pitchFamily="2"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266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Tahoma" panose="020B0604030504040204" pitchFamily="34" charset="0"/>
                <a:ea typeface="宋体" panose="02010600030101010101" pitchFamily="2" charset="-122"/>
              </a:defRPr>
            </a:lvl1pPr>
            <a:lvl2pPr marL="769938" indent="-295275" defTabSz="985838">
              <a:defRPr>
                <a:solidFill>
                  <a:schemeClr val="tx1"/>
                </a:solidFill>
                <a:latin typeface="Tahoma" panose="020B0604030504040204" pitchFamily="34" charset="0"/>
                <a:ea typeface="宋体" panose="02010600030101010101" pitchFamily="2" charset="-122"/>
              </a:defRPr>
            </a:lvl2pPr>
            <a:lvl3pPr marL="1185863" indent="-236538" defTabSz="985838">
              <a:defRPr>
                <a:solidFill>
                  <a:schemeClr val="tx1"/>
                </a:solidFill>
                <a:latin typeface="Tahoma" panose="020B0604030504040204" pitchFamily="34" charset="0"/>
                <a:ea typeface="宋体" panose="02010600030101010101" pitchFamily="2" charset="-122"/>
              </a:defRPr>
            </a:lvl3pPr>
            <a:lvl4pPr marL="1660525" indent="-236538" defTabSz="985838">
              <a:defRPr>
                <a:solidFill>
                  <a:schemeClr val="tx1"/>
                </a:solidFill>
                <a:latin typeface="Tahoma" panose="020B0604030504040204" pitchFamily="34" charset="0"/>
                <a:ea typeface="宋体" panose="02010600030101010101" pitchFamily="2" charset="-122"/>
              </a:defRPr>
            </a:lvl4pPr>
            <a:lvl5pPr marL="2133600" indent="-236538" defTabSz="985838">
              <a:defRPr>
                <a:solidFill>
                  <a:schemeClr val="tx1"/>
                </a:solidFill>
                <a:latin typeface="Tahoma" panose="020B0604030504040204" pitchFamily="34" charset="0"/>
                <a:ea typeface="宋体" panose="02010600030101010101" pitchFamily="2" charset="-122"/>
              </a:defRPr>
            </a:lvl5pPr>
            <a:lvl6pPr marL="25908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480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052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962400" indent="-236538" defTabSz="985838"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r" defTabSz="985838" rtl="0" eaLnBrk="1" fontAlgn="base" latinLnBrk="0" hangingPunct="1">
              <a:lnSpc>
                <a:spcPct val="100000"/>
              </a:lnSpc>
              <a:spcBef>
                <a:spcPct val="0"/>
              </a:spcBef>
              <a:spcAft>
                <a:spcPct val="0"/>
              </a:spcAft>
              <a:buClrTx/>
              <a:buSzTx/>
              <a:buFontTx/>
              <a:buNone/>
              <a:tabLst/>
              <a:defRPr/>
            </a:pPr>
            <a:fld id="{E905B2ED-851D-418B-8FDE-29E1E5C36A69}"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楷体_GB2312"/>
                <a:cs typeface="楷体_GB2312"/>
              </a:rPr>
              <a:pPr marL="0" marR="0" lvl="0" indent="0" algn="r" defTabSz="985838" rtl="0" eaLnBrk="1" fontAlgn="base" latinLnBrk="0" hangingPunct="1">
                <a:lnSpc>
                  <a:spcPct val="100000"/>
                </a:lnSpc>
                <a:spcBef>
                  <a:spcPct val="0"/>
                </a:spcBef>
                <a:spcAft>
                  <a:spcPct val="0"/>
                </a:spcAft>
                <a:buClrTx/>
                <a:buSzTx/>
                <a:buFontTx/>
                <a:buNone/>
                <a:tabLst/>
                <a:defRPr/>
              </a:pPr>
              <a:t>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楷体_GB2312"/>
              <a:cs typeface="楷体_GB2312"/>
            </a:endParaRPr>
          </a:p>
        </p:txBody>
      </p:sp>
    </p:spTree>
    <p:extLst>
      <p:ext uri="{BB962C8B-B14F-4D97-AF65-F5344CB8AC3E}">
        <p14:creationId xmlns:p14="http://schemas.microsoft.com/office/powerpoint/2010/main" val="3802668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spcBef>
                <a:spcPct val="30000"/>
              </a:spcBef>
              <a:defRPr sz="1200">
                <a:solidFill>
                  <a:schemeClr val="tx1"/>
                </a:solidFill>
                <a:latin typeface="Arial" panose="020B0604020202020204" pitchFamily="34" charset="0"/>
                <a:ea typeface="宋体" panose="02010600030101010101" pitchFamily="2" charset="-122"/>
              </a:defRPr>
            </a:lvl1pPr>
            <a:lvl2pPr marL="769938" indent="-295275" defTabSz="989013">
              <a:spcBef>
                <a:spcPct val="30000"/>
              </a:spcBef>
              <a:defRPr sz="1200">
                <a:solidFill>
                  <a:schemeClr val="tx1"/>
                </a:solidFill>
                <a:latin typeface="Arial" panose="020B0604020202020204" pitchFamily="34" charset="0"/>
                <a:ea typeface="宋体" panose="02010600030101010101" pitchFamily="2" charset="-122"/>
              </a:defRPr>
            </a:lvl2pPr>
            <a:lvl3pPr marL="1185863" indent="-236538" defTabSz="989013">
              <a:spcBef>
                <a:spcPct val="30000"/>
              </a:spcBef>
              <a:defRPr sz="1200">
                <a:solidFill>
                  <a:schemeClr val="tx1"/>
                </a:solidFill>
                <a:latin typeface="Arial" panose="020B0604020202020204" pitchFamily="34" charset="0"/>
                <a:ea typeface="宋体" panose="02010600030101010101" pitchFamily="2" charset="-122"/>
              </a:defRPr>
            </a:lvl3pPr>
            <a:lvl4pPr marL="1660525" indent="-236538" defTabSz="989013">
              <a:spcBef>
                <a:spcPct val="30000"/>
              </a:spcBef>
              <a:defRPr sz="1200">
                <a:solidFill>
                  <a:schemeClr val="tx1"/>
                </a:solidFill>
                <a:latin typeface="Arial" panose="020B0604020202020204" pitchFamily="34" charset="0"/>
                <a:ea typeface="宋体" panose="02010600030101010101" pitchFamily="2" charset="-122"/>
              </a:defRPr>
            </a:lvl4pPr>
            <a:lvl5pPr marL="2133600" indent="-236538" defTabSz="989013">
              <a:spcBef>
                <a:spcPct val="30000"/>
              </a:spcBef>
              <a:defRPr sz="1200">
                <a:solidFill>
                  <a:schemeClr val="tx1"/>
                </a:solidFill>
                <a:latin typeface="Arial" panose="020B0604020202020204" pitchFamily="34" charset="0"/>
                <a:ea typeface="宋体" panose="02010600030101010101" pitchFamily="2" charset="-122"/>
              </a:defRPr>
            </a:lvl5pPr>
            <a:lvl6pPr marL="25908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30480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5052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962400" indent="-236538" defTabSz="98901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72583F1-08C5-4055-BD54-2C6DB8B989C5}" type="slidenum">
              <a:rPr lang="zh-CN" altLang="en-US" sz="1300" smtClean="0">
                <a:solidFill>
                  <a:srgbClr val="000000"/>
                </a:solidFill>
                <a:ea typeface="楷体_GB2312"/>
                <a:cs typeface="楷体_GB2312"/>
              </a:rPr>
              <a:pPr>
                <a:spcBef>
                  <a:spcPct val="0"/>
                </a:spcBef>
              </a:pPr>
              <a:t>2</a:t>
            </a:fld>
            <a:endParaRPr lang="en-US" altLang="zh-CN" sz="1300">
              <a:solidFill>
                <a:srgbClr val="000000"/>
              </a:solidFill>
              <a:ea typeface="楷体_GB2312"/>
              <a:cs typeface="楷体_GB2312"/>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7738" eaLnBrk="1" hangingPunct="1"/>
            <a:endParaRPr lang="zh-CN" altLang="en-US">
              <a:latin typeface="Arial" panose="020B0604020202020204" pitchFamily="34" charset="0"/>
            </a:endParaRPr>
          </a:p>
        </p:txBody>
      </p:sp>
    </p:spTree>
    <p:extLst>
      <p:ext uri="{BB962C8B-B14F-4D97-AF65-F5344CB8AC3E}">
        <p14:creationId xmlns:p14="http://schemas.microsoft.com/office/powerpoint/2010/main" val="1942212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84F38AD1-21AE-43E5-B554-BBBEE23C304F}" type="slidenum">
              <a:rPr lang="zh-CN" altLang="en-US" sz="1200" b="0" smtClean="0">
                <a:solidFill>
                  <a:srgbClr val="000000"/>
                </a:solidFill>
                <a:latin typeface="Arial" panose="020B0604020202020204" pitchFamily="34" charset="0"/>
              </a:rPr>
              <a:pPr/>
              <a:t>3</a:t>
            </a:fld>
            <a:endParaRPr lang="en-US" altLang="zh-CN" sz="1200" b="0">
              <a:solidFill>
                <a:srgbClr val="000000"/>
              </a:solidFill>
              <a:latin typeface="Arial" panose="020B0604020202020204" pitchFamily="34"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如动态数组。一般分为。这里所说的。</a:t>
            </a:r>
          </a:p>
        </p:txBody>
      </p:sp>
    </p:spTree>
    <p:extLst>
      <p:ext uri="{BB962C8B-B14F-4D97-AF65-F5344CB8AC3E}">
        <p14:creationId xmlns:p14="http://schemas.microsoft.com/office/powerpoint/2010/main" val="2529766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569B254A-135E-4FE7-995E-F91D9A9862B7}" type="slidenum">
              <a:rPr lang="zh-CN" altLang="en-US" sz="1200" b="0" smtClean="0">
                <a:solidFill>
                  <a:srgbClr val="000000"/>
                </a:solidFill>
                <a:latin typeface="Arial" panose="020B0604020202020204" pitchFamily="34" charset="0"/>
              </a:rPr>
              <a:pPr/>
              <a:t>4</a:t>
            </a:fld>
            <a:endParaRPr lang="en-US" altLang="zh-CN" sz="1200" b="0">
              <a:solidFill>
                <a:srgbClr val="000000"/>
              </a:solidFill>
              <a:latin typeface="Arial" panose="020B0604020202020204" pitchFamily="3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这样，运行可以划分为。我们说一段程序所生成的目标代码的大小在编译时可以确定，因此静态代码区通常位于存储的低端。编译时刻就可以确定大小的数据。在动态数据区，为了使运行时刻的空间利用率最大化，我们将栈区和堆区分别被存放在剩余地址空间中的相对</a:t>
            </a:r>
            <a:r>
              <a:rPr lang="en-US" altLang="zh-CN" dirty="0">
                <a:latin typeface="Arial" panose="020B0604020202020204" pitchFamily="34" charset="0"/>
              </a:rPr>
              <a:t>2</a:t>
            </a:r>
            <a:r>
              <a:rPr lang="zh-CN" altLang="en-US" dirty="0">
                <a:latin typeface="Arial" panose="020B0604020202020204" pitchFamily="34" charset="0"/>
              </a:rPr>
              <a:t>端，动态的，大小会变化。栈中存放一种称为</a:t>
            </a:r>
            <a:r>
              <a:rPr lang="zh-CN" altLang="en-US" b="1" dirty="0">
                <a:latin typeface="Arial" panose="020B0604020202020204" pitchFamily="34" charset="0"/>
              </a:rPr>
              <a:t>活动记录</a:t>
            </a:r>
            <a:r>
              <a:rPr lang="zh-CN" altLang="en-US" dirty="0">
                <a:latin typeface="Arial" panose="020B0604020202020204" pitchFamily="34" charset="0"/>
              </a:rPr>
              <a:t>的结构，在过程调用时生成并进栈，返回时出栈。此外，很多语言支持程序员通过程序控制，人工分配和回收数据对象，比如</a:t>
            </a:r>
            <a:r>
              <a:rPr lang="en-US" altLang="zh-CN" dirty="0">
                <a:latin typeface="Arial" panose="020B0604020202020204" pitchFamily="34" charset="0"/>
              </a:rPr>
              <a:t>c</a:t>
            </a:r>
            <a:r>
              <a:rPr lang="zh-CN" altLang="en-US" dirty="0">
                <a:latin typeface="Arial" panose="020B0604020202020204" pitchFamily="34" charset="0"/>
              </a:rPr>
              <a:t>语言的</a:t>
            </a:r>
            <a:r>
              <a:rPr lang="en-US" altLang="zh-CN" dirty="0" err="1">
                <a:latin typeface="Arial" panose="020B0604020202020204" pitchFamily="34" charset="0"/>
              </a:rPr>
              <a:t>malloc</a:t>
            </a:r>
            <a:r>
              <a:rPr lang="zh-CN" altLang="en-US" dirty="0">
                <a:latin typeface="Arial" panose="020B0604020202020204" pitchFamily="34" charset="0"/>
              </a:rPr>
              <a:t>和</a:t>
            </a:r>
            <a:r>
              <a:rPr lang="en-US" altLang="zh-CN" dirty="0">
                <a:latin typeface="Arial" panose="020B0604020202020204" pitchFamily="34" charset="0"/>
              </a:rPr>
              <a:t>free</a:t>
            </a:r>
            <a:r>
              <a:rPr lang="zh-CN" altLang="en-US" dirty="0">
                <a:latin typeface="Arial" panose="020B0604020202020204" pitchFamily="34" charset="0"/>
              </a:rPr>
              <a:t>，这些数据就被存放在堆区，使用起来比栈区更加灵活。下面我们来介绍一下栈中存放的活动记录。</a:t>
            </a:r>
          </a:p>
        </p:txBody>
      </p:sp>
    </p:spTree>
    <p:extLst>
      <p:ext uri="{BB962C8B-B14F-4D97-AF65-F5344CB8AC3E}">
        <p14:creationId xmlns:p14="http://schemas.microsoft.com/office/powerpoint/2010/main" val="2675302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CAAD621F-D424-4CDE-83E5-A32EA9991DB6}" type="slidenum">
              <a:rPr lang="zh-CN" altLang="en-US" sz="1200" b="0" smtClean="0">
                <a:solidFill>
                  <a:srgbClr val="000000"/>
                </a:solidFill>
                <a:latin typeface="Arial" panose="020B0604020202020204" pitchFamily="34" charset="0"/>
              </a:rPr>
              <a:pPr/>
              <a:t>5</a:t>
            </a:fld>
            <a:endParaRPr lang="en-US" altLang="zh-CN" sz="1200" b="0">
              <a:solidFill>
                <a:srgbClr val="000000"/>
              </a:solidFill>
              <a:latin typeface="Arial" panose="020B0604020202020204" pitchFamily="34"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我们说，</a:t>
            </a:r>
          </a:p>
        </p:txBody>
      </p:sp>
    </p:spTree>
    <p:extLst>
      <p:ext uri="{BB962C8B-B14F-4D97-AF65-F5344CB8AC3E}">
        <p14:creationId xmlns:p14="http://schemas.microsoft.com/office/powerpoint/2010/main" val="902709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80EBCE97-2A46-4450-AA52-5077B13CA4E8}" type="slidenum">
              <a:rPr lang="zh-CN" altLang="en-US" sz="1200" b="0" smtClean="0">
                <a:solidFill>
                  <a:srgbClr val="000000"/>
                </a:solidFill>
                <a:latin typeface="Arial" panose="020B0604020202020204" pitchFamily="34" charset="0"/>
              </a:rPr>
              <a:pPr/>
              <a:t>6</a:t>
            </a:fld>
            <a:endParaRPr lang="en-US" altLang="zh-CN" sz="1200" b="0">
              <a:solidFill>
                <a:srgbClr val="000000"/>
              </a:solidFill>
              <a:latin typeface="Arial" panose="020B0604020202020204" pitchFamily="3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根据所实现语言的不同，存放的内容，这里介绍</a:t>
            </a:r>
            <a:r>
              <a:rPr lang="en-US" altLang="zh-CN" dirty="0">
                <a:latin typeface="Arial" panose="020B0604020202020204" pitchFamily="34" charset="0"/>
              </a:rPr>
              <a:t>--</a:t>
            </a:r>
            <a:r>
              <a:rPr lang="zh-CN" altLang="en-US" dirty="0">
                <a:latin typeface="Arial" panose="020B0604020202020204" pitchFamily="34" charset="0"/>
              </a:rPr>
              <a:t>。一般包括以下字段：控制链是一个指针。机器状态：对当前过程调用之前的机器状态信息。通常包括：返回地址（程序计数器的值）和一些寄存器的内容。因为调用过程会使用这些内容，所以必须在返回时进行恢复。过程本身声明的对象。比如说在产生式求值过程中。（就像函数一样：参数，返回值，</a:t>
            </a:r>
            <a:r>
              <a:rPr lang="en-US" altLang="zh-CN" dirty="0">
                <a:latin typeface="Arial" panose="020B0604020202020204" pitchFamily="34" charset="0"/>
              </a:rPr>
              <a:t>2</a:t>
            </a:r>
            <a:r>
              <a:rPr lang="zh-CN" altLang="en-US" dirty="0">
                <a:latin typeface="Arial" panose="020B0604020202020204" pitchFamily="34" charset="0"/>
              </a:rPr>
              <a:t>个指针。</a:t>
            </a:r>
            <a:r>
              <a:rPr lang="en-US" altLang="zh-CN" dirty="0">
                <a:latin typeface="Arial" panose="020B0604020202020204" pitchFamily="34" charset="0"/>
              </a:rPr>
              <a:t>1</a:t>
            </a:r>
            <a:r>
              <a:rPr lang="zh-CN" altLang="en-US" dirty="0">
                <a:latin typeface="Arial" panose="020B0604020202020204" pitchFamily="34" charset="0"/>
              </a:rPr>
              <a:t>个状态。一些变量。）</a:t>
            </a:r>
          </a:p>
        </p:txBody>
      </p:sp>
    </p:spTree>
    <p:extLst>
      <p:ext uri="{BB962C8B-B14F-4D97-AF65-F5344CB8AC3E}">
        <p14:creationId xmlns:p14="http://schemas.microsoft.com/office/powerpoint/2010/main" val="3943405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87D917C0-C034-40AF-AEB4-2C17A7A65604}" type="slidenum">
              <a:rPr lang="zh-CN" altLang="en-US" sz="1200" b="0" smtClean="0">
                <a:solidFill>
                  <a:srgbClr val="000000"/>
                </a:solidFill>
                <a:latin typeface="Arial" panose="020B0604020202020204" pitchFamily="34" charset="0"/>
              </a:rPr>
              <a:pPr/>
              <a:t>7</a:t>
            </a:fld>
            <a:endParaRPr lang="en-US" altLang="zh-CN" sz="1200" b="0">
              <a:solidFill>
                <a:srgbClr val="000000"/>
              </a:solidFill>
              <a:latin typeface="Arial" panose="020B0604020202020204"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a:ea typeface="楷体_GB2312"/>
                <a:cs typeface="楷体_GB2312"/>
              </a:rPr>
              <a:t>（最后一句不懂。）为了说明对栈式存储分配进行解释，我们先。（</a:t>
            </a:r>
            <a:r>
              <a:rPr lang="zh-CN" altLang="en-US" sz="900" b="1" dirty="0">
                <a:solidFill>
                  <a:schemeClr val="tx1"/>
                </a:solidFill>
                <a:cs typeface="Times New Roman" pitchFamily="18" charset="0"/>
              </a:rPr>
              <a:t>活跃时段</a:t>
            </a:r>
            <a:r>
              <a:rPr lang="zh-CN" altLang="en-US" dirty="0">
                <a:latin typeface="楷体_GB2312"/>
                <a:ea typeface="楷体_GB2312"/>
                <a:cs typeface="楷体_GB2312"/>
              </a:rPr>
              <a:t>）</a:t>
            </a:r>
            <a:endParaRPr lang="en-US" altLang="zh-CN" dirty="0">
              <a:latin typeface="楷体_GB2312"/>
              <a:ea typeface="楷体_GB2312"/>
              <a:cs typeface="楷体_GB2312"/>
            </a:endParaRPr>
          </a:p>
        </p:txBody>
      </p:sp>
    </p:spTree>
    <p:extLst>
      <p:ext uri="{BB962C8B-B14F-4D97-AF65-F5344CB8AC3E}">
        <p14:creationId xmlns:p14="http://schemas.microsoft.com/office/powerpoint/2010/main" val="329345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95EBD21C-795C-4D5E-A99C-A3DBDE045445}" type="slidenum">
              <a:rPr lang="zh-CN" altLang="en-US" sz="1200" b="0" smtClean="0">
                <a:solidFill>
                  <a:srgbClr val="000000"/>
                </a:solidFill>
                <a:latin typeface="Arial" panose="020B0604020202020204" pitchFamily="34" charset="0"/>
              </a:rPr>
              <a:pPr/>
              <a:t>8</a:t>
            </a:fld>
            <a:endParaRPr lang="en-US" altLang="zh-CN" sz="1200" b="0">
              <a:solidFill>
                <a:srgbClr val="000000"/>
              </a:solidFill>
              <a:latin typeface="Arial" panose="020B0604020202020204"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a:ea typeface="楷体_GB2312"/>
                <a:cs typeface="楷体_GB2312"/>
              </a:rPr>
              <a:t>先介绍一个概念，叫。。下面用例子。</a:t>
            </a:r>
          </a:p>
        </p:txBody>
      </p:sp>
    </p:spTree>
    <p:extLst>
      <p:ext uri="{BB962C8B-B14F-4D97-AF65-F5344CB8AC3E}">
        <p14:creationId xmlns:p14="http://schemas.microsoft.com/office/powerpoint/2010/main" val="709088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11BA0C7B-C1F6-4DDF-B1C0-42879882A328}" type="slidenum">
              <a:rPr lang="zh-CN" altLang="en-US" sz="1200" b="0" smtClean="0">
                <a:solidFill>
                  <a:srgbClr val="000000"/>
                </a:solidFill>
                <a:latin typeface="Arial" panose="020B0604020202020204" pitchFamily="34" charset="0"/>
              </a:rPr>
              <a:pPr/>
              <a:t>9</a:t>
            </a:fld>
            <a:endParaRPr lang="en-US" altLang="zh-CN" sz="1200" b="0">
              <a:solidFill>
                <a:srgbClr val="000000"/>
              </a:solidFill>
              <a:latin typeface="Arial" panose="020B060402020202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这个程序首先读入，调用递归进行排序。</a:t>
            </a:r>
            <a:r>
              <a:rPr lang="en-US" altLang="zh-CN" dirty="0">
                <a:latin typeface="Arial" panose="020B0604020202020204" pitchFamily="34" charset="0"/>
              </a:rPr>
              <a:t>main</a:t>
            </a:r>
            <a:r>
              <a:rPr lang="zh-CN" altLang="en-US" dirty="0">
                <a:latin typeface="Arial" panose="020B0604020202020204" pitchFamily="34" charset="0"/>
              </a:rPr>
              <a:t>函数，</a:t>
            </a:r>
            <a:r>
              <a:rPr lang="en-US" altLang="zh-CN" dirty="0">
                <a:latin typeface="Arial" panose="020B0604020202020204" pitchFamily="34" charset="0"/>
              </a:rPr>
              <a:t>partition</a:t>
            </a:r>
            <a:r>
              <a:rPr lang="zh-CN" altLang="en-US" dirty="0">
                <a:latin typeface="Arial" panose="020B0604020202020204" pitchFamily="34" charset="0"/>
              </a:rPr>
              <a:t>函数选择一个分割值小</a:t>
            </a:r>
            <a:r>
              <a:rPr lang="en-US" altLang="zh-CN" dirty="0">
                <a:latin typeface="Arial" panose="020B0604020202020204" pitchFamily="34" charset="0"/>
              </a:rPr>
              <a:t>v</a:t>
            </a:r>
            <a:r>
              <a:rPr lang="zh-CN" altLang="en-US" dirty="0">
                <a:latin typeface="Arial" panose="020B0604020202020204" pitchFamily="34" charset="0"/>
              </a:rPr>
              <a:t>来划分，子数组递归调用。这里给出，可能在某次执行过程中得到的活动树。为了简单，用过程名的第一个字母。首先过程</a:t>
            </a:r>
            <a:r>
              <a:rPr lang="en-US" altLang="zh-CN" dirty="0">
                <a:latin typeface="Arial" panose="020B0604020202020204" pitchFamily="34" charset="0"/>
              </a:rPr>
              <a:t>m</a:t>
            </a:r>
            <a:r>
              <a:rPr lang="zh-CN" altLang="en-US" dirty="0">
                <a:latin typeface="Arial" panose="020B0604020202020204" pitchFamily="34" charset="0"/>
              </a:rPr>
              <a:t>调用过程</a:t>
            </a:r>
            <a:r>
              <a:rPr lang="en-US" altLang="zh-CN" dirty="0">
                <a:latin typeface="Arial" panose="020B0604020202020204" pitchFamily="34" charset="0"/>
              </a:rPr>
              <a:t>r</a:t>
            </a:r>
            <a:r>
              <a:rPr lang="zh-CN" altLang="en-US" dirty="0">
                <a:latin typeface="Arial" panose="020B0604020202020204" pitchFamily="34" charset="0"/>
              </a:rPr>
              <a:t>，</a:t>
            </a:r>
            <a:r>
              <a:rPr lang="en-US" altLang="zh-CN" dirty="0">
                <a:latin typeface="Arial" panose="020B0604020202020204" pitchFamily="34" charset="0"/>
              </a:rPr>
              <a:t>p19</a:t>
            </a:r>
            <a:r>
              <a:rPr lang="zh-CN" altLang="en-US" dirty="0">
                <a:latin typeface="Arial" panose="020B0604020202020204" pitchFamily="34" charset="0"/>
              </a:rPr>
              <a:t>返回了位置</a:t>
            </a:r>
            <a:r>
              <a:rPr lang="en-US" altLang="zh-CN" dirty="0">
                <a:latin typeface="Arial" panose="020B0604020202020204" pitchFamily="34" charset="0"/>
              </a:rPr>
              <a:t>4</a:t>
            </a:r>
            <a:r>
              <a:rPr lang="zh-CN" altLang="en-US" dirty="0">
                <a:latin typeface="Arial" panose="020B0604020202020204" pitchFamily="34" charset="0"/>
              </a:rPr>
              <a:t>。因此，在</a:t>
            </a:r>
            <a:r>
              <a:rPr lang="en-US" altLang="zh-CN" dirty="0">
                <a:latin typeface="Arial" panose="020B0604020202020204" pitchFamily="34" charset="0"/>
              </a:rPr>
              <a:t>a1</a:t>
            </a:r>
            <a:r>
              <a:rPr lang="zh-CN" altLang="en-US" dirty="0">
                <a:latin typeface="Arial" panose="020B0604020202020204" pitchFamily="34" charset="0"/>
              </a:rPr>
              <a:t>到</a:t>
            </a:r>
            <a:r>
              <a:rPr lang="en-US" altLang="zh-CN" dirty="0">
                <a:latin typeface="Arial" panose="020B0604020202020204" pitchFamily="34" charset="0"/>
              </a:rPr>
              <a:t>a3</a:t>
            </a:r>
            <a:r>
              <a:rPr lang="zh-CN" altLang="en-US" dirty="0">
                <a:latin typeface="Arial" panose="020B0604020202020204" pitchFamily="34" charset="0"/>
              </a:rPr>
              <a:t>中存放了小于。接下来，递归调用。 在程序的执行过程中，每个。。（活跃是指正在运行。）那么，具体这些活动记录是怎么分配的呢？</a:t>
            </a:r>
            <a:endParaRPr lang="en-US" altLang="zh-CN" dirty="0">
              <a:latin typeface="Arial" panose="020B0604020202020204" pitchFamily="34" charset="0"/>
            </a:endParaRPr>
          </a:p>
        </p:txBody>
      </p:sp>
    </p:spTree>
    <p:extLst>
      <p:ext uri="{BB962C8B-B14F-4D97-AF65-F5344CB8AC3E}">
        <p14:creationId xmlns:p14="http://schemas.microsoft.com/office/powerpoint/2010/main" val="3686079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9264B478-085C-442D-9923-78665EA03CAB}" type="slidenum">
              <a:rPr lang="zh-CN" altLang="en-US" sz="1200" b="0" smtClean="0">
                <a:solidFill>
                  <a:srgbClr val="000000"/>
                </a:solidFill>
                <a:latin typeface="Arial" panose="020B0604020202020204" pitchFamily="34" charset="0"/>
              </a:rPr>
              <a:pPr/>
              <a:t>10</a:t>
            </a:fld>
            <a:endParaRPr lang="en-US" altLang="zh-CN" sz="1200" b="0">
              <a:solidFill>
                <a:srgbClr val="000000"/>
              </a:solidFill>
              <a:latin typeface="Arial" panose="020B060402020202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Arial" panose="020B0604020202020204" pitchFamily="34" charset="0"/>
              </a:rPr>
              <a:t>我们说程序的执行从过程</a:t>
            </a:r>
            <a:r>
              <a:rPr lang="en-US" altLang="zh-CN" dirty="0">
                <a:latin typeface="Arial" panose="020B0604020202020204" pitchFamily="34" charset="0"/>
              </a:rPr>
              <a:t>m</a:t>
            </a:r>
            <a:r>
              <a:rPr lang="zh-CN" altLang="en-US" dirty="0">
                <a:latin typeface="Arial" panose="020B0604020202020204" pitchFamily="34" charset="0"/>
              </a:rPr>
              <a:t>的一次活动开始。这时控制栈中只有</a:t>
            </a:r>
            <a:r>
              <a:rPr lang="en-US" altLang="zh-CN" dirty="0">
                <a:latin typeface="Arial" panose="020B0604020202020204" pitchFamily="34" charset="0"/>
              </a:rPr>
              <a:t>m</a:t>
            </a:r>
            <a:r>
              <a:rPr lang="zh-CN" altLang="en-US" dirty="0">
                <a:latin typeface="Arial" panose="020B0604020202020204" pitchFamily="34" charset="0"/>
              </a:rPr>
              <a:t>的活动记录。当控制从</a:t>
            </a:r>
            <a:r>
              <a:rPr lang="en-US" altLang="zh-CN" dirty="0">
                <a:latin typeface="Arial" panose="020B0604020202020204" pitchFamily="34" charset="0"/>
              </a:rPr>
              <a:t>r</a:t>
            </a:r>
            <a:r>
              <a:rPr lang="zh-CN" altLang="en-US" dirty="0">
                <a:latin typeface="Arial" panose="020B0604020202020204" pitchFamily="34" charset="0"/>
              </a:rPr>
              <a:t>返回时，</a:t>
            </a:r>
            <a:r>
              <a:rPr lang="en-US" altLang="zh-CN" dirty="0">
                <a:latin typeface="Arial" panose="020B0604020202020204" pitchFamily="34" charset="0"/>
              </a:rPr>
              <a:t>r</a:t>
            </a:r>
            <a:r>
              <a:rPr lang="zh-CN" altLang="en-US" dirty="0">
                <a:latin typeface="Arial" panose="020B0604020202020204" pitchFamily="34" charset="0"/>
              </a:rPr>
              <a:t>的活动记录出栈。接下来，过程</a:t>
            </a:r>
            <a:r>
              <a:rPr lang="en-US" altLang="zh-CN" dirty="0">
                <a:latin typeface="Arial" panose="020B0604020202020204" pitchFamily="34" charset="0"/>
              </a:rPr>
              <a:t>m</a:t>
            </a:r>
            <a:r>
              <a:rPr lang="zh-CN" altLang="en-US" dirty="0">
                <a:latin typeface="Arial" panose="020B0604020202020204" pitchFamily="34" charset="0"/>
              </a:rPr>
              <a:t>。</a:t>
            </a:r>
            <a:endParaRPr lang="en-US" altLang="zh-CN" dirty="0">
              <a:latin typeface="Arial" panose="020B0604020202020204" pitchFamily="34" charset="0"/>
            </a:endParaRPr>
          </a:p>
        </p:txBody>
      </p:sp>
    </p:spTree>
    <p:extLst>
      <p:ext uri="{BB962C8B-B14F-4D97-AF65-F5344CB8AC3E}">
        <p14:creationId xmlns:p14="http://schemas.microsoft.com/office/powerpoint/2010/main" val="3964797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14B5CEC-DD31-4730-B5CE-AC370D507702}" type="slidenum">
              <a:rPr lang="zh-CN" altLang="en-US" sz="1200" b="0" smtClean="0">
                <a:solidFill>
                  <a:srgbClr val="000000"/>
                </a:solidFill>
                <a:latin typeface="Arial" panose="020B0604020202020204" pitchFamily="34" charset="0"/>
              </a:rPr>
              <a:pPr/>
              <a:t>11</a:t>
            </a:fld>
            <a:endParaRPr lang="en-US" altLang="zh-CN" sz="1200" b="0">
              <a:solidFill>
                <a:srgbClr val="000000"/>
              </a:solidFill>
              <a:latin typeface="Arial" panose="020B0604020202020204"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just" defTabSz="914400" rtl="0" eaLnBrk="1" fontAlgn="base" latinLnBrk="0" hangingPunct="1">
              <a:lnSpc>
                <a:spcPct val="100000"/>
              </a:lnSpc>
              <a:spcBef>
                <a:spcPct val="30000"/>
              </a:spcBef>
              <a:spcAft>
                <a:spcPct val="0"/>
              </a:spcAft>
              <a:buClrTx/>
              <a:buSzTx/>
              <a:buFontTx/>
              <a:buNone/>
              <a:tabLst/>
              <a:defRPr/>
            </a:pPr>
            <a:r>
              <a:rPr lang="zh-CN" altLang="en-US" dirty="0">
                <a:latin typeface="Arial" panose="020B0604020202020204" pitchFamily="34" charset="0"/>
              </a:rPr>
              <a:t>这里，注意曾经被过程</a:t>
            </a:r>
            <a:r>
              <a:rPr lang="en-US" altLang="zh-CN" dirty="0">
                <a:latin typeface="Arial" panose="020B0604020202020204" pitchFamily="34" charset="0"/>
              </a:rPr>
              <a:t>r</a:t>
            </a:r>
            <a:r>
              <a:rPr lang="zh-CN" altLang="en-US" dirty="0">
                <a:latin typeface="Arial" panose="020B0604020202020204" pitchFamily="34" charset="0"/>
              </a:rPr>
              <a:t>占用的空间现在被过程</a:t>
            </a:r>
            <a:r>
              <a:rPr lang="en-US" altLang="zh-CN" dirty="0">
                <a:latin typeface="Arial" panose="020B0604020202020204" pitchFamily="34" charset="0"/>
              </a:rPr>
              <a:t>q19</a:t>
            </a:r>
            <a:r>
              <a:rPr lang="zh-CN" altLang="en-US" dirty="0">
                <a:latin typeface="Arial" panose="020B0604020202020204" pitchFamily="34" charset="0"/>
              </a:rPr>
              <a:t>复用了。当控制从</a:t>
            </a:r>
            <a:r>
              <a:rPr lang="en-US" altLang="zh-CN" dirty="0">
                <a:latin typeface="Arial" panose="020B0604020202020204" pitchFamily="34" charset="0"/>
              </a:rPr>
              <a:t>p19</a:t>
            </a:r>
            <a:r>
              <a:rPr lang="zh-CN" altLang="en-US" dirty="0">
                <a:latin typeface="Arial" panose="020B0604020202020204" pitchFamily="34" charset="0"/>
              </a:rPr>
              <a:t>返回时，</a:t>
            </a:r>
          </a:p>
        </p:txBody>
      </p:sp>
    </p:spTree>
    <p:extLst>
      <p:ext uri="{BB962C8B-B14F-4D97-AF65-F5344CB8AC3E}">
        <p14:creationId xmlns:p14="http://schemas.microsoft.com/office/powerpoint/2010/main" val="3398643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679A6506-ED37-45A4-B2ED-2A68B5E702BE}" type="slidenum">
              <a:rPr lang="zh-CN" altLang="en-US" sz="1200" b="0" smtClean="0">
                <a:solidFill>
                  <a:srgbClr val="000000"/>
                </a:solidFill>
                <a:latin typeface="Arial" panose="020B0604020202020204" pitchFamily="34" charset="0"/>
              </a:rPr>
              <a:pPr/>
              <a:t>12</a:t>
            </a:fld>
            <a:endParaRPr lang="en-US" altLang="zh-CN" sz="1200" b="0">
              <a:solidFill>
                <a:srgbClr val="000000"/>
              </a:solidFill>
              <a:latin typeface="Arial" panose="020B060402020202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Arial" panose="020B0604020202020204" pitchFamily="34" charset="0"/>
              </a:rPr>
              <a:t>这时候，我们发现。。。当控制从</a:t>
            </a:r>
            <a:r>
              <a:rPr lang="en-US" altLang="zh-CN" dirty="0">
                <a:latin typeface="Arial" panose="020B0604020202020204" pitchFamily="34" charset="0"/>
              </a:rPr>
              <a:t>p13</a:t>
            </a:r>
            <a:r>
              <a:rPr lang="zh-CN" altLang="en-US" dirty="0">
                <a:latin typeface="Arial" panose="020B0604020202020204" pitchFamily="34" charset="0"/>
              </a:rPr>
              <a:t>返回的时候，现在过程</a:t>
            </a:r>
            <a:r>
              <a:rPr lang="en-US" altLang="zh-CN" dirty="0">
                <a:latin typeface="Arial" panose="020B0604020202020204" pitchFamily="34" charset="0"/>
              </a:rPr>
              <a:t>q</a:t>
            </a:r>
            <a:r>
              <a:rPr lang="zh-CN" altLang="en-US" dirty="0">
                <a:latin typeface="Arial" panose="020B0604020202020204" pitchFamily="34" charset="0"/>
              </a:rPr>
              <a:t>的多个记录。接下来，</a:t>
            </a:r>
            <a:endParaRPr lang="en-US" altLang="zh-CN" dirty="0">
              <a:latin typeface="Arial" panose="020B0604020202020204" pitchFamily="34" charset="0"/>
            </a:endParaRPr>
          </a:p>
        </p:txBody>
      </p:sp>
    </p:spTree>
    <p:extLst>
      <p:ext uri="{BB962C8B-B14F-4D97-AF65-F5344CB8AC3E}">
        <p14:creationId xmlns:p14="http://schemas.microsoft.com/office/powerpoint/2010/main" val="3413850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6F10180D-5FBD-460F-AC9C-BE06728F93F6}" type="slidenum">
              <a:rPr lang="zh-CN" altLang="en-US" sz="1200" b="0" smtClean="0">
                <a:solidFill>
                  <a:srgbClr val="000000"/>
                </a:solidFill>
                <a:latin typeface="Arial" panose="020B0604020202020204" pitchFamily="34" charset="0"/>
              </a:rPr>
              <a:pPr/>
              <a:t>13</a:t>
            </a:fld>
            <a:endParaRPr lang="en-US" altLang="zh-CN" sz="1200" b="0">
              <a:solidFill>
                <a:srgbClr val="000000"/>
              </a:solidFill>
              <a:latin typeface="Arial" panose="020B060402020202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Arial" panose="020B0604020202020204" pitchFamily="34" charset="0"/>
              </a:rPr>
              <a:t>当调用，返回。</a:t>
            </a:r>
            <a:endParaRPr lang="en-US" altLang="zh-CN" dirty="0">
              <a:latin typeface="Arial" panose="020B0604020202020204" pitchFamily="34" charset="0"/>
            </a:endParaRPr>
          </a:p>
        </p:txBody>
      </p:sp>
    </p:spTree>
    <p:extLst>
      <p:ext uri="{BB962C8B-B14F-4D97-AF65-F5344CB8AC3E}">
        <p14:creationId xmlns:p14="http://schemas.microsoft.com/office/powerpoint/2010/main" val="3389564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06F4818F-88FB-44D9-B00B-4DB5E5D2BF65}" type="slidenum">
              <a:rPr lang="zh-CN" altLang="en-US" sz="1200" b="0" smtClean="0">
                <a:solidFill>
                  <a:srgbClr val="000000"/>
                </a:solidFill>
                <a:latin typeface="Arial" panose="020B0604020202020204" pitchFamily="34" charset="0"/>
              </a:rPr>
              <a:pPr/>
              <a:t>14</a:t>
            </a:fld>
            <a:endParaRPr lang="en-US" altLang="zh-CN" sz="1200" b="0">
              <a:solidFill>
                <a:srgbClr val="000000"/>
              </a:solidFill>
              <a:latin typeface="Arial" panose="020B060402020202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Arial" panose="020B0604020202020204" pitchFamily="34" charset="0"/>
              </a:rPr>
              <a:t>剩下的就不再演示。蓝线指向的是 已经执行完毕的活动。处于活跃状态的活动。黑线尚未执行的活动。我们可以看出，红线的活动。。。活动树中，从根节点</a:t>
            </a:r>
          </a:p>
        </p:txBody>
      </p:sp>
    </p:spTree>
    <p:extLst>
      <p:ext uri="{BB962C8B-B14F-4D97-AF65-F5344CB8AC3E}">
        <p14:creationId xmlns:p14="http://schemas.microsoft.com/office/powerpoint/2010/main" val="723467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A2984D90-AB57-4B4B-B1FF-AF1C72A805B8}" type="slidenum">
              <a:rPr lang="zh-CN" altLang="en-US" sz="1200" b="0" smtClean="0">
                <a:solidFill>
                  <a:srgbClr val="000000"/>
                </a:solidFill>
                <a:latin typeface="Arial" panose="020B0604020202020204" pitchFamily="34" charset="0"/>
              </a:rPr>
              <a:pPr/>
              <a:t>15</a:t>
            </a:fld>
            <a:endParaRPr lang="en-US" altLang="zh-CN" sz="1200" b="0">
              <a:solidFill>
                <a:srgbClr val="000000"/>
              </a:solidFill>
              <a:latin typeface="Arial" panose="020B0604020202020204"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a:ea typeface="楷体_GB2312"/>
                <a:cs typeface="楷体_GB2312"/>
              </a:rPr>
              <a:t>根据以上的分析，我们来看。这里，上班部分是调用者的活动记录（第一句读完，为什么，方便。）考虑到地址的变化是从上到下逐渐加大的，栈底上方。尽可能地靠近调用者的活动记录。我们说大部分局部固定存储空间，但</a:t>
            </a:r>
            <a:r>
              <a:rPr lang="zh-CN" altLang="en-US" dirty="0">
                <a:solidFill>
                  <a:srgbClr val="FF0000"/>
                </a:solidFill>
                <a:latin typeface="楷体_GB2312"/>
                <a:ea typeface="楷体_GB2312"/>
                <a:cs typeface="楷体_GB2312"/>
              </a:rPr>
              <a:t>有一些局部数组在运行时才能知道，最常见的例子是动态数组，因此放在尾部</a:t>
            </a:r>
            <a:r>
              <a:rPr lang="zh-CN" altLang="en-US" dirty="0">
                <a:latin typeface="楷体_GB2312"/>
                <a:ea typeface="楷体_GB2312"/>
                <a:cs typeface="楷体_GB2312"/>
              </a:rPr>
              <a:t>。</a:t>
            </a:r>
            <a:r>
              <a:rPr lang="en-US" altLang="zh-CN" dirty="0" err="1">
                <a:latin typeface="楷体_GB2312"/>
                <a:ea typeface="楷体_GB2312"/>
                <a:cs typeface="楷体_GB2312"/>
              </a:rPr>
              <a:t>topsp</a:t>
            </a:r>
            <a:r>
              <a:rPr lang="zh-CN" altLang="en-US" dirty="0">
                <a:latin typeface="楷体_GB2312"/>
                <a:ea typeface="楷体_GB2312"/>
                <a:cs typeface="楷体_GB2312"/>
              </a:rPr>
              <a:t>并不是指向真正的栈顶。而是指向。</a:t>
            </a:r>
            <a:endParaRPr lang="en-US" altLang="zh-CN" dirty="0">
              <a:latin typeface="楷体_GB2312"/>
              <a:ea typeface="楷体_GB2312"/>
              <a:cs typeface="楷体_GB2312"/>
            </a:endParaRPr>
          </a:p>
        </p:txBody>
      </p:sp>
    </p:spTree>
    <p:extLst>
      <p:ext uri="{BB962C8B-B14F-4D97-AF65-F5344CB8AC3E}">
        <p14:creationId xmlns:p14="http://schemas.microsoft.com/office/powerpoint/2010/main" val="2052864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CB7A2A2A-8E77-4BB9-8091-509560D29A4D}" type="slidenum">
              <a:rPr lang="zh-CN" altLang="en-US" sz="1200" b="0" smtClean="0">
                <a:solidFill>
                  <a:srgbClr val="000000"/>
                </a:solidFill>
                <a:latin typeface="Arial" panose="020B0604020202020204" pitchFamily="34" charset="0"/>
              </a:rPr>
              <a:pPr/>
              <a:t>16</a:t>
            </a:fld>
            <a:endParaRPr lang="en-US" altLang="zh-CN" sz="1200" b="0">
              <a:solidFill>
                <a:srgbClr val="000000"/>
              </a:solidFill>
              <a:latin typeface="Arial" panose="020B060402020202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（调用序列不好懂）给大家</a:t>
            </a:r>
            <a:r>
              <a:rPr lang="en-US" altLang="zh-CN" dirty="0">
                <a:latin typeface="Arial" panose="020B0604020202020204" pitchFamily="34" charset="0"/>
              </a:rPr>
              <a:t>1</a:t>
            </a:r>
            <a:r>
              <a:rPr lang="zh-CN" altLang="en-US" dirty="0">
                <a:latin typeface="Arial" panose="020B0604020202020204" pitchFamily="34" charset="0"/>
              </a:rPr>
              <a:t>分多钟，自己念一下这个</a:t>
            </a:r>
            <a:r>
              <a:rPr lang="en-US" altLang="zh-CN" dirty="0" err="1">
                <a:latin typeface="Arial" panose="020B0604020202020204" pitchFamily="34" charset="0"/>
              </a:rPr>
              <a:t>ppt</a:t>
            </a:r>
            <a:r>
              <a:rPr lang="zh-CN" altLang="en-US" dirty="0">
                <a:latin typeface="Arial" panose="020B0604020202020204" pitchFamily="34" charset="0"/>
              </a:rPr>
              <a:t>，然后我来提问。大概实现了什么功能？</a:t>
            </a:r>
          </a:p>
        </p:txBody>
      </p:sp>
    </p:spTree>
    <p:extLst>
      <p:ext uri="{BB962C8B-B14F-4D97-AF65-F5344CB8AC3E}">
        <p14:creationId xmlns:p14="http://schemas.microsoft.com/office/powerpoint/2010/main" val="2011567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CB7A2A2A-8E77-4BB9-8091-509560D29A4D}" type="slidenum">
              <a:rPr lang="zh-CN" altLang="en-US" sz="1200" b="0" smtClean="0">
                <a:solidFill>
                  <a:srgbClr val="000000"/>
                </a:solidFill>
                <a:latin typeface="Arial" panose="020B0604020202020204" pitchFamily="34" charset="0"/>
              </a:rPr>
              <a:pPr/>
              <a:t>17</a:t>
            </a:fld>
            <a:endParaRPr lang="en-US" altLang="zh-CN" sz="1200" b="0">
              <a:solidFill>
                <a:srgbClr val="000000"/>
              </a:solidFill>
              <a:latin typeface="Arial" panose="020B060402020202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大概实现了什么功能？</a:t>
            </a:r>
          </a:p>
        </p:txBody>
      </p:sp>
    </p:spTree>
    <p:extLst>
      <p:ext uri="{BB962C8B-B14F-4D97-AF65-F5344CB8AC3E}">
        <p14:creationId xmlns:p14="http://schemas.microsoft.com/office/powerpoint/2010/main" val="432234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C81B7DD4-9EC1-4FEF-BE5E-E869E114D319}" type="slidenum">
              <a:rPr lang="zh-CN" altLang="en-US" sz="1200" b="0" smtClean="0">
                <a:solidFill>
                  <a:srgbClr val="000000"/>
                </a:solidFill>
                <a:latin typeface="Arial" panose="020B0604020202020204" pitchFamily="34" charset="0"/>
              </a:rPr>
              <a:pPr/>
              <a:t>18</a:t>
            </a:fld>
            <a:endParaRPr lang="en-US" altLang="zh-CN" sz="1200" b="0">
              <a:solidFill>
                <a:srgbClr val="000000"/>
              </a:solidFill>
              <a:latin typeface="Arial" panose="020B060402020202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dirty="0">
                <a:latin typeface="楷体_GB2312"/>
                <a:cs typeface="Times New Roman" panose="02020603050405020304" pitchFamily="18" charset="0"/>
              </a:rPr>
              <a:t>下面我们来看调用过程和被调合作完成调用序列的例子。指向右边，这里同样的调用者在上方，我们说，。</a:t>
            </a:r>
            <a:r>
              <a:rPr lang="zh-CN" altLang="en-US" b="1" dirty="0">
                <a:latin typeface="楷体_GB2312"/>
                <a:cs typeface="Times New Roman" panose="02020603050405020304" pitchFamily="18" charset="0"/>
              </a:rPr>
              <a:t>这是调用序列。（</a:t>
            </a:r>
            <a:r>
              <a:rPr lang="zh-CN" altLang="en-US" b="0" dirty="0">
                <a:latin typeface="楷体_GB2312"/>
                <a:cs typeface="Times New Roman" panose="02020603050405020304" pitchFamily="18" charset="0"/>
              </a:rPr>
              <a:t>负责计算，并把它放在被调用者活动记录的指定位置</a:t>
            </a:r>
            <a:r>
              <a:rPr lang="zh-CN" altLang="en-US" b="1" dirty="0">
                <a:latin typeface="楷体_GB2312"/>
                <a:cs typeface="Times New Roman" panose="02020603050405020304" pitchFamily="18" charset="0"/>
              </a:rPr>
              <a:t>）</a:t>
            </a:r>
          </a:p>
        </p:txBody>
      </p:sp>
    </p:spTree>
    <p:extLst>
      <p:ext uri="{BB962C8B-B14F-4D97-AF65-F5344CB8AC3E}">
        <p14:creationId xmlns:p14="http://schemas.microsoft.com/office/powerpoint/2010/main" val="4167609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EAF351B8-6C01-460E-BB5D-E3689F458010}" type="slidenum">
              <a:rPr lang="zh-CN" altLang="en-US" sz="1200" b="0" smtClean="0">
                <a:solidFill>
                  <a:srgbClr val="000000"/>
                </a:solidFill>
                <a:latin typeface="Arial" panose="020B0604020202020204" pitchFamily="34" charset="0"/>
              </a:rPr>
              <a:pPr algn="r" eaLnBrk="1" hangingPunct="1"/>
              <a:t>19</a:t>
            </a:fld>
            <a:endParaRPr lang="en-US" altLang="zh-CN" sz="1200" b="0">
              <a:solidFill>
                <a:srgbClr val="000000"/>
              </a:solidFill>
              <a:latin typeface="Arial" panose="020B060402020202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CN" altLang="en-US" b="1" dirty="0">
                <a:latin typeface="楷体_GB2312"/>
                <a:ea typeface="楷体_GB2312"/>
                <a:cs typeface="楷体_GB2312"/>
              </a:rPr>
              <a:t>在返回。。的时候，然后使用控制链和状态。。（不讲：</a:t>
            </a:r>
            <a:r>
              <a:rPr lang="zh-CN" altLang="en-US" sz="900" b="1" dirty="0">
                <a:solidFill>
                  <a:schemeClr val="tx1"/>
                </a:solidFill>
                <a:ea typeface="楷体" pitchFamily="49" charset="-122"/>
                <a:cs typeface="Times New Roman" pitchFamily="18" charset="0"/>
              </a:rPr>
              <a:t>尽管</a:t>
            </a:r>
            <a:r>
              <a:rPr lang="en-US" altLang="zh-CN" sz="900" b="1" i="1" dirty="0">
                <a:solidFill>
                  <a:schemeClr val="tx1"/>
                </a:solidFill>
                <a:ea typeface="楷体" pitchFamily="49" charset="-122"/>
                <a:cs typeface="Times New Roman" pitchFamily="18" charset="0"/>
              </a:rPr>
              <a:t>top-</a:t>
            </a:r>
            <a:r>
              <a:rPr lang="en-US" altLang="zh-CN" sz="900" b="1" i="1" dirty="0" err="1">
                <a:solidFill>
                  <a:schemeClr val="tx1"/>
                </a:solidFill>
                <a:ea typeface="楷体" pitchFamily="49" charset="-122"/>
                <a:cs typeface="Times New Roman" pitchFamily="18" charset="0"/>
              </a:rPr>
              <a:t>sp</a:t>
            </a:r>
            <a:r>
              <a:rPr lang="zh-CN" altLang="en-US" sz="900" b="1" dirty="0">
                <a:solidFill>
                  <a:schemeClr val="tx1"/>
                </a:solidFill>
                <a:ea typeface="楷体" pitchFamily="49" charset="-122"/>
                <a:cs typeface="Times New Roman" pitchFamily="18" charset="0"/>
              </a:rPr>
              <a:t>已经被减小，但</a:t>
            </a:r>
            <a:r>
              <a:rPr lang="zh-CN" altLang="en-US" sz="900" b="1" dirty="0">
                <a:solidFill>
                  <a:srgbClr val="FF0000"/>
                </a:solidFill>
                <a:ea typeface="楷体" pitchFamily="49" charset="-122"/>
                <a:cs typeface="Times New Roman" pitchFamily="18" charset="0"/>
              </a:rPr>
              <a:t>调用者</a:t>
            </a:r>
            <a:r>
              <a:rPr lang="zh-CN" altLang="en-US" sz="900" b="1" dirty="0">
                <a:solidFill>
                  <a:schemeClr val="tx1"/>
                </a:solidFill>
                <a:ea typeface="楷体" pitchFamily="49" charset="-122"/>
                <a:cs typeface="Times New Roman" pitchFamily="18" charset="0"/>
              </a:rPr>
              <a:t>仍然知道</a:t>
            </a:r>
            <a:r>
              <a:rPr lang="zh-CN" altLang="en-US" sz="900" b="1" dirty="0">
                <a:solidFill>
                  <a:schemeClr val="tx2">
                    <a:lumMod val="60000"/>
                    <a:lumOff val="40000"/>
                  </a:schemeClr>
                </a:solidFill>
                <a:ea typeface="楷体" pitchFamily="49" charset="-122"/>
                <a:cs typeface="Times New Roman" pitchFamily="18" charset="0"/>
              </a:rPr>
              <a:t>返回值</a:t>
            </a:r>
            <a:r>
              <a:rPr lang="zh-CN" altLang="en-US" sz="900" b="1" dirty="0">
                <a:solidFill>
                  <a:schemeClr val="tx1"/>
                </a:solidFill>
                <a:ea typeface="楷体" pitchFamily="49" charset="-122"/>
                <a:cs typeface="Times New Roman" pitchFamily="18" charset="0"/>
              </a:rPr>
              <a:t>相对于当前</a:t>
            </a:r>
            <a:r>
              <a:rPr lang="en-US" altLang="zh-CN" sz="900" b="1" i="1" dirty="0">
                <a:solidFill>
                  <a:schemeClr val="tx1"/>
                </a:solidFill>
                <a:ea typeface="楷体" pitchFamily="49" charset="-122"/>
                <a:cs typeface="Times New Roman" pitchFamily="18" charset="0"/>
              </a:rPr>
              <a:t>top-</a:t>
            </a:r>
            <a:r>
              <a:rPr lang="en-US" altLang="zh-CN" sz="900" b="1" i="1" dirty="0" err="1">
                <a:solidFill>
                  <a:schemeClr val="tx1"/>
                </a:solidFill>
                <a:ea typeface="楷体" pitchFamily="49" charset="-122"/>
                <a:cs typeface="Times New Roman" pitchFamily="18" charset="0"/>
              </a:rPr>
              <a:t>sp</a:t>
            </a:r>
            <a:r>
              <a:rPr lang="zh-CN" altLang="en-US" sz="900" b="1" dirty="0">
                <a:solidFill>
                  <a:schemeClr val="tx1"/>
                </a:solidFill>
                <a:ea typeface="楷体" pitchFamily="49" charset="-122"/>
                <a:cs typeface="Times New Roman" pitchFamily="18" charset="0"/>
              </a:rPr>
              <a:t>值的位置。因此，调用者可以使用那个返回值</a:t>
            </a:r>
            <a:r>
              <a:rPr lang="zh-CN" altLang="en-US" sz="900" b="1" dirty="0">
                <a:solidFill>
                  <a:schemeClr val="tx1"/>
                </a:solidFill>
                <a:latin typeface="Arial" charset="0"/>
                <a:ea typeface="楷体" pitchFamily="49" charset="-122"/>
                <a:cs typeface="Times New Roman" pitchFamily="18" charset="0"/>
              </a:rPr>
              <a:t>。</a:t>
            </a:r>
            <a:r>
              <a:rPr lang="zh-CN" altLang="en-US" b="1" dirty="0">
                <a:latin typeface="楷体_GB2312"/>
                <a:ea typeface="楷体_GB2312"/>
                <a:cs typeface="楷体_GB2312"/>
              </a:rPr>
              <a:t>）</a:t>
            </a:r>
          </a:p>
        </p:txBody>
      </p:sp>
    </p:spTree>
    <p:extLst>
      <p:ext uri="{BB962C8B-B14F-4D97-AF65-F5344CB8AC3E}">
        <p14:creationId xmlns:p14="http://schemas.microsoft.com/office/powerpoint/2010/main" val="852545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4" tIns="45717" rIns="91434" bIns="45717"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ADEE4884-29A7-4595-B3CB-5308D493899A}" type="slidenum">
              <a:rPr lang="zh-CN" altLang="en-US" sz="1200" b="0" smtClean="0">
                <a:solidFill>
                  <a:srgbClr val="000000"/>
                </a:solidFill>
                <a:latin typeface="Arial" panose="020B0604020202020204" pitchFamily="34" charset="0"/>
              </a:rPr>
              <a:pPr algn="r" eaLnBrk="1" hangingPunct="1"/>
              <a:t>20</a:t>
            </a:fld>
            <a:endParaRPr lang="en-US" altLang="zh-CN" sz="1200" b="0">
              <a:solidFill>
                <a:srgbClr val="000000"/>
              </a:solidFill>
              <a:latin typeface="Arial" panose="020B0604020202020204"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dirty="0">
                <a:latin typeface="楷体_GB2312"/>
                <a:ea typeface="楷体_GB2312"/>
                <a:cs typeface="楷体_GB2312"/>
              </a:rPr>
              <a:t>下面用这张图来总结，调用者：参数，控制链，返回地址，也就是程序计数器的值。被调用者，和其他的机器状态字。</a:t>
            </a:r>
            <a:r>
              <a:rPr lang="en-US" altLang="zh-CN" b="1" dirty="0" err="1">
                <a:latin typeface="楷体_GB2312"/>
                <a:ea typeface="楷体_GB2312"/>
                <a:cs typeface="楷体_GB2312"/>
              </a:rPr>
              <a:t>topsp</a:t>
            </a:r>
            <a:r>
              <a:rPr lang="zh-CN" altLang="en-US" b="1" dirty="0">
                <a:latin typeface="楷体_GB2312"/>
                <a:ea typeface="楷体_GB2312"/>
                <a:cs typeface="楷体_GB2312"/>
              </a:rPr>
              <a:t>的值由调用者负责更新，有被负责回复。</a:t>
            </a:r>
          </a:p>
        </p:txBody>
      </p:sp>
    </p:spTree>
    <p:extLst>
      <p:ext uri="{BB962C8B-B14F-4D97-AF65-F5344CB8AC3E}">
        <p14:creationId xmlns:p14="http://schemas.microsoft.com/office/powerpoint/2010/main" val="3477091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rPr>
              <a:t>（</a:t>
            </a:r>
            <a:r>
              <a:rPr lang="zh-CN" altLang="en-US" sz="900" b="1" dirty="0">
                <a:solidFill>
                  <a:schemeClr val="tx1"/>
                </a:solidFill>
                <a:cs typeface="Times New Roman" pitchFamily="18" charset="0"/>
              </a:rPr>
              <a:t>只有一个数据对象</a:t>
            </a:r>
            <a:r>
              <a:rPr lang="zh-CN" altLang="en-US" sz="900" b="1" dirty="0">
                <a:solidFill>
                  <a:schemeClr val="tx2">
                    <a:lumMod val="60000"/>
                    <a:lumOff val="40000"/>
                  </a:schemeClr>
                </a:solidFill>
                <a:cs typeface="Times New Roman" pitchFamily="18" charset="0"/>
              </a:rPr>
              <a:t>局部于某个过程</a:t>
            </a:r>
            <a:r>
              <a:rPr lang="zh-CN" altLang="en-US" sz="900" b="1" dirty="0">
                <a:solidFill>
                  <a:schemeClr val="tx1"/>
                </a:solidFill>
                <a:cs typeface="Times New Roman" pitchFamily="18" charset="0"/>
              </a:rPr>
              <a:t>，且</a:t>
            </a:r>
            <a:r>
              <a:rPr lang="zh-CN" altLang="en-US" sz="900" b="1" dirty="0">
                <a:solidFill>
                  <a:schemeClr val="tx2">
                    <a:lumMod val="60000"/>
                    <a:lumOff val="40000"/>
                  </a:schemeClr>
                </a:solidFill>
                <a:cs typeface="Times New Roman" pitchFamily="18" charset="0"/>
              </a:rPr>
              <a:t>当此过程结束时它变得不可访问</a:t>
            </a:r>
            <a:r>
              <a:rPr lang="zh-CN" altLang="en-US" sz="900" b="1" dirty="0">
                <a:solidFill>
                  <a:schemeClr val="tx1"/>
                </a:solidFill>
                <a:cs typeface="Times New Roman" pitchFamily="18" charset="0"/>
              </a:rPr>
              <a:t>，才可以使用栈为这个对象分配空间</a:t>
            </a:r>
            <a:endParaRPr lang="en-US" altLang="zh-CN" sz="900" b="1" dirty="0">
              <a:solidFill>
                <a:schemeClr val="tx1"/>
              </a:solidFill>
              <a:cs typeface="Times New Roman" pitchFamily="18" charset="0"/>
            </a:endParaRPr>
          </a:p>
          <a:p>
            <a:r>
              <a:rPr lang="zh-CN" altLang="en-US" dirty="0">
                <a:latin typeface="Arial" panose="020B0604020202020204" pitchFamily="34" charset="0"/>
              </a:rPr>
              <a:t>）</a:t>
            </a:r>
            <a:endParaRPr lang="en-US" altLang="zh-CN" dirty="0">
              <a:latin typeface="Arial" panose="020B0604020202020204" pitchFamily="34" charset="0"/>
            </a:endParaRPr>
          </a:p>
        </p:txBody>
      </p:sp>
    </p:spTree>
    <p:extLst>
      <p:ext uri="{BB962C8B-B14F-4D97-AF65-F5344CB8AC3E}">
        <p14:creationId xmlns:p14="http://schemas.microsoft.com/office/powerpoint/2010/main" val="2839395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变长数据最常见的例子就是。给出动态数组分配存储空间的常用策略。这里，在过程</a:t>
            </a:r>
            <a:r>
              <a:rPr lang="en-US" altLang="zh-CN" dirty="0">
                <a:latin typeface="Arial" panose="020B0604020202020204" pitchFamily="34" charset="0"/>
              </a:rPr>
              <a:t>p</a:t>
            </a:r>
            <a:r>
              <a:rPr lang="zh-CN" altLang="en-US" dirty="0">
                <a:latin typeface="Arial" panose="020B0604020202020204" pitchFamily="34" charset="0"/>
              </a:rPr>
              <a:t>中，包含了</a:t>
            </a:r>
            <a:r>
              <a:rPr lang="en-US" altLang="zh-CN" dirty="0">
                <a:latin typeface="Arial" panose="020B0604020202020204" pitchFamily="34" charset="0"/>
              </a:rPr>
              <a:t>3</a:t>
            </a:r>
            <a:r>
              <a:rPr lang="zh-CN" altLang="en-US" dirty="0">
                <a:latin typeface="Arial" panose="020B0604020202020204" pitchFamily="34" charset="0"/>
              </a:rPr>
              <a:t>个数组，大小在编译时刻不能确定。尽管数组还是存储在栈中，但是并不属于</a:t>
            </a:r>
            <a:r>
              <a:rPr lang="en-US" altLang="zh-CN" dirty="0">
                <a:latin typeface="Arial" panose="020B0604020202020204" pitchFamily="34" charset="0"/>
              </a:rPr>
              <a:t>P</a:t>
            </a:r>
            <a:r>
              <a:rPr lang="zh-CN" altLang="en-US" dirty="0">
                <a:latin typeface="Arial" panose="020B0604020202020204" pitchFamily="34" charset="0"/>
              </a:rPr>
              <a:t>的活动记录，只是存放了指针。在</a:t>
            </a:r>
            <a:r>
              <a:rPr lang="en-US" altLang="zh-CN" dirty="0">
                <a:latin typeface="Arial" panose="020B0604020202020204" pitchFamily="34" charset="0"/>
              </a:rPr>
              <a:t>p</a:t>
            </a:r>
            <a:r>
              <a:rPr lang="zh-CN" altLang="en-US" dirty="0">
                <a:latin typeface="Arial" panose="020B0604020202020204" pitchFamily="34" charset="0"/>
              </a:rPr>
              <a:t>执行的时候，这些指针的位置相对于栈顶指针的偏移量是已知的，目标代码可以通过这些指针来访问数组。这里，我们还给出了被过程</a:t>
            </a:r>
            <a:r>
              <a:rPr lang="en-US" altLang="zh-CN" dirty="0">
                <a:latin typeface="Arial" panose="020B0604020202020204" pitchFamily="34" charset="0"/>
              </a:rPr>
              <a:t>p</a:t>
            </a:r>
            <a:r>
              <a:rPr lang="zh-CN" altLang="en-US" dirty="0">
                <a:latin typeface="Arial" panose="020B0604020202020204" pitchFamily="34" charset="0"/>
              </a:rPr>
              <a:t>调用的</a:t>
            </a:r>
            <a:r>
              <a:rPr lang="en-US" altLang="zh-CN" dirty="0">
                <a:latin typeface="Arial" panose="020B0604020202020204" pitchFamily="34" charset="0"/>
              </a:rPr>
              <a:t>q</a:t>
            </a:r>
            <a:r>
              <a:rPr lang="zh-CN" altLang="en-US" dirty="0">
                <a:latin typeface="Arial" panose="020B0604020202020204" pitchFamily="34" charset="0"/>
              </a:rPr>
              <a:t>的活动记录。可以看到，过程</a:t>
            </a:r>
            <a:r>
              <a:rPr lang="en-US" altLang="zh-CN" dirty="0">
                <a:latin typeface="Arial" panose="020B0604020202020204" pitchFamily="34" charset="0"/>
              </a:rPr>
              <a:t>q</a:t>
            </a:r>
            <a:r>
              <a:rPr lang="zh-CN" altLang="en-US" dirty="0">
                <a:latin typeface="Arial" panose="020B0604020202020204" pitchFamily="34" charset="0"/>
              </a:rPr>
              <a:t>的活动记录分配在。。之后。变长数组被分配在活动</a:t>
            </a:r>
            <a:r>
              <a:rPr lang="en-US" altLang="zh-CN" dirty="0">
                <a:latin typeface="Arial" panose="020B0604020202020204" pitchFamily="34" charset="0"/>
              </a:rPr>
              <a:t>q</a:t>
            </a:r>
            <a:r>
              <a:rPr lang="zh-CN" altLang="en-US" dirty="0">
                <a:latin typeface="Arial" panose="020B0604020202020204" pitchFamily="34" charset="0"/>
              </a:rPr>
              <a:t>的活动记录之外。</a:t>
            </a:r>
          </a:p>
        </p:txBody>
      </p:sp>
      <p:sp>
        <p:nvSpPr>
          <p:cNvPr id="82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FF9E0490-02EB-49BB-BB8E-459BD0AFBACA}" type="slidenum">
              <a:rPr lang="zh-CN" altLang="en-US" sz="1200" b="0" smtClean="0">
                <a:solidFill>
                  <a:srgbClr val="000000"/>
                </a:solidFill>
                <a:latin typeface="Arial" panose="020B0604020202020204" pitchFamily="34" charset="0"/>
              </a:rPr>
              <a:pPr/>
              <a:t>22</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20021271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结束</a:t>
            </a:r>
            <a:r>
              <a:rPr lang="en-US" altLang="zh-CN" dirty="0"/>
              <a:t>2023.</a:t>
            </a:r>
            <a:endParaRPr lang="zh-CN" altLang="en-US" dirty="0"/>
          </a:p>
        </p:txBody>
      </p:sp>
      <p:sp>
        <p:nvSpPr>
          <p:cNvPr id="4" name="灯片编号占位符 3"/>
          <p:cNvSpPr>
            <a:spLocks noGrp="1"/>
          </p:cNvSpPr>
          <p:nvPr>
            <p:ph type="sldNum" sz="quarter" idx="5"/>
          </p:nvPr>
        </p:nvSpPr>
        <p:spPr/>
        <p:txBody>
          <a:bodyPr/>
          <a:lstStyle/>
          <a:p>
            <a:pPr>
              <a:defRPr/>
            </a:pPr>
            <a:fld id="{6AA920CE-4A67-4588-AB44-6478EEAE4373}" type="slidenum">
              <a:rPr lang="zh-CN" altLang="en-US" smtClean="0"/>
              <a:pPr>
                <a:defRPr/>
              </a:pPr>
              <a:t>23</a:t>
            </a:fld>
            <a:endParaRPr lang="en-US" altLang="zh-CN"/>
          </a:p>
        </p:txBody>
      </p:sp>
    </p:spTree>
    <p:extLst>
      <p:ext uri="{BB962C8B-B14F-4D97-AF65-F5344CB8AC3E}">
        <p14:creationId xmlns:p14="http://schemas.microsoft.com/office/powerpoint/2010/main" val="25266858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a:ea typeface="楷体_GB2312"/>
                <a:cs typeface="楷体_GB2312"/>
              </a:rPr>
              <a:t>比如全局数据。是如何找到过程外定义的？</a:t>
            </a:r>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AE7E41C8-C25B-417E-A6A8-7C58A6766A54}" type="slidenum">
              <a:rPr lang="zh-CN" altLang="en-US" sz="1200" b="0" smtClean="0">
                <a:solidFill>
                  <a:srgbClr val="000000"/>
                </a:solidFill>
                <a:latin typeface="Arial" panose="020B0604020202020204" pitchFamily="34" charset="0"/>
              </a:rPr>
              <a:pPr/>
              <a:t>24</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991315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a:ea typeface="楷体_GB2312"/>
                <a:cs typeface="楷体_GB2312"/>
              </a:rPr>
              <a:t>先来看。这是。。编写的快速排序法。</a:t>
            </a:r>
            <a:r>
              <a:rPr lang="en-US" altLang="zh-CN" dirty="0">
                <a:latin typeface="楷体_GB2312"/>
                <a:ea typeface="楷体_GB2312"/>
                <a:cs typeface="楷体_GB2312"/>
              </a:rPr>
              <a:t>sort</a:t>
            </a:r>
            <a:r>
              <a:rPr lang="zh-CN" altLang="en-US" dirty="0">
                <a:latin typeface="楷体_GB2312"/>
                <a:ea typeface="楷体_GB2312"/>
                <a:cs typeface="楷体_GB2312"/>
              </a:rPr>
              <a:t>本身就是一个过程，嵌套声明了</a:t>
            </a:r>
            <a:r>
              <a:rPr lang="en-US" altLang="zh-CN" dirty="0">
                <a:latin typeface="楷体_GB2312"/>
                <a:ea typeface="楷体_GB2312"/>
                <a:cs typeface="楷体_GB2312"/>
              </a:rPr>
              <a:t>3</a:t>
            </a:r>
            <a:r>
              <a:rPr lang="zh-CN" altLang="en-US" dirty="0">
                <a:latin typeface="楷体_GB2312"/>
                <a:ea typeface="楷体_GB2312"/>
                <a:cs typeface="楷体_GB2312"/>
              </a:rPr>
              <a:t>个过程，函数也是一个过程，带有返回。根据静态作用域原则，一个。由于过程</a:t>
            </a:r>
            <a:r>
              <a:rPr lang="en-US" altLang="zh-CN" dirty="0">
                <a:latin typeface="楷体_GB2312"/>
                <a:ea typeface="楷体_GB2312"/>
                <a:cs typeface="楷体_GB2312"/>
              </a:rPr>
              <a:t>sort</a:t>
            </a:r>
            <a:r>
              <a:rPr lang="zh-CN" altLang="en-US" dirty="0">
                <a:latin typeface="楷体_GB2312"/>
                <a:ea typeface="楷体_GB2312"/>
                <a:cs typeface="楷体_GB2312"/>
              </a:rPr>
              <a:t>中声明了过程。，因此</a:t>
            </a:r>
            <a:r>
              <a:rPr lang="en-US" altLang="zh-CN" dirty="0">
                <a:latin typeface="楷体_GB2312"/>
                <a:ea typeface="楷体_GB2312"/>
                <a:cs typeface="楷体_GB2312"/>
              </a:rPr>
              <a:t>4</a:t>
            </a:r>
            <a:r>
              <a:rPr lang="zh-CN" altLang="en-US" dirty="0">
                <a:latin typeface="楷体_GB2312"/>
                <a:ea typeface="楷体_GB2312"/>
                <a:cs typeface="楷体_GB2312"/>
              </a:rPr>
              <a:t>个过程可以使用</a:t>
            </a:r>
            <a:r>
              <a:rPr lang="en-US" altLang="zh-CN" dirty="0">
                <a:latin typeface="楷体_GB2312"/>
                <a:ea typeface="楷体_GB2312"/>
                <a:cs typeface="楷体_GB2312"/>
              </a:rPr>
              <a:t>a</a:t>
            </a:r>
            <a:r>
              <a:rPr lang="zh-CN" altLang="en-US" dirty="0">
                <a:latin typeface="楷体_GB2312"/>
                <a:ea typeface="楷体_GB2312"/>
                <a:cs typeface="楷体_GB2312"/>
              </a:rPr>
              <a:t>和</a:t>
            </a:r>
            <a:r>
              <a:rPr lang="en-US" altLang="zh-CN" dirty="0">
                <a:latin typeface="楷体_GB2312"/>
                <a:ea typeface="楷体_GB2312"/>
                <a:cs typeface="楷体_GB2312"/>
              </a:rPr>
              <a:t>x</a:t>
            </a:r>
            <a:r>
              <a:rPr lang="zh-CN" altLang="en-US" dirty="0">
                <a:latin typeface="楷体_GB2312"/>
                <a:ea typeface="楷体_GB2312"/>
                <a:cs typeface="楷体_GB2312"/>
              </a:rPr>
              <a:t>。</a:t>
            </a:r>
          </a:p>
        </p:txBody>
      </p:sp>
      <p:sp>
        <p:nvSpPr>
          <p:cNvPr id="911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6BFC06F8-F420-43D9-B33D-1F022D3C1F5C}" type="slidenum">
              <a:rPr lang="zh-CN" altLang="en-US" sz="1200" b="0" smtClean="0">
                <a:solidFill>
                  <a:srgbClr val="000000"/>
                </a:solidFill>
                <a:latin typeface="Arial" panose="020B0604020202020204" pitchFamily="34" charset="0"/>
              </a:rPr>
              <a:pPr/>
              <a:t>25</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518593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chemeClr val="hlink"/>
                </a:solidFill>
                <a:latin typeface="楷体_GB2312"/>
                <a:ea typeface="楷体_GB2312"/>
                <a:cs typeface="楷体_GB2312"/>
              </a:rPr>
              <a:t>我们再来看。。声明了</a:t>
            </a:r>
            <a:r>
              <a:rPr lang="en-US" altLang="zh-CN" dirty="0">
                <a:solidFill>
                  <a:schemeClr val="hlink"/>
                </a:solidFill>
                <a:latin typeface="楷体_GB2312"/>
                <a:ea typeface="楷体_GB2312"/>
                <a:cs typeface="楷体_GB2312"/>
              </a:rPr>
              <a:t>4</a:t>
            </a:r>
            <a:r>
              <a:rPr lang="zh-CN" altLang="en-US" dirty="0">
                <a:solidFill>
                  <a:schemeClr val="hlink"/>
                </a:solidFill>
                <a:latin typeface="楷体_GB2312"/>
                <a:ea typeface="楷体_GB2312"/>
                <a:cs typeface="楷体_GB2312"/>
              </a:rPr>
              <a:t>个过程。不存在相互嵌套的声明。</a:t>
            </a:r>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8A1B46D2-F759-4651-93C8-D9F4E669A336}" type="slidenum">
              <a:rPr lang="zh-CN" altLang="en-US" sz="1200" b="0" smtClean="0">
                <a:solidFill>
                  <a:srgbClr val="000000"/>
                </a:solidFill>
                <a:latin typeface="Arial" panose="020B0604020202020204" pitchFamily="34" charset="0"/>
              </a:rPr>
              <a:pPr/>
              <a:t>26</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22279436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latin typeface="Arial" panose="020B0604020202020204" pitchFamily="34" charset="0"/>
                <a:ea typeface="楷体_GB2312"/>
                <a:cs typeface="楷体_GB2312"/>
              </a:rPr>
              <a:t>对于不支持过程嵌套声明的语言，变量的存储分配和访问比较简单。因为在过程中使用的非数据都是全局变量。。。</a:t>
            </a:r>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71C60EE9-C714-461F-B5A5-ADD6E14B380A}" type="slidenum">
              <a:rPr lang="zh-CN" altLang="en-US" sz="1200" b="0" smtClean="0">
                <a:solidFill>
                  <a:srgbClr val="000000"/>
                </a:solidFill>
                <a:latin typeface="Arial" panose="020B0604020202020204" pitchFamily="34" charset="0"/>
              </a:rPr>
              <a:pPr/>
              <a:t>27</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5459155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C450272F-F363-402C-9C16-9671039F8989}" type="slidenum">
              <a:rPr lang="zh-CN" altLang="en-US" sz="1200" smtClean="0">
                <a:solidFill>
                  <a:srgbClr val="000000"/>
                </a:solidFill>
                <a:latin typeface="Arial" panose="020B0604020202020204" pitchFamily="34" charset="0"/>
              </a:rPr>
              <a:pPr algn="r" eaLnBrk="1" hangingPunct="1"/>
              <a:t>28</a:t>
            </a:fld>
            <a:endParaRPr lang="en-US" altLang="zh-CN" sz="1200">
              <a:solidFill>
                <a:srgbClr val="000000"/>
              </a:solidFill>
              <a:latin typeface="Arial" panose="020B0604020202020204"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solidFill>
                  <a:schemeClr val="hlink"/>
                </a:solidFill>
                <a:latin typeface="Arial" panose="020B0604020202020204" pitchFamily="34" charset="0"/>
              </a:rPr>
              <a:t>而对于支持的语言，数据访问比较复杂。首先介绍一个概念，。。，先来看过程的嵌套深度。变量的嵌套深度就是所在过程的嵌套深度。</a:t>
            </a:r>
          </a:p>
        </p:txBody>
      </p:sp>
    </p:spTree>
    <p:extLst>
      <p:ext uri="{BB962C8B-B14F-4D97-AF65-F5344CB8AC3E}">
        <p14:creationId xmlns:p14="http://schemas.microsoft.com/office/powerpoint/2010/main" val="4484895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5872E57E-F71E-4587-BFAC-A3577959C71B}" type="slidenum">
              <a:rPr lang="zh-CN" altLang="en-US" sz="1200" smtClean="0">
                <a:solidFill>
                  <a:srgbClr val="000000"/>
                </a:solidFill>
                <a:latin typeface="Arial" panose="020B0604020202020204" pitchFamily="34" charset="0"/>
              </a:rPr>
              <a:pPr algn="r" eaLnBrk="1" hangingPunct="1"/>
              <a:t>29</a:t>
            </a:fld>
            <a:endParaRPr lang="en-US" altLang="zh-CN" sz="1200">
              <a:solidFill>
                <a:srgbClr val="000000"/>
              </a:solidFill>
              <a:latin typeface="Arial" panose="020B0604020202020204" pitchFamily="3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来看</a:t>
            </a:r>
            <a:r>
              <a:rPr lang="en-US" altLang="zh-CN" dirty="0">
                <a:latin typeface="Arial" panose="020B0604020202020204" pitchFamily="34" charset="0"/>
              </a:rPr>
              <a:t>pascal</a:t>
            </a:r>
            <a:r>
              <a:rPr lang="zh-CN" altLang="en-US" dirty="0">
                <a:latin typeface="Arial" panose="020B0604020202020204" pitchFamily="34" charset="0"/>
              </a:rPr>
              <a:t>快速。唯一一个嵌套深度为</a:t>
            </a:r>
            <a:r>
              <a:rPr lang="en-US" altLang="zh-CN" dirty="0">
                <a:latin typeface="Arial" panose="020B0604020202020204" pitchFamily="34" charset="0"/>
              </a:rPr>
              <a:t>1</a:t>
            </a:r>
            <a:r>
              <a:rPr lang="zh-CN" altLang="en-US" dirty="0">
                <a:latin typeface="Arial" panose="020B0604020202020204" pitchFamily="34" charset="0"/>
              </a:rPr>
              <a:t>的过程就是。因为</a:t>
            </a:r>
            <a:r>
              <a:rPr lang="en-US" altLang="zh-CN" dirty="0">
                <a:latin typeface="Arial" panose="020B0604020202020204" pitchFamily="34" charset="0"/>
              </a:rPr>
              <a:t>3</a:t>
            </a:r>
            <a:r>
              <a:rPr lang="zh-CN" altLang="en-US" dirty="0">
                <a:latin typeface="Arial" panose="020B0604020202020204" pitchFamily="34" charset="0"/>
              </a:rPr>
              <a:t>个函数是在</a:t>
            </a:r>
            <a:r>
              <a:rPr lang="en-US" altLang="zh-CN" dirty="0">
                <a:latin typeface="Arial" panose="020B0604020202020204" pitchFamily="34" charset="0"/>
              </a:rPr>
              <a:t>sort</a:t>
            </a:r>
            <a:r>
              <a:rPr lang="zh-CN" altLang="en-US" dirty="0">
                <a:latin typeface="Arial" panose="020B0604020202020204" pitchFamily="34" charset="0"/>
              </a:rPr>
              <a:t>中直接定义的。因此嵌套深度为</a:t>
            </a:r>
            <a:r>
              <a:rPr lang="en-US" altLang="zh-CN" dirty="0">
                <a:latin typeface="Arial" panose="020B0604020202020204" pitchFamily="34" charset="0"/>
              </a:rPr>
              <a:t>2.</a:t>
            </a:r>
            <a:endParaRPr lang="zh-CN" altLang="en-US" dirty="0">
              <a:latin typeface="Arial" panose="020B0604020202020204" pitchFamily="34" charset="0"/>
            </a:endParaRPr>
          </a:p>
        </p:txBody>
      </p:sp>
    </p:spTree>
    <p:extLst>
      <p:ext uri="{BB962C8B-B14F-4D97-AF65-F5344CB8AC3E}">
        <p14:creationId xmlns:p14="http://schemas.microsoft.com/office/powerpoint/2010/main" val="18688816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412B1570-0BFB-4ED6-B0E8-A2A508F0AE79}" type="slidenum">
              <a:rPr lang="zh-CN" altLang="en-US" sz="1200" b="0" smtClean="0">
                <a:solidFill>
                  <a:srgbClr val="000000"/>
                </a:solidFill>
                <a:latin typeface="Arial" panose="020B0604020202020204" pitchFamily="34" charset="0"/>
              </a:rPr>
              <a:pPr/>
              <a:t>30</a:t>
            </a:fld>
            <a:endParaRPr lang="en-US" altLang="zh-CN" sz="1200" b="0">
              <a:solidFill>
                <a:srgbClr val="000000"/>
              </a:solidFill>
              <a:latin typeface="Arial" panose="020B0604020202020204" pitchFamily="3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宋体" panose="02010600030101010101" pitchFamily="2" charset="-122"/>
              </a:rPr>
              <a:t>根据静态。。。这样，我们可以在。具体来说，如果。</a:t>
            </a:r>
          </a:p>
        </p:txBody>
      </p:sp>
    </p:spTree>
    <p:extLst>
      <p:ext uri="{BB962C8B-B14F-4D97-AF65-F5344CB8AC3E}">
        <p14:creationId xmlns:p14="http://schemas.microsoft.com/office/powerpoint/2010/main" val="28612424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60CDA60-9775-4C62-9437-37EBF3C0BB0F}" type="slidenum">
              <a:rPr lang="zh-CN" altLang="en-US" sz="1200" b="0" smtClean="0">
                <a:solidFill>
                  <a:srgbClr val="000000"/>
                </a:solidFill>
                <a:latin typeface="Arial" panose="020B0604020202020204" pitchFamily="34" charset="0"/>
              </a:rPr>
              <a:pPr/>
              <a:t>31</a:t>
            </a:fld>
            <a:endParaRPr lang="en-US" altLang="zh-CN" sz="1200" b="0">
              <a:solidFill>
                <a:srgbClr val="000000"/>
              </a:solidFill>
              <a:latin typeface="Arial" panose="020B0604020202020204"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a:ea typeface="楷体_GB2312"/>
                <a:cs typeface="楷体_GB2312"/>
              </a:rPr>
              <a:t>还是看这个</a:t>
            </a:r>
            <a:r>
              <a:rPr lang="en-US" altLang="zh-CN" dirty="0" err="1">
                <a:latin typeface="楷体_GB2312"/>
                <a:ea typeface="楷体_GB2312"/>
                <a:cs typeface="楷体_GB2312"/>
              </a:rPr>
              <a:t>pasical</a:t>
            </a:r>
            <a:r>
              <a:rPr lang="zh-CN" altLang="en-US" dirty="0">
                <a:latin typeface="楷体_GB2312"/>
                <a:ea typeface="楷体_GB2312"/>
                <a:cs typeface="楷体_GB2312"/>
              </a:rPr>
              <a:t>的快速。这里给出可能在程序执行过程中的一棵活动树。过程</a:t>
            </a:r>
            <a:r>
              <a:rPr lang="en-US" altLang="zh-CN" dirty="0">
                <a:latin typeface="楷体_GB2312"/>
                <a:ea typeface="楷体_GB2312"/>
                <a:cs typeface="楷体_GB2312"/>
              </a:rPr>
              <a:t>s</a:t>
            </a:r>
            <a:r>
              <a:rPr lang="zh-CN" altLang="en-US" dirty="0">
                <a:latin typeface="楷体_GB2312"/>
                <a:ea typeface="楷体_GB2312"/>
                <a:cs typeface="楷体_GB2312"/>
              </a:rPr>
              <a:t>，调用过程</a:t>
            </a:r>
            <a:r>
              <a:rPr lang="en-US" altLang="zh-CN" dirty="0">
                <a:latin typeface="楷体_GB2312"/>
                <a:ea typeface="楷体_GB2312"/>
                <a:cs typeface="楷体_GB2312"/>
              </a:rPr>
              <a:t>r</a:t>
            </a:r>
            <a:r>
              <a:rPr lang="zh-CN" altLang="en-US" dirty="0">
                <a:latin typeface="楷体_GB2312"/>
                <a:ea typeface="楷体_GB2312"/>
                <a:cs typeface="楷体_GB2312"/>
              </a:rPr>
              <a:t>。讲完。下面我们来看一下访问链的情况。</a:t>
            </a:r>
          </a:p>
        </p:txBody>
      </p:sp>
    </p:spTree>
    <p:extLst>
      <p:ext uri="{BB962C8B-B14F-4D97-AF65-F5344CB8AC3E}">
        <p14:creationId xmlns:p14="http://schemas.microsoft.com/office/powerpoint/2010/main" val="3359735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0A5A1BF2-0E80-4FD0-A0AA-40009B3DCA56}" type="slidenum">
              <a:rPr lang="zh-CN" altLang="en-US" sz="1200" b="0" smtClean="0">
                <a:solidFill>
                  <a:srgbClr val="000000"/>
                </a:solidFill>
                <a:latin typeface="Arial" panose="020B0604020202020204" pitchFamily="34" charset="0"/>
              </a:rPr>
              <a:pPr algn="r" eaLnBrk="1" hangingPunct="1"/>
              <a:t>32</a:t>
            </a:fld>
            <a:endParaRPr lang="en-US" altLang="zh-CN" sz="1200" b="0">
              <a:solidFill>
                <a:srgbClr val="000000"/>
              </a:solidFill>
              <a:latin typeface="Arial" panose="020B0604020202020204" pitchFamily="34"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Arial" panose="020B0604020202020204" pitchFamily="34" charset="0"/>
              </a:rPr>
              <a:t>程序的执行从</a:t>
            </a:r>
            <a:r>
              <a:rPr lang="en-US" altLang="zh-CN" dirty="0">
                <a:latin typeface="Arial" panose="020B0604020202020204" pitchFamily="34" charset="0"/>
              </a:rPr>
              <a:t>s</a:t>
            </a:r>
            <a:r>
              <a:rPr lang="zh-CN" altLang="en-US" dirty="0">
                <a:latin typeface="Arial" panose="020B0604020202020204" pitchFamily="34" charset="0"/>
              </a:rPr>
              <a:t>的一次活动开始，</a:t>
            </a:r>
          </a:p>
        </p:txBody>
      </p:sp>
    </p:spTree>
    <p:extLst>
      <p:ext uri="{BB962C8B-B14F-4D97-AF65-F5344CB8AC3E}">
        <p14:creationId xmlns:p14="http://schemas.microsoft.com/office/powerpoint/2010/main" val="20216702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66D58B87-CC1B-47B8-962E-BED33E513FDA}" type="slidenum">
              <a:rPr lang="zh-CN" altLang="en-US" sz="1200" b="0" smtClean="0">
                <a:solidFill>
                  <a:srgbClr val="000000"/>
                </a:solidFill>
                <a:latin typeface="Arial" panose="020B0604020202020204" pitchFamily="34" charset="0"/>
              </a:rPr>
              <a:pPr algn="r" eaLnBrk="1" hangingPunct="1"/>
              <a:t>33</a:t>
            </a:fld>
            <a:endParaRPr lang="en-US" altLang="zh-CN" sz="1200" b="0">
              <a:solidFill>
                <a:srgbClr val="000000"/>
              </a:solidFill>
              <a:latin typeface="Arial" panose="020B0604020202020204" pitchFamily="34"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just" defTabSz="914400" rtl="0" eaLnBrk="1" fontAlgn="base" latinLnBrk="0" hangingPunct="1">
              <a:lnSpc>
                <a:spcPct val="100000"/>
              </a:lnSpc>
              <a:spcBef>
                <a:spcPct val="30000"/>
              </a:spcBef>
              <a:spcAft>
                <a:spcPct val="0"/>
              </a:spcAft>
              <a:buClrTx/>
              <a:buSzTx/>
              <a:buFontTx/>
              <a:buNone/>
              <a:tabLst/>
              <a:defRPr/>
            </a:pPr>
            <a:r>
              <a:rPr lang="zh-CN" altLang="en-US" dirty="0">
                <a:latin typeface="Arial" panose="020B0604020202020204" pitchFamily="34" charset="0"/>
              </a:rPr>
              <a:t>因为</a:t>
            </a:r>
            <a:r>
              <a:rPr lang="en-US" altLang="zh-CN" dirty="0">
                <a:latin typeface="Arial" panose="020B0604020202020204" pitchFamily="34" charset="0"/>
              </a:rPr>
              <a:t>r</a:t>
            </a:r>
            <a:r>
              <a:rPr lang="zh-CN" altLang="en-US" dirty="0">
                <a:latin typeface="Arial" panose="020B0604020202020204" pitchFamily="34" charset="0"/>
              </a:rPr>
              <a:t>是在 </a:t>
            </a:r>
            <a:r>
              <a:rPr lang="en-US" altLang="zh-CN" dirty="0">
                <a:latin typeface="Arial" panose="020B0604020202020204" pitchFamily="34" charset="0"/>
              </a:rPr>
              <a:t>s</a:t>
            </a:r>
            <a:r>
              <a:rPr lang="zh-CN" altLang="en-US" dirty="0">
                <a:latin typeface="Arial" panose="020B0604020202020204" pitchFamily="34" charset="0"/>
              </a:rPr>
              <a:t>的过程中直接声明的，因此</a:t>
            </a:r>
            <a:r>
              <a:rPr lang="en-US" altLang="zh-CN" dirty="0">
                <a:latin typeface="Arial" panose="020B0604020202020204" pitchFamily="34" charset="0"/>
              </a:rPr>
              <a:t>r</a:t>
            </a:r>
            <a:r>
              <a:rPr lang="zh-CN" altLang="en-US" dirty="0">
                <a:latin typeface="Arial" panose="020B0604020202020204" pitchFamily="34" charset="0"/>
              </a:rPr>
              <a:t>的访问链指向</a:t>
            </a:r>
            <a:r>
              <a:rPr lang="en-US" altLang="zh-CN" dirty="0">
                <a:latin typeface="Arial" panose="020B0604020202020204" pitchFamily="34" charset="0"/>
              </a:rPr>
              <a:t>s</a:t>
            </a:r>
            <a:r>
              <a:rPr lang="zh-CN" altLang="en-US" dirty="0">
                <a:latin typeface="Arial" panose="020B0604020202020204" pitchFamily="34" charset="0"/>
              </a:rPr>
              <a:t>的活动记录，就可以沿着访问链访问它的外围过程</a:t>
            </a:r>
            <a:r>
              <a:rPr lang="en-US" altLang="zh-CN" dirty="0">
                <a:latin typeface="Arial" panose="020B0604020202020204" pitchFamily="34" charset="0"/>
              </a:rPr>
              <a:t>s</a:t>
            </a:r>
            <a:r>
              <a:rPr lang="zh-CN" altLang="en-US" dirty="0">
                <a:latin typeface="Arial" panose="020B0604020202020204" pitchFamily="34" charset="0"/>
              </a:rPr>
              <a:t>中声明的数据对象。当控制从</a:t>
            </a:r>
            <a:r>
              <a:rPr lang="en-US" altLang="zh-CN" dirty="0">
                <a:latin typeface="Arial" panose="020B0604020202020204" pitchFamily="34" charset="0"/>
              </a:rPr>
              <a:t>r</a:t>
            </a:r>
            <a:r>
              <a:rPr lang="zh-CN" altLang="en-US" dirty="0">
                <a:latin typeface="Arial" panose="020B0604020202020204" pitchFamily="34" charset="0"/>
              </a:rPr>
              <a:t>返回以后，</a:t>
            </a:r>
            <a:r>
              <a:rPr lang="en-US" altLang="zh-CN" dirty="0">
                <a:latin typeface="Arial" panose="020B0604020202020204" pitchFamily="34" charset="0"/>
              </a:rPr>
              <a:t>r</a:t>
            </a:r>
            <a:r>
              <a:rPr lang="zh-CN" altLang="en-US" dirty="0">
                <a:latin typeface="Arial" panose="020B0604020202020204" pitchFamily="34" charset="0"/>
              </a:rPr>
              <a:t>的活动记录出栈。调用</a:t>
            </a:r>
            <a:r>
              <a:rPr lang="en-US" altLang="zh-CN" dirty="0">
                <a:latin typeface="Arial" panose="020B0604020202020204" pitchFamily="34" charset="0"/>
              </a:rPr>
              <a:t>q19.</a:t>
            </a:r>
            <a:endParaRPr lang="zh-CN" altLang="en-US" dirty="0">
              <a:latin typeface="Arial" panose="020B0604020202020204" pitchFamily="34" charset="0"/>
            </a:endParaRPr>
          </a:p>
        </p:txBody>
      </p:sp>
    </p:spTree>
    <p:extLst>
      <p:ext uri="{BB962C8B-B14F-4D97-AF65-F5344CB8AC3E}">
        <p14:creationId xmlns:p14="http://schemas.microsoft.com/office/powerpoint/2010/main" val="32163844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E4C83E27-E950-4C70-BCFD-4B0FF7A8065D}" type="slidenum">
              <a:rPr lang="zh-CN" altLang="en-US" sz="1200" b="0" smtClean="0">
                <a:solidFill>
                  <a:srgbClr val="000000"/>
                </a:solidFill>
                <a:latin typeface="Arial" panose="020B0604020202020204" pitchFamily="34" charset="0"/>
              </a:rPr>
              <a:pPr algn="r" eaLnBrk="1" hangingPunct="1"/>
              <a:t>34</a:t>
            </a:fld>
            <a:endParaRPr lang="en-US" altLang="zh-CN" sz="1200" b="0">
              <a:solidFill>
                <a:srgbClr val="000000"/>
              </a:solidFill>
              <a:latin typeface="Arial" panose="020B0604020202020204" pitchFamily="34"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just" defTabSz="914400" rtl="0" eaLnBrk="1" fontAlgn="base" latinLnBrk="0" hangingPunct="1">
              <a:lnSpc>
                <a:spcPct val="100000"/>
              </a:lnSpc>
              <a:spcBef>
                <a:spcPct val="30000"/>
              </a:spcBef>
              <a:spcAft>
                <a:spcPct val="0"/>
              </a:spcAft>
              <a:buClrTx/>
              <a:buSzTx/>
              <a:buFontTx/>
              <a:buNone/>
              <a:tabLst/>
              <a:defRPr/>
            </a:pPr>
            <a:r>
              <a:rPr lang="zh-CN" altLang="en-US" dirty="0">
                <a:latin typeface="Arial" panose="020B0604020202020204" pitchFamily="34" charset="0"/>
              </a:rPr>
              <a:t>当控制从</a:t>
            </a:r>
            <a:r>
              <a:rPr lang="en-US" altLang="zh-CN" dirty="0">
                <a:latin typeface="Arial" panose="020B0604020202020204" pitchFamily="34" charset="0"/>
              </a:rPr>
              <a:t>f</a:t>
            </a:r>
            <a:r>
              <a:rPr lang="zh-CN" altLang="en-US" dirty="0">
                <a:latin typeface="Arial" panose="020B0604020202020204" pitchFamily="34" charset="0"/>
              </a:rPr>
              <a:t>返回后，指向它的外围过程</a:t>
            </a:r>
            <a:r>
              <a:rPr lang="en-US" altLang="zh-CN" dirty="0">
                <a:latin typeface="Arial" panose="020B0604020202020204" pitchFamily="34" charset="0"/>
              </a:rPr>
              <a:t>q</a:t>
            </a:r>
            <a:r>
              <a:rPr lang="zh-CN" altLang="en-US" dirty="0">
                <a:latin typeface="Arial" panose="020B0604020202020204" pitchFamily="34" charset="0"/>
              </a:rPr>
              <a:t>的活动记录。</a:t>
            </a:r>
            <a:r>
              <a:rPr lang="zh-CN" altLang="en-US" b="1" dirty="0">
                <a:latin typeface="Arial" panose="020B0604020202020204" pitchFamily="34" charset="0"/>
              </a:rPr>
              <a:t>这样</a:t>
            </a:r>
            <a:r>
              <a:rPr lang="en-US" altLang="zh-CN" b="1" dirty="0">
                <a:latin typeface="Arial" panose="020B0604020202020204" pitchFamily="34" charset="0"/>
              </a:rPr>
              <a:t>p19</a:t>
            </a:r>
            <a:r>
              <a:rPr lang="zh-CN" altLang="en-US" b="1" dirty="0">
                <a:latin typeface="Arial" panose="020B0604020202020204" pitchFamily="34" charset="0"/>
              </a:rPr>
              <a:t>就可以沿着访问链访问</a:t>
            </a:r>
            <a:r>
              <a:rPr lang="en-US" altLang="zh-CN" b="1" dirty="0">
                <a:latin typeface="Arial" panose="020B0604020202020204" pitchFamily="34" charset="0"/>
              </a:rPr>
              <a:t>q</a:t>
            </a:r>
            <a:r>
              <a:rPr lang="zh-CN" altLang="en-US" b="1" dirty="0">
                <a:latin typeface="Arial" panose="020B0604020202020204" pitchFamily="34" charset="0"/>
              </a:rPr>
              <a:t>和</a:t>
            </a:r>
            <a:r>
              <a:rPr lang="en-US" altLang="zh-CN" b="1" dirty="0">
                <a:latin typeface="Arial" panose="020B0604020202020204" pitchFamily="34" charset="0"/>
              </a:rPr>
              <a:t>s</a:t>
            </a:r>
            <a:r>
              <a:rPr lang="zh-CN" altLang="en-US" b="1" dirty="0">
                <a:latin typeface="Arial" panose="020B0604020202020204" pitchFamily="34" charset="0"/>
              </a:rPr>
              <a:t>中声明的数据对象</a:t>
            </a:r>
            <a:r>
              <a:rPr lang="zh-CN" altLang="en-US" dirty="0">
                <a:latin typeface="Arial" panose="020B0604020202020204" pitchFamily="34" charset="0"/>
              </a:rPr>
              <a:t>。接下来，</a:t>
            </a:r>
            <a:r>
              <a:rPr lang="en-US" altLang="zh-CN" dirty="0">
                <a:latin typeface="Arial" panose="020B0604020202020204" pitchFamily="34" charset="0"/>
              </a:rPr>
              <a:t>p19</a:t>
            </a:r>
            <a:r>
              <a:rPr lang="zh-CN" altLang="en-US" dirty="0">
                <a:latin typeface="Arial" panose="020B0604020202020204" pitchFamily="34" charset="0"/>
              </a:rPr>
              <a:t>调用过程</a:t>
            </a:r>
            <a:r>
              <a:rPr lang="en-US" altLang="zh-CN" dirty="0">
                <a:latin typeface="Arial" panose="020B0604020202020204" pitchFamily="34" charset="0"/>
              </a:rPr>
              <a:t>e</a:t>
            </a:r>
            <a:r>
              <a:rPr lang="zh-CN" altLang="en-US" dirty="0">
                <a:latin typeface="Arial" panose="020B0604020202020204" pitchFamily="34" charset="0"/>
              </a:rPr>
              <a:t>，</a:t>
            </a:r>
            <a:r>
              <a:rPr lang="en-US" altLang="zh-CN" dirty="0">
                <a:latin typeface="Arial" panose="020B0604020202020204" pitchFamily="34" charset="0"/>
              </a:rPr>
              <a:t>e</a:t>
            </a:r>
            <a:r>
              <a:rPr lang="zh-CN" altLang="en-US" dirty="0">
                <a:latin typeface="Arial" panose="020B0604020202020204" pitchFamily="34" charset="0"/>
              </a:rPr>
              <a:t>的活动记录进栈。源程序中，</a:t>
            </a:r>
            <a:r>
              <a:rPr lang="en-US" altLang="zh-CN" dirty="0">
                <a:latin typeface="Arial" panose="020B0604020202020204" pitchFamily="34" charset="0"/>
              </a:rPr>
              <a:t>e</a:t>
            </a:r>
            <a:r>
              <a:rPr lang="zh-CN" altLang="en-US" dirty="0">
                <a:latin typeface="Arial" panose="020B0604020202020204" pitchFamily="34" charset="0"/>
              </a:rPr>
              <a:t>是在</a:t>
            </a:r>
          </a:p>
          <a:p>
            <a:pPr algn="just" eaLnBrk="1" hangingPunct="1"/>
            <a:endParaRPr lang="zh-CN" altLang="en-US" dirty="0">
              <a:latin typeface="Arial" panose="020B0604020202020204" pitchFamily="34" charset="0"/>
            </a:endParaRPr>
          </a:p>
        </p:txBody>
      </p:sp>
    </p:spTree>
    <p:extLst>
      <p:ext uri="{BB962C8B-B14F-4D97-AF65-F5344CB8AC3E}">
        <p14:creationId xmlns:p14="http://schemas.microsoft.com/office/powerpoint/2010/main" val="11870629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nchor="b"/>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fld id="{D3365002-35C8-4C7E-9954-15EFD37378BE}" type="slidenum">
              <a:rPr lang="zh-CN" altLang="en-US" sz="1200" b="0" smtClean="0">
                <a:solidFill>
                  <a:srgbClr val="000000"/>
                </a:solidFill>
                <a:latin typeface="Arial" panose="020B0604020202020204" pitchFamily="34" charset="0"/>
              </a:rPr>
              <a:pPr algn="r" eaLnBrk="1" hangingPunct="1"/>
              <a:t>35</a:t>
            </a:fld>
            <a:endParaRPr lang="en-US" altLang="zh-CN" sz="1200" b="0">
              <a:solidFill>
                <a:srgbClr val="000000"/>
              </a:solidFill>
              <a:latin typeface="Arial" panose="020B0604020202020204" pitchFamily="34"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r>
              <a:rPr lang="zh-CN" altLang="en-US" dirty="0">
                <a:latin typeface="Arial" panose="020B0604020202020204" pitchFamily="34" charset="0"/>
              </a:rPr>
              <a:t>对应与于同一个过程。</a:t>
            </a:r>
            <a:r>
              <a:rPr lang="en-US" altLang="zh-CN" dirty="0">
                <a:latin typeface="Arial" panose="020B0604020202020204" pitchFamily="34" charset="0"/>
              </a:rPr>
              <a:t>P13</a:t>
            </a:r>
            <a:r>
              <a:rPr lang="zh-CN" altLang="en-US" dirty="0">
                <a:latin typeface="Arial" panose="020B0604020202020204" pitchFamily="34" charset="0"/>
              </a:rPr>
              <a:t>调用过程</a:t>
            </a:r>
            <a:r>
              <a:rPr lang="en-US" altLang="zh-CN" dirty="0">
                <a:latin typeface="Arial" panose="020B0604020202020204" pitchFamily="34" charset="0"/>
              </a:rPr>
              <a:t>e</a:t>
            </a:r>
            <a:r>
              <a:rPr lang="zh-CN" altLang="en-US" dirty="0">
                <a:latin typeface="Arial" panose="020B0604020202020204" pitchFamily="34" charset="0"/>
              </a:rPr>
              <a:t>，</a:t>
            </a:r>
            <a:r>
              <a:rPr lang="en-US" altLang="zh-CN" dirty="0">
                <a:latin typeface="Arial" panose="020B0604020202020204" pitchFamily="34" charset="0"/>
              </a:rPr>
              <a:t>e</a:t>
            </a:r>
            <a:r>
              <a:rPr lang="zh-CN" altLang="en-US" dirty="0">
                <a:latin typeface="Arial" panose="020B0604020202020204" pitchFamily="34" charset="0"/>
              </a:rPr>
              <a:t>指向它的外围过程</a:t>
            </a:r>
            <a:r>
              <a:rPr lang="en-US" altLang="zh-CN" dirty="0">
                <a:latin typeface="Arial" panose="020B0604020202020204" pitchFamily="34" charset="0"/>
              </a:rPr>
              <a:t>s</a:t>
            </a:r>
            <a:r>
              <a:rPr lang="zh-CN" altLang="en-US" dirty="0">
                <a:latin typeface="Arial" panose="020B0604020202020204" pitchFamily="34" charset="0"/>
              </a:rPr>
              <a:t>对应的活动记录。下面我们来看一下，</a:t>
            </a:r>
          </a:p>
        </p:txBody>
      </p:sp>
    </p:spTree>
    <p:extLst>
      <p:ext uri="{BB962C8B-B14F-4D97-AF65-F5344CB8AC3E}">
        <p14:creationId xmlns:p14="http://schemas.microsoft.com/office/powerpoint/2010/main" val="17952076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429545C7-8015-4063-808B-72E780F30C67}" type="slidenum">
              <a:rPr lang="zh-CN" altLang="en-US" sz="1200" b="0" smtClean="0">
                <a:solidFill>
                  <a:srgbClr val="000000"/>
                </a:solidFill>
                <a:latin typeface="Arial" panose="020B0604020202020204" pitchFamily="34" charset="0"/>
              </a:rPr>
              <a:pPr/>
              <a:t>36</a:t>
            </a:fld>
            <a:endParaRPr lang="en-US" altLang="zh-CN" sz="1200" b="0">
              <a:solidFill>
                <a:srgbClr val="000000"/>
              </a:solidFill>
              <a:latin typeface="Arial" panose="020B0604020202020204"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 建立方法。表示成</a:t>
            </a:r>
            <a:r>
              <a:rPr lang="en-US" altLang="zh-CN" dirty="0">
                <a:latin typeface="Arial" panose="020B0604020202020204" pitchFamily="34" charset="0"/>
              </a:rPr>
              <a:t>x</a:t>
            </a:r>
            <a:r>
              <a:rPr lang="zh-CN" altLang="en-US" dirty="0">
                <a:latin typeface="Arial" panose="020B0604020202020204" pitchFamily="34" charset="0"/>
              </a:rPr>
              <a:t>调用</a:t>
            </a:r>
            <a:r>
              <a:rPr lang="en-US" altLang="zh-CN" dirty="0">
                <a:latin typeface="Arial" panose="020B0604020202020204" pitchFamily="34" charset="0"/>
              </a:rPr>
              <a:t>y</a:t>
            </a:r>
            <a:r>
              <a:rPr lang="zh-CN" altLang="en-US" dirty="0">
                <a:latin typeface="Arial" panose="020B0604020202020204" pitchFamily="34" charset="0"/>
              </a:rPr>
              <a:t>。这里分为</a:t>
            </a:r>
            <a:r>
              <a:rPr lang="en-US" altLang="zh-CN" dirty="0">
                <a:latin typeface="Arial" panose="020B0604020202020204" pitchFamily="34" charset="0"/>
              </a:rPr>
              <a:t>3</a:t>
            </a:r>
            <a:r>
              <a:rPr lang="zh-CN" altLang="en-US" dirty="0">
                <a:latin typeface="Arial" panose="020B0604020202020204" pitchFamily="34" charset="0"/>
              </a:rPr>
              <a:t>钟情况。第一种，调用者</a:t>
            </a:r>
            <a:r>
              <a:rPr lang="en-US" altLang="zh-CN" dirty="0">
                <a:latin typeface="Arial" panose="020B0604020202020204" pitchFamily="34" charset="0"/>
              </a:rPr>
              <a:t>x</a:t>
            </a:r>
            <a:r>
              <a:rPr lang="zh-CN" altLang="en-US" dirty="0">
                <a:latin typeface="Arial" panose="020B0604020202020204" pitchFamily="34" charset="0"/>
              </a:rPr>
              <a:t>的嵌套深度</a:t>
            </a:r>
            <a:r>
              <a:rPr lang="en-US" altLang="zh-CN" dirty="0" err="1">
                <a:latin typeface="Arial" panose="020B0604020202020204" pitchFamily="34" charset="0"/>
              </a:rPr>
              <a:t>nx</a:t>
            </a:r>
            <a:r>
              <a:rPr lang="zh-CN" altLang="en-US" dirty="0">
                <a:latin typeface="Arial" panose="020B0604020202020204" pitchFamily="34" charset="0"/>
              </a:rPr>
              <a:t>小于杯调用</a:t>
            </a:r>
            <a:r>
              <a:rPr lang="en-US" altLang="zh-CN" dirty="0">
                <a:latin typeface="Arial" panose="020B0604020202020204" pitchFamily="34" charset="0"/>
              </a:rPr>
              <a:t>Ny</a:t>
            </a:r>
            <a:r>
              <a:rPr lang="zh-CN" altLang="en-US" dirty="0">
                <a:latin typeface="Arial" panose="020B0604020202020204" pitchFamily="34" charset="0"/>
              </a:rPr>
              <a:t>，在这种情况下，。。。，比如</a:t>
            </a:r>
            <a:r>
              <a:rPr lang="en-US" altLang="zh-CN" dirty="0">
                <a:latin typeface="Arial" panose="020B0604020202020204" pitchFamily="34" charset="0"/>
              </a:rPr>
              <a:t>s</a:t>
            </a:r>
            <a:r>
              <a:rPr lang="zh-CN" altLang="en-US" dirty="0">
                <a:latin typeface="Arial" panose="020B0604020202020204" pitchFamily="34" charset="0"/>
              </a:rPr>
              <a:t>可以调用</a:t>
            </a:r>
            <a:r>
              <a:rPr lang="en-US" altLang="zh-CN" dirty="0">
                <a:latin typeface="Arial" panose="020B0604020202020204" pitchFamily="34" charset="0"/>
              </a:rPr>
              <a:t>q</a:t>
            </a:r>
            <a:r>
              <a:rPr lang="zh-CN" altLang="en-US" dirty="0">
                <a:latin typeface="Arial" panose="020B0604020202020204" pitchFamily="34" charset="0"/>
              </a:rPr>
              <a:t>，但是</a:t>
            </a:r>
            <a:r>
              <a:rPr lang="en-US" altLang="zh-CN" dirty="0">
                <a:latin typeface="Arial" panose="020B0604020202020204" pitchFamily="34" charset="0"/>
              </a:rPr>
              <a:t>s</a:t>
            </a:r>
            <a:r>
              <a:rPr lang="zh-CN" altLang="en-US" dirty="0">
                <a:latin typeface="Arial" panose="020B0604020202020204" pitchFamily="34" charset="0"/>
              </a:rPr>
              <a:t>不能直接调用</a:t>
            </a:r>
            <a:r>
              <a:rPr lang="en-US" altLang="zh-CN" dirty="0">
                <a:latin typeface="Arial" panose="020B0604020202020204" pitchFamily="34" charset="0"/>
              </a:rPr>
              <a:t>p</a:t>
            </a:r>
            <a:r>
              <a:rPr lang="zh-CN" altLang="en-US" dirty="0">
                <a:latin typeface="Arial" panose="020B0604020202020204" pitchFamily="34" charset="0"/>
              </a:rPr>
              <a:t>。因为</a:t>
            </a:r>
            <a:r>
              <a:rPr lang="en-US" altLang="zh-CN" dirty="0">
                <a:latin typeface="Arial" panose="020B0604020202020204" pitchFamily="34" charset="0"/>
              </a:rPr>
              <a:t>p</a:t>
            </a:r>
            <a:r>
              <a:rPr lang="zh-CN" altLang="en-US" dirty="0">
                <a:latin typeface="Arial" panose="020B0604020202020204" pitchFamily="34" charset="0"/>
              </a:rPr>
              <a:t>是在</a:t>
            </a:r>
            <a:r>
              <a:rPr lang="en-US" altLang="zh-CN" dirty="0">
                <a:latin typeface="Arial" panose="020B0604020202020204" pitchFamily="34" charset="0"/>
              </a:rPr>
              <a:t>q</a:t>
            </a:r>
            <a:r>
              <a:rPr lang="zh-CN" altLang="en-US" dirty="0">
                <a:latin typeface="Arial" panose="020B0604020202020204" pitchFamily="34" charset="0"/>
              </a:rPr>
              <a:t>中声明的，根据静态作用域原则，</a:t>
            </a:r>
            <a:r>
              <a:rPr lang="en-US" altLang="zh-CN" dirty="0">
                <a:latin typeface="Arial" panose="020B0604020202020204" pitchFamily="34" charset="0"/>
              </a:rPr>
              <a:t>p</a:t>
            </a:r>
            <a:r>
              <a:rPr lang="zh-CN" altLang="en-US" dirty="0">
                <a:latin typeface="Arial" panose="020B0604020202020204" pitchFamily="34" charset="0"/>
              </a:rPr>
              <a:t>的作用域在</a:t>
            </a:r>
            <a:r>
              <a:rPr lang="en-US" altLang="zh-CN" dirty="0">
                <a:latin typeface="Arial" panose="020B0604020202020204" pitchFamily="34" charset="0"/>
              </a:rPr>
              <a:t>q</a:t>
            </a:r>
            <a:r>
              <a:rPr lang="zh-CN" altLang="en-US" dirty="0">
                <a:latin typeface="Arial" panose="020B0604020202020204" pitchFamily="34" charset="0"/>
              </a:rPr>
              <a:t>中。只有</a:t>
            </a:r>
            <a:r>
              <a:rPr lang="en-US" altLang="zh-CN" dirty="0">
                <a:latin typeface="Arial" panose="020B0604020202020204" pitchFamily="34" charset="0"/>
              </a:rPr>
              <a:t>Q</a:t>
            </a:r>
            <a:r>
              <a:rPr lang="zh-CN" altLang="en-US" dirty="0">
                <a:latin typeface="Arial" panose="020B0604020202020204" pitchFamily="34" charset="0"/>
              </a:rPr>
              <a:t>内的语句才能调用</a:t>
            </a:r>
            <a:r>
              <a:rPr lang="en-US" altLang="zh-CN" dirty="0">
                <a:latin typeface="Arial" panose="020B0604020202020204" pitchFamily="34" charset="0"/>
              </a:rPr>
              <a:t>p</a:t>
            </a:r>
            <a:r>
              <a:rPr lang="zh-CN" altLang="en-US" dirty="0">
                <a:latin typeface="Arial" panose="020B0604020202020204" pitchFamily="34" charset="0"/>
              </a:rPr>
              <a:t>。因此外层过程调用内层时，嵌套深度只能差</a:t>
            </a:r>
            <a:r>
              <a:rPr lang="en-US" altLang="zh-CN" dirty="0">
                <a:latin typeface="Arial" panose="020B0604020202020204" pitchFamily="34" charset="0"/>
              </a:rPr>
              <a:t>1</a:t>
            </a:r>
            <a:r>
              <a:rPr lang="zh-CN" altLang="en-US" dirty="0">
                <a:latin typeface="Arial" panose="020B0604020202020204" pitchFamily="34" charset="0"/>
              </a:rPr>
              <a:t>。 在这种情况下，调用者是直接嵌套在被调用者之外的，因此，我们在被调用者</a:t>
            </a:r>
            <a:r>
              <a:rPr lang="en-US" altLang="zh-CN" dirty="0">
                <a:latin typeface="Arial" panose="020B0604020202020204" pitchFamily="34" charset="0"/>
              </a:rPr>
              <a:t>y</a:t>
            </a:r>
            <a:r>
              <a:rPr lang="zh-CN" altLang="en-US" dirty="0">
                <a:latin typeface="Arial" panose="020B0604020202020204" pitchFamily="34" charset="0"/>
              </a:rPr>
              <a:t>的访问链。。。</a:t>
            </a:r>
            <a:endParaRPr lang="en-US" altLang="zh-CN" dirty="0">
              <a:latin typeface="Arial" panose="020B0604020202020204" pitchFamily="34" charset="0"/>
            </a:endParaRPr>
          </a:p>
        </p:txBody>
      </p:sp>
    </p:spTree>
    <p:extLst>
      <p:ext uri="{BB962C8B-B14F-4D97-AF65-F5344CB8AC3E}">
        <p14:creationId xmlns:p14="http://schemas.microsoft.com/office/powerpoint/2010/main" val="31508030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394D56EE-F531-4834-9C73-75510A5A7290}" type="slidenum">
              <a:rPr lang="zh-CN" altLang="en-US" sz="1200" b="0" smtClean="0">
                <a:solidFill>
                  <a:srgbClr val="000000"/>
                </a:solidFill>
                <a:latin typeface="Arial" panose="020B0604020202020204" pitchFamily="34" charset="0"/>
              </a:rPr>
              <a:pPr/>
              <a:t>37</a:t>
            </a:fld>
            <a:endParaRPr lang="en-US" altLang="zh-CN" sz="1200" b="0">
              <a:solidFill>
                <a:srgbClr val="000000"/>
              </a:solidFill>
              <a:latin typeface="Arial" panose="020B0604020202020204"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_GB2312"/>
                <a:ea typeface="楷体_GB2312"/>
                <a:cs typeface="楷体_GB2312"/>
              </a:rPr>
              <a:t>也就是说递归调用。调用者和被调对应于同一个过程，因此外围过程也是同一个。</a:t>
            </a:r>
          </a:p>
        </p:txBody>
      </p:sp>
    </p:spTree>
    <p:extLst>
      <p:ext uri="{BB962C8B-B14F-4D97-AF65-F5344CB8AC3E}">
        <p14:creationId xmlns:p14="http://schemas.microsoft.com/office/powerpoint/2010/main" val="34431716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5314C3B6-CDA7-4B2F-BDE0-DAE25465BE23}" type="slidenum">
              <a:rPr lang="zh-CN" altLang="en-US" sz="1200" b="0" smtClean="0">
                <a:solidFill>
                  <a:srgbClr val="000000"/>
                </a:solidFill>
                <a:latin typeface="Arial" panose="020B0604020202020204" pitchFamily="34" charset="0"/>
              </a:rPr>
              <a:pPr/>
              <a:t>38</a:t>
            </a:fld>
            <a:endParaRPr lang="en-US" altLang="zh-CN" sz="1200" b="0">
              <a:solidFill>
                <a:srgbClr val="000000"/>
              </a:solidFill>
              <a:latin typeface="Arial" panose="020B0604020202020204" pitchFamily="34"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zh-CN" altLang="en-US" sz="1900" b="1" dirty="0">
                <a:solidFill>
                  <a:srgbClr val="000000"/>
                </a:solidFill>
                <a:latin typeface="Arial" panose="020B0604020202020204" pitchFamily="34" charset="0"/>
                <a:ea typeface="楷体" panose="02010609060101010101" pitchFamily="49" charset="-122"/>
              </a:rPr>
              <a:t>被调用过程</a:t>
            </a:r>
            <a:r>
              <a:rPr lang="en-US" altLang="zh-CN" sz="1900" b="1" dirty="0">
                <a:solidFill>
                  <a:srgbClr val="000000"/>
                </a:solidFill>
                <a:latin typeface="Arial" panose="020B0604020202020204" pitchFamily="34" charset="0"/>
                <a:ea typeface="楷体" panose="02010609060101010101" pitchFamily="49" charset="-122"/>
              </a:rPr>
              <a:t>y</a:t>
            </a:r>
            <a:r>
              <a:rPr lang="zh-CN" altLang="en-US" sz="1900" b="1" dirty="0">
                <a:solidFill>
                  <a:srgbClr val="000000"/>
                </a:solidFill>
                <a:latin typeface="Arial" panose="020B0604020202020204" pitchFamily="34" charset="0"/>
                <a:ea typeface="楷体" panose="02010609060101010101" pitchFamily="49" charset="-122"/>
              </a:rPr>
              <a:t>。</a:t>
            </a:r>
            <a:r>
              <a:rPr lang="en-US" altLang="zh-CN" sz="1900" b="1" dirty="0">
                <a:solidFill>
                  <a:srgbClr val="000000"/>
                </a:solidFill>
                <a:latin typeface="Arial" panose="020B0604020202020204" pitchFamily="34" charset="0"/>
                <a:ea typeface="楷体" panose="02010609060101010101" pitchFamily="49" charset="-122"/>
              </a:rPr>
              <a:t>3</a:t>
            </a:r>
            <a:r>
              <a:rPr lang="zh-CN" altLang="en-US" sz="1900" b="1" dirty="0">
                <a:solidFill>
                  <a:srgbClr val="000000"/>
                </a:solidFill>
                <a:latin typeface="Arial" panose="020B0604020202020204" pitchFamily="34" charset="0"/>
                <a:ea typeface="楷体" panose="02010609060101010101" pitchFamily="49" charset="-122"/>
              </a:rPr>
              <a:t>，在这种情况下，过程</a:t>
            </a:r>
            <a:r>
              <a:rPr lang="en-US" altLang="zh-CN" sz="1900" b="1" dirty="0">
                <a:solidFill>
                  <a:srgbClr val="000000"/>
                </a:solidFill>
                <a:latin typeface="Arial" panose="020B0604020202020204" pitchFamily="34" charset="0"/>
                <a:ea typeface="楷体" panose="02010609060101010101" pitchFamily="49" charset="-122"/>
              </a:rPr>
              <a:t>x</a:t>
            </a:r>
            <a:r>
              <a:rPr lang="zh-CN" altLang="en-US" sz="1900" b="1" dirty="0">
                <a:solidFill>
                  <a:srgbClr val="000000"/>
                </a:solidFill>
                <a:latin typeface="Arial" panose="020B0604020202020204" pitchFamily="34" charset="0"/>
                <a:ea typeface="楷体" panose="02010609060101010101" pitchFamily="49" charset="-122"/>
              </a:rPr>
              <a:t>必定。。。比如说，过程</a:t>
            </a:r>
            <a:r>
              <a:rPr lang="en-US" altLang="zh-CN" sz="1900" b="1" dirty="0">
                <a:solidFill>
                  <a:srgbClr val="000000"/>
                </a:solidFill>
                <a:latin typeface="Arial" panose="020B0604020202020204" pitchFamily="34" charset="0"/>
                <a:ea typeface="楷体" panose="02010609060101010101" pitchFamily="49" charset="-122"/>
              </a:rPr>
              <a:t>p</a:t>
            </a:r>
            <a:r>
              <a:rPr lang="zh-CN" altLang="en-US" sz="1900" b="1" dirty="0">
                <a:solidFill>
                  <a:srgbClr val="000000"/>
                </a:solidFill>
                <a:latin typeface="Arial" panose="020B0604020202020204" pitchFamily="34" charset="0"/>
                <a:ea typeface="楷体" panose="02010609060101010101" pitchFamily="49" charset="-122"/>
              </a:rPr>
              <a:t>调用</a:t>
            </a:r>
            <a:r>
              <a:rPr lang="en-US" altLang="zh-CN" sz="1900" b="1" dirty="0">
                <a:solidFill>
                  <a:srgbClr val="000000"/>
                </a:solidFill>
                <a:latin typeface="Arial" panose="020B0604020202020204" pitchFamily="34" charset="0"/>
                <a:ea typeface="楷体" panose="02010609060101010101" pitchFamily="49" charset="-122"/>
              </a:rPr>
              <a:t>e</a:t>
            </a:r>
            <a:r>
              <a:rPr lang="zh-CN" altLang="en-US" sz="1900" b="1" dirty="0">
                <a:solidFill>
                  <a:srgbClr val="000000"/>
                </a:solidFill>
                <a:latin typeface="Arial" panose="020B0604020202020204" pitchFamily="34" charset="0"/>
                <a:ea typeface="楷体" panose="02010609060101010101" pitchFamily="49" charset="-122"/>
              </a:rPr>
              <a:t>，如何确定被调</a:t>
            </a:r>
            <a:r>
              <a:rPr lang="en-US" altLang="zh-CN" sz="1900" b="1" dirty="0">
                <a:solidFill>
                  <a:srgbClr val="000000"/>
                </a:solidFill>
                <a:latin typeface="Arial" panose="020B0604020202020204" pitchFamily="34" charset="0"/>
                <a:ea typeface="楷体" panose="02010609060101010101" pitchFamily="49" charset="-122"/>
              </a:rPr>
              <a:t>e</a:t>
            </a:r>
            <a:r>
              <a:rPr lang="zh-CN" altLang="en-US" sz="1900" b="1" dirty="0">
                <a:solidFill>
                  <a:srgbClr val="000000"/>
                </a:solidFill>
                <a:latin typeface="Arial" panose="020B0604020202020204" pitchFamily="34" charset="0"/>
                <a:ea typeface="楷体" panose="02010609060101010101" pitchFamily="49" charset="-122"/>
              </a:rPr>
              <a:t>的访问链呢？嵌套深度相差</a:t>
            </a:r>
            <a:r>
              <a:rPr lang="en-US" altLang="zh-CN" sz="1900" b="1" dirty="0">
                <a:solidFill>
                  <a:srgbClr val="000000"/>
                </a:solidFill>
                <a:latin typeface="Arial" panose="020B0604020202020204" pitchFamily="34" charset="0"/>
                <a:ea typeface="楷体" panose="02010609060101010101" pitchFamily="49" charset="-122"/>
              </a:rPr>
              <a:t>1</a:t>
            </a:r>
            <a:r>
              <a:rPr lang="zh-CN" altLang="en-US" sz="1900" b="1" dirty="0">
                <a:solidFill>
                  <a:srgbClr val="000000"/>
                </a:solidFill>
                <a:latin typeface="Arial" panose="020B0604020202020204" pitchFamily="34" charset="0"/>
                <a:ea typeface="楷体" panose="02010609060101010101" pitchFamily="49" charset="-122"/>
              </a:rPr>
              <a:t>，沿着调用者</a:t>
            </a:r>
            <a:r>
              <a:rPr lang="en-US" altLang="zh-CN" sz="1900" b="1" dirty="0">
                <a:solidFill>
                  <a:srgbClr val="000000"/>
                </a:solidFill>
                <a:latin typeface="Arial" panose="020B0604020202020204" pitchFamily="34" charset="0"/>
                <a:ea typeface="楷体" panose="02010609060101010101" pitchFamily="49" charset="-122"/>
              </a:rPr>
              <a:t>p</a:t>
            </a:r>
            <a:r>
              <a:rPr lang="zh-CN" altLang="en-US" sz="1900" b="1" dirty="0">
                <a:solidFill>
                  <a:srgbClr val="000000"/>
                </a:solidFill>
                <a:latin typeface="Arial" panose="020B0604020202020204" pitchFamily="34" charset="0"/>
                <a:ea typeface="楷体" panose="02010609060101010101" pitchFamily="49" charset="-122"/>
              </a:rPr>
              <a:t>的访问链，就可以达到同一层。这样，我们沿着</a:t>
            </a:r>
            <a:r>
              <a:rPr lang="en-US" altLang="zh-CN" sz="1900" b="1" dirty="0">
                <a:solidFill>
                  <a:srgbClr val="000000"/>
                </a:solidFill>
                <a:latin typeface="Arial" panose="020B0604020202020204" pitchFamily="34" charset="0"/>
                <a:ea typeface="楷体" panose="02010609060101010101" pitchFamily="49" charset="-122"/>
              </a:rPr>
              <a:t>q</a:t>
            </a:r>
            <a:r>
              <a:rPr lang="zh-CN" altLang="en-US" sz="1900" b="1" dirty="0">
                <a:solidFill>
                  <a:srgbClr val="000000"/>
                </a:solidFill>
                <a:latin typeface="Arial" panose="020B0604020202020204" pitchFamily="34" charset="0"/>
                <a:ea typeface="楷体" panose="02010609060101010101" pitchFamily="49" charset="-122"/>
              </a:rPr>
              <a:t>的再向前一步，就可以达到定义了过程。因此，我们从。。。，在过程</a:t>
            </a:r>
            <a:r>
              <a:rPr lang="en-US" altLang="zh-CN" sz="1900" b="1" dirty="0">
                <a:solidFill>
                  <a:srgbClr val="000000"/>
                </a:solidFill>
                <a:latin typeface="Arial" panose="020B0604020202020204" pitchFamily="34" charset="0"/>
                <a:ea typeface="楷体" panose="02010609060101010101" pitchFamily="49" charset="-122"/>
              </a:rPr>
              <a:t>z</a:t>
            </a:r>
            <a:r>
              <a:rPr lang="zh-CN" altLang="en-US" sz="1900" b="1" dirty="0">
                <a:solidFill>
                  <a:srgbClr val="000000"/>
                </a:solidFill>
                <a:latin typeface="Arial" panose="020B0604020202020204" pitchFamily="34" charset="0"/>
                <a:ea typeface="楷体" panose="02010609060101010101" pitchFamily="49" charset="-122"/>
              </a:rPr>
              <a:t>中声明了被调用者</a:t>
            </a:r>
            <a:r>
              <a:rPr lang="en-US" altLang="zh-CN" sz="1900" b="1" dirty="0">
                <a:solidFill>
                  <a:srgbClr val="000000"/>
                </a:solidFill>
                <a:latin typeface="Arial" panose="020B0604020202020204" pitchFamily="34" charset="0"/>
                <a:ea typeface="楷体" panose="02010609060101010101" pitchFamily="49" charset="-122"/>
              </a:rPr>
              <a:t>y</a:t>
            </a:r>
            <a:r>
              <a:rPr lang="zh-CN" altLang="en-US" sz="1900" b="1" dirty="0">
                <a:solidFill>
                  <a:srgbClr val="000000"/>
                </a:solidFill>
                <a:latin typeface="Arial" panose="020B0604020202020204" pitchFamily="34" charset="0"/>
                <a:ea typeface="楷体" panose="02010609060101010101" pitchFamily="49" charset="-122"/>
              </a:rPr>
              <a:t>。因此。。</a:t>
            </a:r>
            <a:endParaRPr lang="en-US" altLang="zh-CN" sz="1900" b="1" dirty="0">
              <a:solidFill>
                <a:srgbClr val="000000"/>
              </a:solidFill>
              <a:latin typeface="Arial" panose="020B0604020202020204" pitchFamily="34" charset="0"/>
              <a:ea typeface="楷体" panose="02010609060101010101" pitchFamily="49" charset="-122"/>
            </a:endParaRPr>
          </a:p>
        </p:txBody>
      </p:sp>
    </p:spTree>
    <p:extLst>
      <p:ext uri="{BB962C8B-B14F-4D97-AF65-F5344CB8AC3E}">
        <p14:creationId xmlns:p14="http://schemas.microsoft.com/office/powerpoint/2010/main" val="33417456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B26A262B-018D-4FC2-9FA8-CE4D17EE8DD2}" type="slidenum">
              <a:rPr lang="zh-CN" altLang="en-US" sz="1200" b="0" smtClean="0">
                <a:solidFill>
                  <a:srgbClr val="000000"/>
                </a:solidFill>
                <a:latin typeface="Arial" panose="020B0604020202020204" pitchFamily="34" charset="0"/>
              </a:rPr>
              <a:pPr/>
              <a:t>39</a:t>
            </a:fld>
            <a:endParaRPr lang="en-US" altLang="zh-CN" sz="1200" b="0">
              <a:solidFill>
                <a:srgbClr val="000000"/>
              </a:solidFill>
              <a:latin typeface="Arial" panose="020B0604020202020204" pitchFamily="3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在编译时，要不断地收集和查询源程序中的各个名字的属性信息。通常我们为每个。。。</a:t>
            </a:r>
          </a:p>
        </p:txBody>
      </p:sp>
    </p:spTree>
    <p:extLst>
      <p:ext uri="{BB962C8B-B14F-4D97-AF65-F5344CB8AC3E}">
        <p14:creationId xmlns:p14="http://schemas.microsoft.com/office/powerpoint/2010/main" val="23033145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76C26A93-550C-490F-966D-0BB26C62510B}" type="slidenum">
              <a:rPr lang="zh-CN" altLang="en-US" sz="1200" b="0" smtClean="0">
                <a:solidFill>
                  <a:srgbClr val="000000"/>
                </a:solidFill>
                <a:latin typeface="Arial" panose="020B0604020202020204" pitchFamily="34" charset="0"/>
              </a:rPr>
              <a:pPr/>
              <a:t>40</a:t>
            </a:fld>
            <a:endParaRPr lang="en-US" altLang="zh-CN" sz="1200" b="0">
              <a:solidFill>
                <a:srgbClr val="000000"/>
              </a:solidFill>
              <a:latin typeface="Arial" panose="020B0604020202020204" pitchFamily="34"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Arial" panose="020B0604020202020204" pitchFamily="34" charset="0"/>
              </a:rPr>
              <a:t>Pascal</a:t>
            </a:r>
            <a:r>
              <a:rPr lang="zh-CN" altLang="en-US" dirty="0">
                <a:latin typeface="Arial" panose="020B0604020202020204" pitchFamily="34" charset="0"/>
              </a:rPr>
              <a:t>例子中。首先为主过程</a:t>
            </a:r>
            <a:r>
              <a:rPr lang="en-US" altLang="zh-CN" dirty="0">
                <a:latin typeface="Arial" panose="020B0604020202020204" pitchFamily="34" charset="0"/>
              </a:rPr>
              <a:t>sort</a:t>
            </a:r>
            <a:r>
              <a:rPr lang="zh-CN" altLang="en-US" dirty="0">
                <a:latin typeface="Arial" panose="020B0604020202020204" pitchFamily="34" charset="0"/>
              </a:rPr>
              <a:t>建立了一个符号表，声明了一个整型数组</a:t>
            </a:r>
            <a:r>
              <a:rPr lang="en-US" altLang="zh-CN" dirty="0">
                <a:latin typeface="Arial" panose="020B0604020202020204" pitchFamily="34" charset="0"/>
              </a:rPr>
              <a:t>a</a:t>
            </a:r>
            <a:r>
              <a:rPr lang="zh-CN" altLang="en-US" dirty="0">
                <a:latin typeface="Arial" panose="020B0604020202020204" pitchFamily="34" charset="0"/>
              </a:rPr>
              <a:t>，因此在符号表中为</a:t>
            </a:r>
            <a:r>
              <a:rPr lang="en-US" altLang="zh-CN" dirty="0">
                <a:latin typeface="Arial" panose="020B0604020202020204" pitchFamily="34" charset="0"/>
              </a:rPr>
              <a:t>a</a:t>
            </a:r>
            <a:r>
              <a:rPr lang="zh-CN" altLang="en-US" dirty="0">
                <a:latin typeface="Arial" panose="020B0604020202020204" pitchFamily="34" charset="0"/>
              </a:rPr>
              <a:t>建立一条记录。这是类型。这是相对地址。还声明了</a:t>
            </a:r>
            <a:r>
              <a:rPr lang="en-US" altLang="zh-CN" dirty="0">
                <a:latin typeface="Arial" panose="020B0604020202020204" pitchFamily="34" charset="0"/>
              </a:rPr>
              <a:t>3</a:t>
            </a:r>
            <a:r>
              <a:rPr lang="zh-CN" altLang="en-US" dirty="0">
                <a:latin typeface="Arial" panose="020B0604020202020204" pitchFamily="34" charset="0"/>
              </a:rPr>
              <a:t>个过程。在</a:t>
            </a:r>
            <a:r>
              <a:rPr lang="en-US" altLang="zh-CN" dirty="0">
                <a:latin typeface="Arial" panose="020B0604020202020204" pitchFamily="34" charset="0"/>
              </a:rPr>
              <a:t>sort</a:t>
            </a:r>
            <a:r>
              <a:rPr lang="zh-CN" altLang="en-US" dirty="0">
                <a:latin typeface="Arial" panose="020B0604020202020204" pitchFamily="34" charset="0"/>
              </a:rPr>
              <a:t>符号表中，为</a:t>
            </a:r>
            <a:r>
              <a:rPr lang="en-US" altLang="zh-CN" dirty="0">
                <a:latin typeface="Arial" panose="020B0604020202020204" pitchFamily="34" charset="0"/>
              </a:rPr>
              <a:t>3</a:t>
            </a:r>
            <a:r>
              <a:rPr lang="zh-CN" altLang="en-US" dirty="0">
                <a:latin typeface="Arial" panose="020B0604020202020204" pitchFamily="34" charset="0"/>
              </a:rPr>
              <a:t>个过程的名字分别建立了记录。存放的是指向这</a:t>
            </a:r>
            <a:r>
              <a:rPr lang="en-US" altLang="zh-CN" dirty="0">
                <a:latin typeface="Arial" panose="020B0604020202020204" pitchFamily="34" charset="0"/>
              </a:rPr>
              <a:t>3</a:t>
            </a:r>
            <a:r>
              <a:rPr lang="zh-CN" altLang="en-US" dirty="0">
                <a:latin typeface="Arial" panose="020B0604020202020204" pitchFamily="34" charset="0"/>
              </a:rPr>
              <a:t>个符号表的指针。也就是为每个过程建立了一个符号表。在每个符号表的表头，还存放了每个所存放存储单元的个数。</a:t>
            </a:r>
          </a:p>
        </p:txBody>
      </p:sp>
    </p:spTree>
    <p:extLst>
      <p:ext uri="{BB962C8B-B14F-4D97-AF65-F5344CB8AC3E}">
        <p14:creationId xmlns:p14="http://schemas.microsoft.com/office/powerpoint/2010/main" val="40497782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3AA0CEF-901F-4411-B6FD-7FC20800833B}" type="slidenum">
              <a:rPr lang="zh-CN" altLang="en-US" sz="1200" b="0" smtClean="0">
                <a:solidFill>
                  <a:srgbClr val="000000"/>
                </a:solidFill>
                <a:latin typeface="Arial" panose="020B0604020202020204" pitchFamily="34" charset="0"/>
              </a:rPr>
              <a:pPr/>
              <a:t>41</a:t>
            </a:fld>
            <a:endParaRPr lang="en-US" altLang="zh-CN" sz="1200" b="0">
              <a:solidFill>
                <a:srgbClr val="000000"/>
              </a:solidFill>
              <a:latin typeface="Arial" panose="020B0604020202020204" pitchFamily="34"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楷体" panose="02010609060101010101" pitchFamily="49" charset="-122"/>
                <a:ea typeface="楷体" panose="02010609060101010101" pitchFamily="49" charset="-122"/>
              </a:rPr>
              <a:t>。。。比如说，当前栈顶的活动记录是</a:t>
            </a:r>
            <a:r>
              <a:rPr lang="en-US" altLang="zh-CN" dirty="0">
                <a:latin typeface="楷体" panose="02010609060101010101" pitchFamily="49" charset="-122"/>
                <a:ea typeface="楷体" panose="02010609060101010101" pitchFamily="49" charset="-122"/>
              </a:rPr>
              <a:t>p13</a:t>
            </a:r>
            <a:r>
              <a:rPr lang="zh-CN" altLang="en-US" dirty="0">
                <a:latin typeface="楷体" panose="02010609060101010101" pitchFamily="49" charset="-122"/>
                <a:ea typeface="楷体" panose="02010609060101010101" pitchFamily="49" charset="-122"/>
              </a:rPr>
              <a:t>，假如在</a:t>
            </a:r>
            <a:r>
              <a:rPr lang="en-US" altLang="zh-CN" dirty="0">
                <a:latin typeface="楷体" panose="02010609060101010101" pitchFamily="49" charset="-122"/>
                <a:ea typeface="楷体" panose="02010609060101010101" pitchFamily="49" charset="-122"/>
              </a:rPr>
              <a:t>p</a:t>
            </a:r>
            <a:r>
              <a:rPr lang="zh-CN" altLang="en-US" dirty="0">
                <a:latin typeface="楷体" panose="02010609060101010101" pitchFamily="49" charset="-122"/>
                <a:ea typeface="楷体" panose="02010609060101010101" pitchFamily="49" charset="-122"/>
              </a:rPr>
              <a:t>中要访问数据</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，沿着这个指针来到它外围过程 对应的符号表。栈顶的过程</a:t>
            </a:r>
            <a:r>
              <a:rPr lang="en-US" altLang="zh-CN" dirty="0">
                <a:latin typeface="楷体" panose="02010609060101010101" pitchFamily="49" charset="-122"/>
                <a:ea typeface="楷体" panose="02010609060101010101" pitchFamily="49" charset="-122"/>
              </a:rPr>
              <a:t>P</a:t>
            </a:r>
            <a:r>
              <a:rPr lang="zh-CN" altLang="en-US" dirty="0">
                <a:latin typeface="楷体" panose="02010609060101010101" pitchFamily="49" charset="-122"/>
                <a:ea typeface="楷体" panose="02010609060101010101" pitchFamily="49" charset="-122"/>
              </a:rPr>
              <a:t>沿着访问链也来到了过程</a:t>
            </a:r>
            <a:r>
              <a:rPr lang="en-US" altLang="zh-CN" dirty="0">
                <a:latin typeface="楷体" panose="02010609060101010101" pitchFamily="49" charset="-122"/>
                <a:ea typeface="楷体" panose="02010609060101010101" pitchFamily="49" charset="-122"/>
              </a:rPr>
              <a:t>q</a:t>
            </a:r>
            <a:r>
              <a:rPr lang="zh-CN" altLang="en-US" dirty="0">
                <a:latin typeface="楷体" panose="02010609060101010101" pitchFamily="49" charset="-122"/>
                <a:ea typeface="楷体" panose="02010609060101010101" pitchFamily="49" charset="-122"/>
              </a:rPr>
              <a:t>的活动记录。在符号表中查找。如果没有找到的话。到了过程</a:t>
            </a:r>
            <a:r>
              <a:rPr lang="en-US" altLang="zh-CN" dirty="0">
                <a:latin typeface="楷体" panose="02010609060101010101" pitchFamily="49" charset="-122"/>
                <a:ea typeface="楷体" panose="02010609060101010101" pitchFamily="49" charset="-122"/>
              </a:rPr>
              <a:t>s</a:t>
            </a:r>
            <a:r>
              <a:rPr lang="zh-CN" altLang="en-US" dirty="0">
                <a:latin typeface="楷体" panose="02010609060101010101" pitchFamily="49" charset="-122"/>
                <a:ea typeface="楷体" panose="02010609060101010101" pitchFamily="49" charset="-122"/>
              </a:rPr>
              <a:t>，就可以根据相对地址。就可以在过程</a:t>
            </a:r>
            <a:r>
              <a:rPr lang="en-US" altLang="zh-CN" dirty="0">
                <a:latin typeface="楷体" panose="02010609060101010101" pitchFamily="49" charset="-122"/>
                <a:ea typeface="楷体" panose="02010609060101010101" pitchFamily="49" charset="-122"/>
              </a:rPr>
              <a:t>s</a:t>
            </a:r>
            <a:r>
              <a:rPr lang="zh-CN" altLang="en-US" dirty="0">
                <a:latin typeface="楷体" panose="02010609060101010101" pitchFamily="49" charset="-122"/>
                <a:ea typeface="楷体" panose="02010609060101010101" pitchFamily="49" charset="-122"/>
              </a:rPr>
              <a:t>的活动记录中找到</a:t>
            </a:r>
            <a:r>
              <a:rPr lang="en-US" altLang="zh-CN" dirty="0">
                <a:latin typeface="楷体" panose="02010609060101010101" pitchFamily="49" charset="-122"/>
                <a:ea typeface="楷体" panose="02010609060101010101" pitchFamily="49" charset="-122"/>
              </a:rPr>
              <a:t>a</a:t>
            </a:r>
            <a:r>
              <a:rPr lang="zh-CN" altLang="en-US" dirty="0">
                <a:latin typeface="楷体" panose="02010609060101010101" pitchFamily="49" charset="-122"/>
                <a:ea typeface="楷体" panose="02010609060101010101" pitchFamily="49" charset="-122"/>
              </a:rPr>
              <a:t>对应的数据。事实上，在访问链的构造过程中也需要用到符号表。（下一页）</a:t>
            </a:r>
          </a:p>
        </p:txBody>
      </p:sp>
    </p:spTree>
    <p:extLst>
      <p:ext uri="{BB962C8B-B14F-4D97-AF65-F5344CB8AC3E}">
        <p14:creationId xmlns:p14="http://schemas.microsoft.com/office/powerpoint/2010/main" val="4664270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1DC4BA4-9594-433E-80DA-B360DD75B3E4}" type="slidenum">
              <a:rPr lang="zh-CN" altLang="en-US" sz="1200" b="0" smtClean="0">
                <a:solidFill>
                  <a:srgbClr val="000000"/>
                </a:solidFill>
                <a:latin typeface="Arial" panose="020B0604020202020204" pitchFamily="34" charset="0"/>
              </a:rPr>
              <a:pPr/>
              <a:t>42</a:t>
            </a:fld>
            <a:endParaRPr lang="en-US" altLang="zh-CN" sz="1200" b="0">
              <a:solidFill>
                <a:srgbClr val="000000"/>
              </a:solidFill>
              <a:latin typeface="Arial" panose="020B0604020202020204" pitchFamily="3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分为</a:t>
            </a:r>
            <a:r>
              <a:rPr lang="en-US" altLang="zh-CN" dirty="0">
                <a:latin typeface="Arial" panose="020B0604020202020204" pitchFamily="34" charset="0"/>
              </a:rPr>
              <a:t>3</a:t>
            </a:r>
            <a:r>
              <a:rPr lang="zh-CN" altLang="en-US" dirty="0">
                <a:latin typeface="Arial" panose="020B0604020202020204" pitchFamily="34" charset="0"/>
              </a:rPr>
              <a:t>种情况。比如说</a:t>
            </a:r>
            <a:r>
              <a:rPr lang="en-US" altLang="zh-CN" dirty="0">
                <a:latin typeface="Arial" panose="020B0604020202020204" pitchFamily="34" charset="0"/>
              </a:rPr>
              <a:t>s</a:t>
            </a:r>
            <a:r>
              <a:rPr lang="zh-CN" altLang="en-US" dirty="0">
                <a:latin typeface="Arial" panose="020B0604020202020204" pitchFamily="34" charset="0"/>
              </a:rPr>
              <a:t>调用</a:t>
            </a:r>
            <a:r>
              <a:rPr lang="en-US" altLang="zh-CN" dirty="0">
                <a:latin typeface="Arial" panose="020B0604020202020204" pitchFamily="34" charset="0"/>
              </a:rPr>
              <a:t>q</a:t>
            </a:r>
            <a:r>
              <a:rPr lang="zh-CN" altLang="en-US" dirty="0">
                <a:latin typeface="Arial" panose="020B0604020202020204" pitchFamily="34" charset="0"/>
              </a:rPr>
              <a:t>。第三种。比如说，</a:t>
            </a:r>
            <a:r>
              <a:rPr lang="en-US" altLang="zh-CN" dirty="0">
                <a:latin typeface="Arial" panose="020B0604020202020204" pitchFamily="34" charset="0"/>
              </a:rPr>
              <a:t>p</a:t>
            </a:r>
            <a:r>
              <a:rPr lang="zh-CN" altLang="en-US" dirty="0">
                <a:latin typeface="Arial" panose="020B0604020202020204" pitchFamily="34" charset="0"/>
              </a:rPr>
              <a:t>调用</a:t>
            </a:r>
            <a:r>
              <a:rPr lang="en-US" altLang="zh-CN" dirty="0">
                <a:latin typeface="Arial" panose="020B0604020202020204" pitchFamily="34" charset="0"/>
              </a:rPr>
              <a:t>e</a:t>
            </a:r>
            <a:r>
              <a:rPr lang="zh-CN" altLang="en-US" dirty="0">
                <a:latin typeface="Arial" panose="020B0604020202020204" pitchFamily="34" charset="0"/>
              </a:rPr>
              <a:t>，</a:t>
            </a:r>
            <a:r>
              <a:rPr lang="en-US" altLang="zh-CN" dirty="0">
                <a:latin typeface="Arial" panose="020B0604020202020204" pitchFamily="34" charset="0"/>
              </a:rPr>
              <a:t>e</a:t>
            </a:r>
            <a:r>
              <a:rPr lang="zh-CN" altLang="en-US" dirty="0">
                <a:latin typeface="Arial" panose="020B0604020202020204" pitchFamily="34" charset="0"/>
              </a:rPr>
              <a:t>进栈。访问链向前一步，来到了过程</a:t>
            </a:r>
            <a:r>
              <a:rPr lang="en-US" altLang="zh-CN" dirty="0">
                <a:latin typeface="Arial" panose="020B0604020202020204" pitchFamily="34" charset="0"/>
              </a:rPr>
              <a:t>q</a:t>
            </a:r>
            <a:r>
              <a:rPr lang="zh-CN" altLang="en-US" dirty="0">
                <a:latin typeface="Arial" panose="020B0604020202020204" pitchFamily="34" charset="0"/>
              </a:rPr>
              <a:t>的访问链。</a:t>
            </a:r>
          </a:p>
        </p:txBody>
      </p:sp>
    </p:spTree>
    <p:extLst>
      <p:ext uri="{BB962C8B-B14F-4D97-AF65-F5344CB8AC3E}">
        <p14:creationId xmlns:p14="http://schemas.microsoft.com/office/powerpoint/2010/main" val="27994855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AA920CE-4A67-4588-AB44-6478EEAE4373}" type="slidenum">
              <a:rPr lang="zh-CN" altLang="en-US" smtClean="0"/>
              <a:pPr>
                <a:defRPr/>
              </a:pPr>
              <a:t>43</a:t>
            </a:fld>
            <a:endParaRPr lang="en-US" altLang="zh-CN"/>
          </a:p>
        </p:txBody>
      </p:sp>
    </p:spTree>
    <p:extLst>
      <p:ext uri="{BB962C8B-B14F-4D97-AF65-F5344CB8AC3E}">
        <p14:creationId xmlns:p14="http://schemas.microsoft.com/office/powerpoint/2010/main" val="30537654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49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C1FFD5C8-AC2F-4170-847C-200D23BF2F61}" type="slidenum">
              <a:rPr lang="zh-CN" altLang="en-US" sz="1200" b="0" smtClean="0">
                <a:solidFill>
                  <a:srgbClr val="000000"/>
                </a:solidFill>
                <a:latin typeface="Arial" panose="020B0604020202020204" pitchFamily="34" charset="0"/>
              </a:rPr>
              <a:pPr/>
              <a:t>44</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26538058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1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35C1D31-92D4-4534-B0F9-CE0A747B7465}" type="slidenum">
              <a:rPr lang="zh-CN" altLang="en-US" sz="1200" b="0" smtClean="0">
                <a:solidFill>
                  <a:srgbClr val="000000"/>
                </a:solidFill>
                <a:latin typeface="Arial" panose="020B0604020202020204" pitchFamily="34" charset="0"/>
              </a:rPr>
              <a:pPr/>
              <a:t>45</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3817356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61EF2A8-E639-45D8-9130-5B25E807BBBA}" type="slidenum">
              <a:rPr lang="zh-CN" altLang="en-US" sz="1200" b="0" smtClean="0">
                <a:solidFill>
                  <a:srgbClr val="000000"/>
                </a:solidFill>
                <a:latin typeface="Arial" panose="020B0604020202020204" pitchFamily="34" charset="0"/>
              </a:rPr>
              <a:pPr/>
              <a:t>46</a:t>
            </a:fld>
            <a:endParaRPr lang="en-US" altLang="zh-CN" sz="1200" b="0">
              <a:solidFill>
                <a:srgbClr val="000000"/>
              </a:solidFill>
              <a:latin typeface="Arial" panose="020B0604020202020204" pitchFamily="34"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b="1">
              <a:latin typeface="Arial" panose="020B0604020202020204" pitchFamily="34" charset="0"/>
            </a:endParaRPr>
          </a:p>
        </p:txBody>
      </p:sp>
    </p:spTree>
    <p:extLst>
      <p:ext uri="{BB962C8B-B14F-4D97-AF65-F5344CB8AC3E}">
        <p14:creationId xmlns:p14="http://schemas.microsoft.com/office/powerpoint/2010/main" val="38974261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a:ln/>
        </p:spPr>
      </p:sp>
      <p:sp>
        <p:nvSpPr>
          <p:cNvPr id="1556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56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F0F51C52-E245-4949-885E-544E338B860C}" type="slidenum">
              <a:rPr lang="zh-CN" altLang="en-US" sz="1200" b="0" smtClean="0">
                <a:solidFill>
                  <a:srgbClr val="000000"/>
                </a:solidFill>
                <a:latin typeface="Arial" panose="020B0604020202020204" pitchFamily="34" charset="0"/>
              </a:rPr>
              <a:pPr/>
              <a:t>47</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7817465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a:ln/>
        </p:spPr>
      </p:sp>
      <p:sp>
        <p:nvSpPr>
          <p:cNvPr id="157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77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79C819B3-7E0D-4D71-BC16-ACCD8F41BCA4}" type="slidenum">
              <a:rPr lang="zh-CN" altLang="en-US" sz="1200" b="0" smtClean="0">
                <a:solidFill>
                  <a:srgbClr val="000000"/>
                </a:solidFill>
                <a:latin typeface="Arial" panose="020B0604020202020204" pitchFamily="34" charset="0"/>
              </a:rPr>
              <a:pPr/>
              <a:t>48</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35904759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a:ln/>
        </p:spPr>
      </p:sp>
      <p:sp>
        <p:nvSpPr>
          <p:cNvPr id="159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9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6342AE7-C35F-462C-99E0-47CF32F1C9E8}" type="slidenum">
              <a:rPr lang="zh-CN" altLang="en-US" sz="1200" b="0" smtClean="0">
                <a:solidFill>
                  <a:srgbClr val="000000"/>
                </a:solidFill>
                <a:latin typeface="Arial" panose="020B0604020202020204" pitchFamily="34" charset="0"/>
              </a:rPr>
              <a:pPr/>
              <a:t>49</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30201913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p:cNvSpPr>
            <a:spLocks noGrp="1" noRot="1" noChangeAspect="1" noTextEdit="1"/>
          </p:cNvSpPr>
          <p:nvPr>
            <p:ph type="sldImg"/>
          </p:nvPr>
        </p:nvSpPr>
        <p:spPr>
          <a:ln/>
        </p:spPr>
      </p:sp>
      <p:sp>
        <p:nvSpPr>
          <p:cNvPr id="161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1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81CCE34-4FAD-40E5-8CD3-C7AEE6F36B71}" type="slidenum">
              <a:rPr lang="zh-CN" altLang="en-US" sz="1200" b="0" smtClean="0">
                <a:solidFill>
                  <a:srgbClr val="000000"/>
                </a:solidFill>
                <a:latin typeface="Arial" panose="020B0604020202020204" pitchFamily="34" charset="0"/>
              </a:rPr>
              <a:pPr/>
              <a:t>50</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30595772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a:ln/>
        </p:spPr>
      </p:sp>
      <p:sp>
        <p:nvSpPr>
          <p:cNvPr id="163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63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DE5547F3-3027-4703-8585-A9538246DB8E}" type="slidenum">
              <a:rPr lang="zh-CN" altLang="en-US" sz="1200" b="0" smtClean="0">
                <a:solidFill>
                  <a:srgbClr val="000000"/>
                </a:solidFill>
                <a:latin typeface="Arial" panose="020B0604020202020204" pitchFamily="34" charset="0"/>
              </a:rPr>
              <a:pPr/>
              <a:t>51</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9920720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88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7425">
              <a:defRPr>
                <a:solidFill>
                  <a:schemeClr val="tx1"/>
                </a:solidFill>
                <a:latin typeface="Tahoma" panose="020B0604030504040204" pitchFamily="34" charset="0"/>
                <a:ea typeface="宋体" panose="02010600030101010101" pitchFamily="2" charset="-122"/>
              </a:defRPr>
            </a:lvl1pPr>
            <a:lvl2pPr marL="742950" indent="-285750" defTabSz="987425">
              <a:defRPr>
                <a:solidFill>
                  <a:schemeClr val="tx1"/>
                </a:solidFill>
                <a:latin typeface="Tahoma" panose="020B0604030504040204" pitchFamily="34" charset="0"/>
                <a:ea typeface="宋体" panose="02010600030101010101" pitchFamily="2" charset="-122"/>
              </a:defRPr>
            </a:lvl2pPr>
            <a:lvl3pPr marL="1143000" indent="-228600" defTabSz="987425">
              <a:defRPr>
                <a:solidFill>
                  <a:schemeClr val="tx1"/>
                </a:solidFill>
                <a:latin typeface="Tahoma" panose="020B0604030504040204" pitchFamily="34" charset="0"/>
                <a:ea typeface="宋体" panose="02010600030101010101" pitchFamily="2" charset="-122"/>
              </a:defRPr>
            </a:lvl3pPr>
            <a:lvl4pPr marL="1600200" indent="-228600" defTabSz="987425">
              <a:defRPr>
                <a:solidFill>
                  <a:schemeClr val="tx1"/>
                </a:solidFill>
                <a:latin typeface="Tahoma" panose="020B0604030504040204" pitchFamily="34" charset="0"/>
                <a:ea typeface="宋体" panose="02010600030101010101" pitchFamily="2" charset="-122"/>
              </a:defRPr>
            </a:lvl4pPr>
            <a:lvl5pPr marL="2057400" indent="-228600" defTabSz="987425">
              <a:defRPr>
                <a:solidFill>
                  <a:schemeClr val="tx1"/>
                </a:solidFill>
                <a:latin typeface="Tahoma" panose="020B0604030504040204" pitchFamily="34" charset="0"/>
                <a:ea typeface="宋体" panose="02010600030101010101" pitchFamily="2" charset="-122"/>
              </a:defRPr>
            </a:lvl5pPr>
            <a:lvl6pPr marL="25146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8742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EB32195-EB09-4B13-8A7F-494F93DDBD70}" type="slidenum">
              <a:rPr lang="zh-CN" altLang="en-US" smtClean="0">
                <a:solidFill>
                  <a:srgbClr val="000000"/>
                </a:solidFill>
              </a:rPr>
              <a:pPr/>
              <a:t>52</a:t>
            </a:fld>
            <a:endParaRPr lang="en-US" altLang="zh-CN">
              <a:solidFill>
                <a:srgbClr val="000000"/>
              </a:solidFill>
            </a:endParaRPr>
          </a:p>
        </p:txBody>
      </p:sp>
    </p:spTree>
    <p:extLst>
      <p:ext uri="{BB962C8B-B14F-4D97-AF65-F5344CB8AC3E}">
        <p14:creationId xmlns:p14="http://schemas.microsoft.com/office/powerpoint/2010/main" val="9119778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第一行读完，（慢）这里包括变量和函数。</a:t>
            </a:r>
          </a:p>
        </p:txBody>
      </p:sp>
      <p:sp>
        <p:nvSpPr>
          <p:cNvPr id="297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507BA8BF-2334-46DA-A723-E1EF714F9423}" type="slidenum">
              <a:rPr lang="zh-CN" altLang="en-US" sz="1200" b="0" smtClean="0">
                <a:solidFill>
                  <a:srgbClr val="000000"/>
                </a:solidFill>
                <a:latin typeface="Arial" panose="020B0604020202020204" pitchFamily="34" charset="0"/>
              </a:rPr>
              <a:pPr/>
              <a:t>53</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2025105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latin typeface="Arial" panose="020B0604020202020204" pitchFamily="34" charset="0"/>
                <a:cs typeface="Times New Roman" panose="02020603050405020304" pitchFamily="18" charset="0"/>
              </a:rPr>
              <a:t>我们来看一下。会有若干个活动都处于活动状态，但是在编译时刻无法确定有多少个过程。没法确定生成多少个活动记录。</a:t>
            </a:r>
            <a:r>
              <a:rPr lang="en-US" altLang="zh-CN" b="1" dirty="0">
                <a:latin typeface="Arial" panose="020B0604020202020204" pitchFamily="34" charset="0"/>
                <a:cs typeface="Times New Roman" panose="02020603050405020304" pitchFamily="18" charset="0"/>
              </a:rPr>
              <a:t>3</a:t>
            </a:r>
            <a:r>
              <a:rPr lang="zh-CN" altLang="en-US" b="1" dirty="0">
                <a:latin typeface="Arial" panose="020B0604020202020204" pitchFamily="34" charset="0"/>
                <a:cs typeface="Times New Roman" panose="02020603050405020304" pitchFamily="18" charset="0"/>
              </a:rPr>
              <a:t>因为没有运行时存储分配机制。</a:t>
            </a:r>
            <a:endParaRPr lang="en-US" altLang="zh-CN" b="1" dirty="0">
              <a:latin typeface="Arial" panose="020B0604020202020204" pitchFamily="34" charset="0"/>
              <a:cs typeface="Times New Roman" panose="02020603050405020304" pitchFamily="18" charset="0"/>
            </a:endParaRPr>
          </a:p>
        </p:txBody>
      </p:sp>
      <p:sp>
        <p:nvSpPr>
          <p:cNvPr id="317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89943C11-C75F-4BB8-9C19-098693EA7DB8}" type="slidenum">
              <a:rPr lang="zh-CN" altLang="en-US" sz="1200" b="0" smtClean="0">
                <a:solidFill>
                  <a:srgbClr val="000000"/>
                </a:solidFill>
                <a:latin typeface="Arial" panose="020B0604020202020204" pitchFamily="34" charset="0"/>
              </a:rPr>
              <a:pPr/>
              <a:t>54</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17981298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Arial" panose="020B0604020202020204" pitchFamily="34" charset="0"/>
            </a:endParaRPr>
          </a:p>
        </p:txBody>
      </p:sp>
      <p:sp>
        <p:nvSpPr>
          <p:cNvPr id="33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39AFA00-874A-4CD9-8DEB-E1FD116D4E1D}" type="slidenum">
              <a:rPr lang="zh-CN" altLang="en-US" sz="1200" b="0" smtClean="0">
                <a:solidFill>
                  <a:srgbClr val="000000"/>
                </a:solidFill>
                <a:latin typeface="Arial" panose="020B0604020202020204" pitchFamily="34" charset="0"/>
              </a:rPr>
              <a:pPr/>
              <a:t>55</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8312803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05367A92-9251-4C27-BE71-A6E2DC34D66A}" type="slidenum">
              <a:rPr lang="zh-CN" altLang="en-US" sz="1200" b="0" smtClean="0">
                <a:solidFill>
                  <a:srgbClr val="000000"/>
                </a:solidFill>
                <a:latin typeface="Arial" panose="020B0604020202020204" pitchFamily="34" charset="0"/>
              </a:rPr>
              <a:pPr/>
              <a:t>56</a:t>
            </a:fld>
            <a:endParaRPr lang="en-US" altLang="zh-CN" sz="1200" b="0">
              <a:solidFill>
                <a:srgbClr val="000000"/>
              </a:solidFill>
              <a:latin typeface="Arial" panose="020B060402020202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例子。声明了</a:t>
            </a:r>
            <a:r>
              <a:rPr lang="en-US" altLang="zh-CN" dirty="0">
                <a:latin typeface="Arial" panose="020B0604020202020204" pitchFamily="34" charset="0"/>
              </a:rPr>
              <a:t>6</a:t>
            </a:r>
            <a:r>
              <a:rPr lang="zh-CN" altLang="en-US" dirty="0">
                <a:latin typeface="Arial" panose="020B0604020202020204" pitchFamily="34" charset="0"/>
              </a:rPr>
              <a:t>个过程。所需要的存储空间分别是。调用关系。我们看一下基本思想。过程</a:t>
            </a:r>
            <a:r>
              <a:rPr lang="en-US" altLang="zh-CN" dirty="0">
                <a:latin typeface="Arial" panose="020B0604020202020204" pitchFamily="34" charset="0"/>
              </a:rPr>
              <a:t>2</a:t>
            </a:r>
            <a:r>
              <a:rPr lang="zh-CN" altLang="en-US" dirty="0">
                <a:latin typeface="Arial" panose="020B0604020202020204" pitchFamily="34" charset="0"/>
              </a:rPr>
              <a:t>从</a:t>
            </a:r>
            <a:r>
              <a:rPr lang="en-US" altLang="zh-CN" dirty="0">
                <a:latin typeface="Arial" panose="020B0604020202020204" pitchFamily="34" charset="0"/>
              </a:rPr>
              <a:t>22</a:t>
            </a:r>
            <a:r>
              <a:rPr lang="zh-CN" altLang="en-US" dirty="0">
                <a:latin typeface="Arial" panose="020B0604020202020204" pitchFamily="34" charset="0"/>
              </a:rPr>
              <a:t>号单元开始分配。以此类推。对调用关系进行分析，他们不可能同时处于活跃状态，可以共享一块存储区域。这就是接下来</a:t>
            </a:r>
          </a:p>
        </p:txBody>
      </p:sp>
    </p:spTree>
    <p:extLst>
      <p:ext uri="{BB962C8B-B14F-4D97-AF65-F5344CB8AC3E}">
        <p14:creationId xmlns:p14="http://schemas.microsoft.com/office/powerpoint/2010/main" val="13310402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E726CC15-2F92-4A76-BCE6-CA69C828EA4C}" type="slidenum">
              <a:rPr lang="zh-CN" altLang="en-US" sz="1200" b="0" smtClean="0">
                <a:solidFill>
                  <a:srgbClr val="000000"/>
                </a:solidFill>
                <a:latin typeface="Arial" panose="020B0604020202020204" pitchFamily="34" charset="0"/>
              </a:rPr>
              <a:pPr/>
              <a:t>57</a:t>
            </a:fld>
            <a:endParaRPr lang="en-US" altLang="zh-CN" sz="1200" b="0">
              <a:solidFill>
                <a:srgbClr val="000000"/>
              </a:solidFill>
              <a:latin typeface="Arial" panose="020B060402020202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不允许递归调用，不存在环。从下向上为各层分配。首先看最底下层，不存在调用，因此我们可以从所划分区域的同一个起点，这里假设从</a:t>
            </a:r>
            <a:r>
              <a:rPr lang="en-US" altLang="zh-CN" dirty="0">
                <a:latin typeface="Arial" panose="020B0604020202020204" pitchFamily="34" charset="0"/>
              </a:rPr>
              <a:t>0</a:t>
            </a:r>
            <a:r>
              <a:rPr lang="zh-CN" altLang="en-US" dirty="0">
                <a:latin typeface="Arial" panose="020B0604020202020204" pitchFamily="34" charset="0"/>
              </a:rPr>
              <a:t>号单元。从</a:t>
            </a:r>
            <a:r>
              <a:rPr lang="en-US" altLang="zh-CN" dirty="0">
                <a:latin typeface="Arial" panose="020B0604020202020204" pitchFamily="34" charset="0"/>
              </a:rPr>
              <a:t>17</a:t>
            </a:r>
            <a:r>
              <a:rPr lang="zh-CN" altLang="en-US" dirty="0">
                <a:latin typeface="Arial" panose="020B0604020202020204" pitchFamily="34" charset="0"/>
              </a:rPr>
              <a:t>开始分配。这样就保证了。不会相互破坏。最后我们来看过程</a:t>
            </a:r>
            <a:r>
              <a:rPr lang="en-US" altLang="zh-CN" dirty="0">
                <a:latin typeface="Arial" panose="020B0604020202020204" pitchFamily="34" charset="0"/>
              </a:rPr>
              <a:t>1</a:t>
            </a:r>
            <a:r>
              <a:rPr lang="zh-CN" altLang="en-US" dirty="0">
                <a:latin typeface="Arial" panose="020B0604020202020204" pitchFamily="34" charset="0"/>
              </a:rPr>
              <a:t>，那么我们就从</a:t>
            </a:r>
            <a:r>
              <a:rPr lang="en-US" altLang="zh-CN" dirty="0">
                <a:latin typeface="Arial" panose="020B0604020202020204" pitchFamily="34" charset="0"/>
              </a:rPr>
              <a:t>41</a:t>
            </a:r>
            <a:r>
              <a:rPr lang="zh-CN" altLang="en-US" dirty="0">
                <a:latin typeface="Arial" panose="020B0604020202020204" pitchFamily="34" charset="0"/>
              </a:rPr>
              <a:t>。共需要</a:t>
            </a:r>
            <a:r>
              <a:rPr lang="en-US" altLang="zh-CN" dirty="0">
                <a:latin typeface="Arial" panose="020B0604020202020204" pitchFamily="34" charset="0"/>
              </a:rPr>
              <a:t>63</a:t>
            </a:r>
            <a:r>
              <a:rPr lang="zh-CN" altLang="en-US" dirty="0">
                <a:latin typeface="Arial" panose="020B0604020202020204" pitchFamily="34" charset="0"/>
              </a:rPr>
              <a:t>个。</a:t>
            </a:r>
            <a:r>
              <a:rPr lang="en-US" altLang="zh-CN" dirty="0">
                <a:latin typeface="Arial" panose="020B0604020202020204" pitchFamily="34" charset="0"/>
              </a:rPr>
              <a:t>105</a:t>
            </a:r>
            <a:r>
              <a:rPr lang="zh-CN" altLang="en-US" dirty="0">
                <a:latin typeface="Arial" panose="020B0604020202020204" pitchFamily="34" charset="0"/>
              </a:rPr>
              <a:t>个。留一个课后习题。</a:t>
            </a:r>
            <a:r>
              <a:rPr lang="en-US" altLang="zh-CN" dirty="0">
                <a:latin typeface="Arial" panose="020B0604020202020204" pitchFamily="34" charset="0"/>
              </a:rPr>
              <a:t>345</a:t>
            </a:r>
            <a:r>
              <a:rPr lang="zh-CN" altLang="en-US">
                <a:latin typeface="Arial" panose="020B0604020202020204" pitchFamily="34" charset="0"/>
              </a:rPr>
              <a:t>班。</a:t>
            </a:r>
            <a:endParaRPr lang="zh-CN" altLang="en-US" dirty="0">
              <a:latin typeface="Arial" panose="020B0604020202020204" pitchFamily="34" charset="0"/>
            </a:endParaRPr>
          </a:p>
        </p:txBody>
      </p:sp>
    </p:spTree>
    <p:extLst>
      <p:ext uri="{BB962C8B-B14F-4D97-AF65-F5344CB8AC3E}">
        <p14:creationId xmlns:p14="http://schemas.microsoft.com/office/powerpoint/2010/main" val="26861354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a:p>
            <a:r>
              <a:rPr lang="zh-CN" altLang="en-US" dirty="0">
                <a:latin typeface="Arial" panose="020B0604020202020204" pitchFamily="34" charset="0"/>
              </a:rPr>
              <a:t>在具体实现时，假如一个程序声明了</a:t>
            </a:r>
            <a:r>
              <a:rPr lang="en-US" altLang="zh-CN" dirty="0">
                <a:latin typeface="Arial" panose="020B0604020202020204" pitchFamily="34" charset="0"/>
              </a:rPr>
              <a:t>n</a:t>
            </a:r>
            <a:r>
              <a:rPr lang="zh-CN" altLang="en-US" dirty="0">
                <a:latin typeface="Arial" panose="020B0604020202020204" pitchFamily="34" charset="0"/>
              </a:rPr>
              <a:t>个过程，那么就建立</a:t>
            </a:r>
            <a:r>
              <a:rPr lang="en-US" altLang="zh-CN" dirty="0" err="1">
                <a:latin typeface="Arial" panose="020B0604020202020204" pitchFamily="34" charset="0"/>
              </a:rPr>
              <a:t>Bnn</a:t>
            </a:r>
            <a:r>
              <a:rPr lang="zh-CN" altLang="en-US" dirty="0">
                <a:latin typeface="Arial" panose="020B0604020202020204" pitchFamily="34" charset="0"/>
              </a:rPr>
              <a:t>。刚才这个例子，不调用任何过程。另外，还要简历。</a:t>
            </a:r>
          </a:p>
        </p:txBody>
      </p:sp>
      <p:sp>
        <p:nvSpPr>
          <p:cNvPr id="39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69938" indent="-295275">
              <a:defRPr sz="1100" b="1">
                <a:solidFill>
                  <a:schemeClr val="tx1"/>
                </a:solidFill>
                <a:latin typeface="Times New Roman" panose="02020603050405020304" pitchFamily="18" charset="0"/>
                <a:ea typeface="楷体_GB2312"/>
                <a:cs typeface="楷体_GB2312"/>
              </a:defRPr>
            </a:lvl2pPr>
            <a:lvl3pPr marL="1185863" indent="-236538">
              <a:defRPr sz="1100" b="1">
                <a:solidFill>
                  <a:schemeClr val="tx1"/>
                </a:solidFill>
                <a:latin typeface="Times New Roman" panose="02020603050405020304" pitchFamily="18" charset="0"/>
                <a:ea typeface="楷体_GB2312"/>
                <a:cs typeface="楷体_GB2312"/>
              </a:defRPr>
            </a:lvl3pPr>
            <a:lvl4pPr marL="1660525" indent="-236538">
              <a:defRPr sz="1100" b="1">
                <a:solidFill>
                  <a:schemeClr val="tx1"/>
                </a:solidFill>
                <a:latin typeface="Times New Roman" panose="02020603050405020304" pitchFamily="18" charset="0"/>
                <a:ea typeface="楷体_GB2312"/>
                <a:cs typeface="楷体_GB2312"/>
              </a:defRPr>
            </a:lvl4pPr>
            <a:lvl5pPr marL="2133600" indent="-236538">
              <a:defRPr sz="1100" b="1">
                <a:solidFill>
                  <a:schemeClr val="tx1"/>
                </a:solidFill>
                <a:latin typeface="Times New Roman" panose="02020603050405020304" pitchFamily="18" charset="0"/>
                <a:ea typeface="楷体_GB2312"/>
                <a:cs typeface="楷体_GB2312"/>
              </a:defRPr>
            </a:lvl5pPr>
            <a:lvl6pPr marL="25908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30480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5052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962400" indent="-236538"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fld id="{220C10BF-376A-446D-8672-DD291618692D}" type="slidenum">
              <a:rPr lang="zh-CN" altLang="en-US" sz="1200" b="0" smtClean="0">
                <a:solidFill>
                  <a:srgbClr val="000000"/>
                </a:solidFill>
                <a:latin typeface="Arial" panose="020B0604020202020204" pitchFamily="34" charset="0"/>
              </a:rPr>
              <a:pPr/>
              <a:t>58</a:t>
            </a:fld>
            <a:endParaRPr lang="en-US" altLang="zh-CN" sz="1200" b="0">
              <a:solidFill>
                <a:srgbClr val="000000"/>
              </a:solidFill>
              <a:latin typeface="Arial" panose="020B0604020202020204" pitchFamily="34" charset="0"/>
            </a:endParaRPr>
          </a:p>
        </p:txBody>
      </p:sp>
    </p:spTree>
    <p:extLst>
      <p:ext uri="{BB962C8B-B14F-4D97-AF65-F5344CB8AC3E}">
        <p14:creationId xmlns:p14="http://schemas.microsoft.com/office/powerpoint/2010/main" val="3798620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42442B0-65F0-423C-9435-98AA9BE52A52}"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571493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C379493-E21D-422A-98EC-F13B3769586F}"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260424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E01EAF-2024-420B-89FD-CB2E5CA27F4C}"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123304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9F6F02C9-C14D-482A-B52F-3589E799176C}"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054956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494CBE-1E17-4CEF-A3A7-170C05709387}"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259256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057A313C-52AD-4199-90BE-6E73990C8069}"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232322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653DDFC5-9F9A-46EA-BC67-EFFA405F2CBB}"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91010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ABC6696-D5F5-4DA4-BB3B-4C6D2C0C6789}"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602085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076F351-3068-44AA-80EE-7C0A002AFEE5}"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45906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17F4327-437C-4671-8E57-EFE09BBB6570}"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781517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314ACF3-8C5F-4551-86EA-D6BD487FB7FA}"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868503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a:xfrm>
            <a:off x="7817963" y="195486"/>
            <a:ext cx="1162050" cy="273050"/>
          </a:xfrm>
        </p:spPr>
        <p:txBody>
          <a:bodyPr/>
          <a:lstStyle>
            <a:lvl1pPr>
              <a:defRPr sz="1400">
                <a:ea typeface="楷体_GB2312"/>
                <a:cs typeface="楷体_GB2312"/>
              </a:defRPr>
            </a:lvl1pPr>
          </a:lstStyle>
          <a:p>
            <a:pPr>
              <a:defRPr/>
            </a:pPr>
            <a:fld id="{AF6B4237-9F78-486C-8693-380A31267B76}" type="slidenum">
              <a:rPr lang="zh-CN" altLang="en-US" smtClean="0"/>
              <a:pPr>
                <a:defRPr/>
              </a:pPr>
              <a:t>‹#›</a:t>
            </a:fld>
            <a:endParaRPr lang="en-US" altLang="zh-CN" dirty="0"/>
          </a:p>
        </p:txBody>
      </p:sp>
    </p:spTree>
    <p:extLst>
      <p:ext uri="{BB962C8B-B14F-4D97-AF65-F5344CB8AC3E}">
        <p14:creationId xmlns:p14="http://schemas.microsoft.com/office/powerpoint/2010/main" val="1367139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a:cs typeface="楷体_GB2312"/>
              </a:defRPr>
            </a:lvl1pPr>
          </a:lstStyle>
          <a:p>
            <a:pPr>
              <a:defRPr/>
            </a:pPr>
            <a:fld id="{AF28F9A2-09C9-4AF8-AF7C-3585CC992482}" type="slidenum">
              <a:rPr lang="zh-CN" altLang="en-US"/>
              <a:pPr>
                <a:defRPr/>
              </a:pPr>
              <a:t>‹#›</a:t>
            </a:fld>
            <a:endParaRPr lang="en-US" altLang="zh-CN"/>
          </a:p>
        </p:txBody>
      </p:sp>
    </p:spTree>
    <p:extLst>
      <p:ext uri="{BB962C8B-B14F-4D97-AF65-F5344CB8AC3E}">
        <p14:creationId xmlns:p14="http://schemas.microsoft.com/office/powerpoint/2010/main" val="16647010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51B9176-EB8F-4616-89B4-51E5D780E2B7}"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6170706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53A906F-316C-40F7-B075-13847AE22AA0}"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497478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EA1D815-459A-4DCB-999D-DB3FA80F608A}"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936496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AA59599-65B3-4438-B92B-4C40C75AA149}"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75463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AB6F86-131C-4288-A201-43FFDAAEE03B}"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9812283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4B507DA-D1C0-48B1-BAF2-B34FC6D812DC}"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2376399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CE02FED-AB51-47A4-BB71-BE7DF5E95A21}"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62998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8DCDF24-95F8-40F9-B66F-FF96F7B5AB40}"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15564028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71F4D15-E920-47A1-80ED-B004602EB29B}"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36227213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8BD6271-45EB-4F30-8E22-51E7F0FCEBBF}"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449670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8441681-920E-436D-A71E-836DE009EE78}" type="slidenum">
              <a:rPr lang="zh-CN" altLang="en-US">
                <a:solidFill>
                  <a:srgbClr val="000000"/>
                </a:solidFill>
              </a:rPr>
              <a:pPr>
                <a:defRPr/>
              </a:pPr>
              <a:t>‹#›</a:t>
            </a:fld>
            <a:endParaRPr lang="en-US" altLang="zh-CN" dirty="0">
              <a:solidFill>
                <a:srgbClr val="000000"/>
              </a:solidFill>
            </a:endParaRPr>
          </a:p>
        </p:txBody>
      </p:sp>
    </p:spTree>
    <p:extLst>
      <p:ext uri="{BB962C8B-B14F-4D97-AF65-F5344CB8AC3E}">
        <p14:creationId xmlns:p14="http://schemas.microsoft.com/office/powerpoint/2010/main" val="21729280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sz="1000" b="1">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b="1">
                <a:ea typeface="楷体_GB2312"/>
                <a:cs typeface="楷体_GB2312"/>
              </a:defRPr>
            </a:lvl1pPr>
          </a:lstStyle>
          <a:p>
            <a:pPr>
              <a:defRPr/>
            </a:pPr>
            <a:fld id="{108D21B2-D0D6-4845-A1A0-BA3DC66252CC}" type="slidenum">
              <a:rPr lang="zh-CN" altLang="en-US"/>
              <a:pPr>
                <a:defRPr/>
              </a:pPr>
              <a:t>‹#›</a:t>
            </a:fld>
            <a:endParaRPr lang="en-US" altLang="zh-CN"/>
          </a:p>
        </p:txBody>
      </p:sp>
    </p:spTree>
    <p:extLst>
      <p:ext uri="{BB962C8B-B14F-4D97-AF65-F5344CB8AC3E}">
        <p14:creationId xmlns:p14="http://schemas.microsoft.com/office/powerpoint/2010/main" val="40556782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sz="1000" b="1">
                <a:ea typeface="楷体_GB2312"/>
              </a:defRPr>
            </a:lvl1pPr>
          </a:lstStyle>
          <a:p>
            <a:pPr>
              <a:defRPr/>
            </a:pPr>
            <a:endParaRPr lang="en-US" altLang="zh-CN"/>
          </a:p>
        </p:txBody>
      </p:sp>
      <p:sp>
        <p:nvSpPr>
          <p:cNvPr id="10" name="Slide Number Placeholder 5"/>
          <p:cNvSpPr>
            <a:spLocks noGrp="1"/>
          </p:cNvSpPr>
          <p:nvPr>
            <p:ph type="sldNum" sz="quarter" idx="12"/>
          </p:nvPr>
        </p:nvSpPr>
        <p:spPr>
          <a:xfrm>
            <a:off x="7884368" y="130970"/>
            <a:ext cx="1162050" cy="273050"/>
          </a:xfrm>
        </p:spPr>
        <p:txBody>
          <a:bodyPr/>
          <a:lstStyle>
            <a:lvl1pPr>
              <a:defRPr b="1">
                <a:ea typeface="楷体_GB2312"/>
                <a:cs typeface="楷体_GB2312"/>
              </a:defRPr>
            </a:lvl1pPr>
          </a:lstStyle>
          <a:p>
            <a:pPr>
              <a:defRPr/>
            </a:pPr>
            <a:fld id="{8E372627-68BC-4EB1-8726-F8154202DB1F}" type="slidenum">
              <a:rPr lang="zh-CN" altLang="en-US"/>
              <a:pPr>
                <a:defRPr/>
              </a:pPr>
              <a:t>‹#›</a:t>
            </a:fld>
            <a:endParaRPr lang="en-US" altLang="zh-CN"/>
          </a:p>
        </p:txBody>
      </p:sp>
    </p:spTree>
    <p:extLst>
      <p:ext uri="{BB962C8B-B14F-4D97-AF65-F5344CB8AC3E}">
        <p14:creationId xmlns:p14="http://schemas.microsoft.com/office/powerpoint/2010/main" val="40260763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en-US" altLang="zh-CN" b="0">
              <a:solidFill>
                <a:srgbClr val="FFFFFF"/>
              </a:solidFill>
              <a:latin typeface="Candara" panose="020E0502030303020204" pitchFamily="34" charset="0"/>
            </a:endParaRPr>
          </a:p>
        </p:txBody>
      </p:sp>
      <p:grpSp>
        <p:nvGrpSpPr>
          <p:cNvPr id="5" name="Group 9"/>
          <p:cNvGrpSpPr>
            <a:grpSpLocks noChangeAspect="1"/>
          </p:cNvGrpSpPr>
          <p:nvPr/>
        </p:nvGrpSpPr>
        <p:grpSpPr bwMode="auto">
          <a:xfrm>
            <a:off x="211138" y="4014788"/>
            <a:ext cx="8723312" cy="1000125"/>
            <a:chOff x="-3905250" y="4294188"/>
            <a:chExt cx="13011150" cy="1892300"/>
          </a:xfrm>
        </p:grpSpPr>
        <p:sp>
          <p:nvSpPr>
            <p:cNvPr id="6" name="Freeform 14"/>
            <p:cNvSpPr>
              <a:spLocks/>
            </p:cNvSpPr>
            <p:nvPr/>
          </p:nvSpPr>
          <p:spPr bwMode="hidden">
            <a:xfrm>
              <a:off x="4810681" y="4501439"/>
              <a:ext cx="4295219" cy="1015234"/>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sp>
          <p:nvSpPr>
            <p:cNvPr id="7" name="Freeform 18"/>
            <p:cNvSpPr>
              <a:spLocks/>
            </p:cNvSpPr>
            <p:nvPr/>
          </p:nvSpPr>
          <p:spPr bwMode="hidden">
            <a:xfrm>
              <a:off x="-308538" y="4318217"/>
              <a:ext cx="8280254" cy="1210470"/>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sp>
          <p:nvSpPr>
            <p:cNvPr id="8" name="Freeform 22"/>
            <p:cNvSpPr>
              <a:spLocks/>
            </p:cNvSpPr>
            <p:nvPr/>
          </p:nvSpPr>
          <p:spPr bwMode="hidden">
            <a:xfrm>
              <a:off x="4014" y="4336239"/>
              <a:ext cx="8164231" cy="1102339"/>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0">
                <a:solidFill>
                  <a:prstClr val="black"/>
                </a:solidFill>
              </a:endParaRPr>
            </a:p>
          </p:txBody>
        </p:sp>
        <p:sp>
          <p:nvSpPr>
            <p:cNvPr id="9" name="Freeform 26"/>
            <p:cNvSpPr>
              <a:spLocks/>
            </p:cNvSpPr>
            <p:nvPr/>
          </p:nvSpPr>
          <p:spPr bwMode="hidden">
            <a:xfrm>
              <a:off x="4157164" y="4315213"/>
              <a:ext cx="4939265" cy="928129"/>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0">
                <a:solidFill>
                  <a:prstClr val="black"/>
                </a:solidFill>
              </a:endParaRPr>
            </a:p>
          </p:txBody>
        </p:sp>
        <p:sp useBgFill="1">
          <p:nvSpPr>
            <p:cNvPr id="10" name="Freeform 10"/>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rtlCol="0"/>
          <a:lstStyle>
            <a:lvl1pPr>
              <a:defRPr sz="1000">
                <a:ea typeface="楷体_GB2312"/>
                <a:cs typeface="楷体_GB2312"/>
              </a:defRPr>
            </a:lvl1pPr>
          </a:lstStyle>
          <a:p>
            <a:pPr>
              <a:defRPr/>
            </a:pPr>
            <a:endParaRPr lang="en-US" altLang="zh-CN"/>
          </a:p>
        </p:txBody>
      </p:sp>
      <p:sp>
        <p:nvSpPr>
          <p:cNvPr id="12" name="Footer Placeholder 4"/>
          <p:cNvSpPr>
            <a:spLocks noGrp="1"/>
          </p:cNvSpPr>
          <p:nvPr>
            <p:ph type="ftr" sz="quarter" idx="11"/>
          </p:nvPr>
        </p:nvSpPr>
        <p:spPr/>
        <p:txBody>
          <a:bodyPr rtlCol="0"/>
          <a:lstStyle>
            <a:lvl1pPr>
              <a:defRPr sz="1000">
                <a:ea typeface="楷体_GB2312"/>
                <a:cs typeface="楷体_GB2312"/>
              </a:defRPr>
            </a:lvl1pPr>
          </a:lstStyle>
          <a:p>
            <a:pPr>
              <a:defRPr/>
            </a:pPr>
            <a:endParaRPr lang="en-US" altLang="zh-CN"/>
          </a:p>
        </p:txBody>
      </p:sp>
      <p:sp>
        <p:nvSpPr>
          <p:cNvPr id="13" name="Slide Number Placeholder 5"/>
          <p:cNvSpPr>
            <a:spLocks noGrp="1"/>
          </p:cNvSpPr>
          <p:nvPr>
            <p:ph type="sldNum" sz="quarter" idx="12"/>
          </p:nvPr>
        </p:nvSpPr>
        <p:spPr>
          <a:xfrm>
            <a:off x="7494587" y="472282"/>
            <a:ext cx="1162050" cy="273050"/>
          </a:xfrm>
        </p:spPr>
        <p:txBody>
          <a:bodyPr/>
          <a:lstStyle>
            <a:lvl1pPr>
              <a:defRPr>
                <a:ea typeface="楷体_GB2312"/>
                <a:cs typeface="楷体_GB2312"/>
              </a:defRPr>
            </a:lvl1pPr>
          </a:lstStyle>
          <a:p>
            <a:pPr>
              <a:defRPr/>
            </a:pPr>
            <a:fld id="{D29F4C7B-7C14-4D5E-A7F2-4220D4B00F15}" type="slidenum">
              <a:rPr lang="zh-CN" altLang="en-US"/>
              <a:pPr>
                <a:defRPr/>
              </a:pPr>
              <a:t>‹#›</a:t>
            </a:fld>
            <a:endParaRPr lang="en-US" altLang="zh-CN" dirty="0"/>
          </a:p>
        </p:txBody>
      </p:sp>
    </p:spTree>
    <p:extLst>
      <p:ext uri="{BB962C8B-B14F-4D97-AF65-F5344CB8AC3E}">
        <p14:creationId xmlns:p14="http://schemas.microsoft.com/office/powerpoint/2010/main" val="4021163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grpSp>
        <p:nvGrpSpPr>
          <p:cNvPr id="4" name="组合 6"/>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ndParaRPr>
            </a:p>
          </p:txBody>
        </p:sp>
        <p:sp>
          <p:nvSpPr>
            <p:cNvPr id="6"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sz="1000">
                <a:ea typeface="楷体_GB2312"/>
                <a:cs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sz="1000">
                <a:ea typeface="楷体_GB2312"/>
                <a:cs typeface="楷体_GB2312"/>
              </a:defRPr>
            </a:lvl1pPr>
          </a:lstStyle>
          <a:p>
            <a:pPr>
              <a:defRPr/>
            </a:pPr>
            <a:endParaRPr lang="en-US" altLang="zh-CN"/>
          </a:p>
        </p:txBody>
      </p:sp>
      <p:sp>
        <p:nvSpPr>
          <p:cNvPr id="10" name="Slide Number Placeholder 5"/>
          <p:cNvSpPr>
            <a:spLocks noGrp="1"/>
          </p:cNvSpPr>
          <p:nvPr>
            <p:ph type="sldNum" sz="quarter" idx="12"/>
          </p:nvPr>
        </p:nvSpPr>
        <p:spPr>
          <a:xfrm>
            <a:off x="7788275" y="4504532"/>
            <a:ext cx="1162050" cy="273050"/>
          </a:xfrm>
        </p:spPr>
        <p:txBody>
          <a:bodyPr/>
          <a:lstStyle>
            <a:lvl1pPr>
              <a:defRPr>
                <a:ea typeface="楷体_GB2312"/>
                <a:cs typeface="楷体_GB2312"/>
              </a:defRPr>
            </a:lvl1pPr>
          </a:lstStyle>
          <a:p>
            <a:pPr>
              <a:defRPr/>
            </a:pPr>
            <a:fld id="{BA2DDBA9-51DB-4DDF-BDD4-A2E856AE787A}" type="slidenum">
              <a:rPr lang="zh-CN" altLang="en-US"/>
              <a:pPr>
                <a:defRPr/>
              </a:pPr>
              <a:t>‹#›</a:t>
            </a:fld>
            <a:endParaRPr lang="en-US" altLang="zh-CN"/>
          </a:p>
        </p:txBody>
      </p:sp>
    </p:spTree>
    <p:extLst>
      <p:ext uri="{BB962C8B-B14F-4D97-AF65-F5344CB8AC3E}">
        <p14:creationId xmlns:p14="http://schemas.microsoft.com/office/powerpoint/2010/main" val="16065242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b="0" dirty="0">
              <a:solidFill>
                <a:prstClr val="white"/>
              </a:solidFill>
            </a:endParaRPr>
          </a:p>
        </p:txBody>
      </p:sp>
      <p:grpSp>
        <p:nvGrpSpPr>
          <p:cNvPr id="5" name="Group 9"/>
          <p:cNvGrpSpPr>
            <a:grpSpLocks noChangeAspect="1"/>
          </p:cNvGrpSpPr>
          <p:nvPr/>
        </p:nvGrpSpPr>
        <p:grpSpPr bwMode="auto">
          <a:xfrm>
            <a:off x="211138" y="4014788"/>
            <a:ext cx="8723312" cy="1000125"/>
            <a:chOff x="-3905250" y="4294188"/>
            <a:chExt cx="13011150" cy="1892300"/>
          </a:xfrm>
        </p:grpSpPr>
        <p:sp>
          <p:nvSpPr>
            <p:cNvPr id="6" name="Freeform 14"/>
            <p:cNvSpPr>
              <a:spLocks/>
            </p:cNvSpPr>
            <p:nvPr/>
          </p:nvSpPr>
          <p:spPr bwMode="hidden">
            <a:xfrm>
              <a:off x="4810681" y="4501439"/>
              <a:ext cx="4295219" cy="1015234"/>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 name="Freeform 18"/>
            <p:cNvSpPr>
              <a:spLocks/>
            </p:cNvSpPr>
            <p:nvPr/>
          </p:nvSpPr>
          <p:spPr bwMode="hidden">
            <a:xfrm>
              <a:off x="-308538" y="4318217"/>
              <a:ext cx="8280254" cy="1210470"/>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8" name="Freeform 22"/>
            <p:cNvSpPr>
              <a:spLocks/>
            </p:cNvSpPr>
            <p:nvPr/>
          </p:nvSpPr>
          <p:spPr bwMode="hidden">
            <a:xfrm>
              <a:off x="4014" y="4336239"/>
              <a:ext cx="8164231" cy="1102339"/>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9" name="Freeform 26"/>
            <p:cNvSpPr>
              <a:spLocks/>
            </p:cNvSpPr>
            <p:nvPr/>
          </p:nvSpPr>
          <p:spPr bwMode="hidden">
            <a:xfrm>
              <a:off x="4157164" y="4315213"/>
              <a:ext cx="4939265" cy="928129"/>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useBgFill="1">
          <p:nvSpPr>
            <p:cNvPr id="10" name="Freeform 10"/>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rtlCol="0"/>
          <a:lstStyle>
            <a:lvl1pPr>
              <a:defRPr b="1">
                <a:latin typeface="Times New Roman" panose="02020603050405020304" pitchFamily="18" charset="0"/>
                <a:ea typeface="楷体_GB2312"/>
                <a:cs typeface="楷体_GB2312"/>
              </a:defRPr>
            </a:lvl1pPr>
          </a:lstStyle>
          <a:p>
            <a:pPr>
              <a:defRPr/>
            </a:pPr>
            <a:endParaRPr lang="en-US" altLang="zh-CN"/>
          </a:p>
        </p:txBody>
      </p:sp>
      <p:sp>
        <p:nvSpPr>
          <p:cNvPr id="12" name="Footer Placeholder 4"/>
          <p:cNvSpPr>
            <a:spLocks noGrp="1"/>
          </p:cNvSpPr>
          <p:nvPr>
            <p:ph type="ftr" sz="quarter" idx="11"/>
          </p:nvPr>
        </p:nvSpPr>
        <p:spPr/>
        <p:txBody>
          <a:bodyPr rtlCol="0"/>
          <a:lstStyle>
            <a:lvl1pPr algn="ctr">
              <a:defRPr b="1">
                <a:latin typeface="Times New Roman" panose="02020603050405020304" pitchFamily="18" charset="0"/>
                <a:ea typeface="楷体_GB2312"/>
                <a:cs typeface="楷体_GB2312"/>
              </a:defRPr>
            </a:lvl1pPr>
          </a:lstStyle>
          <a:p>
            <a:pPr>
              <a:defRPr/>
            </a:pPr>
            <a:endParaRPr lang="en-US" altLang="zh-CN"/>
          </a:p>
        </p:txBody>
      </p:sp>
      <p:sp>
        <p:nvSpPr>
          <p:cNvPr id="13" name="Slide Number Placeholder 5"/>
          <p:cNvSpPr>
            <a:spLocks noGrp="1"/>
          </p:cNvSpPr>
          <p:nvPr>
            <p:ph type="sldNum" sz="quarter" idx="12"/>
          </p:nvPr>
        </p:nvSpPr>
        <p:spPr/>
        <p:txBody>
          <a:bodyPr/>
          <a:lstStyle>
            <a:lvl1pPr>
              <a:defRPr b="1">
                <a:latin typeface="Times New Roman" panose="02020603050405020304" pitchFamily="18" charset="0"/>
              </a:defRPr>
            </a:lvl1pPr>
          </a:lstStyle>
          <a:p>
            <a:pPr>
              <a:defRPr/>
            </a:pPr>
            <a:fld id="{93A75128-DBE9-4825-9CC0-25A17162F082}" type="slidenum">
              <a:rPr lang="zh-CN" altLang="en-US"/>
              <a:pPr>
                <a:defRPr/>
              </a:pPr>
              <a:t>‹#›</a:t>
            </a:fld>
            <a:endParaRPr lang="en-US" altLang="zh-CN"/>
          </a:p>
        </p:txBody>
      </p:sp>
    </p:spTree>
    <p:extLst>
      <p:ext uri="{BB962C8B-B14F-4D97-AF65-F5344CB8AC3E}">
        <p14:creationId xmlns:p14="http://schemas.microsoft.com/office/powerpoint/2010/main" val="1837588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grpSp>
        <p:nvGrpSpPr>
          <p:cNvPr id="4" name="组合 6"/>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b="0">
                <a:solidFill>
                  <a:srgbClr val="FFFFFF"/>
                </a:solidFill>
                <a:latin typeface="Calibri" pitchFamily="34" charset="0"/>
                <a:ea typeface="楷体_GB2312"/>
              </a:endParaRPr>
            </a:p>
          </p:txBody>
        </p:sp>
        <p:sp>
          <p:nvSpPr>
            <p:cNvPr id="6"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en-US" b="0">
                <a:solidFill>
                  <a:srgbClr val="FFFFFF"/>
                </a:solidFill>
                <a:latin typeface="Calibri" panose="020F0502020204030204" pitchFamily="34" charset="0"/>
                <a:ea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b="1">
                <a:latin typeface="Times New Roman" panose="02020603050405020304" pitchFamily="18" charset="0"/>
                <a:ea typeface="楷体_GB2312"/>
                <a:cs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lgn="ctr">
              <a:defRPr b="1">
                <a:latin typeface="Times New Roman" panose="02020603050405020304" pitchFamily="18" charset="0"/>
                <a:ea typeface="楷体_GB2312"/>
                <a:cs typeface="楷体_GB2312"/>
              </a:defRPr>
            </a:lvl1pPr>
          </a:lstStyle>
          <a:p>
            <a:pPr>
              <a:defRPr/>
            </a:pPr>
            <a:endParaRPr lang="en-US" altLang="zh-CN"/>
          </a:p>
        </p:txBody>
      </p:sp>
      <p:sp>
        <p:nvSpPr>
          <p:cNvPr id="10" name="Slide Number Placeholder 5"/>
          <p:cNvSpPr>
            <a:spLocks noGrp="1"/>
          </p:cNvSpPr>
          <p:nvPr>
            <p:ph type="sldNum" sz="quarter" idx="12"/>
          </p:nvPr>
        </p:nvSpPr>
        <p:spPr>
          <a:xfrm>
            <a:off x="7788275" y="4368007"/>
            <a:ext cx="1162050" cy="273050"/>
          </a:xfrm>
        </p:spPr>
        <p:txBody>
          <a:bodyPr/>
          <a:lstStyle>
            <a:lvl1pPr>
              <a:defRPr sz="1200" b="1">
                <a:latin typeface="Times New Roman" panose="02020603050405020304" pitchFamily="18" charset="0"/>
              </a:defRPr>
            </a:lvl1pPr>
          </a:lstStyle>
          <a:p>
            <a:pPr>
              <a:defRPr/>
            </a:pPr>
            <a:fld id="{64CF1D47-2B30-44A6-81DA-EC28584A641A}" type="slidenum">
              <a:rPr lang="zh-CN" altLang="en-US" smtClean="0"/>
              <a:pPr>
                <a:defRPr/>
              </a:pPr>
              <a:t>‹#›</a:t>
            </a:fld>
            <a:endParaRPr lang="en-US" altLang="zh-CN" dirty="0"/>
          </a:p>
        </p:txBody>
      </p:sp>
    </p:spTree>
    <p:extLst>
      <p:ext uri="{BB962C8B-B14F-4D97-AF65-F5344CB8AC3E}">
        <p14:creationId xmlns:p14="http://schemas.microsoft.com/office/powerpoint/2010/main" val="1344956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b="0" dirty="0">
              <a:solidFill>
                <a:prstClr val="white"/>
              </a:solidFill>
            </a:endParaRPr>
          </a:p>
        </p:txBody>
      </p:sp>
      <p:grpSp>
        <p:nvGrpSpPr>
          <p:cNvPr id="5" name="Group 9"/>
          <p:cNvGrpSpPr>
            <a:grpSpLocks noChangeAspect="1"/>
          </p:cNvGrpSpPr>
          <p:nvPr/>
        </p:nvGrpSpPr>
        <p:grpSpPr bwMode="auto">
          <a:xfrm>
            <a:off x="211138" y="4014788"/>
            <a:ext cx="8723312" cy="1000125"/>
            <a:chOff x="-3905250" y="4294188"/>
            <a:chExt cx="13011150" cy="1892300"/>
          </a:xfrm>
        </p:grpSpPr>
        <p:sp>
          <p:nvSpPr>
            <p:cNvPr id="6" name="Freeform 14"/>
            <p:cNvSpPr>
              <a:spLocks/>
            </p:cNvSpPr>
            <p:nvPr/>
          </p:nvSpPr>
          <p:spPr bwMode="hidden">
            <a:xfrm>
              <a:off x="4810681" y="4501439"/>
              <a:ext cx="4295219" cy="1015234"/>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 name="Freeform 18"/>
            <p:cNvSpPr>
              <a:spLocks/>
            </p:cNvSpPr>
            <p:nvPr/>
          </p:nvSpPr>
          <p:spPr bwMode="hidden">
            <a:xfrm>
              <a:off x="-308538" y="4318217"/>
              <a:ext cx="8280254" cy="1210470"/>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8" name="Freeform 22"/>
            <p:cNvSpPr>
              <a:spLocks/>
            </p:cNvSpPr>
            <p:nvPr/>
          </p:nvSpPr>
          <p:spPr bwMode="hidden">
            <a:xfrm>
              <a:off x="4014" y="4336239"/>
              <a:ext cx="8164231" cy="1102339"/>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9" name="Freeform 26"/>
            <p:cNvSpPr>
              <a:spLocks/>
            </p:cNvSpPr>
            <p:nvPr/>
          </p:nvSpPr>
          <p:spPr bwMode="hidden">
            <a:xfrm>
              <a:off x="4157164" y="4315213"/>
              <a:ext cx="4939265" cy="928129"/>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useBgFill="1">
          <p:nvSpPr>
            <p:cNvPr id="10" name="Freeform 10"/>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78" indent="0" algn="ctr">
              <a:buNone/>
              <a:defRPr>
                <a:solidFill>
                  <a:schemeClr val="tx1">
                    <a:tint val="75000"/>
                  </a:schemeClr>
                </a:solidFill>
              </a:defRPr>
            </a:lvl2pPr>
            <a:lvl3pPr marL="914355"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4"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rtlCol="0"/>
          <a:lstStyle>
            <a:lvl1pPr>
              <a:defRPr b="1">
                <a:latin typeface="Times New Roman" panose="02020603050405020304" pitchFamily="18" charset="0"/>
                <a:ea typeface="楷体_GB2312"/>
                <a:cs typeface="楷体_GB2312"/>
              </a:defRPr>
            </a:lvl1pPr>
          </a:lstStyle>
          <a:p>
            <a:pPr>
              <a:defRPr/>
            </a:pPr>
            <a:endParaRPr lang="en-US" altLang="zh-CN"/>
          </a:p>
        </p:txBody>
      </p:sp>
      <p:sp>
        <p:nvSpPr>
          <p:cNvPr id="12" name="Footer Placeholder 4"/>
          <p:cNvSpPr>
            <a:spLocks noGrp="1"/>
          </p:cNvSpPr>
          <p:nvPr>
            <p:ph type="ftr" sz="quarter" idx="11"/>
          </p:nvPr>
        </p:nvSpPr>
        <p:spPr/>
        <p:txBody>
          <a:bodyPr rtlCol="0"/>
          <a:lstStyle>
            <a:lvl1pPr algn="ctr">
              <a:defRPr b="1">
                <a:latin typeface="Times New Roman" panose="02020603050405020304" pitchFamily="18" charset="0"/>
                <a:ea typeface="楷体_GB2312"/>
                <a:cs typeface="楷体_GB2312"/>
              </a:defRPr>
            </a:lvl1pPr>
          </a:lstStyle>
          <a:p>
            <a:pPr>
              <a:defRPr/>
            </a:pPr>
            <a:endParaRPr lang="en-US" altLang="zh-CN"/>
          </a:p>
        </p:txBody>
      </p:sp>
      <p:sp>
        <p:nvSpPr>
          <p:cNvPr id="13" name="Slide Number Placeholder 5"/>
          <p:cNvSpPr>
            <a:spLocks noGrp="1"/>
          </p:cNvSpPr>
          <p:nvPr>
            <p:ph type="sldNum" sz="quarter" idx="12"/>
          </p:nvPr>
        </p:nvSpPr>
        <p:spPr/>
        <p:txBody>
          <a:bodyPr/>
          <a:lstStyle>
            <a:lvl1pPr>
              <a:defRPr b="1">
                <a:latin typeface="Times New Roman" panose="02020603050405020304" pitchFamily="18" charset="0"/>
                <a:ea typeface="楷体_GB2312"/>
              </a:defRPr>
            </a:lvl1pPr>
          </a:lstStyle>
          <a:p>
            <a:pPr>
              <a:defRPr/>
            </a:pPr>
            <a:fld id="{4408C780-E227-4A89-9870-31811B7C3831}" type="slidenum">
              <a:rPr lang="zh-CN" altLang="en-US"/>
              <a:pPr>
                <a:defRPr/>
              </a:pPr>
              <a:t>‹#›</a:t>
            </a:fld>
            <a:endParaRPr lang="en-US" altLang="zh-CN"/>
          </a:p>
        </p:txBody>
      </p:sp>
    </p:spTree>
    <p:extLst>
      <p:ext uri="{BB962C8B-B14F-4D97-AF65-F5344CB8AC3E}">
        <p14:creationId xmlns:p14="http://schemas.microsoft.com/office/powerpoint/2010/main" val="5717027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grpSp>
        <p:nvGrpSpPr>
          <p:cNvPr id="4" name="组合 6"/>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b="0">
                <a:solidFill>
                  <a:srgbClr val="FFFFFF"/>
                </a:solidFill>
                <a:latin typeface="Calibri" pitchFamily="34" charset="0"/>
                <a:ea typeface="华文楷体" panose="02010600040101010101" pitchFamily="2" charset="-122"/>
              </a:endParaRPr>
            </a:p>
          </p:txBody>
        </p:sp>
        <p:sp>
          <p:nvSpPr>
            <p:cNvPr id="6"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en-US" b="0">
                <a:solidFill>
                  <a:srgbClr val="FFFFFF"/>
                </a:solidFill>
                <a:latin typeface="Calibri" panose="020F0502020204030204" pitchFamily="34" charset="0"/>
                <a:ea typeface="华文楷体" panose="02010600040101010101" pitchFamily="2" charset="-12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b="1">
                <a:latin typeface="Times New Roman" panose="02020603050405020304" pitchFamily="18" charset="0"/>
                <a:ea typeface="楷体_GB2312"/>
                <a:cs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lgn="ctr">
              <a:defRPr b="1">
                <a:latin typeface="Times New Roman" panose="02020603050405020304" pitchFamily="18" charset="0"/>
                <a:ea typeface="楷体_GB2312"/>
                <a:cs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b="1">
                <a:latin typeface="Times New Roman" panose="02020603050405020304" pitchFamily="18" charset="0"/>
                <a:ea typeface="楷体_GB2312"/>
              </a:defRPr>
            </a:lvl1pPr>
          </a:lstStyle>
          <a:p>
            <a:pPr>
              <a:defRPr/>
            </a:pPr>
            <a:fld id="{1577AEF1-2632-436A-98FA-43727E988D6E}" type="slidenum">
              <a:rPr lang="zh-CN" altLang="en-US"/>
              <a:pPr>
                <a:defRPr/>
              </a:pPr>
              <a:t>‹#›</a:t>
            </a:fld>
            <a:endParaRPr lang="en-US" altLang="zh-CN"/>
          </a:p>
        </p:txBody>
      </p:sp>
    </p:spTree>
    <p:extLst>
      <p:ext uri="{BB962C8B-B14F-4D97-AF65-F5344CB8AC3E}">
        <p14:creationId xmlns:p14="http://schemas.microsoft.com/office/powerpoint/2010/main" val="22525326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ounded Rectangle 15"/>
          <p:cNvSpPr/>
          <p:nvPr/>
        </p:nvSpPr>
        <p:spPr>
          <a:xfrm>
            <a:off x="228600" y="171450"/>
            <a:ext cx="8696325" cy="4525963"/>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b="0" dirty="0">
              <a:solidFill>
                <a:prstClr val="white"/>
              </a:solidFill>
            </a:endParaRPr>
          </a:p>
        </p:txBody>
      </p:sp>
      <p:grpSp>
        <p:nvGrpSpPr>
          <p:cNvPr id="5" name="Group 9"/>
          <p:cNvGrpSpPr>
            <a:grpSpLocks noChangeAspect="1"/>
          </p:cNvGrpSpPr>
          <p:nvPr/>
        </p:nvGrpSpPr>
        <p:grpSpPr bwMode="auto">
          <a:xfrm>
            <a:off x="211138" y="4014788"/>
            <a:ext cx="8723312" cy="1000125"/>
            <a:chOff x="-3905250" y="4294188"/>
            <a:chExt cx="13011150" cy="1892300"/>
          </a:xfrm>
        </p:grpSpPr>
        <p:sp>
          <p:nvSpPr>
            <p:cNvPr id="6" name="Freeform 14"/>
            <p:cNvSpPr>
              <a:spLocks/>
            </p:cNvSpPr>
            <p:nvPr/>
          </p:nvSpPr>
          <p:spPr bwMode="hidden">
            <a:xfrm>
              <a:off x="4810681" y="4501439"/>
              <a:ext cx="4295219" cy="1015234"/>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 name="Freeform 18"/>
            <p:cNvSpPr>
              <a:spLocks/>
            </p:cNvSpPr>
            <p:nvPr/>
          </p:nvSpPr>
          <p:spPr bwMode="hidden">
            <a:xfrm>
              <a:off x="-308538" y="4318217"/>
              <a:ext cx="8280254" cy="1210470"/>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8" name="Freeform 22"/>
            <p:cNvSpPr>
              <a:spLocks/>
            </p:cNvSpPr>
            <p:nvPr/>
          </p:nvSpPr>
          <p:spPr bwMode="hidden">
            <a:xfrm>
              <a:off x="4014" y="4336239"/>
              <a:ext cx="8164231" cy="1102339"/>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9" name="Freeform 26"/>
            <p:cNvSpPr>
              <a:spLocks/>
            </p:cNvSpPr>
            <p:nvPr/>
          </p:nvSpPr>
          <p:spPr bwMode="hidden">
            <a:xfrm>
              <a:off x="4157164" y="4315213"/>
              <a:ext cx="4939265" cy="928129"/>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useBgFill="1">
          <p:nvSpPr>
            <p:cNvPr id="10" name="Freeform 10"/>
            <p:cNvSpPr>
              <a:spLocks/>
            </p:cNvSpPr>
            <p:nvPr/>
          </p:nvSpPr>
          <p:spPr bwMode="hidden">
            <a:xfrm>
              <a:off x="-3905250" y="4294188"/>
              <a:ext cx="13011150"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78" indent="0" algn="ctr">
              <a:buNone/>
              <a:defRPr>
                <a:solidFill>
                  <a:schemeClr val="tx1">
                    <a:tint val="75000"/>
                  </a:schemeClr>
                </a:solidFill>
              </a:defRPr>
            </a:lvl2pPr>
            <a:lvl3pPr marL="914355"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4"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zh-CN" altLang="en-US"/>
              <a:t>单击此处编辑母版副标题样式</a:t>
            </a:r>
            <a:endParaRPr lang="en-US" dirty="0"/>
          </a:p>
        </p:txBody>
      </p:sp>
      <p:sp>
        <p:nvSpPr>
          <p:cNvPr id="11" name="Date Placeholder 3"/>
          <p:cNvSpPr>
            <a:spLocks noGrp="1"/>
          </p:cNvSpPr>
          <p:nvPr>
            <p:ph type="dt" sz="half" idx="10"/>
          </p:nvPr>
        </p:nvSpPr>
        <p:spPr/>
        <p:txBody>
          <a:bodyPr rtlCol="0"/>
          <a:lstStyle>
            <a:lvl1pPr>
              <a:defRPr b="1">
                <a:latin typeface="Times New Roman" panose="02020603050405020304" pitchFamily="18" charset="0"/>
                <a:ea typeface="楷体_GB2312"/>
                <a:cs typeface="楷体_GB2312"/>
              </a:defRPr>
            </a:lvl1pPr>
          </a:lstStyle>
          <a:p>
            <a:pPr>
              <a:defRPr/>
            </a:pPr>
            <a:endParaRPr lang="en-US" altLang="zh-CN"/>
          </a:p>
        </p:txBody>
      </p:sp>
      <p:sp>
        <p:nvSpPr>
          <p:cNvPr id="12" name="Footer Placeholder 4"/>
          <p:cNvSpPr>
            <a:spLocks noGrp="1"/>
          </p:cNvSpPr>
          <p:nvPr>
            <p:ph type="ftr" sz="quarter" idx="11"/>
          </p:nvPr>
        </p:nvSpPr>
        <p:spPr/>
        <p:txBody>
          <a:bodyPr rtlCol="0"/>
          <a:lstStyle>
            <a:lvl1pPr algn="ctr">
              <a:defRPr b="1">
                <a:latin typeface="Times New Roman" panose="02020603050405020304" pitchFamily="18" charset="0"/>
                <a:ea typeface="楷体_GB2312"/>
                <a:cs typeface="楷体_GB2312"/>
              </a:defRPr>
            </a:lvl1pPr>
          </a:lstStyle>
          <a:p>
            <a:pPr>
              <a:defRPr/>
            </a:pPr>
            <a:endParaRPr lang="en-US" altLang="zh-CN"/>
          </a:p>
        </p:txBody>
      </p:sp>
      <p:sp>
        <p:nvSpPr>
          <p:cNvPr id="13" name="Slide Number Placeholder 5"/>
          <p:cNvSpPr>
            <a:spLocks noGrp="1"/>
          </p:cNvSpPr>
          <p:nvPr>
            <p:ph type="sldNum" sz="quarter" idx="12"/>
          </p:nvPr>
        </p:nvSpPr>
        <p:spPr/>
        <p:txBody>
          <a:bodyPr/>
          <a:lstStyle>
            <a:lvl1pPr>
              <a:defRPr b="1">
                <a:latin typeface="Times New Roman" panose="02020603050405020304" pitchFamily="18" charset="0"/>
                <a:ea typeface="楷体_GB2312" pitchFamily="49" charset="-122"/>
              </a:defRPr>
            </a:lvl1pPr>
          </a:lstStyle>
          <a:p>
            <a:pPr>
              <a:defRPr/>
            </a:pPr>
            <a:fld id="{57D4ECC6-26DE-4061-A3F0-42ECF957E1BC}" type="slidenum">
              <a:rPr lang="zh-CN" altLang="en-US"/>
              <a:pPr>
                <a:defRPr/>
              </a:pPr>
              <a:t>‹#›</a:t>
            </a:fld>
            <a:endParaRPr lang="en-US" altLang="zh-CN"/>
          </a:p>
        </p:txBody>
      </p:sp>
    </p:spTree>
    <p:extLst>
      <p:ext uri="{BB962C8B-B14F-4D97-AF65-F5344CB8AC3E}">
        <p14:creationId xmlns:p14="http://schemas.microsoft.com/office/powerpoint/2010/main" val="12256336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grpSp>
        <p:nvGrpSpPr>
          <p:cNvPr id="4" name="组合 6"/>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hangingPunct="1">
                <a:defRPr/>
              </a:pPr>
              <a:endParaRPr lang="zh-CN" altLang="en-US" b="0">
                <a:solidFill>
                  <a:srgbClr val="FFFFFF"/>
                </a:solidFill>
                <a:latin typeface="Calibri" pitchFamily="34" charset="0"/>
                <a:ea typeface="华文楷体" panose="02010600040101010101" pitchFamily="2" charset="-122"/>
              </a:endParaRPr>
            </a:p>
          </p:txBody>
        </p:sp>
        <p:sp>
          <p:nvSpPr>
            <p:cNvPr id="6" name="五边形 8"/>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zh-CN" altLang="en-US" b="0">
                <a:solidFill>
                  <a:srgbClr val="FFFFFF"/>
                </a:solidFill>
                <a:latin typeface="Calibri" panose="020F0502020204030204" pitchFamily="34" charset="0"/>
                <a:ea typeface="华文楷体" panose="02010600040101010101" pitchFamily="2" charset="-12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b="1">
                <a:latin typeface="Times New Roman" panose="02020603050405020304" pitchFamily="18" charset="0"/>
                <a:ea typeface="楷体_GB2312"/>
                <a:cs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lgn="ctr">
              <a:defRPr b="1">
                <a:latin typeface="Times New Roman" panose="02020603050405020304" pitchFamily="18" charset="0"/>
                <a:ea typeface="楷体_GB2312"/>
                <a:cs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b="1">
                <a:latin typeface="Times New Roman" panose="02020603050405020304" pitchFamily="18" charset="0"/>
                <a:ea typeface="楷体_GB2312" pitchFamily="49" charset="-122"/>
              </a:defRPr>
            </a:lvl1pPr>
          </a:lstStyle>
          <a:p>
            <a:pPr>
              <a:defRPr/>
            </a:pPr>
            <a:fld id="{2C516656-6A91-4411-867F-424DB4C895AF}" type="slidenum">
              <a:rPr lang="zh-CN" altLang="en-US"/>
              <a:pPr>
                <a:defRPr/>
              </a:pPr>
              <a:t>‹#›</a:t>
            </a:fld>
            <a:endParaRPr lang="en-US" altLang="zh-CN"/>
          </a:p>
        </p:txBody>
      </p:sp>
    </p:spTree>
    <p:extLst>
      <p:ext uri="{BB962C8B-B14F-4D97-AF65-F5344CB8AC3E}">
        <p14:creationId xmlns:p14="http://schemas.microsoft.com/office/powerpoint/2010/main" val="3248350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sz="1000" b="1">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b="1">
                <a:ea typeface="楷体_GB2312"/>
                <a:cs typeface="楷体_GB2312"/>
              </a:defRPr>
            </a:lvl1pPr>
          </a:lstStyle>
          <a:p>
            <a:pPr>
              <a:defRPr/>
            </a:pPr>
            <a:fld id="{A0CD80FF-98D6-4AB8-B36A-38B9D1CC978B}" type="slidenum">
              <a:rPr lang="zh-CN" altLang="en-US"/>
              <a:pPr>
                <a:defRPr/>
              </a:pPr>
              <a:t>‹#›</a:t>
            </a:fld>
            <a:endParaRPr lang="en-US" altLang="zh-CN"/>
          </a:p>
        </p:txBody>
      </p:sp>
    </p:spTree>
    <p:extLst>
      <p:ext uri="{BB962C8B-B14F-4D97-AF65-F5344CB8AC3E}">
        <p14:creationId xmlns:p14="http://schemas.microsoft.com/office/powerpoint/2010/main" val="27563790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b="0">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7" y="267495"/>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sz="1000" b="1">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sz="1000" b="1">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b="1">
                <a:ea typeface="楷体_GB2312"/>
                <a:cs typeface="楷体_GB2312"/>
              </a:defRPr>
            </a:lvl1pPr>
          </a:lstStyle>
          <a:p>
            <a:pPr>
              <a:defRPr/>
            </a:pPr>
            <a:fld id="{CFE75A21-4D54-4A6B-95C2-C3F87DD39E44}" type="slidenum">
              <a:rPr lang="zh-CN" altLang="en-US"/>
              <a:pPr>
                <a:defRPr/>
              </a:pPr>
              <a:t>‹#›</a:t>
            </a:fld>
            <a:endParaRPr lang="en-US" altLang="zh-CN"/>
          </a:p>
        </p:txBody>
      </p:sp>
    </p:spTree>
    <p:extLst>
      <p:ext uri="{BB962C8B-B14F-4D97-AF65-F5344CB8AC3E}">
        <p14:creationId xmlns:p14="http://schemas.microsoft.com/office/powerpoint/2010/main" val="470386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34.xml"/><Relationship Id="rId1" Type="http://schemas.openxmlformats.org/officeDocument/2006/relationships/slideLayout" Target="../slideLayouts/slideLayout33.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pPr>
              <a:defRPr/>
            </a:pPr>
            <a:endParaRPr lang="en-US" altLang="zh-CN" b="0">
              <a:solidFill>
                <a:srgbClr val="000000"/>
              </a:solidFill>
            </a:endParaRPr>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pPr>
              <a:defRPr/>
            </a:pPr>
            <a:endParaRPr lang="en-US" altLang="zh-CN" b="0">
              <a:solidFill>
                <a:srgbClr val="000000"/>
              </a:solidFill>
            </a:endParaRPr>
          </a:p>
        </p:txBody>
      </p:sp>
      <p:sp>
        <p:nvSpPr>
          <p:cNvPr id="1017862" name="Rectangle 6"/>
          <p:cNvSpPr>
            <a:spLocks noGrp="1" noChangeArrowheads="1"/>
          </p:cNvSpPr>
          <p:nvPr>
            <p:ph type="sldNum" sz="quarter" idx="4"/>
          </p:nvPr>
        </p:nvSpPr>
        <p:spPr bwMode="auto">
          <a:xfrm>
            <a:off x="6516688" y="206375"/>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pPr>
              <a:defRPr/>
            </a:pPr>
            <a:fld id="{B5E98608-490A-41B4-86CC-75532A80593C}" type="slidenum">
              <a:rPr lang="zh-CN" altLang="en-US" b="0">
                <a:solidFill>
                  <a:srgbClr val="000000"/>
                </a:solidFill>
              </a:rPr>
              <a:pPr>
                <a:defRPr/>
              </a:pPr>
              <a:t>‹#›</a:t>
            </a:fld>
            <a:endParaRPr lang="en-US" altLang="zh-CN" b="0" dirty="0">
              <a:solidFill>
                <a:srgbClr val="000000"/>
              </a:solidFill>
            </a:endParaRPr>
          </a:p>
        </p:txBody>
      </p:sp>
    </p:spTree>
    <p:extLst>
      <p:ext uri="{BB962C8B-B14F-4D97-AF65-F5344CB8AC3E}">
        <p14:creationId xmlns:p14="http://schemas.microsoft.com/office/powerpoint/2010/main" val="3893348699"/>
      </p:ext>
    </p:extLst>
  </p:cSld>
  <p:clrMap bg1="lt1" tx1="dk1" bg2="lt2" tx2="dk2" accent1="accent1" accent2="accent2" accent3="accent3" accent4="accent4" accent5="accent5" accent6="accent6" hlink="hlink" folHlink="folHlink"/>
  <p:sldLayoutIdLst>
    <p:sldLayoutId id="2147485184" r:id="rId1"/>
    <p:sldLayoutId id="2147485185" r:id="rId2"/>
    <p:sldLayoutId id="2147485186" r:id="rId3"/>
    <p:sldLayoutId id="2147485187" r:id="rId4"/>
    <p:sldLayoutId id="2147485188" r:id="rId5"/>
    <p:sldLayoutId id="2147485189" r:id="rId6"/>
    <p:sldLayoutId id="2147485190" r:id="rId7"/>
    <p:sldLayoutId id="2147485191" r:id="rId8"/>
    <p:sldLayoutId id="2147485192" r:id="rId9"/>
    <p:sldLayoutId id="2147485193" r:id="rId10"/>
    <p:sldLayoutId id="2147485194"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charset="0"/>
          <a:ea typeface="宋体" panose="02010600030101010101"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b="0"/>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b="0"/>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5A306ABB-A670-4062-9ADB-C4AF3A631345}" type="slidenum">
              <a:rPr lang="zh-CN" altLang="en-US" b="0"/>
              <a:pPr>
                <a:defRPr/>
              </a:pPr>
              <a:t>‹#›</a:t>
            </a:fld>
            <a:endParaRPr lang="en-US" altLang="zh-CN" b="0"/>
          </a:p>
        </p:txBody>
      </p:sp>
      <p:sp>
        <p:nvSpPr>
          <p:cNvPr id="3078"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51032791"/>
      </p:ext>
    </p:extLst>
  </p:cSld>
  <p:clrMap bg1="lt1" tx1="dk1" bg2="lt2" tx2="dk2" accent1="accent1" accent2="accent2" accent3="accent3" accent4="accent4" accent5="accent5" accent6="accent6" hlink="hlink" folHlink="folHlink"/>
  <p:sldLayoutIdLst>
    <p:sldLayoutId id="2147485202" r:id="rId1"/>
    <p:sldLayoutId id="2147485203"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pPr>
              <a:defRPr/>
            </a:pPr>
            <a:endParaRPr lang="en-US" altLang="zh-CN" b="0">
              <a:solidFill>
                <a:srgbClr val="000000"/>
              </a:solidFill>
            </a:endParaRPr>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pPr>
              <a:defRPr/>
            </a:pPr>
            <a:endParaRPr lang="en-US" altLang="zh-CN" b="0">
              <a:solidFill>
                <a:srgbClr val="000000"/>
              </a:solidFill>
            </a:endParaRPr>
          </a:p>
        </p:txBody>
      </p:sp>
      <p:sp>
        <p:nvSpPr>
          <p:cNvPr id="1017862" name="Rectangle 6"/>
          <p:cNvSpPr>
            <a:spLocks noGrp="1" noChangeArrowheads="1"/>
          </p:cNvSpPr>
          <p:nvPr>
            <p:ph type="sldNum" sz="quarter" idx="4"/>
          </p:nvPr>
        </p:nvSpPr>
        <p:spPr bwMode="auto">
          <a:xfrm>
            <a:off x="6516688" y="206375"/>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panose="020B0604020202020204" pitchFamily="34" charset="0"/>
              </a:defRPr>
            </a:lvl1pPr>
          </a:lstStyle>
          <a:p>
            <a:pPr>
              <a:defRPr/>
            </a:pPr>
            <a:fld id="{C83DB3CD-805F-46DD-861D-6EA6DC0F2EB5}" type="slidenum">
              <a:rPr lang="zh-CN" altLang="en-US" b="0">
                <a:solidFill>
                  <a:srgbClr val="000000"/>
                </a:solidFill>
              </a:rPr>
              <a:pPr>
                <a:defRPr/>
              </a:pPr>
              <a:t>‹#›</a:t>
            </a:fld>
            <a:endParaRPr lang="en-US" altLang="zh-CN" b="0" dirty="0">
              <a:solidFill>
                <a:srgbClr val="000000"/>
              </a:solidFill>
            </a:endParaRPr>
          </a:p>
        </p:txBody>
      </p:sp>
    </p:spTree>
    <p:extLst>
      <p:ext uri="{BB962C8B-B14F-4D97-AF65-F5344CB8AC3E}">
        <p14:creationId xmlns:p14="http://schemas.microsoft.com/office/powerpoint/2010/main" val="1389358644"/>
      </p:ext>
    </p:extLst>
  </p:cSld>
  <p:clrMap bg1="lt1" tx1="dk1" bg2="lt2" tx2="dk2" accent1="accent1" accent2="accent2" accent3="accent3" accent4="accent4" accent5="accent5" accent6="accent6" hlink="hlink" folHlink="folHlink"/>
  <p:sldLayoutIdLst>
    <p:sldLayoutId id="2147485208" r:id="rId1"/>
    <p:sldLayoutId id="2147485209" r:id="rId2"/>
    <p:sldLayoutId id="2147485210" r:id="rId3"/>
    <p:sldLayoutId id="2147485211" r:id="rId4"/>
    <p:sldLayoutId id="2147485212" r:id="rId5"/>
    <p:sldLayoutId id="2147485213" r:id="rId6"/>
    <p:sldLayoutId id="2147485214" r:id="rId7"/>
    <p:sldLayoutId id="2147485215" r:id="rId8"/>
    <p:sldLayoutId id="2147485216" r:id="rId9"/>
    <p:sldLayoutId id="2147485217" r:id="rId10"/>
    <p:sldLayoutId id="2147485218" r:id="rId11"/>
  </p:sldLayoutIdLst>
  <p:hf hdr="0" ftr="0" dt="0"/>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charset="0"/>
          <a:ea typeface="宋体" panose="02010600030101010101"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b="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defRPr>
            </a:lvl1pPr>
          </a:lstStyle>
          <a:p>
            <a:pPr>
              <a:defRPr/>
            </a:pPr>
            <a:fld id="{AD22BD2A-7653-4CF3-8394-F62DAF445BD2}" type="slidenum">
              <a:rPr lang="zh-CN" altLang="en-US"/>
              <a:pPr>
                <a:defRPr/>
              </a:pPr>
              <a:t>‹#›</a:t>
            </a:fld>
            <a:endParaRPr lang="en-US" altLang="zh-CN"/>
          </a:p>
        </p:txBody>
      </p:sp>
      <p:sp>
        <p:nvSpPr>
          <p:cNvPr id="1030"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93106007"/>
      </p:ext>
    </p:extLst>
  </p:cSld>
  <p:clrMap bg1="lt1" tx1="dk1" bg2="lt2" tx2="dk2" accent1="accent1" accent2="accent2" accent3="accent3" accent4="accent4" accent5="accent5" accent6="accent6" hlink="hlink" folHlink="folHlink"/>
  <p:sldLayoutIdLst>
    <p:sldLayoutId id="2147485220" r:id="rId1"/>
    <p:sldLayoutId id="2147485221"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en-US" altLang="zh-CN" b="0">
              <a:solidFill>
                <a:srgbClr val="FFFFFF"/>
              </a:solidFill>
              <a:latin typeface="Candara" panose="020E0502030303020204" pitchFamily="34" charset="0"/>
            </a:endParaRPr>
          </a:p>
        </p:txBody>
      </p:sp>
      <p:grpSp>
        <p:nvGrpSpPr>
          <p:cNvPr id="1027" name="Group 15"/>
          <p:cNvGrpSpPr>
            <a:grpSpLocks noChangeAspect="1"/>
          </p:cNvGrpSpPr>
          <p:nvPr/>
        </p:nvGrpSpPr>
        <p:grpSpPr bwMode="auto">
          <a:xfrm>
            <a:off x="211138" y="1058863"/>
            <a:ext cx="8824912" cy="576262"/>
            <a:chOff x="-3905251" y="4294188"/>
            <a:chExt cx="13027839" cy="1892300"/>
          </a:xfrm>
        </p:grpSpPr>
        <p:sp>
          <p:nvSpPr>
            <p:cNvPr id="1033" name="Freeform 14"/>
            <p:cNvSpPr>
              <a:spLocks/>
            </p:cNvSpPr>
            <p:nvPr/>
          </p:nvSpPr>
          <p:spPr bwMode="hidden">
            <a:xfrm>
              <a:off x="4810441" y="4502706"/>
              <a:ext cx="4295743" cy="1011313"/>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sp>
          <p:nvSpPr>
            <p:cNvPr id="1034" name="Freeform 18"/>
            <p:cNvSpPr>
              <a:spLocks/>
            </p:cNvSpPr>
            <p:nvPr/>
          </p:nvSpPr>
          <p:spPr bwMode="hidden">
            <a:xfrm>
              <a:off x="-310233" y="4320251"/>
              <a:ext cx="8282134" cy="120940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sp>
          <p:nvSpPr>
            <p:cNvPr id="1035" name="Freeform 22"/>
            <p:cNvSpPr>
              <a:spLocks/>
            </p:cNvSpPr>
            <p:nvPr/>
          </p:nvSpPr>
          <p:spPr bwMode="hidden">
            <a:xfrm>
              <a:off x="3804" y="4335892"/>
              <a:ext cx="8164957" cy="1099931"/>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0">
                <a:solidFill>
                  <a:prstClr val="black"/>
                </a:solidFill>
              </a:endParaRPr>
            </a:p>
          </p:txBody>
        </p:sp>
        <p:sp>
          <p:nvSpPr>
            <p:cNvPr id="1036" name="Freeform 26"/>
            <p:cNvSpPr>
              <a:spLocks/>
            </p:cNvSpPr>
            <p:nvPr/>
          </p:nvSpPr>
          <p:spPr bwMode="hidden">
            <a:xfrm>
              <a:off x="4156589" y="4315040"/>
              <a:ext cx="4940221" cy="927905"/>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0">
                <a:solidFill>
                  <a:prstClr val="black"/>
                </a:solidFill>
              </a:endParaRPr>
            </a:p>
          </p:txBody>
        </p:sp>
        <p:sp useBgFill="1">
          <p:nvSpPr>
            <p:cNvPr id="1037" name="Freeform 10"/>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0">
                <a:solidFill>
                  <a:prstClr val="black"/>
                </a:solidFill>
              </a:endParaRPr>
            </a:p>
          </p:txBody>
        </p:sp>
      </p:grpSp>
      <p:sp>
        <p:nvSpPr>
          <p:cNvPr id="1028"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b="0"/>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a:solidFill>
                  <a:srgbClr val="073E87"/>
                </a:solidFill>
              </a:defRPr>
            </a:lvl1pPr>
          </a:lstStyle>
          <a:p>
            <a:pPr>
              <a:defRPr/>
            </a:pPr>
            <a:endParaRPr lang="en-US" altLang="zh-CN" b="0"/>
          </a:p>
        </p:txBody>
      </p:sp>
      <p:sp>
        <p:nvSpPr>
          <p:cNvPr id="6" name="Slide Number Placeholder 5"/>
          <p:cNvSpPr>
            <a:spLocks noGrp="1"/>
          </p:cNvSpPr>
          <p:nvPr>
            <p:ph type="sldNum" sz="quarter" idx="4"/>
          </p:nvPr>
        </p:nvSpPr>
        <p:spPr>
          <a:xfrm>
            <a:off x="7643813" y="364332"/>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400">
                <a:solidFill>
                  <a:srgbClr val="073E87"/>
                </a:solidFill>
              </a:defRPr>
            </a:lvl1pPr>
          </a:lstStyle>
          <a:p>
            <a:pPr>
              <a:defRPr/>
            </a:pPr>
            <a:fld id="{26DADCBF-A227-44B3-BF6D-FDDFB9715B66}" type="slidenum">
              <a:rPr lang="zh-CN" altLang="en-US" b="0" smtClean="0"/>
              <a:pPr>
                <a:defRPr/>
              </a:pPr>
              <a:t>‹#›</a:t>
            </a:fld>
            <a:endParaRPr lang="en-US" altLang="zh-CN" b="0" dirty="0"/>
          </a:p>
        </p:txBody>
      </p:sp>
      <p:sp>
        <p:nvSpPr>
          <p:cNvPr id="1032"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31851270"/>
      </p:ext>
    </p:extLst>
  </p:cSld>
  <p:clrMap bg1="lt1" tx1="dk1" bg2="lt2" tx2="dk2" accent1="accent1" accent2="accent2" accent3="accent3" accent4="accent4" accent5="accent5" accent6="accent6" hlink="hlink" folHlink="folHlink"/>
  <p:sldLayoutIdLst>
    <p:sldLayoutId id="2147485232" r:id="rId1"/>
    <p:sldLayoutId id="2147485233"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b="0" dirty="0">
              <a:solidFill>
                <a:prstClr val="white"/>
              </a:solidFill>
            </a:endParaRPr>
          </a:p>
        </p:txBody>
      </p:sp>
      <p:grpSp>
        <p:nvGrpSpPr>
          <p:cNvPr id="1027" name="Group 15"/>
          <p:cNvGrpSpPr>
            <a:grpSpLocks noChangeAspect="1"/>
          </p:cNvGrpSpPr>
          <p:nvPr/>
        </p:nvGrpSpPr>
        <p:grpSpPr bwMode="auto">
          <a:xfrm>
            <a:off x="211138" y="1058863"/>
            <a:ext cx="8824912" cy="576262"/>
            <a:chOff x="-3905251" y="4294188"/>
            <a:chExt cx="13027839" cy="1892300"/>
          </a:xfrm>
        </p:grpSpPr>
        <p:sp>
          <p:nvSpPr>
            <p:cNvPr id="1033" name="Freeform 14"/>
            <p:cNvSpPr>
              <a:spLocks/>
            </p:cNvSpPr>
            <p:nvPr/>
          </p:nvSpPr>
          <p:spPr bwMode="hidden">
            <a:xfrm>
              <a:off x="4810441" y="4502706"/>
              <a:ext cx="4295743" cy="1011313"/>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34" name="Freeform 18"/>
            <p:cNvSpPr>
              <a:spLocks/>
            </p:cNvSpPr>
            <p:nvPr/>
          </p:nvSpPr>
          <p:spPr bwMode="hidden">
            <a:xfrm>
              <a:off x="-310233" y="4320251"/>
              <a:ext cx="8282134" cy="120940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35" name="Freeform 22"/>
            <p:cNvSpPr>
              <a:spLocks/>
            </p:cNvSpPr>
            <p:nvPr/>
          </p:nvSpPr>
          <p:spPr bwMode="hidden">
            <a:xfrm>
              <a:off x="3804" y="4335892"/>
              <a:ext cx="8164957" cy="1099931"/>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36" name="Freeform 26"/>
            <p:cNvSpPr>
              <a:spLocks/>
            </p:cNvSpPr>
            <p:nvPr/>
          </p:nvSpPr>
          <p:spPr bwMode="hidden">
            <a:xfrm>
              <a:off x="4156589" y="4315040"/>
              <a:ext cx="4940221" cy="927905"/>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useBgFill="1">
          <p:nvSpPr>
            <p:cNvPr id="1037" name="Freeform 10"/>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1028"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latin typeface="Tahoma" pitchFamily="34" charset="0"/>
                <a:ea typeface="楷体_GB2312"/>
                <a:cs typeface="楷体_GB2312"/>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b="0">
                <a:solidFill>
                  <a:srgbClr val="073E87"/>
                </a:solidFill>
                <a:latin typeface="Tahoma" pitchFamily="34" charset="0"/>
                <a:ea typeface="楷体_GB2312"/>
                <a:cs typeface="楷体_GB2312"/>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latin typeface="Tahoma" panose="020B0604030504040204" pitchFamily="34" charset="0"/>
                <a:ea typeface="楷体_GB2312"/>
                <a:cs typeface="楷体_GB2312"/>
              </a:defRPr>
            </a:lvl1pPr>
          </a:lstStyle>
          <a:p>
            <a:pPr>
              <a:defRPr/>
            </a:pPr>
            <a:fld id="{3D41F774-332F-4DB7-8F73-35AACCD1A104}" type="slidenum">
              <a:rPr lang="zh-CN" altLang="en-US"/>
              <a:pPr>
                <a:defRPr/>
              </a:pPr>
              <a:t>‹#›</a:t>
            </a:fld>
            <a:endParaRPr lang="en-US" altLang="zh-CN"/>
          </a:p>
        </p:txBody>
      </p:sp>
      <p:sp>
        <p:nvSpPr>
          <p:cNvPr id="1032"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13252292"/>
      </p:ext>
    </p:extLst>
  </p:cSld>
  <p:clrMap bg1="lt1" tx1="dk1" bg2="lt2" tx2="dk2" accent1="accent1" accent2="accent2" accent3="accent3" accent4="accent4" accent5="accent5" accent6="accent6" hlink="hlink" folHlink="folHlink"/>
  <p:sldLayoutIdLst>
    <p:sldLayoutId id="2147485235" r:id="rId1"/>
    <p:sldLayoutId id="2147485236"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b="0" dirty="0">
              <a:solidFill>
                <a:prstClr val="white"/>
              </a:solidFill>
            </a:endParaRPr>
          </a:p>
        </p:txBody>
      </p:sp>
      <p:grpSp>
        <p:nvGrpSpPr>
          <p:cNvPr id="2051" name="Group 15"/>
          <p:cNvGrpSpPr>
            <a:grpSpLocks noChangeAspect="1"/>
          </p:cNvGrpSpPr>
          <p:nvPr/>
        </p:nvGrpSpPr>
        <p:grpSpPr bwMode="auto">
          <a:xfrm>
            <a:off x="211138" y="1058863"/>
            <a:ext cx="8824912" cy="576262"/>
            <a:chOff x="-3905251" y="4294188"/>
            <a:chExt cx="13027839" cy="1892300"/>
          </a:xfrm>
        </p:grpSpPr>
        <p:sp>
          <p:nvSpPr>
            <p:cNvPr id="2057" name="Freeform 14"/>
            <p:cNvSpPr>
              <a:spLocks/>
            </p:cNvSpPr>
            <p:nvPr/>
          </p:nvSpPr>
          <p:spPr bwMode="hidden">
            <a:xfrm>
              <a:off x="4810441" y="4502706"/>
              <a:ext cx="4295743" cy="1011313"/>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058" name="Freeform 18"/>
            <p:cNvSpPr>
              <a:spLocks/>
            </p:cNvSpPr>
            <p:nvPr/>
          </p:nvSpPr>
          <p:spPr bwMode="hidden">
            <a:xfrm>
              <a:off x="-310233" y="4320251"/>
              <a:ext cx="8282134" cy="120940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059" name="Freeform 22"/>
            <p:cNvSpPr>
              <a:spLocks/>
            </p:cNvSpPr>
            <p:nvPr/>
          </p:nvSpPr>
          <p:spPr bwMode="hidden">
            <a:xfrm>
              <a:off x="3804" y="4335892"/>
              <a:ext cx="8164957" cy="1099931"/>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060" name="Freeform 26"/>
            <p:cNvSpPr>
              <a:spLocks/>
            </p:cNvSpPr>
            <p:nvPr/>
          </p:nvSpPr>
          <p:spPr bwMode="hidden">
            <a:xfrm>
              <a:off x="4156589" y="4315040"/>
              <a:ext cx="4940221" cy="927905"/>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useBgFill="1">
          <p:nvSpPr>
            <p:cNvPr id="2061" name="Freeform 10"/>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2052"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latin typeface="Tahoma" pitchFamily="34" charset="0"/>
                <a:ea typeface="华文楷体" panose="02010600040101010101" pitchFamily="2" charset="-122"/>
                <a:cs typeface="+mn-cs"/>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b="0">
                <a:solidFill>
                  <a:srgbClr val="073E87"/>
                </a:solidFill>
                <a:latin typeface="Tahoma" pitchFamily="34" charset="0"/>
                <a:ea typeface="华文楷体" panose="02010600040101010101" pitchFamily="2" charset="-122"/>
                <a:cs typeface="+mn-cs"/>
              </a:defRPr>
            </a:lvl1pPr>
          </a:lstStyle>
          <a:p>
            <a:pPr>
              <a:defRPr/>
            </a:pPr>
            <a:endParaRPr lang="en-US" altLang="zh-CN"/>
          </a:p>
        </p:txBody>
      </p:sp>
      <p:sp>
        <p:nvSpPr>
          <p:cNvPr id="6" name="Slide Number Placeholder 5"/>
          <p:cNvSpPr>
            <a:spLocks noGrp="1"/>
          </p:cNvSpPr>
          <p:nvPr>
            <p:ph type="sldNum" sz="quarter" idx="4"/>
          </p:nvPr>
        </p:nvSpPr>
        <p:spPr>
          <a:xfrm>
            <a:off x="7981950" y="4264026"/>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400" b="0">
                <a:solidFill>
                  <a:srgbClr val="073E87"/>
                </a:solidFill>
                <a:latin typeface="Tahoma" panose="020B0604030504040204" pitchFamily="34" charset="0"/>
                <a:ea typeface="华文楷体" panose="02010600040101010101" pitchFamily="2" charset="-122"/>
                <a:cs typeface="楷体_GB2312"/>
              </a:defRPr>
            </a:lvl1pPr>
          </a:lstStyle>
          <a:p>
            <a:pPr>
              <a:defRPr/>
            </a:pPr>
            <a:fld id="{DFD9A825-336B-43EA-8193-169FD0E65FF5}" type="slidenum">
              <a:rPr lang="zh-CN" altLang="en-US" smtClean="0"/>
              <a:pPr>
                <a:defRPr/>
              </a:pPr>
              <a:t>‹#›</a:t>
            </a:fld>
            <a:endParaRPr lang="en-US" altLang="zh-CN" dirty="0"/>
          </a:p>
        </p:txBody>
      </p:sp>
      <p:sp>
        <p:nvSpPr>
          <p:cNvPr id="2056"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65395130"/>
      </p:ext>
    </p:extLst>
  </p:cSld>
  <p:clrMap bg1="lt1" tx1="dk1" bg2="lt2" tx2="dk2" accent1="accent1" accent2="accent2" accent3="accent3" accent4="accent4" accent5="accent5" accent6="accent6" hlink="hlink" folHlink="folHlink"/>
  <p:sldLayoutIdLst>
    <p:sldLayoutId id="2147485241" r:id="rId1"/>
    <p:sldLayoutId id="2147485242"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69875" indent="-269875"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3088" indent="-269875"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2488" indent="-225425"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39825" indent="-225425"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58913" indent="-225425"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2992" indent="-228588" algn="l" defTabSz="914355"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16" indent="-228588" algn="l" defTabSz="914355"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39" indent="-228588" algn="l" defTabSz="914355"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064" indent="-228588" algn="l" defTabSz="914355"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ounded Rectangle 13"/>
          <p:cNvSpPr/>
          <p:nvPr/>
        </p:nvSpPr>
        <p:spPr>
          <a:xfrm>
            <a:off x="228600" y="171450"/>
            <a:ext cx="8696325" cy="1404938"/>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en-US" b="0" dirty="0">
              <a:solidFill>
                <a:prstClr val="white"/>
              </a:solidFill>
            </a:endParaRPr>
          </a:p>
        </p:txBody>
      </p:sp>
      <p:grpSp>
        <p:nvGrpSpPr>
          <p:cNvPr id="4099" name="Group 15"/>
          <p:cNvGrpSpPr>
            <a:grpSpLocks noChangeAspect="1"/>
          </p:cNvGrpSpPr>
          <p:nvPr/>
        </p:nvGrpSpPr>
        <p:grpSpPr bwMode="auto">
          <a:xfrm>
            <a:off x="211138" y="1058863"/>
            <a:ext cx="8824912" cy="576262"/>
            <a:chOff x="-3905251" y="4294188"/>
            <a:chExt cx="13027839" cy="1892300"/>
          </a:xfrm>
        </p:grpSpPr>
        <p:sp>
          <p:nvSpPr>
            <p:cNvPr id="4105" name="Freeform 14"/>
            <p:cNvSpPr>
              <a:spLocks/>
            </p:cNvSpPr>
            <p:nvPr/>
          </p:nvSpPr>
          <p:spPr bwMode="hidden">
            <a:xfrm>
              <a:off x="4810441" y="4502706"/>
              <a:ext cx="4295743" cy="1011313"/>
            </a:xfrm>
            <a:custGeom>
              <a:avLst/>
              <a:gdLst>
                <a:gd name="T0" fmla="*/ 2147483646 w 2706"/>
                <a:gd name="T1" fmla="*/ 0 h 640"/>
                <a:gd name="T2" fmla="*/ 2147483646 w 2706"/>
                <a:gd name="T3" fmla="*/ 0 h 640"/>
                <a:gd name="T4" fmla="*/ 2147483646 w 2706"/>
                <a:gd name="T5" fmla="*/ 2147483646 h 640"/>
                <a:gd name="T6" fmla="*/ 2147483646 w 2706"/>
                <a:gd name="T7" fmla="*/ 2147483646 h 640"/>
                <a:gd name="T8" fmla="*/ 2147483646 w 2706"/>
                <a:gd name="T9" fmla="*/ 2147483646 h 640"/>
                <a:gd name="T10" fmla="*/ 2147483646 w 2706"/>
                <a:gd name="T11" fmla="*/ 2147483646 h 640"/>
                <a:gd name="T12" fmla="*/ 2147483646 w 2706"/>
                <a:gd name="T13" fmla="*/ 2147483646 h 640"/>
                <a:gd name="T14" fmla="*/ 2147483646 w 2706"/>
                <a:gd name="T15" fmla="*/ 2147483646 h 640"/>
                <a:gd name="T16" fmla="*/ 2147483646 w 2706"/>
                <a:gd name="T17" fmla="*/ 2147483646 h 640"/>
                <a:gd name="T18" fmla="*/ 2147483646 w 2706"/>
                <a:gd name="T19" fmla="*/ 2147483646 h 640"/>
                <a:gd name="T20" fmla="*/ 2147483646 w 2706"/>
                <a:gd name="T21" fmla="*/ 2147483646 h 640"/>
                <a:gd name="T22" fmla="*/ 2147483646 w 2706"/>
                <a:gd name="T23" fmla="*/ 2147483646 h 640"/>
                <a:gd name="T24" fmla="*/ 2147483646 w 2706"/>
                <a:gd name="T25" fmla="*/ 2147483646 h 640"/>
                <a:gd name="T26" fmla="*/ 2147483646 w 2706"/>
                <a:gd name="T27" fmla="*/ 2147483646 h 640"/>
                <a:gd name="T28" fmla="*/ 2147483646 w 2706"/>
                <a:gd name="T29" fmla="*/ 2147483646 h 640"/>
                <a:gd name="T30" fmla="*/ 2147483646 w 2706"/>
                <a:gd name="T31" fmla="*/ 2147483646 h 640"/>
                <a:gd name="T32" fmla="*/ 2147483646 w 2706"/>
                <a:gd name="T33" fmla="*/ 2147483646 h 640"/>
                <a:gd name="T34" fmla="*/ 2147483646 w 2706"/>
                <a:gd name="T35" fmla="*/ 2147483646 h 640"/>
                <a:gd name="T36" fmla="*/ 0 w 2706"/>
                <a:gd name="T37" fmla="*/ 2147483646 h 640"/>
                <a:gd name="T38" fmla="*/ 0 w 2706"/>
                <a:gd name="T39" fmla="*/ 2147483646 h 640"/>
                <a:gd name="T40" fmla="*/ 2147483646 w 2706"/>
                <a:gd name="T41" fmla="*/ 2147483646 h 640"/>
                <a:gd name="T42" fmla="*/ 2147483646 w 2706"/>
                <a:gd name="T43" fmla="*/ 2147483646 h 640"/>
                <a:gd name="T44" fmla="*/ 2147483646 w 2706"/>
                <a:gd name="T45" fmla="*/ 2147483646 h 640"/>
                <a:gd name="T46" fmla="*/ 2147483646 w 2706"/>
                <a:gd name="T47" fmla="*/ 2147483646 h 640"/>
                <a:gd name="T48" fmla="*/ 2147483646 w 2706"/>
                <a:gd name="T49" fmla="*/ 2147483646 h 640"/>
                <a:gd name="T50" fmla="*/ 2147483646 w 2706"/>
                <a:gd name="T51" fmla="*/ 2147483646 h 640"/>
                <a:gd name="T52" fmla="*/ 2147483646 w 2706"/>
                <a:gd name="T53" fmla="*/ 2147483646 h 640"/>
                <a:gd name="T54" fmla="*/ 2147483646 w 2706"/>
                <a:gd name="T55" fmla="*/ 2147483646 h 640"/>
                <a:gd name="T56" fmla="*/ 2147483646 w 2706"/>
                <a:gd name="T57" fmla="*/ 2147483646 h 640"/>
                <a:gd name="T58" fmla="*/ 2147483646 w 2706"/>
                <a:gd name="T59" fmla="*/ 2147483646 h 640"/>
                <a:gd name="T60" fmla="*/ 2147483646 w 2706"/>
                <a:gd name="T61" fmla="*/ 2147483646 h 640"/>
                <a:gd name="T62" fmla="*/ 2147483646 w 2706"/>
                <a:gd name="T63" fmla="*/ 2147483646 h 640"/>
                <a:gd name="T64" fmla="*/ 2147483646 w 2706"/>
                <a:gd name="T65" fmla="*/ 2147483646 h 640"/>
                <a:gd name="T66" fmla="*/ 2147483646 w 2706"/>
                <a:gd name="T67" fmla="*/ 2147483646 h 640"/>
                <a:gd name="T68" fmla="*/ 2147483646 w 2706"/>
                <a:gd name="T69" fmla="*/ 2147483646 h 640"/>
                <a:gd name="T70" fmla="*/ 2147483646 w 2706"/>
                <a:gd name="T71" fmla="*/ 2147483646 h 640"/>
                <a:gd name="T72" fmla="*/ 2147483646 w 2706"/>
                <a:gd name="T73" fmla="*/ 2147483646 h 640"/>
                <a:gd name="T74" fmla="*/ 2147483646 w 2706"/>
                <a:gd name="T75" fmla="*/ 2147483646 h 640"/>
                <a:gd name="T76" fmla="*/ 2147483646 w 2706"/>
                <a:gd name="T77" fmla="*/ 2147483646 h 640"/>
                <a:gd name="T78" fmla="*/ 2147483646 w 2706"/>
                <a:gd name="T79" fmla="*/ 2147483646 h 640"/>
                <a:gd name="T80" fmla="*/ 2147483646 w 2706"/>
                <a:gd name="T81" fmla="*/ 2147483646 h 640"/>
                <a:gd name="T82" fmla="*/ 2147483646 w 2706"/>
                <a:gd name="T83" fmla="*/ 2147483646 h 640"/>
                <a:gd name="T84" fmla="*/ 2147483646 w 2706"/>
                <a:gd name="T85" fmla="*/ 2147483646 h 640"/>
                <a:gd name="T86" fmla="*/ 2147483646 w 2706"/>
                <a:gd name="T87" fmla="*/ 2147483646 h 640"/>
                <a:gd name="T88" fmla="*/ 2147483646 w 2706"/>
                <a:gd name="T89" fmla="*/ 2147483646 h 640"/>
                <a:gd name="T90" fmla="*/ 2147483646 w 2706"/>
                <a:gd name="T91" fmla="*/ 2147483646 h 640"/>
                <a:gd name="T92" fmla="*/ 2147483646 w 2706"/>
                <a:gd name="T93" fmla="*/ 2147483646 h 640"/>
                <a:gd name="T94" fmla="*/ 2147483646 w 2706"/>
                <a:gd name="T95" fmla="*/ 2147483646 h 640"/>
                <a:gd name="T96" fmla="*/ 2147483646 w 2706"/>
                <a:gd name="T97" fmla="*/ 2147483646 h 640"/>
                <a:gd name="T98" fmla="*/ 2147483646 w 2706"/>
                <a:gd name="T99" fmla="*/ 2147483646 h 640"/>
                <a:gd name="T100" fmla="*/ 2147483646 w 2706"/>
                <a:gd name="T101" fmla="*/ 2147483646 h 640"/>
                <a:gd name="T102" fmla="*/ 2147483646 w 2706"/>
                <a:gd name="T103" fmla="*/ 2147483646 h 640"/>
                <a:gd name="T104" fmla="*/ 2147483646 w 2706"/>
                <a:gd name="T105" fmla="*/ 2147483646 h 640"/>
                <a:gd name="T106" fmla="*/ 2147483646 w 2706"/>
                <a:gd name="T107" fmla="*/ 0 h 640"/>
                <a:gd name="T108" fmla="*/ 2147483646 w 2706"/>
                <a:gd name="T109" fmla="*/ 0 h 640"/>
                <a:gd name="T110" fmla="*/ 2147483646 w 2706"/>
                <a:gd name="T111" fmla="*/ 0 h 640"/>
                <a:gd name="T112" fmla="*/ 2147483646 w 2706"/>
                <a:gd name="T113" fmla="*/ 0 h 6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472" y="252"/>
                  </a:lnTo>
                  <a:lnTo>
                    <a:pt x="1236" y="304"/>
                  </a:lnTo>
                  <a:lnTo>
                    <a:pt x="1010" y="352"/>
                  </a:lnTo>
                  <a:lnTo>
                    <a:pt x="792" y="398"/>
                  </a:lnTo>
                  <a:lnTo>
                    <a:pt x="584" y="438"/>
                  </a:lnTo>
                  <a:lnTo>
                    <a:pt x="382" y="474"/>
                  </a:lnTo>
                  <a:lnTo>
                    <a:pt x="188" y="50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6" y="388"/>
                  </a:lnTo>
                  <a:lnTo>
                    <a:pt x="2706" y="0"/>
                  </a:lnTo>
                  <a:lnTo>
                    <a:pt x="2700" y="0"/>
                  </a:lnTo>
                  <a:close/>
                </a:path>
              </a:pathLst>
            </a:custGeom>
            <a:solidFill>
              <a:schemeClr val="bg2">
                <a:alpha val="2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106" name="Freeform 18"/>
            <p:cNvSpPr>
              <a:spLocks/>
            </p:cNvSpPr>
            <p:nvPr/>
          </p:nvSpPr>
          <p:spPr bwMode="hidden">
            <a:xfrm>
              <a:off x="-310233" y="4320251"/>
              <a:ext cx="8282134" cy="1209405"/>
            </a:xfrm>
            <a:custGeom>
              <a:avLst/>
              <a:gdLst>
                <a:gd name="T0" fmla="*/ 2147483646 w 5216"/>
                <a:gd name="T1" fmla="*/ 2147483646 h 762"/>
                <a:gd name="T2" fmla="*/ 2147483646 w 5216"/>
                <a:gd name="T3" fmla="*/ 2147483646 h 762"/>
                <a:gd name="T4" fmla="*/ 2147483646 w 5216"/>
                <a:gd name="T5" fmla="*/ 2147483646 h 762"/>
                <a:gd name="T6" fmla="*/ 2147483646 w 5216"/>
                <a:gd name="T7" fmla="*/ 2147483646 h 762"/>
                <a:gd name="T8" fmla="*/ 2147483646 w 5216"/>
                <a:gd name="T9" fmla="*/ 2147483646 h 762"/>
                <a:gd name="T10" fmla="*/ 2147483646 w 5216"/>
                <a:gd name="T11" fmla="*/ 2147483646 h 762"/>
                <a:gd name="T12" fmla="*/ 2147483646 w 5216"/>
                <a:gd name="T13" fmla="*/ 2147483646 h 762"/>
                <a:gd name="T14" fmla="*/ 2147483646 w 5216"/>
                <a:gd name="T15" fmla="*/ 2147483646 h 762"/>
                <a:gd name="T16" fmla="*/ 2147483646 w 5216"/>
                <a:gd name="T17" fmla="*/ 2147483646 h 762"/>
                <a:gd name="T18" fmla="*/ 2147483646 w 5216"/>
                <a:gd name="T19" fmla="*/ 2147483646 h 762"/>
                <a:gd name="T20" fmla="*/ 2147483646 w 5216"/>
                <a:gd name="T21" fmla="*/ 2147483646 h 762"/>
                <a:gd name="T22" fmla="*/ 2147483646 w 5216"/>
                <a:gd name="T23" fmla="*/ 2147483646 h 762"/>
                <a:gd name="T24" fmla="*/ 2147483646 w 5216"/>
                <a:gd name="T25" fmla="*/ 2147483646 h 762"/>
                <a:gd name="T26" fmla="*/ 2147483646 w 5216"/>
                <a:gd name="T27" fmla="*/ 0 h 762"/>
                <a:gd name="T28" fmla="*/ 2147483646 w 5216"/>
                <a:gd name="T29" fmla="*/ 2147483646 h 762"/>
                <a:gd name="T30" fmla="*/ 2147483646 w 5216"/>
                <a:gd name="T31" fmla="*/ 2147483646 h 762"/>
                <a:gd name="T32" fmla="*/ 0 w 5216"/>
                <a:gd name="T33" fmla="*/ 2147483646 h 762"/>
                <a:gd name="T34" fmla="*/ 2147483646 w 5216"/>
                <a:gd name="T35" fmla="*/ 2147483646 h 762"/>
                <a:gd name="T36" fmla="*/ 2147483646 w 5216"/>
                <a:gd name="T37" fmla="*/ 2147483646 h 762"/>
                <a:gd name="T38" fmla="*/ 2147483646 w 5216"/>
                <a:gd name="T39" fmla="*/ 2147483646 h 762"/>
                <a:gd name="T40" fmla="*/ 2147483646 w 5216"/>
                <a:gd name="T41" fmla="*/ 2147483646 h 762"/>
                <a:gd name="T42" fmla="*/ 2147483646 w 5216"/>
                <a:gd name="T43" fmla="*/ 2147483646 h 762"/>
                <a:gd name="T44" fmla="*/ 2147483646 w 5216"/>
                <a:gd name="T45" fmla="*/ 2147483646 h 762"/>
                <a:gd name="T46" fmla="*/ 2147483646 w 5216"/>
                <a:gd name="T47" fmla="*/ 2147483646 h 762"/>
                <a:gd name="T48" fmla="*/ 2147483646 w 5216"/>
                <a:gd name="T49" fmla="*/ 2147483646 h 762"/>
                <a:gd name="T50" fmla="*/ 2147483646 w 5216"/>
                <a:gd name="T51" fmla="*/ 2147483646 h 762"/>
                <a:gd name="T52" fmla="*/ 2147483646 w 5216"/>
                <a:gd name="T53" fmla="*/ 2147483646 h 762"/>
                <a:gd name="T54" fmla="*/ 2147483646 w 5216"/>
                <a:gd name="T55" fmla="*/ 2147483646 h 762"/>
                <a:gd name="T56" fmla="*/ 2147483646 w 5216"/>
                <a:gd name="T57" fmla="*/ 2147483646 h 762"/>
                <a:gd name="T58" fmla="*/ 2147483646 w 5216"/>
                <a:gd name="T59" fmla="*/ 2147483646 h 762"/>
                <a:gd name="T60" fmla="*/ 2147483646 w 5216"/>
                <a:gd name="T61" fmla="*/ 2147483646 h 762"/>
                <a:gd name="T62" fmla="*/ 2147483646 w 5216"/>
                <a:gd name="T63" fmla="*/ 2147483646 h 762"/>
                <a:gd name="T64" fmla="*/ 2147483646 w 5216"/>
                <a:gd name="T65" fmla="*/ 2147483646 h 762"/>
                <a:gd name="T66" fmla="*/ 2147483646 w 5216"/>
                <a:gd name="T67" fmla="*/ 2147483646 h 762"/>
                <a:gd name="T68" fmla="*/ 2147483646 w 5216"/>
                <a:gd name="T69" fmla="*/ 2147483646 h 762"/>
                <a:gd name="T70" fmla="*/ 2147483646 w 5216"/>
                <a:gd name="T71" fmla="*/ 2147483646 h 76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154" y="66"/>
                  </a:lnTo>
                  <a:lnTo>
                    <a:pt x="314" y="86"/>
                  </a:lnTo>
                  <a:lnTo>
                    <a:pt x="480" y="112"/>
                  </a:lnTo>
                  <a:lnTo>
                    <a:pt x="652" y="140"/>
                  </a:lnTo>
                  <a:lnTo>
                    <a:pt x="830" y="174"/>
                  </a:lnTo>
                  <a:lnTo>
                    <a:pt x="1014" y="210"/>
                  </a:lnTo>
                  <a:lnTo>
                    <a:pt x="1206" y="250"/>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close/>
                </a:path>
              </a:pathLst>
            </a:custGeom>
            <a:solidFill>
              <a:schemeClr val="bg2">
                <a:alpha val="39999"/>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107" name="Freeform 22"/>
            <p:cNvSpPr>
              <a:spLocks/>
            </p:cNvSpPr>
            <p:nvPr/>
          </p:nvSpPr>
          <p:spPr bwMode="hidden">
            <a:xfrm>
              <a:off x="3804" y="4335892"/>
              <a:ext cx="8164957" cy="1099931"/>
            </a:xfrm>
            <a:custGeom>
              <a:avLst/>
              <a:gdLst>
                <a:gd name="T0" fmla="*/ 0 w 5144"/>
                <a:gd name="T1" fmla="*/ 2147483646 h 694"/>
                <a:gd name="T2" fmla="*/ 0 w 5144"/>
                <a:gd name="T3" fmla="*/ 2147483646 h 694"/>
                <a:gd name="T4" fmla="*/ 2147483646 w 5144"/>
                <a:gd name="T5" fmla="*/ 2147483646 h 694"/>
                <a:gd name="T6" fmla="*/ 2147483646 w 5144"/>
                <a:gd name="T7" fmla="*/ 2147483646 h 694"/>
                <a:gd name="T8" fmla="*/ 2147483646 w 5144"/>
                <a:gd name="T9" fmla="*/ 2147483646 h 694"/>
                <a:gd name="T10" fmla="*/ 2147483646 w 5144"/>
                <a:gd name="T11" fmla="*/ 2147483646 h 694"/>
                <a:gd name="T12" fmla="*/ 2147483646 w 5144"/>
                <a:gd name="T13" fmla="*/ 2147483646 h 694"/>
                <a:gd name="T14" fmla="*/ 2147483646 w 5144"/>
                <a:gd name="T15" fmla="*/ 2147483646 h 694"/>
                <a:gd name="T16" fmla="*/ 2147483646 w 5144"/>
                <a:gd name="T17" fmla="*/ 2147483646 h 694"/>
                <a:gd name="T18" fmla="*/ 2147483646 w 5144"/>
                <a:gd name="T19" fmla="*/ 2147483646 h 694"/>
                <a:gd name="T20" fmla="*/ 2147483646 w 5144"/>
                <a:gd name="T21" fmla="*/ 2147483646 h 694"/>
                <a:gd name="T22" fmla="*/ 2147483646 w 5144"/>
                <a:gd name="T23" fmla="*/ 2147483646 h 694"/>
                <a:gd name="T24" fmla="*/ 2147483646 w 5144"/>
                <a:gd name="T25" fmla="*/ 0 h 694"/>
                <a:gd name="T26" fmla="*/ 2147483646 w 5144"/>
                <a:gd name="T27" fmla="*/ 2147483646 h 694"/>
                <a:gd name="T28" fmla="*/ 2147483646 w 5144"/>
                <a:gd name="T29" fmla="*/ 2147483646 h 694"/>
                <a:gd name="T30" fmla="*/ 2147483646 w 5144"/>
                <a:gd name="T31" fmla="*/ 2147483646 h 694"/>
                <a:gd name="T32" fmla="*/ 2147483646 w 5144"/>
                <a:gd name="T33" fmla="*/ 2147483646 h 694"/>
                <a:gd name="T34" fmla="*/ 2147483646 w 5144"/>
                <a:gd name="T35" fmla="*/ 2147483646 h 694"/>
                <a:gd name="T36" fmla="*/ 2147483646 w 5144"/>
                <a:gd name="T37" fmla="*/ 2147483646 h 694"/>
                <a:gd name="T38" fmla="*/ 2147483646 w 5144"/>
                <a:gd name="T39" fmla="*/ 2147483646 h 694"/>
                <a:gd name="T40" fmla="*/ 2147483646 w 5144"/>
                <a:gd name="T41" fmla="*/ 2147483646 h 694"/>
                <a:gd name="T42" fmla="*/ 2147483646 w 5144"/>
                <a:gd name="T43" fmla="*/ 2147483646 h 694"/>
                <a:gd name="T44" fmla="*/ 2147483646 w 5144"/>
                <a:gd name="T45" fmla="*/ 2147483646 h 694"/>
                <a:gd name="T46" fmla="*/ 2147483646 w 5144"/>
                <a:gd name="T47" fmla="*/ 2147483646 h 694"/>
                <a:gd name="T48" fmla="*/ 2147483646 w 5144"/>
                <a:gd name="T49" fmla="*/ 2147483646 h 694"/>
                <a:gd name="T50" fmla="*/ 2147483646 w 5144"/>
                <a:gd name="T51" fmla="*/ 2147483646 h 694"/>
                <a:gd name="T52" fmla="*/ 2147483646 w 5144"/>
                <a:gd name="T53" fmla="*/ 2147483646 h 694"/>
                <a:gd name="T54" fmla="*/ 2147483646 w 5144"/>
                <a:gd name="T55" fmla="*/ 2147483646 h 694"/>
                <a:gd name="T56" fmla="*/ 2147483646 w 5144"/>
                <a:gd name="T57" fmla="*/ 2147483646 h 694"/>
                <a:gd name="T58" fmla="*/ 2147483646 w 5144"/>
                <a:gd name="T59" fmla="*/ 2147483646 h 694"/>
                <a:gd name="T60" fmla="*/ 2147483646 w 5144"/>
                <a:gd name="T61" fmla="*/ 2147483646 h 69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108" name="Freeform 26"/>
            <p:cNvSpPr>
              <a:spLocks/>
            </p:cNvSpPr>
            <p:nvPr/>
          </p:nvSpPr>
          <p:spPr bwMode="hidden">
            <a:xfrm>
              <a:off x="4156589" y="4315040"/>
              <a:ext cx="4940221" cy="927905"/>
            </a:xfrm>
            <a:custGeom>
              <a:avLst/>
              <a:gdLst>
                <a:gd name="T0" fmla="*/ 0 w 3112"/>
                <a:gd name="T1" fmla="*/ 2147483646 h 584"/>
                <a:gd name="T2" fmla="*/ 0 w 3112"/>
                <a:gd name="T3" fmla="*/ 2147483646 h 584"/>
                <a:gd name="T4" fmla="*/ 2147483646 w 3112"/>
                <a:gd name="T5" fmla="*/ 2147483646 h 584"/>
                <a:gd name="T6" fmla="*/ 2147483646 w 3112"/>
                <a:gd name="T7" fmla="*/ 2147483646 h 584"/>
                <a:gd name="T8" fmla="*/ 2147483646 w 3112"/>
                <a:gd name="T9" fmla="*/ 2147483646 h 584"/>
                <a:gd name="T10" fmla="*/ 2147483646 w 3112"/>
                <a:gd name="T11" fmla="*/ 2147483646 h 584"/>
                <a:gd name="T12" fmla="*/ 2147483646 w 3112"/>
                <a:gd name="T13" fmla="*/ 2147483646 h 584"/>
                <a:gd name="T14" fmla="*/ 2147483646 w 3112"/>
                <a:gd name="T15" fmla="*/ 2147483646 h 584"/>
                <a:gd name="T16" fmla="*/ 2147483646 w 3112"/>
                <a:gd name="T17" fmla="*/ 2147483646 h 584"/>
                <a:gd name="T18" fmla="*/ 2147483646 w 3112"/>
                <a:gd name="T19" fmla="*/ 2147483646 h 584"/>
                <a:gd name="T20" fmla="*/ 2147483646 w 3112"/>
                <a:gd name="T21" fmla="*/ 2147483646 h 584"/>
                <a:gd name="T22" fmla="*/ 2147483646 w 3112"/>
                <a:gd name="T23" fmla="*/ 2147483646 h 584"/>
                <a:gd name="T24" fmla="*/ 2147483646 w 3112"/>
                <a:gd name="T25" fmla="*/ 2147483646 h 584"/>
                <a:gd name="T26" fmla="*/ 2147483646 w 3112"/>
                <a:gd name="T27" fmla="*/ 2147483646 h 584"/>
                <a:gd name="T28" fmla="*/ 2147483646 w 3112"/>
                <a:gd name="T29" fmla="*/ 2147483646 h 584"/>
                <a:gd name="T30" fmla="*/ 2147483646 w 3112"/>
                <a:gd name="T31" fmla="*/ 2147483646 h 584"/>
                <a:gd name="T32" fmla="*/ 2147483646 w 3112"/>
                <a:gd name="T33" fmla="*/ 2147483646 h 584"/>
                <a:gd name="T34" fmla="*/ 2147483646 w 3112"/>
                <a:gd name="T35" fmla="*/ 2147483646 h 584"/>
                <a:gd name="T36" fmla="*/ 2147483646 w 3112"/>
                <a:gd name="T37" fmla="*/ 2147483646 h 584"/>
                <a:gd name="T38" fmla="*/ 2147483646 w 3112"/>
                <a:gd name="T39" fmla="*/ 0 h 5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useBgFill="1">
          <p:nvSpPr>
            <p:cNvPr id="4109" name="Freeform 10"/>
            <p:cNvSpPr>
              <a:spLocks/>
            </p:cNvSpPr>
            <p:nvPr/>
          </p:nvSpPr>
          <p:spPr bwMode="hidden">
            <a:xfrm>
              <a:off x="-3905251" y="4294188"/>
              <a:ext cx="13027839" cy="1892300"/>
            </a:xfrm>
            <a:custGeom>
              <a:avLst/>
              <a:gdLst>
                <a:gd name="T0" fmla="*/ 2147483646 w 8196"/>
                <a:gd name="T1" fmla="*/ 2147483646 h 1192"/>
                <a:gd name="T2" fmla="*/ 2147483646 w 8196"/>
                <a:gd name="T3" fmla="*/ 2147483646 h 1192"/>
                <a:gd name="T4" fmla="*/ 2147483646 w 8196"/>
                <a:gd name="T5" fmla="*/ 2147483646 h 1192"/>
                <a:gd name="T6" fmla="*/ 2147483646 w 8196"/>
                <a:gd name="T7" fmla="*/ 2147483646 h 1192"/>
                <a:gd name="T8" fmla="*/ 2147483646 w 8196"/>
                <a:gd name="T9" fmla="*/ 2147483646 h 1192"/>
                <a:gd name="T10" fmla="*/ 2147483646 w 8196"/>
                <a:gd name="T11" fmla="*/ 2147483646 h 1192"/>
                <a:gd name="T12" fmla="*/ 2147483646 w 8196"/>
                <a:gd name="T13" fmla="*/ 2147483646 h 1192"/>
                <a:gd name="T14" fmla="*/ 2147483646 w 8196"/>
                <a:gd name="T15" fmla="*/ 2147483646 h 1192"/>
                <a:gd name="T16" fmla="*/ 2147483646 w 8196"/>
                <a:gd name="T17" fmla="*/ 2147483646 h 1192"/>
                <a:gd name="T18" fmla="*/ 2147483646 w 8196"/>
                <a:gd name="T19" fmla="*/ 2147483646 h 1192"/>
                <a:gd name="T20" fmla="*/ 2147483646 w 8196"/>
                <a:gd name="T21" fmla="*/ 2147483646 h 1192"/>
                <a:gd name="T22" fmla="*/ 2147483646 w 8196"/>
                <a:gd name="T23" fmla="*/ 2147483646 h 1192"/>
                <a:gd name="T24" fmla="*/ 2147483646 w 8196"/>
                <a:gd name="T25" fmla="*/ 2147483646 h 1192"/>
                <a:gd name="T26" fmla="*/ 2147483646 w 8196"/>
                <a:gd name="T27" fmla="*/ 2147483646 h 1192"/>
                <a:gd name="T28" fmla="*/ 2147483646 w 8196"/>
                <a:gd name="T29" fmla="*/ 2147483646 h 1192"/>
                <a:gd name="T30" fmla="*/ 2147483646 w 8196"/>
                <a:gd name="T31" fmla="*/ 2147483646 h 1192"/>
                <a:gd name="T32" fmla="*/ 2147483646 w 8196"/>
                <a:gd name="T33" fmla="*/ 2147483646 h 1192"/>
                <a:gd name="T34" fmla="*/ 2147483646 w 8196"/>
                <a:gd name="T35" fmla="*/ 2147483646 h 1192"/>
                <a:gd name="T36" fmla="*/ 2147483646 w 8196"/>
                <a:gd name="T37" fmla="*/ 2147483646 h 1192"/>
                <a:gd name="T38" fmla="*/ 2147483646 w 8196"/>
                <a:gd name="T39" fmla="*/ 2147483646 h 1192"/>
                <a:gd name="T40" fmla="*/ 2147483646 w 8196"/>
                <a:gd name="T41" fmla="*/ 2147483646 h 1192"/>
                <a:gd name="T42" fmla="*/ 2147483646 w 8196"/>
                <a:gd name="T43" fmla="*/ 2147483646 h 1192"/>
                <a:gd name="T44" fmla="*/ 2147483646 w 8196"/>
                <a:gd name="T45" fmla="*/ 0 h 1192"/>
                <a:gd name="T46" fmla="*/ 2147483646 w 8196"/>
                <a:gd name="T47" fmla="*/ 2147483646 h 1192"/>
                <a:gd name="T48" fmla="*/ 2147483646 w 8196"/>
                <a:gd name="T49" fmla="*/ 2147483646 h 1192"/>
                <a:gd name="T50" fmla="*/ 2147483646 w 8196"/>
                <a:gd name="T51" fmla="*/ 2147483646 h 1192"/>
                <a:gd name="T52" fmla="*/ 2147483646 w 8196"/>
                <a:gd name="T53" fmla="*/ 2147483646 h 1192"/>
                <a:gd name="T54" fmla="*/ 2147483646 w 8196"/>
                <a:gd name="T55" fmla="*/ 2147483646 h 1192"/>
                <a:gd name="T56" fmla="*/ 2147483646 w 8196"/>
                <a:gd name="T57" fmla="*/ 2147483646 h 1192"/>
                <a:gd name="T58" fmla="*/ 2147483646 w 8196"/>
                <a:gd name="T59" fmla="*/ 2147483646 h 1192"/>
                <a:gd name="T60" fmla="*/ 2147483646 w 8196"/>
                <a:gd name="T61" fmla="*/ 2147483646 h 1192"/>
                <a:gd name="T62" fmla="*/ 0 w 8196"/>
                <a:gd name="T63" fmla="*/ 2147483646 h 1192"/>
                <a:gd name="T64" fmla="*/ 2147483646 w 8196"/>
                <a:gd name="T65" fmla="*/ 2147483646 h 1192"/>
                <a:gd name="T66" fmla="*/ 2147483646 w 8196"/>
                <a:gd name="T67" fmla="*/ 2147483646 h 1192"/>
                <a:gd name="T68" fmla="*/ 2147483646 w 8196"/>
                <a:gd name="T69" fmla="*/ 2147483646 h 1192"/>
                <a:gd name="T70" fmla="*/ 2147483646 w 8196"/>
                <a:gd name="T71" fmla="*/ 2147483646 h 11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6" y="1186"/>
                  </a:lnTo>
                  <a:lnTo>
                    <a:pt x="8196" y="510"/>
                  </a:lnTo>
                  <a:lnTo>
                    <a:pt x="8192" y="512"/>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4100"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latin typeface="Tahoma" pitchFamily="34" charset="0"/>
                <a:ea typeface="华文楷体" panose="02010600040101010101" pitchFamily="2" charset="-122"/>
                <a:cs typeface="+mn-cs"/>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b="0">
                <a:solidFill>
                  <a:srgbClr val="073E87"/>
                </a:solidFill>
                <a:latin typeface="Tahoma" pitchFamily="34" charset="0"/>
                <a:ea typeface="华文楷体" panose="02010600040101010101" pitchFamily="2" charset="-122"/>
                <a:cs typeface="+mn-cs"/>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latin typeface="Tahoma" panose="020B0604030504040204" pitchFamily="34" charset="0"/>
                <a:ea typeface="华文楷体" panose="02010600040101010101" pitchFamily="2" charset="-122"/>
                <a:cs typeface="+mn-cs"/>
              </a:defRPr>
            </a:lvl1pPr>
          </a:lstStyle>
          <a:p>
            <a:pPr>
              <a:defRPr/>
            </a:pPr>
            <a:fld id="{E3390DCD-666E-4723-A88F-C10E9D12F099}" type="slidenum">
              <a:rPr lang="zh-CN" altLang="en-US"/>
              <a:pPr>
                <a:defRPr/>
              </a:pPr>
              <a:t>‹#›</a:t>
            </a:fld>
            <a:endParaRPr lang="en-US" altLang="zh-CN"/>
          </a:p>
        </p:txBody>
      </p:sp>
      <p:sp>
        <p:nvSpPr>
          <p:cNvPr id="4104"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10912433"/>
      </p:ext>
    </p:extLst>
  </p:cSld>
  <p:clrMap bg1="lt1" tx1="dk1" bg2="lt2" tx2="dk2" accent1="accent1" accent2="accent2" accent3="accent3" accent4="accent4" accent5="accent5" accent6="accent6" hlink="hlink" folHlink="folHlink"/>
  <p:sldLayoutIdLst>
    <p:sldLayoutId id="2147485244" r:id="rId1"/>
    <p:sldLayoutId id="2147485245"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69875" indent="-269875"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3088" indent="-269875"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2488" indent="-225425"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39825" indent="-225425"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58913" indent="-225425"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2992" indent="-228588" algn="l" defTabSz="914355"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16" indent="-228588" algn="l" defTabSz="914355"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39" indent="-228588" algn="l" defTabSz="914355"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064" indent="-228588" algn="l" defTabSz="914355"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68580" tIns="34290" rIns="68580" bIns="34290" numCol="1" anchor="ctr" anchorCtr="0" compatLnSpc="1">
            <a:prstTxWarp prst="textNoShape">
              <a:avLst/>
            </a:prstTxWarp>
          </a:bodyPr>
          <a:lstStyle>
            <a:lvl1pPr algn="r" eaLnBrk="1" hangingPunct="1">
              <a:defRPr sz="1000" b="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68580" tIns="34290" rIns="68580" bIns="34290" numCol="1" anchor="ctr" anchorCtr="0" compatLnSpc="1">
            <a:prstTxWarp prst="textNoShape">
              <a:avLst/>
            </a:prstTxWarp>
          </a:bodyPr>
          <a:lstStyle>
            <a:lvl1pPr eaLnBrk="1" hangingPunct="1">
              <a:defRPr sz="1000" b="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7740352" y="259485"/>
            <a:ext cx="1162050" cy="273050"/>
          </a:xfrm>
          <a:prstGeom prst="rect">
            <a:avLst/>
          </a:prstGeom>
        </p:spPr>
        <p:txBody>
          <a:bodyPr vert="horz" wrap="square" lIns="68580" tIns="34290" rIns="68580" bIns="34290" numCol="1" anchor="ctr" anchorCtr="0" compatLnSpc="1">
            <a:prstTxWarp prst="textNoShape">
              <a:avLst/>
            </a:prstTxWarp>
          </a:bodyPr>
          <a:lstStyle>
            <a:lvl1pPr algn="ctr" eaLnBrk="1" hangingPunct="1">
              <a:defRPr sz="1000" b="0">
                <a:solidFill>
                  <a:srgbClr val="073E87"/>
                </a:solidFill>
              </a:defRPr>
            </a:lvl1pPr>
          </a:lstStyle>
          <a:p>
            <a:pPr>
              <a:defRPr/>
            </a:pPr>
            <a:fld id="{AADF5252-5F77-44FA-92FC-74752EF2DF8D}" type="slidenum">
              <a:rPr lang="zh-CN" altLang="en-US"/>
              <a:pPr>
                <a:defRPr/>
              </a:pPr>
              <a:t>‹#›</a:t>
            </a:fld>
            <a:endParaRPr lang="en-US" altLang="zh-CN"/>
          </a:p>
        </p:txBody>
      </p:sp>
      <p:sp>
        <p:nvSpPr>
          <p:cNvPr id="1030"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25570175"/>
      </p:ext>
    </p:extLst>
  </p:cSld>
  <p:clrMap bg1="lt1" tx1="dk1" bg2="lt2" tx2="dk2" accent1="accent1" accent2="accent2" accent3="accent3" accent4="accent4" accent5="accent5" accent6="accent6" hlink="hlink" folHlink="folHlink"/>
  <p:sldLayoutIdLst>
    <p:sldLayoutId id="2147485247" r:id="rId1"/>
    <p:sldLayoutId id="2147485248" r:id="rId2"/>
  </p:sldLayoutIdLst>
  <p:hf hdr="0" ftr="0" dt="0"/>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1463" indent="-271463"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4675" indent="-271463"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4075"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1413" indent="-227013"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0500" indent="-227013"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36"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068"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099"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132" indent="-228594" algn="l" defTabSz="914378"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8.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17509"/>
            <a:ext cx="8352928" cy="5125991"/>
          </a:xfrm>
          <a:prstGeom prst="rect">
            <a:avLst/>
          </a:prstGeom>
        </p:spPr>
      </p:pic>
      <p:sp>
        <p:nvSpPr>
          <p:cNvPr id="10" name="Rectangle 2"/>
          <p:cNvSpPr txBox="1">
            <a:spLocks noChangeArrowheads="1"/>
          </p:cNvSpPr>
          <p:nvPr/>
        </p:nvSpPr>
        <p:spPr>
          <a:xfrm>
            <a:off x="4788024" y="1203598"/>
            <a:ext cx="4446587" cy="939800"/>
          </a:xfrm>
          <a:prstGeom prst="rect">
            <a:avLst/>
          </a:prstGeom>
        </p:spPr>
        <p:txBody>
          <a:bodyPr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300" normalizeH="0" baseline="0" noProof="0" dirty="0">
                <a:ln>
                  <a:noFill/>
                </a:ln>
                <a:solidFill>
                  <a:prstClr val="white"/>
                </a:solidFill>
                <a:effectLst/>
                <a:uLnTx/>
                <a:uFillTx/>
                <a:latin typeface="微软雅黑" pitchFamily="34" charset="-122"/>
                <a:ea typeface="微软雅黑" pitchFamily="34" charset="-122"/>
                <a:cs typeface="+mn-cs"/>
              </a:rPr>
              <a:t>运行存储分配</a:t>
            </a:r>
          </a:p>
        </p:txBody>
      </p:sp>
      <p:sp>
        <p:nvSpPr>
          <p:cNvPr id="4" name="Rectangle 2"/>
          <p:cNvSpPr txBox="1">
            <a:spLocks noChangeArrowheads="1"/>
          </p:cNvSpPr>
          <p:nvPr/>
        </p:nvSpPr>
        <p:spPr>
          <a:xfrm>
            <a:off x="5233168" y="2232737"/>
            <a:ext cx="3443288" cy="939800"/>
          </a:xfrm>
          <a:prstGeom prst="rect">
            <a:avLst/>
          </a:prstGeom>
        </p:spPr>
        <p:txBody>
          <a:bodyPr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2500" b="1" i="0" u="none" strike="noStrike" kern="1200" cap="none" spc="0" normalizeH="0" baseline="0" noProof="0" dirty="0">
                <a:ln>
                  <a:noFill/>
                </a:ln>
                <a:solidFill>
                  <a:prstClr val="white"/>
                </a:solidFill>
                <a:effectLst/>
                <a:uLnTx/>
                <a:uFillTx/>
                <a:latin typeface="Candara"/>
                <a:ea typeface="楷体" pitchFamily="49" charset="-122"/>
                <a:cs typeface="+mn-cs"/>
              </a:rPr>
              <a:t> </a:t>
            </a:r>
            <a:r>
              <a:rPr kumimoji="0" lang="zh-CN" altLang="en-US" sz="2000" b="1" i="0" u="none" strike="noStrike" kern="1200" cap="none" spc="0" normalizeH="0" baseline="0" noProof="0" dirty="0">
                <a:ln>
                  <a:noFill/>
                </a:ln>
                <a:solidFill>
                  <a:prstClr val="white"/>
                </a:solidFill>
                <a:effectLst/>
                <a:uLnTx/>
                <a:uFillTx/>
                <a:latin typeface="Candara"/>
                <a:ea typeface="楷体" pitchFamily="49" charset="-122"/>
                <a:cs typeface="+mn-cs"/>
              </a:rPr>
              <a:t>南京信息工程大学 </a:t>
            </a:r>
            <a:endParaRPr kumimoji="0" lang="en-US" altLang="zh-CN" sz="2000" b="1" i="0" u="none" strike="noStrike" kern="1200" cap="none" spc="0" normalizeH="0" baseline="0" noProof="0" dirty="0">
              <a:ln>
                <a:noFill/>
              </a:ln>
              <a:solidFill>
                <a:prstClr val="white"/>
              </a:solidFill>
              <a:effectLst/>
              <a:uLnTx/>
              <a:uFillTx/>
              <a:latin typeface="Candara"/>
              <a:ea typeface="楷体" pitchFamily="49" charset="-122"/>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Candara"/>
                <a:ea typeface="楷体" pitchFamily="49" charset="-122"/>
                <a:cs typeface="+mn-cs"/>
              </a:rPr>
              <a:t> 凌妙根</a:t>
            </a:r>
            <a:endParaRPr kumimoji="0" lang="en-US" altLang="zh-CN" sz="2000" b="1" i="0" u="none" strike="noStrike" kern="1200" cap="none" spc="0" normalizeH="0" baseline="0" noProof="0" dirty="0">
              <a:ln>
                <a:noFill/>
              </a:ln>
              <a:solidFill>
                <a:prstClr val="white"/>
              </a:solidFill>
              <a:effectLst/>
              <a:uLnTx/>
              <a:uFillTx/>
              <a:latin typeface="Candara"/>
              <a:ea typeface="楷体" pitchFamily="49" charset="-122"/>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2000" b="1" i="0" u="none" strike="noStrike" kern="1200" cap="none" spc="600" normalizeH="0" baseline="0" noProof="0" dirty="0">
                <a:ln>
                  <a:noFill/>
                </a:ln>
                <a:solidFill>
                  <a:prstClr val="white"/>
                </a:solidFill>
                <a:effectLst/>
                <a:uLnTx/>
                <a:uFillTx/>
                <a:latin typeface="Candara"/>
                <a:ea typeface="楷体" pitchFamily="49" charset="-122"/>
                <a:cs typeface="+mn-cs"/>
              </a:rPr>
              <a:t>2024</a:t>
            </a:r>
            <a:r>
              <a:rPr kumimoji="0" lang="zh-CN" altLang="en-US" sz="2000" b="1" i="0" u="none" strike="noStrike" kern="1200" cap="none" spc="600" normalizeH="0" baseline="0" noProof="0" dirty="0">
                <a:ln>
                  <a:noFill/>
                </a:ln>
                <a:solidFill>
                  <a:prstClr val="white"/>
                </a:solidFill>
                <a:effectLst/>
                <a:uLnTx/>
                <a:uFillTx/>
                <a:latin typeface="Candara"/>
                <a:ea typeface="楷体" pitchFamily="49" charset="-122"/>
                <a:cs typeface="+mn-cs"/>
              </a:rPr>
              <a:t>年秋</a:t>
            </a:r>
            <a:endParaRPr kumimoji="0" lang="zh-CN" altLang="en-US" sz="2000" b="1" i="0" u="none" strike="noStrike" kern="1200" cap="none" spc="60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5" name="Rectangle 2"/>
          <p:cNvSpPr txBox="1">
            <a:spLocks noChangeArrowheads="1"/>
          </p:cNvSpPr>
          <p:nvPr/>
        </p:nvSpPr>
        <p:spPr>
          <a:xfrm>
            <a:off x="3246438" y="555526"/>
            <a:ext cx="5111750" cy="1157287"/>
          </a:xfrm>
          <a:prstGeom prst="rect">
            <a:avLst/>
          </a:prstGeom>
          <a:ln w="12700">
            <a:noFill/>
          </a:ln>
        </p:spPr>
        <p:txBody>
          <a:bodyPr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3600" b="0" i="0" u="none" strike="noStrike" kern="1200" cap="none" spc="300" normalizeH="0" baseline="0" noProof="0" dirty="0">
                <a:ln>
                  <a:noFill/>
                </a:ln>
                <a:solidFill>
                  <a:prstClr val="white"/>
                </a:solidFill>
                <a:effectLst/>
                <a:uLnTx/>
                <a:uFillTx/>
                <a:latin typeface="微软雅黑" pitchFamily="34" charset="-122"/>
                <a:ea typeface="微软雅黑" pitchFamily="34" charset="-122"/>
                <a:cs typeface="+mn-cs"/>
              </a:rPr>
              <a:t>第七章</a:t>
            </a:r>
          </a:p>
        </p:txBody>
      </p:sp>
      <p:sp>
        <p:nvSpPr>
          <p:cNvPr id="2560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E5C32FFA-EA69-47F7-AFFE-12C640E3505D}" type="slidenum">
              <a:rPr kumimoji="0" lang="zh-CN" altLang="en-US" sz="1000" b="1" i="0" u="none" strike="noStrike" kern="1200" cap="none" spc="0" normalizeH="0" baseline="0" noProof="0" smtClean="0">
                <a:ln>
                  <a:noFill/>
                </a:ln>
                <a:solidFill>
                  <a:srgbClr val="073E87"/>
                </a:solidFill>
                <a:effectLst/>
                <a:uLnTx/>
                <a:uFillTx/>
                <a:latin typeface="Tahoma" panose="020B0604030504040204" pitchFamily="34" charset="0"/>
                <a:ea typeface="楷体_GB2312"/>
              </a:rPr>
              <a:pPr marL="0" marR="0" lvl="0" indent="0" algn="ctr" defTabSz="914400" rtl="0" eaLnBrk="1" fontAlgn="base" latinLnBrk="0" hangingPunct="1">
                <a:lnSpc>
                  <a:spcPct val="100000"/>
                </a:lnSpc>
                <a:spcBef>
                  <a:spcPct val="0"/>
                </a:spcBef>
                <a:spcAft>
                  <a:spcPct val="0"/>
                </a:spcAft>
                <a:buClrTx/>
                <a:buSzTx/>
                <a:buFontTx/>
                <a:buNone/>
                <a:tabLst/>
                <a:defRPr/>
              </a:pPr>
              <a:t>1</a:t>
            </a:fld>
            <a:endParaRPr kumimoji="0" lang="en-US" altLang="zh-CN" sz="1000" b="1" i="0" u="none" strike="noStrike" kern="1200" cap="none" spc="0" normalizeH="0" baseline="0" noProof="0">
              <a:ln>
                <a:noFill/>
              </a:ln>
              <a:solidFill>
                <a:srgbClr val="073E87"/>
              </a:solidFill>
              <a:effectLst/>
              <a:uLnTx/>
              <a:uFillTx/>
              <a:latin typeface="Tahoma" panose="020B0604030504040204" pitchFamily="34" charset="0"/>
              <a:ea typeface="楷体_GB2312"/>
            </a:endParaRPr>
          </a:p>
        </p:txBody>
      </p:sp>
    </p:spTree>
    <p:extLst>
      <p:ext uri="{BB962C8B-B14F-4D97-AF65-F5344CB8AC3E}">
        <p14:creationId xmlns:p14="http://schemas.microsoft.com/office/powerpoint/2010/main" val="1052158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355600" y="1239838"/>
            <a:ext cx="4916731" cy="1754326"/>
          </a:xfrm>
          <a:prstGeom prst="rect">
            <a:avLst/>
          </a:prstGeom>
        </p:spPr>
        <p:txBody>
          <a:bodyPr wrap="none">
            <a:spAutoFit/>
          </a:bodyPr>
          <a:lstStyle/>
          <a:p>
            <a:pPr marL="571500" indent="-571500">
              <a:buFont typeface="Arial" panose="020B0604020202020204" pitchFamily="34" charset="0"/>
              <a:buChar char="•"/>
              <a:defRPr/>
            </a:pPr>
            <a:r>
              <a:rPr lang="zh-CN" altLang="en-US" sz="3600" b="0" dirty="0">
                <a:solidFill>
                  <a:prstClr val="black"/>
                </a:solidFill>
                <a:latin typeface="华文楷体" panose="02010600040101010101" pitchFamily="2" charset="-122"/>
                <a:ea typeface="华文楷体" panose="02010600040101010101" pitchFamily="2" charset="-122"/>
              </a:rPr>
              <a:t>运行存储空间分配</a:t>
            </a:r>
            <a:endParaRPr lang="en-US" altLang="zh-CN" sz="3600" b="0" dirty="0">
              <a:solidFill>
                <a:prstClr val="black"/>
              </a:solidFill>
              <a:latin typeface="华文楷体" panose="02010600040101010101" pitchFamily="2" charset="-122"/>
              <a:ea typeface="华文楷体" panose="02010600040101010101" pitchFamily="2" charset="-122"/>
            </a:endParaRPr>
          </a:p>
          <a:p>
            <a:pPr marL="571500" indent="-571500">
              <a:buFont typeface="Arial" panose="020B0604020202020204" pitchFamily="34" charset="0"/>
              <a:buChar char="•"/>
              <a:defRPr/>
            </a:pPr>
            <a:r>
              <a:rPr lang="zh-CN" altLang="en-US" sz="3600" b="0" dirty="0">
                <a:solidFill>
                  <a:schemeClr val="tx1">
                    <a:lumMod val="95000"/>
                    <a:lumOff val="5000"/>
                  </a:schemeClr>
                </a:solidFill>
                <a:latin typeface="华文楷体" panose="02010600040101010101" pitchFamily="2" charset="-122"/>
                <a:ea typeface="华文楷体" panose="02010600040101010101" pitchFamily="2" charset="-122"/>
              </a:rPr>
              <a:t>调用序列和返回序列</a:t>
            </a:r>
            <a:endParaRPr lang="en-US" altLang="zh-CN" sz="3600" b="0" dirty="0">
              <a:solidFill>
                <a:schemeClr val="tx1">
                  <a:lumMod val="95000"/>
                  <a:lumOff val="5000"/>
                </a:schemeClr>
              </a:solidFill>
              <a:latin typeface="华文楷体" panose="02010600040101010101" pitchFamily="2" charset="-122"/>
              <a:ea typeface="华文楷体" panose="02010600040101010101" pitchFamily="2" charset="-122"/>
            </a:endParaRPr>
          </a:p>
          <a:p>
            <a:pPr marL="571500" indent="-571500">
              <a:buFont typeface="Arial" panose="020B0604020202020204" pitchFamily="34" charset="0"/>
              <a:buChar char="•"/>
              <a:defRPr/>
            </a:pPr>
            <a:r>
              <a:rPr lang="zh-CN" altLang="en-US" sz="3600" b="0" dirty="0">
                <a:solidFill>
                  <a:prstClr val="black"/>
                </a:solidFill>
                <a:latin typeface="华文楷体" panose="02010600040101010101" pitchFamily="2" charset="-122"/>
                <a:ea typeface="华文楷体" panose="02010600040101010101" pitchFamily="2" charset="-122"/>
              </a:rPr>
              <a:t>符号表的建立</a:t>
            </a:r>
            <a:endParaRPr lang="en-US" altLang="zh-CN" sz="3600" b="0" dirty="0">
              <a:solidFill>
                <a:prstClr val="black"/>
              </a:solidFill>
              <a:latin typeface="华文楷体" panose="02010600040101010101" pitchFamily="2" charset="-122"/>
              <a:ea typeface="华文楷体" panose="02010600040101010101" pitchFamily="2" charset="-122"/>
            </a:endParaRPr>
          </a:p>
        </p:txBody>
      </p:sp>
      <p:sp>
        <p:nvSpPr>
          <p:cNvPr id="29" name="Rectangle 2"/>
          <p:cNvSpPr>
            <a:spLocks noGrp="1" noChangeArrowheads="1"/>
          </p:cNvSpPr>
          <p:nvPr>
            <p:ph type="title"/>
          </p:nvPr>
        </p:nvSpPr>
        <p:spPr>
          <a:xfrm>
            <a:off x="755650" y="268288"/>
            <a:ext cx="7931150" cy="358775"/>
          </a:xfrm>
        </p:spPr>
        <p:txBody>
          <a:bodyPr>
            <a:noAutofit/>
          </a:bodyPr>
          <a:lstStyle/>
          <a:p>
            <a:pPr eaLnBrk="1" hangingPunct="1">
              <a:defRPr/>
            </a:pPr>
            <a:r>
              <a:rPr lang="zh-CN" altLang="en-US" sz="3600" spc="300" dirty="0">
                <a:solidFill>
                  <a:schemeClr val="tx1"/>
                </a:solidFill>
                <a:latin typeface="微软雅黑" pitchFamily="34" charset="-122"/>
                <a:ea typeface="微软雅黑" pitchFamily="34" charset="-122"/>
              </a:rPr>
              <a:t>主要内容</a:t>
            </a:r>
          </a:p>
        </p:txBody>
      </p:sp>
      <p:grpSp>
        <p:nvGrpSpPr>
          <p:cNvPr id="29700" name="组合 29"/>
          <p:cNvGrpSpPr>
            <a:grpSpLocks/>
          </p:cNvGrpSpPr>
          <p:nvPr/>
        </p:nvGrpSpPr>
        <p:grpSpPr bwMode="auto">
          <a:xfrm>
            <a:off x="0" y="195263"/>
            <a:ext cx="755650" cy="431800"/>
            <a:chOff x="-786" y="195486"/>
            <a:chExt cx="756363" cy="432048"/>
          </a:xfrm>
        </p:grpSpPr>
        <p:sp>
          <p:nvSpPr>
            <p:cNvPr id="31" name="五边形 30"/>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b="0" kern="0">
                <a:solidFill>
                  <a:prstClr val="white"/>
                </a:solidFill>
                <a:latin typeface="Calibri"/>
              </a:endParaRPr>
            </a:p>
          </p:txBody>
        </p:sp>
        <p:sp>
          <p:nvSpPr>
            <p:cNvPr id="34" name="五边形 33"/>
            <p:cNvSpPr/>
            <p:nvPr/>
          </p:nvSpPr>
          <p:spPr>
            <a:xfrm>
              <a:off x="-786" y="197074"/>
              <a:ext cx="756363" cy="88951"/>
            </a:xfrm>
            <a:prstGeom prst="homePlate">
              <a:avLst/>
            </a:prstGeom>
            <a:solidFill>
              <a:schemeClr val="bg1">
                <a:alpha val="30000"/>
              </a:scheme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b="0" kern="0">
                <a:solidFill>
                  <a:prstClr val="white"/>
                </a:solidFill>
                <a:latin typeface="Calibri"/>
              </a:endParaRPr>
            </a:p>
          </p:txBody>
        </p:sp>
      </p:grpSp>
      <p:sp>
        <p:nvSpPr>
          <p:cNvPr id="29701"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Tx/>
              <a:buNone/>
            </a:pPr>
            <a:fld id="{94048D8A-0B49-4763-B513-68598BFDDAED}" type="slidenum">
              <a:rPr lang="zh-CN" altLang="en-US" sz="1400" smtClean="0">
                <a:solidFill>
                  <a:srgbClr val="073E87"/>
                </a:solidFill>
                <a:latin typeface="Tahoma" panose="020B0604030504040204" pitchFamily="34" charset="0"/>
              </a:rPr>
              <a:pPr>
                <a:spcBef>
                  <a:spcPct val="0"/>
                </a:spcBef>
                <a:buClrTx/>
                <a:buSzTx/>
                <a:buFontTx/>
                <a:buNone/>
              </a:pPr>
              <a:t>2</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23908812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428625" y="774700"/>
            <a:ext cx="8535988" cy="4173538"/>
          </a:xfrm>
        </p:spPr>
        <p:txBody>
          <a:bodyPr/>
          <a:lstStyle/>
          <a:p>
            <a:pPr marL="272654" indent="-272654">
              <a:lnSpc>
                <a:spcPts val="3000"/>
              </a:lnSpc>
              <a:buClrTx/>
              <a:buFont typeface="Wingdings" pitchFamily="2" charset="2"/>
              <a:buChar char="Ø"/>
              <a:defRPr/>
            </a:pPr>
            <a:r>
              <a:rPr lang="zh-CN" altLang="en-US" sz="2500" b="1" dirty="0">
                <a:solidFill>
                  <a:schemeClr val="tx1"/>
                </a:solidFill>
                <a:cs typeface="Times New Roman" pitchFamily="18" charset="0"/>
              </a:rPr>
              <a:t>编译器在工作过程中，必须为源程序中出现的一些</a:t>
            </a:r>
            <a:r>
              <a:rPr lang="zh-CN" altLang="en-US" sz="2500" b="1" dirty="0">
                <a:solidFill>
                  <a:schemeClr val="tx2">
                    <a:lumMod val="60000"/>
                    <a:lumOff val="40000"/>
                  </a:schemeClr>
                </a:solidFill>
                <a:cs typeface="Times New Roman" pitchFamily="18" charset="0"/>
              </a:rPr>
              <a:t>数据对象</a:t>
            </a:r>
            <a:r>
              <a:rPr lang="zh-CN" altLang="en-US" sz="2500" b="1" dirty="0">
                <a:solidFill>
                  <a:schemeClr val="tx1"/>
                </a:solidFill>
                <a:cs typeface="Times New Roman" pitchFamily="18" charset="0"/>
              </a:rPr>
              <a:t>分配</a:t>
            </a:r>
            <a:r>
              <a:rPr lang="zh-CN" altLang="en-US" sz="2500" b="1" dirty="0">
                <a:solidFill>
                  <a:schemeClr val="tx2">
                    <a:lumMod val="60000"/>
                    <a:lumOff val="40000"/>
                  </a:schemeClr>
                </a:solidFill>
                <a:cs typeface="Times New Roman" pitchFamily="18" charset="0"/>
              </a:rPr>
              <a:t>运行时的存储空间</a:t>
            </a:r>
          </a:p>
          <a:p>
            <a:pPr marL="272654" indent="-272654">
              <a:lnSpc>
                <a:spcPts val="3000"/>
              </a:lnSpc>
              <a:buClrTx/>
              <a:buFont typeface="Wingdings" pitchFamily="2" charset="2"/>
              <a:buChar char="Ø"/>
              <a:defRPr/>
            </a:pPr>
            <a:r>
              <a:rPr lang="zh-CN" altLang="en-US" sz="2500" b="1" dirty="0">
                <a:solidFill>
                  <a:schemeClr val="tx1"/>
                </a:solidFill>
                <a:cs typeface="Times New Roman" pitchFamily="18" charset="0"/>
              </a:rPr>
              <a:t>对于那些在</a:t>
            </a:r>
            <a:r>
              <a:rPr lang="zh-CN" altLang="en-US" sz="2500" b="1" dirty="0">
                <a:solidFill>
                  <a:schemeClr val="tx2">
                    <a:lumMod val="60000"/>
                    <a:lumOff val="40000"/>
                  </a:schemeClr>
                </a:solidFill>
                <a:cs typeface="Times New Roman" pitchFamily="18" charset="0"/>
              </a:rPr>
              <a:t>编译时刻</a:t>
            </a:r>
            <a:r>
              <a:rPr lang="zh-CN" altLang="en-US" sz="2500" b="1" dirty="0">
                <a:solidFill>
                  <a:schemeClr val="tx1"/>
                </a:solidFill>
                <a:cs typeface="Times New Roman" pitchFamily="18" charset="0"/>
              </a:rPr>
              <a:t>就可以确定大小的数据对象，可以在编译时刻就为它们分配存储空间，这样的分配策略称为</a:t>
            </a:r>
            <a:r>
              <a:rPr lang="zh-CN" altLang="en-US" sz="2500" b="1" dirty="0">
                <a:solidFill>
                  <a:srgbClr val="FF0000"/>
                </a:solidFill>
                <a:cs typeface="Times New Roman" pitchFamily="18" charset="0"/>
              </a:rPr>
              <a:t>静态存储分配</a:t>
            </a:r>
          </a:p>
          <a:p>
            <a:pPr marL="272654" indent="-272654">
              <a:lnSpc>
                <a:spcPts val="3000"/>
              </a:lnSpc>
              <a:buClrTx/>
              <a:buFont typeface="Wingdings" pitchFamily="2" charset="2"/>
              <a:buChar char="Ø"/>
              <a:defRPr/>
            </a:pPr>
            <a:r>
              <a:rPr lang="zh-CN" altLang="en-US" sz="2500" b="1" dirty="0">
                <a:solidFill>
                  <a:schemeClr val="tx1"/>
                </a:solidFill>
                <a:cs typeface="Times New Roman" pitchFamily="18" charset="0"/>
              </a:rPr>
              <a:t>反之，如果不能在编译时完全确定数据对象的大小，就要采用</a:t>
            </a:r>
            <a:r>
              <a:rPr lang="zh-CN" altLang="en-US" sz="2500" b="1" dirty="0">
                <a:solidFill>
                  <a:srgbClr val="FF0000"/>
                </a:solidFill>
                <a:cs typeface="Times New Roman" pitchFamily="18" charset="0"/>
              </a:rPr>
              <a:t>动态存储分配</a:t>
            </a:r>
            <a:r>
              <a:rPr lang="zh-CN" altLang="en-US" sz="2500" b="1" dirty="0">
                <a:solidFill>
                  <a:schemeClr val="tx1"/>
                </a:solidFill>
                <a:cs typeface="Times New Roman" pitchFamily="18" charset="0"/>
              </a:rPr>
              <a:t>的策略。即在编译时仅产生各种必要的信息，而在</a:t>
            </a:r>
            <a:r>
              <a:rPr lang="zh-CN" altLang="en-US" sz="2500" b="1" dirty="0">
                <a:solidFill>
                  <a:schemeClr val="tx2">
                    <a:lumMod val="60000"/>
                    <a:lumOff val="40000"/>
                  </a:schemeClr>
                </a:solidFill>
                <a:cs typeface="Times New Roman" pitchFamily="18" charset="0"/>
              </a:rPr>
              <a:t>运行时刻</a:t>
            </a:r>
            <a:r>
              <a:rPr lang="zh-CN" altLang="en-US" sz="2500" b="1" dirty="0">
                <a:solidFill>
                  <a:schemeClr val="tx1"/>
                </a:solidFill>
                <a:cs typeface="Times New Roman" pitchFamily="18" charset="0"/>
              </a:rPr>
              <a:t>，再动态地分配数据对象的存储空间</a:t>
            </a:r>
            <a:endParaRPr lang="en-US" altLang="zh-CN" sz="2500" b="1" dirty="0">
              <a:solidFill>
                <a:schemeClr val="tx1"/>
              </a:solidFill>
              <a:cs typeface="Times New Roman" pitchFamily="18" charset="0"/>
            </a:endParaRPr>
          </a:p>
          <a:p>
            <a:pPr marL="854869" lvl="2" indent="-227410" algn="just" eaLnBrk="1" hangingPunct="1">
              <a:lnSpc>
                <a:spcPts val="3000"/>
              </a:lnSpc>
              <a:buClrTx/>
              <a:buFont typeface="Wingdings" pitchFamily="2" charset="2"/>
              <a:buChar char="Ø"/>
              <a:defRPr/>
            </a:pPr>
            <a:r>
              <a:rPr lang="zh-CN" altLang="en-US" sz="2200" b="1" dirty="0">
                <a:solidFill>
                  <a:schemeClr val="tx1"/>
                </a:solidFill>
                <a:latin typeface="楷体" pitchFamily="49" charset="-122"/>
                <a:cs typeface="Times New Roman" pitchFamily="18" charset="0"/>
              </a:rPr>
              <a:t>栈式</a:t>
            </a:r>
            <a:r>
              <a:rPr lang="zh-CN" altLang="en-US" sz="2200" b="1" dirty="0">
                <a:solidFill>
                  <a:schemeClr val="tx1"/>
                </a:solidFill>
                <a:latin typeface="楷体" pitchFamily="49" charset="-122"/>
              </a:rPr>
              <a:t>存储分配</a:t>
            </a:r>
            <a:endParaRPr lang="zh-CN" altLang="en-US" sz="2200" b="1" dirty="0">
              <a:solidFill>
                <a:schemeClr val="tx1"/>
              </a:solidFill>
              <a:ea typeface="楷体_GB2312" pitchFamily="49" charset="-122"/>
            </a:endParaRPr>
          </a:p>
          <a:p>
            <a:pPr marL="854869" lvl="2" indent="-227410" algn="just" eaLnBrk="1" hangingPunct="1">
              <a:lnSpc>
                <a:spcPts val="3000"/>
              </a:lnSpc>
              <a:buClrTx/>
              <a:buFont typeface="Wingdings" pitchFamily="2" charset="2"/>
              <a:buChar char="Ø"/>
              <a:defRPr/>
            </a:pPr>
            <a:r>
              <a:rPr lang="zh-CN" altLang="en-US" sz="2200" b="1" dirty="0">
                <a:solidFill>
                  <a:schemeClr val="tx1"/>
                </a:solidFill>
                <a:latin typeface="楷体" pitchFamily="49" charset="-122"/>
              </a:rPr>
              <a:t>堆式存储分配</a:t>
            </a:r>
            <a:endParaRPr lang="en-US" altLang="zh-CN" sz="2200" b="1" dirty="0">
              <a:solidFill>
                <a:schemeClr val="tx1"/>
              </a:solidFill>
              <a:ea typeface="楷体_GB2312" pitchFamily="49" charset="-122"/>
            </a:endParaRPr>
          </a:p>
          <a:p>
            <a:pPr marL="0" indent="0">
              <a:lnSpc>
                <a:spcPts val="3500"/>
              </a:lnSpc>
              <a:buClrTx/>
              <a:buFont typeface="Symbol" panose="05050102010706020507" pitchFamily="18" charset="2"/>
              <a:buNone/>
              <a:defRPr/>
            </a:pPr>
            <a:endParaRPr lang="zh-CN" altLang="en-US" sz="2500" b="1" dirty="0">
              <a:solidFill>
                <a:schemeClr val="tx1"/>
              </a:solidFill>
              <a:cs typeface="Times New Roman" pitchFamily="18" charset="0"/>
            </a:endParaRPr>
          </a:p>
        </p:txBody>
      </p:sp>
      <p:sp>
        <p:nvSpPr>
          <p:cNvPr id="16387" name="Rectangle 2"/>
          <p:cNvSpPr>
            <a:spLocks noGrp="1" noChangeArrowheads="1"/>
          </p:cNvSpPr>
          <p:nvPr>
            <p:ph type="title"/>
          </p:nvPr>
        </p:nvSpPr>
        <p:spPr>
          <a:xfrm>
            <a:off x="755650" y="268288"/>
            <a:ext cx="7931150" cy="358775"/>
          </a:xfrm>
        </p:spPr>
        <p:txBody>
          <a:bodyPr/>
          <a:lstStyle/>
          <a:p>
            <a:pPr eaLnBrk="1" hangingPunct="1"/>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运行存储分配策略</a:t>
            </a:r>
          </a:p>
        </p:txBody>
      </p:sp>
      <p:sp>
        <p:nvSpPr>
          <p:cNvPr id="4" name="Rectangle 4"/>
          <p:cNvSpPr>
            <a:spLocks noChangeArrowheads="1"/>
          </p:cNvSpPr>
          <p:nvPr/>
        </p:nvSpPr>
        <p:spPr bwMode="auto">
          <a:xfrm>
            <a:off x="5364163" y="4110038"/>
            <a:ext cx="3200400" cy="838200"/>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spAutoFit/>
          </a:bodyPr>
          <a:lstStyle/>
          <a:p>
            <a:pPr algn="ctr" eaLnBrk="1" hangingPunct="1">
              <a:defRPr/>
            </a:pPr>
            <a:r>
              <a:rPr lang="zh-CN" altLang="en-US" sz="2500" dirty="0">
                <a:solidFill>
                  <a:srgbClr val="0000FF"/>
                </a:solidFill>
                <a:latin typeface="楷体" pitchFamily="49" charset="-122"/>
                <a:ea typeface="楷体" pitchFamily="49" charset="-122"/>
              </a:rPr>
              <a:t>静态</a:t>
            </a:r>
            <a:r>
              <a:rPr lang="zh-CN" altLang="en-US" sz="2500" dirty="0">
                <a:solidFill>
                  <a:prstClr val="black"/>
                </a:solidFill>
                <a:latin typeface="楷体" pitchFamily="49" charset="-122"/>
                <a:ea typeface="楷体" pitchFamily="49" charset="-122"/>
              </a:rPr>
              <a:t>和</a:t>
            </a:r>
            <a:r>
              <a:rPr lang="zh-CN" altLang="en-US" sz="2500" dirty="0">
                <a:solidFill>
                  <a:srgbClr val="0000FF"/>
                </a:solidFill>
                <a:latin typeface="楷体" pitchFamily="49" charset="-122"/>
                <a:ea typeface="楷体" pitchFamily="49" charset="-122"/>
              </a:rPr>
              <a:t>动态</a:t>
            </a:r>
            <a:r>
              <a:rPr lang="zh-CN" altLang="en-US" sz="2500" dirty="0">
                <a:solidFill>
                  <a:prstClr val="black"/>
                </a:solidFill>
                <a:latin typeface="楷体" pitchFamily="49" charset="-122"/>
                <a:ea typeface="楷体" pitchFamily="49" charset="-122"/>
              </a:rPr>
              <a:t>分别对应</a:t>
            </a:r>
            <a:r>
              <a:rPr lang="zh-CN" altLang="en-US" sz="2500" dirty="0">
                <a:solidFill>
                  <a:srgbClr val="0000FF"/>
                </a:solidFill>
                <a:latin typeface="楷体" pitchFamily="49" charset="-122"/>
                <a:ea typeface="楷体" pitchFamily="49" charset="-122"/>
              </a:rPr>
              <a:t>编译时刻</a:t>
            </a:r>
            <a:r>
              <a:rPr lang="zh-CN" altLang="en-US" sz="2500" dirty="0">
                <a:solidFill>
                  <a:prstClr val="black"/>
                </a:solidFill>
                <a:latin typeface="楷体" pitchFamily="49" charset="-122"/>
                <a:ea typeface="楷体" pitchFamily="49" charset="-122"/>
              </a:rPr>
              <a:t>和</a:t>
            </a:r>
            <a:r>
              <a:rPr lang="zh-CN" altLang="en-US" sz="2500" dirty="0">
                <a:solidFill>
                  <a:srgbClr val="0000FF"/>
                </a:solidFill>
                <a:latin typeface="楷体" pitchFamily="49" charset="-122"/>
                <a:ea typeface="楷体" pitchFamily="49" charset="-122"/>
              </a:rPr>
              <a:t>运行时刻</a:t>
            </a:r>
            <a:endParaRPr lang="zh-CN" altLang="en-US" sz="2500" dirty="0">
              <a:solidFill>
                <a:srgbClr val="5EAEFF"/>
              </a:solidFill>
              <a:latin typeface="楷体" pitchFamily="49" charset="-122"/>
              <a:ea typeface="楷体" pitchFamily="49" charset="-12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a:t>
            </a:fld>
            <a:endParaRPr lang="en-US" altLang="zh-CN" dirty="0"/>
          </a:p>
        </p:txBody>
      </p:sp>
    </p:spTree>
    <p:extLst>
      <p:ext uri="{BB962C8B-B14F-4D97-AF65-F5344CB8AC3E}">
        <p14:creationId xmlns:p14="http://schemas.microsoft.com/office/powerpoint/2010/main" val="37271960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p:cTn id="7" dur="500" fill="hold"/>
                                        <p:tgtEl>
                                          <p:spTgt spid="2048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2048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20483">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20483">
                                            <p:txEl>
                                              <p:pRg st="2" end="2"/>
                                            </p:txEl>
                                          </p:spTgt>
                                        </p:tgtEl>
                                        <p:attrNameLst>
                                          <p:attrName>style.visibility</p:attrName>
                                        </p:attrNameLst>
                                      </p:cBhvr>
                                      <p:to>
                                        <p:strVal val="visible"/>
                                      </p:to>
                                    </p:set>
                                    <p:anim calcmode="lin" valueType="num">
                                      <p:cBhvr>
                                        <p:cTn id="14" dur="500" fill="hold"/>
                                        <p:tgtEl>
                                          <p:spTgt spid="2048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2048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2048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p:cTn id="21" dur="500" fill="hold"/>
                                        <p:tgtEl>
                                          <p:spTgt spid="20483">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20483">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20483">
                                            <p:txEl>
                                              <p:pRg st="3" end="3"/>
                                            </p:txEl>
                                          </p:spTgt>
                                        </p:tgtEl>
                                      </p:cBhvr>
                                    </p:animEffect>
                                  </p:childTnLst>
                                </p:cTn>
                              </p:par>
                              <p:par>
                                <p:cTn id="24" presetID="53" presetClass="entr" presetSubtype="16" fill="hold" nodeType="withEffect">
                                  <p:stCondLst>
                                    <p:cond delay="0"/>
                                  </p:stCondLst>
                                  <p:childTnLst>
                                    <p:set>
                                      <p:cBhvr>
                                        <p:cTn id="25" dur="1" fill="hold">
                                          <p:stCondLst>
                                            <p:cond delay="0"/>
                                          </p:stCondLst>
                                        </p:cTn>
                                        <p:tgtEl>
                                          <p:spTgt spid="20483">
                                            <p:txEl>
                                              <p:pRg st="4" end="4"/>
                                            </p:txEl>
                                          </p:spTgt>
                                        </p:tgtEl>
                                        <p:attrNameLst>
                                          <p:attrName>style.visibility</p:attrName>
                                        </p:attrNameLst>
                                      </p:cBhvr>
                                      <p:to>
                                        <p:strVal val="visible"/>
                                      </p:to>
                                    </p:set>
                                    <p:anim calcmode="lin" valueType="num">
                                      <p:cBhvr>
                                        <p:cTn id="26" dur="500" fill="hold"/>
                                        <p:tgtEl>
                                          <p:spTgt spid="20483">
                                            <p:txEl>
                                              <p:pRg st="4" end="4"/>
                                            </p:txEl>
                                          </p:spTgt>
                                        </p:tgtEl>
                                        <p:attrNameLst>
                                          <p:attrName>ppt_w</p:attrName>
                                        </p:attrNameLst>
                                      </p:cBhvr>
                                      <p:tavLst>
                                        <p:tav tm="0">
                                          <p:val>
                                            <p:fltVal val="0"/>
                                          </p:val>
                                        </p:tav>
                                        <p:tav tm="100000">
                                          <p:val>
                                            <p:strVal val="#ppt_w"/>
                                          </p:val>
                                        </p:tav>
                                      </p:tavLst>
                                    </p:anim>
                                    <p:anim calcmode="lin" valueType="num">
                                      <p:cBhvr>
                                        <p:cTn id="27" dur="500" fill="hold"/>
                                        <p:tgtEl>
                                          <p:spTgt spid="20483">
                                            <p:txEl>
                                              <p:pRg st="4" end="4"/>
                                            </p:txEl>
                                          </p:spTgt>
                                        </p:tgtEl>
                                        <p:attrNameLst>
                                          <p:attrName>ppt_h</p:attrName>
                                        </p:attrNameLst>
                                      </p:cBhvr>
                                      <p:tavLst>
                                        <p:tav tm="0">
                                          <p:val>
                                            <p:fltVal val="0"/>
                                          </p:val>
                                        </p:tav>
                                        <p:tav tm="100000">
                                          <p:val>
                                            <p:strVal val="#ppt_h"/>
                                          </p:val>
                                        </p:tav>
                                      </p:tavLst>
                                    </p:anim>
                                    <p:animEffect transition="in" filter="fade">
                                      <p:cBhvr>
                                        <p:cTn id="28" dur="500"/>
                                        <p:tgtEl>
                                          <p:spTgt spid="20483">
                                            <p:txEl>
                                              <p:pRg st="4" end="4"/>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运行时内存的划分</a:t>
            </a:r>
          </a:p>
        </p:txBody>
      </p:sp>
      <p:grpSp>
        <p:nvGrpSpPr>
          <p:cNvPr id="18435" name="Group 3"/>
          <p:cNvGrpSpPr>
            <a:grpSpLocks/>
          </p:cNvGrpSpPr>
          <p:nvPr/>
        </p:nvGrpSpPr>
        <p:grpSpPr bwMode="auto">
          <a:xfrm>
            <a:off x="3384550" y="1285875"/>
            <a:ext cx="2451100" cy="2824163"/>
            <a:chOff x="1952" y="1344"/>
            <a:chExt cx="2059" cy="2372"/>
          </a:xfrm>
        </p:grpSpPr>
        <p:sp>
          <p:nvSpPr>
            <p:cNvPr id="18439" name="Rectangle 4"/>
            <p:cNvSpPr>
              <a:spLocks noChangeArrowheads="1"/>
            </p:cNvSpPr>
            <p:nvPr/>
          </p:nvSpPr>
          <p:spPr bwMode="auto">
            <a:xfrm>
              <a:off x="1964" y="1344"/>
              <a:ext cx="2045" cy="237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800" b="0">
                <a:solidFill>
                  <a:prstClr val="black"/>
                </a:solidFill>
                <a:ea typeface="楷体" panose="02010609060101010101" pitchFamily="49" charset="-122"/>
                <a:cs typeface="Times New Roman" panose="02020603050405020304" pitchFamily="18" charset="0"/>
              </a:endParaRPr>
            </a:p>
          </p:txBody>
        </p:sp>
        <p:sp>
          <p:nvSpPr>
            <p:cNvPr id="18440" name="Rectangle 5"/>
            <p:cNvSpPr>
              <a:spLocks noChangeArrowheads="1"/>
            </p:cNvSpPr>
            <p:nvPr/>
          </p:nvSpPr>
          <p:spPr bwMode="auto">
            <a:xfrm>
              <a:off x="2006" y="1389"/>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prstClr val="black"/>
                  </a:solidFill>
                  <a:ea typeface="楷体" panose="02010609060101010101" pitchFamily="49" charset="-122"/>
                  <a:cs typeface="Times New Roman" panose="02020603050405020304" pitchFamily="18" charset="0"/>
                </a:rPr>
                <a:t>静态代码区</a:t>
              </a:r>
            </a:p>
          </p:txBody>
        </p:sp>
        <p:sp>
          <p:nvSpPr>
            <p:cNvPr id="18441" name="Line 6"/>
            <p:cNvSpPr>
              <a:spLocks noChangeShapeType="1"/>
            </p:cNvSpPr>
            <p:nvPr/>
          </p:nvSpPr>
          <p:spPr bwMode="auto">
            <a:xfrm>
              <a:off x="1977" y="1780"/>
              <a:ext cx="20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8442" name="Rectangle 7"/>
            <p:cNvSpPr>
              <a:spLocks noChangeArrowheads="1"/>
            </p:cNvSpPr>
            <p:nvPr/>
          </p:nvSpPr>
          <p:spPr bwMode="auto">
            <a:xfrm>
              <a:off x="2008" y="1808"/>
              <a:ext cx="1948"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prstClr val="black"/>
                  </a:solidFill>
                  <a:ea typeface="楷体" panose="02010609060101010101" pitchFamily="49" charset="-122"/>
                  <a:cs typeface="Times New Roman" panose="02020603050405020304" pitchFamily="18" charset="0"/>
                </a:rPr>
                <a:t>静态数据区</a:t>
              </a:r>
            </a:p>
          </p:txBody>
        </p:sp>
        <p:sp>
          <p:nvSpPr>
            <p:cNvPr id="18443" name="Line 8"/>
            <p:cNvSpPr>
              <a:spLocks noChangeShapeType="1"/>
            </p:cNvSpPr>
            <p:nvPr/>
          </p:nvSpPr>
          <p:spPr bwMode="auto">
            <a:xfrm>
              <a:off x="1952" y="2216"/>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8444" name="Rectangle 9"/>
            <p:cNvSpPr>
              <a:spLocks noChangeArrowheads="1"/>
            </p:cNvSpPr>
            <p:nvPr/>
          </p:nvSpPr>
          <p:spPr bwMode="auto">
            <a:xfrm>
              <a:off x="2021" y="2229"/>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prstClr val="black"/>
                  </a:solidFill>
                  <a:ea typeface="楷体" panose="02010609060101010101" pitchFamily="49" charset="-122"/>
                  <a:cs typeface="Times New Roman" panose="02020603050405020304" pitchFamily="18" charset="0"/>
                </a:rPr>
                <a:t>栈</a:t>
              </a:r>
              <a:r>
                <a:rPr lang="en-US" altLang="zh-CN" sz="1500">
                  <a:solidFill>
                    <a:srgbClr val="000000"/>
                  </a:solidFill>
                  <a:ea typeface="楷体" panose="02010609060101010101" pitchFamily="49" charset="-122"/>
                  <a:cs typeface="Times New Roman" panose="02020603050405020304" pitchFamily="18" charset="0"/>
                </a:rPr>
                <a:t>(</a:t>
              </a:r>
              <a:r>
                <a:rPr lang="en-US" altLang="zh-CN" sz="1500" i="1">
                  <a:solidFill>
                    <a:srgbClr val="000000"/>
                  </a:solidFill>
                  <a:ea typeface="楷体" panose="02010609060101010101" pitchFamily="49" charset="-122"/>
                  <a:cs typeface="Times New Roman" panose="02020603050405020304" pitchFamily="18" charset="0"/>
                </a:rPr>
                <a:t>Stack</a:t>
              </a:r>
              <a:r>
                <a:rPr lang="en-US" altLang="zh-CN" sz="1500">
                  <a:solidFill>
                    <a:srgbClr val="000000"/>
                  </a:solidFill>
                  <a:ea typeface="楷体" panose="02010609060101010101" pitchFamily="49" charset="-122"/>
                  <a:cs typeface="Times New Roman" panose="02020603050405020304" pitchFamily="18" charset="0"/>
                </a:rPr>
                <a:t>)</a:t>
              </a:r>
              <a:r>
                <a:rPr lang="zh-CN" altLang="en-US" sz="2000">
                  <a:solidFill>
                    <a:prstClr val="black"/>
                  </a:solidFill>
                  <a:ea typeface="楷体" panose="02010609060101010101" pitchFamily="49" charset="-122"/>
                  <a:cs typeface="Times New Roman" panose="02020603050405020304" pitchFamily="18" charset="0"/>
                </a:rPr>
                <a:t>区</a:t>
              </a:r>
              <a:endParaRPr lang="zh-CN" altLang="en-US" sz="1500">
                <a:solidFill>
                  <a:prstClr val="black"/>
                </a:solidFill>
                <a:ea typeface="楷体" panose="02010609060101010101" pitchFamily="49" charset="-122"/>
                <a:cs typeface="Times New Roman" panose="02020603050405020304" pitchFamily="18" charset="0"/>
              </a:endParaRPr>
            </a:p>
          </p:txBody>
        </p:sp>
        <p:sp>
          <p:nvSpPr>
            <p:cNvPr id="18445" name="Line 10"/>
            <p:cNvSpPr>
              <a:spLocks noChangeShapeType="1"/>
            </p:cNvSpPr>
            <p:nvPr/>
          </p:nvSpPr>
          <p:spPr bwMode="auto">
            <a:xfrm flipV="1">
              <a:off x="2284" y="3305"/>
              <a:ext cx="17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8446" name="Line 11"/>
            <p:cNvSpPr>
              <a:spLocks noChangeShapeType="1"/>
            </p:cNvSpPr>
            <p:nvPr/>
          </p:nvSpPr>
          <p:spPr bwMode="auto">
            <a:xfrm flipV="1">
              <a:off x="2284" y="2639"/>
              <a:ext cx="1727" cy="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8447" name="Rectangle 12"/>
            <p:cNvSpPr>
              <a:spLocks noChangeArrowheads="1"/>
            </p:cNvSpPr>
            <p:nvPr/>
          </p:nvSpPr>
          <p:spPr bwMode="auto">
            <a:xfrm>
              <a:off x="2021" y="2654"/>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zh-CN" altLang="en-US" sz="1800" b="0">
                <a:solidFill>
                  <a:prstClr val="black"/>
                </a:solidFill>
                <a:ea typeface="楷体" panose="02010609060101010101" pitchFamily="49" charset="-122"/>
                <a:cs typeface="Times New Roman" panose="02020603050405020304" pitchFamily="18" charset="0"/>
              </a:endParaRPr>
            </a:p>
          </p:txBody>
        </p:sp>
        <p:sp>
          <p:nvSpPr>
            <p:cNvPr id="18448" name="Rectangle 13"/>
            <p:cNvSpPr>
              <a:spLocks noChangeArrowheads="1"/>
            </p:cNvSpPr>
            <p:nvPr/>
          </p:nvSpPr>
          <p:spPr bwMode="auto">
            <a:xfrm>
              <a:off x="1995" y="3332"/>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000">
                  <a:solidFill>
                    <a:srgbClr val="000000"/>
                  </a:solidFill>
                  <a:ea typeface="楷体" panose="02010609060101010101" pitchFamily="49" charset="-122"/>
                  <a:cs typeface="Times New Roman" panose="02020603050405020304" pitchFamily="18" charset="0"/>
                </a:rPr>
                <a:t>堆</a:t>
              </a:r>
              <a:r>
                <a:rPr lang="en-US" altLang="zh-CN" sz="2000">
                  <a:solidFill>
                    <a:srgbClr val="000000"/>
                  </a:solidFill>
                  <a:ea typeface="楷体" panose="02010609060101010101" pitchFamily="49" charset="-122"/>
                  <a:cs typeface="Times New Roman" panose="02020603050405020304" pitchFamily="18" charset="0"/>
                </a:rPr>
                <a:t> </a:t>
              </a:r>
              <a:r>
                <a:rPr lang="en-US" altLang="zh-CN" sz="1500">
                  <a:solidFill>
                    <a:srgbClr val="000000"/>
                  </a:solidFill>
                  <a:ea typeface="楷体" panose="02010609060101010101" pitchFamily="49" charset="-122"/>
                  <a:cs typeface="Times New Roman" panose="02020603050405020304" pitchFamily="18" charset="0"/>
                </a:rPr>
                <a:t>(</a:t>
              </a:r>
              <a:r>
                <a:rPr lang="en-US" altLang="zh-CN" sz="1500" i="1">
                  <a:solidFill>
                    <a:prstClr val="black"/>
                  </a:solidFill>
                  <a:ea typeface="楷体" panose="02010609060101010101" pitchFamily="49" charset="-122"/>
                  <a:cs typeface="Times New Roman" panose="02020603050405020304" pitchFamily="18" charset="0"/>
                </a:rPr>
                <a:t>Heap</a:t>
              </a:r>
              <a:r>
                <a:rPr lang="en-US" altLang="zh-CN" sz="1500">
                  <a:solidFill>
                    <a:srgbClr val="000000"/>
                  </a:solidFill>
                  <a:ea typeface="楷体" panose="02010609060101010101" pitchFamily="49" charset="-122"/>
                  <a:cs typeface="Times New Roman" panose="02020603050405020304" pitchFamily="18" charset="0"/>
                </a:rPr>
                <a:t>)</a:t>
              </a:r>
              <a:r>
                <a:rPr lang="zh-CN" altLang="en-US" sz="2000">
                  <a:solidFill>
                    <a:srgbClr val="000000"/>
                  </a:solidFill>
                  <a:ea typeface="楷体" panose="02010609060101010101" pitchFamily="49" charset="-122"/>
                  <a:cs typeface="Times New Roman" panose="02020603050405020304" pitchFamily="18" charset="0"/>
                </a:rPr>
                <a:t>区</a:t>
              </a:r>
              <a:endParaRPr lang="zh-CN" altLang="en-US" sz="1500">
                <a:solidFill>
                  <a:srgbClr val="000000"/>
                </a:solidFill>
                <a:ea typeface="楷体" panose="02010609060101010101" pitchFamily="49" charset="-122"/>
                <a:cs typeface="Times New Roman" panose="02020603050405020304" pitchFamily="18" charset="0"/>
              </a:endParaRPr>
            </a:p>
            <a:p>
              <a:pPr algn="ctr"/>
              <a:endParaRPr lang="zh-CN" altLang="en-US" sz="1500">
                <a:solidFill>
                  <a:prstClr val="black"/>
                </a:solidFill>
                <a:ea typeface="楷体" panose="02010609060101010101" pitchFamily="49" charset="-122"/>
                <a:cs typeface="Times New Roman" panose="02020603050405020304" pitchFamily="18" charset="0"/>
              </a:endParaRPr>
            </a:p>
          </p:txBody>
        </p:sp>
        <p:sp>
          <p:nvSpPr>
            <p:cNvPr id="18449" name="Line 14"/>
            <p:cNvSpPr>
              <a:spLocks noChangeShapeType="1"/>
            </p:cNvSpPr>
            <p:nvPr/>
          </p:nvSpPr>
          <p:spPr bwMode="auto">
            <a:xfrm>
              <a:off x="2954" y="2651"/>
              <a:ext cx="0" cy="26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8450" name="Line 15"/>
            <p:cNvSpPr>
              <a:spLocks noChangeShapeType="1"/>
            </p:cNvSpPr>
            <p:nvPr/>
          </p:nvSpPr>
          <p:spPr bwMode="auto">
            <a:xfrm flipV="1">
              <a:off x="2968" y="3027"/>
              <a:ext cx="0" cy="26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18436" name="Rectangle 18"/>
          <p:cNvSpPr>
            <a:spLocks noChangeArrowheads="1"/>
          </p:cNvSpPr>
          <p:nvPr/>
        </p:nvSpPr>
        <p:spPr bwMode="auto">
          <a:xfrm>
            <a:off x="3281363" y="2252663"/>
            <a:ext cx="490537"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r" eaLnBrk="1" hangingPunct="1"/>
            <a:r>
              <a:rPr lang="zh-CN" altLang="en-US" sz="2000">
                <a:solidFill>
                  <a:prstClr val="black"/>
                </a:solidFill>
                <a:ea typeface="楷体" panose="02010609060101010101" pitchFamily="49" charset="-122"/>
                <a:cs typeface="Times New Roman" panose="02020603050405020304" pitchFamily="18" charset="0"/>
              </a:rPr>
              <a:t>动</a:t>
            </a:r>
            <a:endParaRPr lang="en-US" altLang="zh-CN" sz="2000">
              <a:solidFill>
                <a:prstClr val="black"/>
              </a:solidFill>
              <a:ea typeface="楷体" panose="02010609060101010101" pitchFamily="49" charset="-122"/>
              <a:cs typeface="Times New Roman" panose="02020603050405020304" pitchFamily="18" charset="0"/>
            </a:endParaRPr>
          </a:p>
          <a:p>
            <a:pPr algn="r" eaLnBrk="1" hangingPunct="1"/>
            <a:r>
              <a:rPr lang="zh-CN" altLang="en-US" sz="2000">
                <a:solidFill>
                  <a:prstClr val="black"/>
                </a:solidFill>
                <a:ea typeface="楷体" panose="02010609060101010101" pitchFamily="49" charset="-122"/>
                <a:cs typeface="Times New Roman" panose="02020603050405020304" pitchFamily="18" charset="0"/>
              </a:rPr>
              <a:t>态</a:t>
            </a:r>
            <a:endParaRPr lang="en-US" altLang="zh-CN" sz="2000">
              <a:solidFill>
                <a:prstClr val="black"/>
              </a:solidFill>
              <a:ea typeface="楷体" panose="02010609060101010101" pitchFamily="49" charset="-122"/>
              <a:cs typeface="Times New Roman" panose="02020603050405020304" pitchFamily="18" charset="0"/>
            </a:endParaRPr>
          </a:p>
          <a:p>
            <a:pPr algn="r" eaLnBrk="1" hangingPunct="1"/>
            <a:r>
              <a:rPr lang="zh-CN" altLang="en-US" sz="2000">
                <a:solidFill>
                  <a:prstClr val="black"/>
                </a:solidFill>
                <a:ea typeface="楷体" panose="02010609060101010101" pitchFamily="49" charset="-122"/>
                <a:cs typeface="Times New Roman" panose="02020603050405020304" pitchFamily="18" charset="0"/>
              </a:rPr>
              <a:t>数</a:t>
            </a:r>
            <a:endParaRPr lang="en-US" altLang="zh-CN" sz="2000">
              <a:solidFill>
                <a:prstClr val="black"/>
              </a:solidFill>
              <a:ea typeface="楷体" panose="02010609060101010101" pitchFamily="49" charset="-122"/>
              <a:cs typeface="Times New Roman" panose="02020603050405020304" pitchFamily="18" charset="0"/>
            </a:endParaRPr>
          </a:p>
          <a:p>
            <a:pPr algn="r" eaLnBrk="1" hangingPunct="1"/>
            <a:r>
              <a:rPr lang="zh-CN" altLang="en-US" sz="2000">
                <a:solidFill>
                  <a:prstClr val="black"/>
                </a:solidFill>
                <a:ea typeface="楷体" panose="02010609060101010101" pitchFamily="49" charset="-122"/>
                <a:cs typeface="Times New Roman" panose="02020603050405020304" pitchFamily="18" charset="0"/>
              </a:rPr>
              <a:t>据</a:t>
            </a:r>
            <a:endParaRPr lang="en-US" altLang="zh-CN" sz="2000">
              <a:solidFill>
                <a:prstClr val="black"/>
              </a:solidFill>
              <a:ea typeface="楷体" panose="02010609060101010101" pitchFamily="49" charset="-122"/>
              <a:cs typeface="Times New Roman" panose="02020603050405020304" pitchFamily="18" charset="0"/>
            </a:endParaRPr>
          </a:p>
          <a:p>
            <a:pPr algn="r" eaLnBrk="1" hangingPunct="1"/>
            <a:r>
              <a:rPr lang="zh-CN" altLang="en-US" sz="2000">
                <a:solidFill>
                  <a:prstClr val="black"/>
                </a:solidFill>
                <a:ea typeface="楷体" panose="02010609060101010101" pitchFamily="49" charset="-122"/>
                <a:cs typeface="Times New Roman" panose="02020603050405020304" pitchFamily="18" charset="0"/>
              </a:rPr>
              <a:t>区</a:t>
            </a:r>
            <a:endParaRPr lang="en-US" altLang="zh-CN" sz="2000">
              <a:solidFill>
                <a:prstClr val="black"/>
              </a:solidFill>
              <a:ea typeface="楷体" panose="02010609060101010101" pitchFamily="49" charset="-122"/>
              <a:cs typeface="Times New Roman" panose="02020603050405020304" pitchFamily="18" charset="0"/>
            </a:endParaRPr>
          </a:p>
          <a:p>
            <a:pPr algn="r" eaLnBrk="1" hangingPunct="1"/>
            <a:r>
              <a:rPr lang="zh-CN" altLang="en-US" sz="2000">
                <a:solidFill>
                  <a:prstClr val="black"/>
                </a:solidFill>
                <a:ea typeface="楷体" panose="02010609060101010101" pitchFamily="49" charset="-122"/>
                <a:cs typeface="Times New Roman" panose="02020603050405020304" pitchFamily="18" charset="0"/>
              </a:rPr>
              <a:t>域</a:t>
            </a:r>
          </a:p>
        </p:txBody>
      </p:sp>
      <p:sp>
        <p:nvSpPr>
          <p:cNvPr id="18437" name="Rectangle 9"/>
          <p:cNvSpPr>
            <a:spLocks noChangeArrowheads="1"/>
          </p:cNvSpPr>
          <p:nvPr/>
        </p:nvSpPr>
        <p:spPr bwMode="auto">
          <a:xfrm>
            <a:off x="3429000" y="3006725"/>
            <a:ext cx="231933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6210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prstClr val="black"/>
                </a:solidFill>
                <a:ea typeface="楷体" panose="02010609060101010101" pitchFamily="49" charset="-122"/>
                <a:cs typeface="Times New Roman" panose="02020603050405020304" pitchFamily="18" charset="0"/>
              </a:rPr>
              <a:t>空闲内存</a:t>
            </a:r>
          </a:p>
        </p:txBody>
      </p:sp>
      <p:sp>
        <p:nvSpPr>
          <p:cNvPr id="18438" name="Line 11"/>
          <p:cNvSpPr>
            <a:spLocks noChangeShapeType="1"/>
          </p:cNvSpPr>
          <p:nvPr/>
        </p:nvSpPr>
        <p:spPr bwMode="auto">
          <a:xfrm>
            <a:off x="3779838" y="2311400"/>
            <a:ext cx="0" cy="17732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4</a:t>
            </a:fld>
            <a:endParaRPr lang="en-US" altLang="zh-CN" dirty="0"/>
          </a:p>
        </p:txBody>
      </p:sp>
    </p:spTree>
    <p:extLst>
      <p:ext uri="{BB962C8B-B14F-4D97-AF65-F5344CB8AC3E}">
        <p14:creationId xmlns:p14="http://schemas.microsoft.com/office/powerpoint/2010/main" val="703054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3" name="Rectangle 3"/>
          <p:cNvSpPr>
            <a:spLocks noGrp="1" noChangeArrowheads="1"/>
          </p:cNvSpPr>
          <p:nvPr>
            <p:ph idx="1"/>
          </p:nvPr>
        </p:nvSpPr>
        <p:spPr>
          <a:xfrm>
            <a:off x="428625" y="846138"/>
            <a:ext cx="8215313" cy="3957637"/>
          </a:xfrm>
        </p:spPr>
        <p:txBody>
          <a:bodyPr/>
          <a:lstStyle/>
          <a:p>
            <a:pPr eaLnBrk="1" hangingPunct="1">
              <a:lnSpc>
                <a:spcPts val="4000"/>
              </a:lnSpc>
              <a:buClrTx/>
              <a:buFont typeface="Wingdings" panose="05000000000000000000" pitchFamily="2" charset="2"/>
              <a:buChar char="Ø"/>
              <a:defRPr/>
            </a:pPr>
            <a:r>
              <a:rPr lang="zh-CN" altLang="en-US" sz="2500" b="1" dirty="0">
                <a:solidFill>
                  <a:schemeClr val="tx1"/>
                </a:solidFill>
                <a:cs typeface="Times New Roman" panose="02020603050405020304" pitchFamily="18" charset="0"/>
              </a:rPr>
              <a:t>使用</a:t>
            </a:r>
            <a:r>
              <a:rPr lang="zh-CN" altLang="en-US" sz="2500" b="1" dirty="0">
                <a:solidFill>
                  <a:schemeClr val="tx2">
                    <a:lumMod val="60000"/>
                    <a:lumOff val="40000"/>
                  </a:schemeClr>
                </a:solidFill>
                <a:cs typeface="Times New Roman" panose="02020603050405020304" pitchFamily="18" charset="0"/>
              </a:rPr>
              <a:t>过程</a:t>
            </a:r>
            <a:r>
              <a:rPr lang="en-US" altLang="zh-CN" sz="2500" b="1" dirty="0">
                <a:solidFill>
                  <a:schemeClr val="tx1"/>
                </a:solidFill>
                <a:cs typeface="Times New Roman" panose="02020603050405020304" pitchFamily="18" charset="0"/>
              </a:rPr>
              <a:t>(</a:t>
            </a:r>
            <a:r>
              <a:rPr lang="zh-CN" altLang="en-US" sz="2500" b="1" dirty="0">
                <a:solidFill>
                  <a:schemeClr val="tx1"/>
                </a:solidFill>
                <a:cs typeface="Times New Roman" panose="02020603050405020304" pitchFamily="18" charset="0"/>
              </a:rPr>
              <a:t>或</a:t>
            </a:r>
            <a:r>
              <a:rPr lang="zh-CN" altLang="en-US" sz="2500" b="1" dirty="0">
                <a:solidFill>
                  <a:schemeClr val="tx2">
                    <a:lumMod val="60000"/>
                    <a:lumOff val="40000"/>
                  </a:schemeClr>
                </a:solidFill>
                <a:cs typeface="Times New Roman" panose="02020603050405020304" pitchFamily="18" charset="0"/>
              </a:rPr>
              <a:t>函数</a:t>
            </a:r>
            <a:r>
              <a:rPr lang="zh-CN" altLang="en-US" sz="2500" b="1" dirty="0">
                <a:solidFill>
                  <a:schemeClr val="tx1"/>
                </a:solidFill>
                <a:cs typeface="Times New Roman" panose="02020603050405020304" pitchFamily="18" charset="0"/>
              </a:rPr>
              <a:t>、</a:t>
            </a:r>
            <a:r>
              <a:rPr lang="zh-CN" altLang="en-US" sz="2500" b="1" dirty="0">
                <a:solidFill>
                  <a:schemeClr val="tx2">
                    <a:lumMod val="60000"/>
                    <a:lumOff val="40000"/>
                  </a:schemeClr>
                </a:solidFill>
                <a:cs typeface="Times New Roman" panose="02020603050405020304" pitchFamily="18" charset="0"/>
              </a:rPr>
              <a:t>方法</a:t>
            </a:r>
            <a:r>
              <a:rPr lang="en-US" altLang="zh-CN" sz="2500" b="1" dirty="0">
                <a:solidFill>
                  <a:schemeClr val="tx1"/>
                </a:solidFill>
                <a:cs typeface="Times New Roman" panose="02020603050405020304" pitchFamily="18" charset="0"/>
              </a:rPr>
              <a:t>)</a:t>
            </a:r>
            <a:r>
              <a:rPr lang="zh-CN" altLang="en-US" sz="2500" b="1" dirty="0">
                <a:solidFill>
                  <a:schemeClr val="tx1"/>
                </a:solidFill>
                <a:cs typeface="Times New Roman" panose="02020603050405020304" pitchFamily="18" charset="0"/>
              </a:rPr>
              <a:t>作为基本执行单元的语言，其编译器通常</a:t>
            </a:r>
            <a:r>
              <a:rPr lang="zh-CN" altLang="en-US" sz="2500" b="1" dirty="0">
                <a:solidFill>
                  <a:schemeClr val="tx2">
                    <a:lumMod val="60000"/>
                    <a:lumOff val="40000"/>
                  </a:schemeClr>
                </a:solidFill>
                <a:cs typeface="Times New Roman" panose="02020603050405020304" pitchFamily="18" charset="0"/>
              </a:rPr>
              <a:t>以过程为单位分配存储空间</a:t>
            </a:r>
            <a:endParaRPr lang="en-US" altLang="zh-CN" sz="2500" b="1" dirty="0">
              <a:solidFill>
                <a:schemeClr val="tx2">
                  <a:lumMod val="60000"/>
                  <a:lumOff val="40000"/>
                </a:schemeClr>
              </a:solidFill>
              <a:cs typeface="Times New Roman" panose="02020603050405020304" pitchFamily="18" charset="0"/>
            </a:endParaRPr>
          </a:p>
          <a:p>
            <a:pPr eaLnBrk="1" hangingPunct="1">
              <a:lnSpc>
                <a:spcPts val="4000"/>
              </a:lnSpc>
              <a:buClrTx/>
              <a:buFont typeface="Wingdings" panose="05000000000000000000" pitchFamily="2" charset="2"/>
              <a:buChar char="Ø"/>
              <a:defRPr/>
            </a:pPr>
            <a:r>
              <a:rPr lang="zh-CN" altLang="en-US" sz="2500" b="1" dirty="0">
                <a:solidFill>
                  <a:schemeClr val="tx1"/>
                </a:solidFill>
                <a:cs typeface="Times New Roman" panose="02020603050405020304" pitchFamily="18" charset="0"/>
              </a:rPr>
              <a:t>过程体的每次执行称为该过程的一个</a:t>
            </a:r>
            <a:r>
              <a:rPr lang="zh-CN" altLang="en-US" sz="2500" b="1" dirty="0">
                <a:solidFill>
                  <a:srgbClr val="FF0000"/>
                </a:solidFill>
                <a:cs typeface="Times New Roman" panose="02020603050405020304" pitchFamily="18" charset="0"/>
              </a:rPr>
              <a:t>活动</a:t>
            </a:r>
            <a:r>
              <a:rPr lang="en-US" altLang="zh-CN" sz="2000" b="1" dirty="0">
                <a:solidFill>
                  <a:schemeClr val="tx1"/>
                </a:solidFill>
                <a:cs typeface="Times New Roman" panose="02020603050405020304" pitchFamily="18" charset="0"/>
              </a:rPr>
              <a:t>(</a:t>
            </a:r>
            <a:r>
              <a:rPr lang="en-US" altLang="zh-CN" sz="2000" b="1" i="1" dirty="0">
                <a:solidFill>
                  <a:schemeClr val="tx1"/>
                </a:solidFill>
                <a:cs typeface="Times New Roman" panose="02020603050405020304" pitchFamily="18" charset="0"/>
              </a:rPr>
              <a:t>activation</a:t>
            </a:r>
            <a:r>
              <a:rPr lang="en-US" altLang="zh-CN" sz="2000" b="1" dirty="0">
                <a:solidFill>
                  <a:schemeClr val="tx1"/>
                </a:solidFill>
                <a:cs typeface="Times New Roman" panose="02020603050405020304" pitchFamily="18" charset="0"/>
              </a:rPr>
              <a:t>)</a:t>
            </a:r>
          </a:p>
          <a:p>
            <a:pPr eaLnBrk="1" hangingPunct="1">
              <a:lnSpc>
                <a:spcPts val="4000"/>
              </a:lnSpc>
              <a:buClrTx/>
              <a:buFont typeface="Wingdings" panose="05000000000000000000" pitchFamily="2" charset="2"/>
              <a:buChar char="Ø"/>
              <a:defRPr/>
            </a:pPr>
            <a:r>
              <a:rPr lang="zh-CN" altLang="en-US" sz="2500" b="1" dirty="0">
                <a:solidFill>
                  <a:schemeClr val="tx1"/>
                </a:solidFill>
                <a:cs typeface="Times New Roman" panose="02020603050405020304" pitchFamily="18" charset="0"/>
              </a:rPr>
              <a:t>过程每执行一次，就为它分配一块连续存储区，用来管理过程一次执行所需的信息，这块连续存储区称为</a:t>
            </a:r>
            <a:r>
              <a:rPr lang="zh-CN" altLang="en-US" sz="2500" b="1" dirty="0">
                <a:solidFill>
                  <a:srgbClr val="FF0000"/>
                </a:solidFill>
                <a:cs typeface="Times New Roman" panose="02020603050405020304" pitchFamily="18" charset="0"/>
              </a:rPr>
              <a:t>活动记录</a:t>
            </a:r>
            <a:r>
              <a:rPr lang="en-US" altLang="zh-CN" sz="2000" b="1" dirty="0">
                <a:solidFill>
                  <a:schemeClr val="tx1"/>
                </a:solidFill>
                <a:cs typeface="Times New Roman" panose="02020603050405020304" pitchFamily="18" charset="0"/>
              </a:rPr>
              <a:t>( </a:t>
            </a:r>
            <a:r>
              <a:rPr lang="en-US" altLang="zh-CN" sz="2000" b="1" i="1" dirty="0">
                <a:solidFill>
                  <a:schemeClr val="tx1"/>
                </a:solidFill>
                <a:cs typeface="Times New Roman" panose="02020603050405020304" pitchFamily="18" charset="0"/>
              </a:rPr>
              <a:t>activation record </a:t>
            </a:r>
            <a:r>
              <a:rPr lang="en-US" altLang="zh-CN" sz="2000" b="1" dirty="0">
                <a:solidFill>
                  <a:schemeClr val="tx1"/>
                </a:solidFill>
                <a:cs typeface="Times New Roman" panose="02020603050405020304" pitchFamily="18" charset="0"/>
              </a:rPr>
              <a:t>)</a:t>
            </a:r>
          </a:p>
        </p:txBody>
      </p:sp>
      <p:sp>
        <p:nvSpPr>
          <p:cNvPr id="20483"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活动记录</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5</a:t>
            </a:fld>
            <a:endParaRPr lang="en-US" altLang="zh-CN" dirty="0"/>
          </a:p>
        </p:txBody>
      </p:sp>
    </p:spTree>
    <p:extLst>
      <p:ext uri="{BB962C8B-B14F-4D97-AF65-F5344CB8AC3E}">
        <p14:creationId xmlns:p14="http://schemas.microsoft.com/office/powerpoint/2010/main" val="1505502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844803">
                                            <p:txEl>
                                              <p:pRg st="0" end="0"/>
                                            </p:txEl>
                                          </p:spTgt>
                                        </p:tgtEl>
                                        <p:attrNameLst>
                                          <p:attrName>style.visibility</p:attrName>
                                        </p:attrNameLst>
                                      </p:cBhvr>
                                      <p:to>
                                        <p:strVal val="visible"/>
                                      </p:to>
                                    </p:set>
                                    <p:anim calcmode="lin" valueType="num">
                                      <p:cBhvr>
                                        <p:cTn id="7" dur="500" fill="hold"/>
                                        <p:tgtEl>
                                          <p:spTgt spid="8448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4480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4480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44803">
                                            <p:txEl>
                                              <p:pRg st="1" end="1"/>
                                            </p:txEl>
                                          </p:spTgt>
                                        </p:tgtEl>
                                        <p:attrNameLst>
                                          <p:attrName>style.visibility</p:attrName>
                                        </p:attrNameLst>
                                      </p:cBhvr>
                                      <p:to>
                                        <p:strVal val="visible"/>
                                      </p:to>
                                    </p:set>
                                    <p:anim calcmode="lin" valueType="num">
                                      <p:cBhvr>
                                        <p:cTn id="14" dur="500" fill="hold"/>
                                        <p:tgtEl>
                                          <p:spTgt spid="84480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84480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84480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844803">
                                            <p:txEl>
                                              <p:pRg st="2" end="2"/>
                                            </p:txEl>
                                          </p:spTgt>
                                        </p:tgtEl>
                                        <p:attrNameLst>
                                          <p:attrName>style.visibility</p:attrName>
                                        </p:attrNameLst>
                                      </p:cBhvr>
                                      <p:to>
                                        <p:strVal val="visible"/>
                                      </p:to>
                                    </p:set>
                                    <p:anim calcmode="lin" valueType="num">
                                      <p:cBhvr>
                                        <p:cTn id="21" dur="500" fill="hold"/>
                                        <p:tgtEl>
                                          <p:spTgt spid="84480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84480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8448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活动记录的一般形式</a:t>
            </a:r>
          </a:p>
        </p:txBody>
      </p:sp>
      <p:grpSp>
        <p:nvGrpSpPr>
          <p:cNvPr id="22531" name="Group 3"/>
          <p:cNvGrpSpPr>
            <a:grpSpLocks/>
          </p:cNvGrpSpPr>
          <p:nvPr/>
        </p:nvGrpSpPr>
        <p:grpSpPr bwMode="auto">
          <a:xfrm>
            <a:off x="3714998" y="1214438"/>
            <a:ext cx="3443288" cy="2927350"/>
            <a:chOff x="1908" y="1357"/>
            <a:chExt cx="2076" cy="2414"/>
          </a:xfrm>
        </p:grpSpPr>
        <p:sp>
          <p:nvSpPr>
            <p:cNvPr id="22535" name="Rectangle 4"/>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800" b="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22536" name="Rectangle 5"/>
            <p:cNvSpPr>
              <a:spLocks noChangeArrowheads="1"/>
            </p:cNvSpPr>
            <p:nvPr/>
          </p:nvSpPr>
          <p:spPr bwMode="auto">
            <a:xfrm>
              <a:off x="1950" y="1357"/>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实 参</a:t>
              </a:r>
            </a:p>
          </p:txBody>
        </p:sp>
        <p:sp>
          <p:nvSpPr>
            <p:cNvPr id="22537" name="Line 6"/>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4585" name="Rectangle 7"/>
            <p:cNvSpPr>
              <a:spLocks noChangeArrowheads="1"/>
            </p:cNvSpPr>
            <p:nvPr/>
          </p:nvSpPr>
          <p:spPr bwMode="auto">
            <a:xfrm>
              <a:off x="1952" y="3366"/>
              <a:ext cx="1949" cy="405"/>
            </a:xfrm>
            <a:prstGeom prst="rect">
              <a:avLst/>
            </a:prstGeom>
            <a:noFill/>
            <a:ln>
              <a:noFill/>
            </a:ln>
          </p:spPr>
          <p:txBody>
            <a:bodyPr tIns="82800"/>
            <a:lstStyle/>
            <a:p>
              <a:pPr algn="ctr">
                <a:defRPr/>
              </a:pPr>
              <a:r>
                <a:rPr lang="zh-CN" altLang="en-US" sz="2000" kern="0" dirty="0">
                  <a:solidFill>
                    <a:srgbClr val="000000"/>
                  </a:solidFill>
                  <a:latin typeface="楷体" pitchFamily="49" charset="-122"/>
                  <a:ea typeface="楷体" pitchFamily="49" charset="-122"/>
                </a:rPr>
                <a:t>临时变量</a:t>
              </a:r>
              <a:endParaRPr lang="zh-CN" altLang="en-US" sz="2000" dirty="0">
                <a:solidFill>
                  <a:prstClr val="black"/>
                </a:solidFill>
                <a:latin typeface="楷体" pitchFamily="49" charset="-122"/>
                <a:ea typeface="楷体" pitchFamily="49" charset="-122"/>
                <a:cs typeface="Times New Roman" pitchFamily="18" charset="0"/>
              </a:endParaRPr>
            </a:p>
          </p:txBody>
        </p:sp>
        <p:sp>
          <p:nvSpPr>
            <p:cNvPr id="22539" name="Rectangle 8"/>
            <p:cNvSpPr>
              <a:spLocks noChangeArrowheads="1"/>
            </p:cNvSpPr>
            <p:nvPr/>
          </p:nvSpPr>
          <p:spPr bwMode="auto">
            <a:xfrm>
              <a:off x="1952" y="1711"/>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22540" name="Line 9"/>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2541" name="Line 10"/>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2542" name="Rectangle 11"/>
            <p:cNvSpPr>
              <a:spLocks noChangeArrowheads="1"/>
            </p:cNvSpPr>
            <p:nvPr/>
          </p:nvSpPr>
          <p:spPr bwMode="auto">
            <a:xfrm>
              <a:off x="1964" y="2022"/>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控制链</a:t>
              </a:r>
            </a:p>
          </p:txBody>
        </p:sp>
        <p:sp>
          <p:nvSpPr>
            <p:cNvPr id="22543" name="Line 12"/>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2544" name="Line 13"/>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2545" name="Line 14"/>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2546" name="Rectangle 15"/>
            <p:cNvSpPr>
              <a:spLocks noChangeArrowheads="1"/>
            </p:cNvSpPr>
            <p:nvPr/>
          </p:nvSpPr>
          <p:spPr bwMode="auto">
            <a:xfrm>
              <a:off x="1963" y="234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22547" name="Rectangle 16"/>
            <p:cNvSpPr>
              <a:spLocks noChangeArrowheads="1"/>
            </p:cNvSpPr>
            <p:nvPr/>
          </p:nvSpPr>
          <p:spPr bwMode="auto">
            <a:xfrm>
              <a:off x="1964" y="2703"/>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保存的机器状态</a:t>
              </a:r>
            </a:p>
          </p:txBody>
        </p:sp>
        <p:sp>
          <p:nvSpPr>
            <p:cNvPr id="22548" name="Rectangle 17"/>
            <p:cNvSpPr>
              <a:spLocks noChangeArrowheads="1"/>
            </p:cNvSpPr>
            <p:nvPr/>
          </p:nvSpPr>
          <p:spPr bwMode="auto">
            <a:xfrm>
              <a:off x="1952" y="3031"/>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局部数据</a:t>
              </a:r>
            </a:p>
          </p:txBody>
        </p:sp>
      </p:grpSp>
      <p:sp>
        <p:nvSpPr>
          <p:cNvPr id="24580" name="AutoShape 18"/>
          <p:cNvSpPr>
            <a:spLocks/>
          </p:cNvSpPr>
          <p:nvPr/>
        </p:nvSpPr>
        <p:spPr bwMode="auto">
          <a:xfrm>
            <a:off x="395536" y="1874838"/>
            <a:ext cx="2765425" cy="355600"/>
          </a:xfrm>
          <a:prstGeom prst="accentBorderCallout1">
            <a:avLst>
              <a:gd name="adj1" fmla="val 11338"/>
              <a:gd name="adj2" fmla="val 102579"/>
              <a:gd name="adj3" fmla="val 98793"/>
              <a:gd name="adj4" fmla="val 148218"/>
            </a:avLst>
          </a:prstGeom>
          <a:solidFill>
            <a:schemeClr val="accent5">
              <a:lumMod val="60000"/>
              <a:lumOff val="40000"/>
            </a:schemeClr>
          </a:solidFill>
          <a:ln w="9525">
            <a:solidFill>
              <a:schemeClr val="tx1"/>
            </a:solidFill>
            <a:miter lim="800000"/>
            <a:headEnd/>
            <a:tailEnd/>
          </a:ln>
        </p:spPr>
        <p:txBody>
          <a:bodyPr lIns="68580" tIns="34290" rIns="68580" bIns="34290"/>
          <a:lstStyle/>
          <a:p>
            <a:pPr algn="ctr" eaLnBrk="1" hangingPunct="1">
              <a:defRPr/>
            </a:pPr>
            <a:r>
              <a:rPr lang="zh-CN" altLang="en-US" sz="2000" dirty="0">
                <a:solidFill>
                  <a:prstClr val="black"/>
                </a:solidFill>
                <a:latin typeface="楷体" pitchFamily="49" charset="-122"/>
                <a:ea typeface="楷体" pitchFamily="49" charset="-122"/>
              </a:rPr>
              <a:t>指向调用者的活动记录</a:t>
            </a:r>
          </a:p>
        </p:txBody>
      </p:sp>
      <p:sp>
        <p:nvSpPr>
          <p:cNvPr id="24581" name="AutoShape 19"/>
          <p:cNvSpPr>
            <a:spLocks/>
          </p:cNvSpPr>
          <p:nvPr/>
        </p:nvSpPr>
        <p:spPr bwMode="auto">
          <a:xfrm>
            <a:off x="395536" y="2847975"/>
            <a:ext cx="2765425" cy="712788"/>
          </a:xfrm>
          <a:prstGeom prst="accentBorderCallout1">
            <a:avLst>
              <a:gd name="adj1" fmla="val 8361"/>
              <a:gd name="adj2" fmla="val 102579"/>
              <a:gd name="adj3" fmla="val -26445"/>
              <a:gd name="adj4" fmla="val 151143"/>
            </a:avLst>
          </a:prstGeom>
          <a:solidFill>
            <a:schemeClr val="accent5">
              <a:lumMod val="60000"/>
              <a:lumOff val="40000"/>
            </a:schemeClr>
          </a:solidFill>
          <a:ln w="9525">
            <a:solidFill>
              <a:schemeClr val="tx1"/>
            </a:solidFill>
            <a:miter lim="800000"/>
            <a:headEnd/>
            <a:tailEnd/>
          </a:ln>
        </p:spPr>
        <p:txBody>
          <a:bodyPr lIns="68580" tIns="34290" rIns="68580" bIns="34290"/>
          <a:lstStyle/>
          <a:p>
            <a:pPr algn="ctr" eaLnBrk="1" hangingPunct="1">
              <a:defRPr/>
            </a:pPr>
            <a:r>
              <a:rPr lang="zh-CN" altLang="en-US" sz="2000" dirty="0">
                <a:solidFill>
                  <a:prstClr val="black"/>
                </a:solidFill>
                <a:latin typeface="楷体" pitchFamily="49" charset="-122"/>
                <a:ea typeface="楷体" pitchFamily="49" charset="-122"/>
              </a:rPr>
              <a:t>用来访问存放于其它活动记录中的</a:t>
            </a:r>
            <a:r>
              <a:rPr lang="zh-CN" altLang="en-US" sz="2000" dirty="0">
                <a:solidFill>
                  <a:srgbClr val="0000FF"/>
                </a:solidFill>
                <a:latin typeface="楷体" pitchFamily="49" charset="-122"/>
                <a:ea typeface="楷体" pitchFamily="49" charset="-122"/>
              </a:rPr>
              <a:t>非局部数据</a:t>
            </a:r>
          </a:p>
        </p:txBody>
      </p:sp>
      <p:sp>
        <p:nvSpPr>
          <p:cNvPr id="22534" name="矩形 1"/>
          <p:cNvSpPr>
            <a:spLocks noChangeArrowheads="1"/>
          </p:cNvSpPr>
          <p:nvPr/>
        </p:nvSpPr>
        <p:spPr bwMode="auto">
          <a:xfrm>
            <a:off x="4921498" y="1666875"/>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返回值</a:t>
            </a:r>
            <a:endParaRPr lang="zh-CN" altLang="en-US">
              <a:solidFill>
                <a:prstClr val="black"/>
              </a:solidFill>
              <a:ea typeface="楷体" panose="02010609060101010101" pitchFamily="49" charset="-122"/>
              <a:cs typeface="Times New Roman" panose="02020603050405020304" pitchFamily="18" charset="0"/>
            </a:endParaRPr>
          </a:p>
        </p:txBody>
      </p:sp>
      <p:sp>
        <p:nvSpPr>
          <p:cNvPr id="2" name="灯片编号占位符 1"/>
          <p:cNvSpPr>
            <a:spLocks noGrp="1"/>
          </p:cNvSpPr>
          <p:nvPr>
            <p:ph type="sldNum" sz="quarter" idx="12"/>
          </p:nvPr>
        </p:nvSpPr>
        <p:spPr>
          <a:xfrm>
            <a:off x="7641679" y="237973"/>
            <a:ext cx="1162050" cy="273050"/>
          </a:xfrm>
        </p:spPr>
        <p:txBody>
          <a:bodyPr/>
          <a:lstStyle/>
          <a:p>
            <a:pPr>
              <a:defRPr/>
            </a:pPr>
            <a:fld id="{64CF1D47-2B30-44A6-81DA-EC28584A641A}" type="slidenum">
              <a:rPr lang="zh-CN" altLang="en-US" smtClean="0"/>
              <a:pPr>
                <a:defRPr/>
              </a:pPr>
              <a:t>6</a:t>
            </a:fld>
            <a:endParaRPr lang="en-US" altLang="zh-CN" dirty="0"/>
          </a:p>
        </p:txBody>
      </p:sp>
      <p:sp>
        <p:nvSpPr>
          <p:cNvPr id="3" name="矩形 2"/>
          <p:cNvSpPr/>
          <p:nvPr/>
        </p:nvSpPr>
        <p:spPr>
          <a:xfrm>
            <a:off x="7470565" y="2419064"/>
            <a:ext cx="1306488" cy="452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返回地址</a:t>
            </a:r>
          </a:p>
        </p:txBody>
      </p:sp>
      <p:sp>
        <p:nvSpPr>
          <p:cNvPr id="24" name="矩形 23"/>
          <p:cNvSpPr/>
          <p:nvPr/>
        </p:nvSpPr>
        <p:spPr>
          <a:xfrm>
            <a:off x="7452320" y="3066877"/>
            <a:ext cx="1452562" cy="452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寄存器内容</a:t>
            </a:r>
          </a:p>
        </p:txBody>
      </p:sp>
      <p:cxnSp>
        <p:nvCxnSpPr>
          <p:cNvPr id="5" name="直接连接符 4"/>
          <p:cNvCxnSpPr>
            <a:endCxn id="3" idx="1"/>
          </p:cNvCxnSpPr>
          <p:nvPr/>
        </p:nvCxnSpPr>
        <p:spPr>
          <a:xfrm flipV="1">
            <a:off x="6588224" y="2645224"/>
            <a:ext cx="882341" cy="421653"/>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a:endCxn id="24" idx="1"/>
          </p:cNvCxnSpPr>
          <p:nvPr/>
        </p:nvCxnSpPr>
        <p:spPr>
          <a:xfrm>
            <a:off x="6599354" y="3052393"/>
            <a:ext cx="852966" cy="24064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29082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 calcmode="lin" valueType="num">
                                      <p:cBhvr>
                                        <p:cTn id="7" dur="500" fill="hold"/>
                                        <p:tgtEl>
                                          <p:spTgt spid="24580"/>
                                        </p:tgtEl>
                                        <p:attrNameLst>
                                          <p:attrName>ppt_w</p:attrName>
                                        </p:attrNameLst>
                                      </p:cBhvr>
                                      <p:tavLst>
                                        <p:tav tm="0">
                                          <p:val>
                                            <p:fltVal val="0"/>
                                          </p:val>
                                        </p:tav>
                                        <p:tav tm="100000">
                                          <p:val>
                                            <p:strVal val="#ppt_w"/>
                                          </p:val>
                                        </p:tav>
                                      </p:tavLst>
                                    </p:anim>
                                    <p:anim calcmode="lin" valueType="num">
                                      <p:cBhvr>
                                        <p:cTn id="8" dur="500" fill="hold"/>
                                        <p:tgtEl>
                                          <p:spTgt spid="24580"/>
                                        </p:tgtEl>
                                        <p:attrNameLst>
                                          <p:attrName>ppt_h</p:attrName>
                                        </p:attrNameLst>
                                      </p:cBhvr>
                                      <p:tavLst>
                                        <p:tav tm="0">
                                          <p:val>
                                            <p:fltVal val="0"/>
                                          </p:val>
                                        </p:tav>
                                        <p:tav tm="100000">
                                          <p:val>
                                            <p:strVal val="#ppt_h"/>
                                          </p:val>
                                        </p:tav>
                                      </p:tavLst>
                                    </p:anim>
                                    <p:animEffect transition="in" filter="fade">
                                      <p:cBhvr>
                                        <p:cTn id="9" dur="500"/>
                                        <p:tgtEl>
                                          <p:spTgt spid="2458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24581"/>
                                        </p:tgtEl>
                                        <p:attrNameLst>
                                          <p:attrName>style.visibility</p:attrName>
                                        </p:attrNameLst>
                                      </p:cBhvr>
                                      <p:to>
                                        <p:strVal val="visible"/>
                                      </p:to>
                                    </p:set>
                                    <p:anim calcmode="lin" valueType="num">
                                      <p:cBhvr>
                                        <p:cTn id="14" dur="500" fill="hold"/>
                                        <p:tgtEl>
                                          <p:spTgt spid="24581"/>
                                        </p:tgtEl>
                                        <p:attrNameLst>
                                          <p:attrName>ppt_w</p:attrName>
                                        </p:attrNameLst>
                                      </p:cBhvr>
                                      <p:tavLst>
                                        <p:tav tm="0">
                                          <p:val>
                                            <p:fltVal val="0"/>
                                          </p:val>
                                        </p:tav>
                                        <p:tav tm="100000">
                                          <p:val>
                                            <p:strVal val="#ppt_w"/>
                                          </p:val>
                                        </p:tav>
                                      </p:tavLst>
                                    </p:anim>
                                    <p:anim calcmode="lin" valueType="num">
                                      <p:cBhvr>
                                        <p:cTn id="15" dur="500" fill="hold"/>
                                        <p:tgtEl>
                                          <p:spTgt spid="24581"/>
                                        </p:tgtEl>
                                        <p:attrNameLst>
                                          <p:attrName>ppt_h</p:attrName>
                                        </p:attrNameLst>
                                      </p:cBhvr>
                                      <p:tavLst>
                                        <p:tav tm="0">
                                          <p:val>
                                            <p:fltVal val="0"/>
                                          </p:val>
                                        </p:tav>
                                        <p:tav tm="100000">
                                          <p:val>
                                            <p:strVal val="#ppt_h"/>
                                          </p:val>
                                        </p:tav>
                                      </p:tavLst>
                                    </p:anim>
                                    <p:animEffect transition="in" filter="fade">
                                      <p:cBhvr>
                                        <p:cTn id="16" dur="500"/>
                                        <p:tgtEl>
                                          <p:spTgt spid="2458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animBg="1"/>
      <p:bldP spid="24581" grpId="0" animBg="1"/>
      <p:bldP spid="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357188" y="714375"/>
            <a:ext cx="8358187" cy="4357688"/>
          </a:xfrm>
        </p:spPr>
        <p:txBody>
          <a:bodyPr/>
          <a:lstStyle/>
          <a:p>
            <a:pPr>
              <a:lnSpc>
                <a:spcPts val="3500"/>
              </a:lnSpc>
              <a:buClrTx/>
              <a:buFont typeface="Wingdings" pitchFamily="2" charset="2"/>
              <a:buChar char="Ø"/>
              <a:defRPr/>
            </a:pPr>
            <a:r>
              <a:rPr lang="zh-CN" altLang="en-US" sz="2500" b="1" dirty="0">
                <a:solidFill>
                  <a:schemeClr val="tx1"/>
                </a:solidFill>
                <a:cs typeface="Times New Roman" pitchFamily="18" charset="0"/>
              </a:rPr>
              <a:t>有些语言由自定义的过程、函数或方法构成，几乎所有针对这些语言的编译器都把它们的</a:t>
            </a:r>
            <a:r>
              <a:rPr kumimoji="1" lang="en-US" altLang="zh-CN" sz="2800" b="1" dirty="0">
                <a:solidFill>
                  <a:srgbClr val="000000"/>
                </a:solidFill>
                <a:cs typeface="Times New Roman" pitchFamily="18" charset="0"/>
                <a:sym typeface="Symbol" pitchFamily="18" charset="2"/>
              </a:rPr>
              <a:t>(</a:t>
            </a:r>
            <a:r>
              <a:rPr lang="zh-CN" altLang="en-US" sz="2500" b="1" dirty="0">
                <a:solidFill>
                  <a:schemeClr val="tx1"/>
                </a:solidFill>
                <a:cs typeface="Times New Roman" pitchFamily="18" charset="0"/>
              </a:rPr>
              <a:t>至少一部分的</a:t>
            </a:r>
            <a:r>
              <a:rPr kumimoji="1" lang="en-US" altLang="zh-CN" sz="2800" b="1" dirty="0">
                <a:solidFill>
                  <a:srgbClr val="000000"/>
                </a:solidFill>
                <a:cs typeface="Times New Roman" pitchFamily="18" charset="0"/>
                <a:sym typeface="Symbol" pitchFamily="18" charset="2"/>
              </a:rPr>
              <a:t>)</a:t>
            </a:r>
            <a:r>
              <a:rPr lang="zh-CN" altLang="en-US" sz="2500" b="1" dirty="0">
                <a:solidFill>
                  <a:schemeClr val="tx1"/>
                </a:solidFill>
                <a:cs typeface="Times New Roman" pitchFamily="18" charset="0"/>
              </a:rPr>
              <a:t>运行时刻存储以</a:t>
            </a:r>
            <a:r>
              <a:rPr lang="zh-CN" altLang="en-US" sz="2500" b="1" dirty="0">
                <a:solidFill>
                  <a:schemeClr val="tx2">
                    <a:lumMod val="60000"/>
                    <a:lumOff val="40000"/>
                  </a:schemeClr>
                </a:solidFill>
                <a:cs typeface="Times New Roman" pitchFamily="18" charset="0"/>
              </a:rPr>
              <a:t>栈</a:t>
            </a:r>
            <a:r>
              <a:rPr lang="zh-CN" altLang="en-US" sz="2500" b="1" dirty="0">
                <a:solidFill>
                  <a:schemeClr val="tx1"/>
                </a:solidFill>
                <a:cs typeface="Times New Roman" pitchFamily="18" charset="0"/>
              </a:rPr>
              <a:t>的形式进行管理，称为</a:t>
            </a:r>
            <a:r>
              <a:rPr lang="zh-CN" altLang="en-US" sz="2500" b="1" dirty="0">
                <a:solidFill>
                  <a:srgbClr val="FF0000"/>
                </a:solidFill>
                <a:cs typeface="Times New Roman" pitchFamily="18" charset="0"/>
              </a:rPr>
              <a:t>栈式存储分配</a:t>
            </a:r>
          </a:p>
          <a:p>
            <a:pPr>
              <a:lnSpc>
                <a:spcPts val="3500"/>
              </a:lnSpc>
              <a:buClrTx/>
              <a:buFont typeface="Wingdings" pitchFamily="2" charset="2"/>
              <a:buChar char="Ø"/>
              <a:defRPr/>
            </a:pPr>
            <a:r>
              <a:rPr lang="zh-CN" altLang="en-US" sz="2500" b="1" dirty="0">
                <a:solidFill>
                  <a:schemeClr val="tx1"/>
                </a:solidFill>
                <a:cs typeface="Times New Roman" pitchFamily="18" charset="0"/>
              </a:rPr>
              <a:t>当一个过程被</a:t>
            </a:r>
            <a:r>
              <a:rPr lang="zh-CN" altLang="en-US" sz="2500" b="1" dirty="0">
                <a:solidFill>
                  <a:schemeClr val="tx2">
                    <a:lumMod val="60000"/>
                    <a:lumOff val="40000"/>
                  </a:schemeClr>
                </a:solidFill>
                <a:cs typeface="Times New Roman" pitchFamily="18" charset="0"/>
              </a:rPr>
              <a:t>调用</a:t>
            </a:r>
            <a:r>
              <a:rPr lang="zh-CN" altLang="en-US" sz="2500" b="1" dirty="0">
                <a:solidFill>
                  <a:schemeClr val="tx1"/>
                </a:solidFill>
                <a:cs typeface="Times New Roman" pitchFamily="18" charset="0"/>
              </a:rPr>
              <a:t>时，该过程的活动记录被</a:t>
            </a:r>
            <a:r>
              <a:rPr lang="zh-CN" altLang="en-US" sz="2500" b="1" dirty="0">
                <a:solidFill>
                  <a:schemeClr val="tx2">
                    <a:lumMod val="60000"/>
                    <a:lumOff val="40000"/>
                  </a:schemeClr>
                </a:solidFill>
                <a:cs typeface="Times New Roman" pitchFamily="18" charset="0"/>
              </a:rPr>
              <a:t>压入</a:t>
            </a:r>
            <a:r>
              <a:rPr lang="zh-CN" altLang="en-US" sz="2500" b="1" dirty="0">
                <a:solidFill>
                  <a:schemeClr val="tx1"/>
                </a:solidFill>
                <a:cs typeface="Times New Roman" pitchFamily="18" charset="0"/>
              </a:rPr>
              <a:t>栈；当过程</a:t>
            </a:r>
            <a:r>
              <a:rPr lang="zh-CN" altLang="en-US" sz="2500" b="1" dirty="0">
                <a:solidFill>
                  <a:schemeClr val="tx2">
                    <a:lumMod val="60000"/>
                    <a:lumOff val="40000"/>
                  </a:schemeClr>
                </a:solidFill>
                <a:cs typeface="Times New Roman" pitchFamily="18" charset="0"/>
              </a:rPr>
              <a:t>结束</a:t>
            </a:r>
            <a:r>
              <a:rPr lang="zh-CN" altLang="en-US" sz="2500" b="1" dirty="0">
                <a:solidFill>
                  <a:schemeClr val="tx1"/>
                </a:solidFill>
                <a:cs typeface="Times New Roman" pitchFamily="18" charset="0"/>
              </a:rPr>
              <a:t>时，该活动记录被</a:t>
            </a:r>
            <a:r>
              <a:rPr lang="zh-CN" altLang="en-US" sz="2500" b="1" dirty="0">
                <a:solidFill>
                  <a:schemeClr val="tx2">
                    <a:lumMod val="60000"/>
                    <a:lumOff val="40000"/>
                  </a:schemeClr>
                </a:solidFill>
                <a:cs typeface="Times New Roman" pitchFamily="18" charset="0"/>
              </a:rPr>
              <a:t>弹出</a:t>
            </a:r>
            <a:r>
              <a:rPr lang="zh-CN" altLang="en-US" sz="2500" b="1" dirty="0">
                <a:solidFill>
                  <a:schemeClr val="tx1"/>
                </a:solidFill>
                <a:cs typeface="Times New Roman" pitchFamily="18" charset="0"/>
              </a:rPr>
              <a:t>栈</a:t>
            </a:r>
            <a:endParaRPr lang="en-US" altLang="zh-CN" sz="2500" b="1" dirty="0">
              <a:solidFill>
                <a:schemeClr val="tx1"/>
              </a:solidFill>
              <a:cs typeface="Times New Roman" pitchFamily="18" charset="0"/>
            </a:endParaRPr>
          </a:p>
          <a:p>
            <a:pPr>
              <a:lnSpc>
                <a:spcPts val="3500"/>
              </a:lnSpc>
              <a:buClrTx/>
              <a:buFont typeface="Wingdings" pitchFamily="2" charset="2"/>
              <a:buChar char="Ø"/>
              <a:defRPr/>
            </a:pPr>
            <a:r>
              <a:rPr lang="zh-CN" altLang="en-US" sz="2500" b="1" dirty="0">
                <a:solidFill>
                  <a:schemeClr val="tx1"/>
                </a:solidFill>
                <a:cs typeface="Times New Roman" pitchFamily="18" charset="0"/>
              </a:rPr>
              <a:t>这种安排不仅允许运行时不交叠的多个过程调用之间</a:t>
            </a:r>
            <a:r>
              <a:rPr lang="zh-CN" altLang="en-US" sz="2500" b="1" dirty="0">
                <a:solidFill>
                  <a:schemeClr val="tx2">
                    <a:lumMod val="60000"/>
                    <a:lumOff val="40000"/>
                  </a:schemeClr>
                </a:solidFill>
                <a:cs typeface="Times New Roman" pitchFamily="18" charset="0"/>
              </a:rPr>
              <a:t>共享空间，节约内存开销</a:t>
            </a:r>
            <a:r>
              <a:rPr lang="zh-CN" altLang="en-US" sz="2500" b="1" dirty="0">
                <a:solidFill>
                  <a:schemeClr val="tx1"/>
                </a:solidFill>
                <a:cs typeface="Times New Roman" pitchFamily="18" charset="0"/>
              </a:rPr>
              <a:t>，而且允许以如下方式为一个过程编译代码：它的非局部变量的</a:t>
            </a:r>
            <a:r>
              <a:rPr lang="zh-CN" altLang="en-US" sz="2500" b="1" dirty="0">
                <a:solidFill>
                  <a:schemeClr val="tx2">
                    <a:lumMod val="60000"/>
                    <a:lumOff val="40000"/>
                  </a:schemeClr>
                </a:solidFill>
                <a:cs typeface="Times New Roman" pitchFamily="18" charset="0"/>
              </a:rPr>
              <a:t>相对地址总是固定的</a:t>
            </a:r>
            <a:r>
              <a:rPr lang="zh-CN" altLang="en-US" sz="2500" b="1" dirty="0">
                <a:solidFill>
                  <a:schemeClr val="tx1"/>
                </a:solidFill>
                <a:cs typeface="Times New Roman" pitchFamily="18" charset="0"/>
              </a:rPr>
              <a:t>，和过程调用序列无关</a:t>
            </a:r>
            <a:endParaRPr lang="en-US" altLang="zh-CN" sz="2500" b="1" dirty="0">
              <a:solidFill>
                <a:schemeClr val="tx1"/>
              </a:solidFill>
              <a:cs typeface="Times New Roman" pitchFamily="18" charset="0"/>
            </a:endParaRPr>
          </a:p>
        </p:txBody>
      </p:sp>
      <p:sp>
        <p:nvSpPr>
          <p:cNvPr id="49155" name="Rectangle 2"/>
          <p:cNvSpPr>
            <a:spLocks noGrp="1" noChangeArrowheads="1"/>
          </p:cNvSpPr>
          <p:nvPr>
            <p:ph type="title"/>
          </p:nvPr>
        </p:nvSpPr>
        <p:spPr>
          <a:xfrm>
            <a:off x="755650" y="268288"/>
            <a:ext cx="7931150" cy="358775"/>
          </a:xfrm>
        </p:spPr>
        <p:txBody>
          <a:bodyPr/>
          <a:lstStyle/>
          <a:p>
            <a:pPr eaLnBrk="1" hangingPunct="1"/>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栈式存储分配</a:t>
            </a:r>
            <a:endParaRPr lang="en-US" altLang="zh-CN" sz="3000" dirty="0">
              <a:solidFill>
                <a:schemeClr val="tx1"/>
              </a:solidFill>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7</a:t>
            </a:fld>
            <a:endParaRPr lang="en-US" altLang="zh-CN" dirty="0"/>
          </a:p>
        </p:txBody>
      </p:sp>
    </p:spTree>
    <p:extLst>
      <p:ext uri="{BB962C8B-B14F-4D97-AF65-F5344CB8AC3E}">
        <p14:creationId xmlns:p14="http://schemas.microsoft.com/office/powerpoint/2010/main" val="12751746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anim calcmode="lin" valueType="num">
                                      <p:cBhvr>
                                        <p:cTn id="7" dur="500" fill="hold"/>
                                        <p:tgtEl>
                                          <p:spTgt spid="3584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584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5843">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5843">
                                            <p:txEl>
                                              <p:pRg st="2" end="2"/>
                                            </p:txEl>
                                          </p:spTgt>
                                        </p:tgtEl>
                                        <p:attrNameLst>
                                          <p:attrName>style.visibility</p:attrName>
                                        </p:attrNameLst>
                                      </p:cBhvr>
                                      <p:to>
                                        <p:strVal val="visible"/>
                                      </p:to>
                                    </p:set>
                                    <p:anim calcmode="lin" valueType="num">
                                      <p:cBhvr>
                                        <p:cTn id="14" dur="500" fill="hold"/>
                                        <p:tgtEl>
                                          <p:spTgt spid="3584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584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58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7" name="Rectangle 3"/>
          <p:cNvSpPr>
            <a:spLocks noGrp="1" noChangeArrowheads="1"/>
          </p:cNvSpPr>
          <p:nvPr>
            <p:ph idx="1"/>
          </p:nvPr>
        </p:nvSpPr>
        <p:spPr>
          <a:xfrm>
            <a:off x="428625" y="714375"/>
            <a:ext cx="8320088" cy="4102100"/>
          </a:xfrm>
        </p:spPr>
        <p:txBody>
          <a:bodyPr/>
          <a:lstStyle/>
          <a:p>
            <a:pPr>
              <a:lnSpc>
                <a:spcPts val="3500"/>
              </a:lnSpc>
              <a:buClrTx/>
              <a:buFont typeface="Wingdings" pitchFamily="2" charset="2"/>
              <a:buChar char="Ø"/>
              <a:defRPr/>
            </a:pPr>
            <a:r>
              <a:rPr lang="zh-CN" altLang="en-US" sz="2500" b="1" dirty="0">
                <a:solidFill>
                  <a:schemeClr val="tx1"/>
                </a:solidFill>
                <a:cs typeface="Times New Roman" pitchFamily="18" charset="0"/>
              </a:rPr>
              <a:t>用来描述程序</a:t>
            </a:r>
            <a:r>
              <a:rPr lang="zh-CN" altLang="en-US" sz="2500" b="1" dirty="0">
                <a:solidFill>
                  <a:schemeClr val="tx2">
                    <a:lumMod val="60000"/>
                    <a:lumOff val="40000"/>
                  </a:schemeClr>
                </a:solidFill>
                <a:cs typeface="Times New Roman" pitchFamily="18" charset="0"/>
              </a:rPr>
              <a:t>运行</a:t>
            </a:r>
            <a:r>
              <a:rPr lang="zh-CN" altLang="en-US" sz="2500" b="1" dirty="0">
                <a:solidFill>
                  <a:schemeClr val="tx1"/>
                </a:solidFill>
                <a:cs typeface="Times New Roman" pitchFamily="18" charset="0"/>
              </a:rPr>
              <a:t>期间控制进入和离开各个活动的情况的树称为</a:t>
            </a:r>
            <a:r>
              <a:rPr lang="zh-CN" altLang="en-US" sz="2500" b="1" dirty="0">
                <a:solidFill>
                  <a:srgbClr val="FF0000"/>
                </a:solidFill>
                <a:cs typeface="Times New Roman" pitchFamily="18" charset="0"/>
              </a:rPr>
              <a:t>活动树</a:t>
            </a:r>
            <a:endParaRPr lang="en-US" altLang="zh-CN" sz="2500" b="1" i="1" dirty="0">
              <a:solidFill>
                <a:srgbClr val="FF0000"/>
              </a:solidFill>
              <a:cs typeface="Times New Roman" pitchFamily="18" charset="0"/>
            </a:endParaRPr>
          </a:p>
          <a:p>
            <a:pPr>
              <a:lnSpc>
                <a:spcPts val="3500"/>
              </a:lnSpc>
              <a:buClrTx/>
              <a:buFont typeface="Wingdings" pitchFamily="2" charset="2"/>
              <a:buChar char="Ø"/>
              <a:defRPr/>
            </a:pPr>
            <a:r>
              <a:rPr lang="zh-CN" altLang="en-US" sz="2500" b="1" dirty="0">
                <a:solidFill>
                  <a:schemeClr val="tx1"/>
                </a:solidFill>
                <a:cs typeface="Times New Roman" pitchFamily="18" charset="0"/>
              </a:rPr>
              <a:t>树中的每个</a:t>
            </a:r>
            <a:r>
              <a:rPr lang="zh-CN" altLang="en-US" sz="2500" b="1" dirty="0">
                <a:solidFill>
                  <a:schemeClr val="tx2">
                    <a:lumMod val="60000"/>
                    <a:lumOff val="40000"/>
                  </a:schemeClr>
                </a:solidFill>
                <a:cs typeface="Times New Roman" pitchFamily="18" charset="0"/>
              </a:rPr>
              <a:t>结点</a:t>
            </a:r>
            <a:r>
              <a:rPr lang="zh-CN" altLang="en-US" sz="2500" b="1" dirty="0">
                <a:solidFill>
                  <a:schemeClr val="tx1"/>
                </a:solidFill>
                <a:cs typeface="Times New Roman" pitchFamily="18" charset="0"/>
              </a:rPr>
              <a:t>对应于一个</a:t>
            </a:r>
            <a:r>
              <a:rPr lang="zh-CN" altLang="en-US" sz="2500" b="1" dirty="0">
                <a:solidFill>
                  <a:schemeClr val="tx2">
                    <a:lumMod val="60000"/>
                    <a:lumOff val="40000"/>
                  </a:schemeClr>
                </a:solidFill>
                <a:cs typeface="Times New Roman" pitchFamily="18" charset="0"/>
              </a:rPr>
              <a:t>活动</a:t>
            </a:r>
            <a:r>
              <a:rPr lang="zh-CN" altLang="en-US" sz="2500" b="1" dirty="0">
                <a:solidFill>
                  <a:schemeClr val="tx1"/>
                </a:solidFill>
                <a:cs typeface="Times New Roman" pitchFamily="18" charset="0"/>
              </a:rPr>
              <a:t>。</a:t>
            </a:r>
            <a:r>
              <a:rPr lang="zh-CN" altLang="en-US" sz="2500" b="1" dirty="0">
                <a:solidFill>
                  <a:schemeClr val="tx2">
                    <a:lumMod val="60000"/>
                    <a:lumOff val="40000"/>
                  </a:schemeClr>
                </a:solidFill>
                <a:cs typeface="Times New Roman" pitchFamily="18" charset="0"/>
              </a:rPr>
              <a:t>根结点</a:t>
            </a:r>
            <a:r>
              <a:rPr lang="zh-CN" altLang="en-US" sz="2500" b="1" dirty="0">
                <a:solidFill>
                  <a:schemeClr val="tx1"/>
                </a:solidFill>
                <a:cs typeface="Times New Roman" pitchFamily="18" charset="0"/>
              </a:rPr>
              <a:t>是启动程序执行的</a:t>
            </a:r>
            <a:r>
              <a:rPr lang="en-US" altLang="zh-CN" sz="2500" b="1" i="1" dirty="0">
                <a:solidFill>
                  <a:schemeClr val="tx2">
                    <a:lumMod val="60000"/>
                    <a:lumOff val="40000"/>
                  </a:schemeClr>
                </a:solidFill>
                <a:cs typeface="Times New Roman" pitchFamily="18" charset="0"/>
              </a:rPr>
              <a:t>main</a:t>
            </a:r>
            <a:r>
              <a:rPr lang="zh-CN" altLang="en-US" sz="2500" b="1" dirty="0">
                <a:solidFill>
                  <a:schemeClr val="tx2">
                    <a:lumMod val="60000"/>
                    <a:lumOff val="40000"/>
                  </a:schemeClr>
                </a:solidFill>
                <a:cs typeface="Times New Roman" pitchFamily="18" charset="0"/>
              </a:rPr>
              <a:t>过程的活动</a:t>
            </a:r>
            <a:endParaRPr lang="en-US" altLang="zh-CN" sz="2500" b="1" dirty="0">
              <a:solidFill>
                <a:schemeClr val="tx2">
                  <a:lumMod val="60000"/>
                  <a:lumOff val="40000"/>
                </a:schemeClr>
              </a:solidFill>
              <a:cs typeface="Times New Roman" pitchFamily="18" charset="0"/>
            </a:endParaRPr>
          </a:p>
          <a:p>
            <a:pPr>
              <a:lnSpc>
                <a:spcPts val="3500"/>
              </a:lnSpc>
              <a:buClrTx/>
              <a:buFont typeface="Wingdings" pitchFamily="2" charset="2"/>
              <a:buChar char="Ø"/>
              <a:defRPr/>
            </a:pPr>
            <a:r>
              <a:rPr lang="zh-CN" altLang="en-US" sz="2500" b="1" dirty="0">
                <a:solidFill>
                  <a:schemeClr val="tx1"/>
                </a:solidFill>
                <a:cs typeface="Times New Roman" pitchFamily="18" charset="0"/>
              </a:rPr>
              <a:t>在表示过程</a:t>
            </a:r>
            <a:r>
              <a:rPr lang="en-US" altLang="zh-CN" sz="2500" b="1" i="1" dirty="0">
                <a:solidFill>
                  <a:schemeClr val="tx1"/>
                </a:solidFill>
                <a:cs typeface="Times New Roman" pitchFamily="18" charset="0"/>
              </a:rPr>
              <a:t>p</a:t>
            </a:r>
            <a:r>
              <a:rPr lang="zh-CN" altLang="en-US" sz="2500" b="1" dirty="0">
                <a:solidFill>
                  <a:schemeClr val="tx1"/>
                </a:solidFill>
                <a:cs typeface="Times New Roman" pitchFamily="18" charset="0"/>
              </a:rPr>
              <a:t>的某个活动的结点上，其</a:t>
            </a:r>
            <a:r>
              <a:rPr lang="zh-CN" altLang="en-US" sz="2500" b="1" dirty="0">
                <a:solidFill>
                  <a:schemeClr val="tx2">
                    <a:lumMod val="60000"/>
                    <a:lumOff val="40000"/>
                  </a:schemeClr>
                </a:solidFill>
                <a:cs typeface="Times New Roman" pitchFamily="18" charset="0"/>
              </a:rPr>
              <a:t>子结点</a:t>
            </a:r>
            <a:r>
              <a:rPr lang="zh-CN" altLang="en-US" sz="2500" b="1" dirty="0">
                <a:solidFill>
                  <a:schemeClr val="tx1"/>
                </a:solidFill>
                <a:cs typeface="Times New Roman" pitchFamily="18" charset="0"/>
              </a:rPr>
              <a:t>对应于被</a:t>
            </a:r>
            <a:r>
              <a:rPr lang="en-US" altLang="zh-CN" sz="2500" b="1" i="1" dirty="0">
                <a:solidFill>
                  <a:schemeClr val="tx1"/>
                </a:solidFill>
                <a:cs typeface="Times New Roman" pitchFamily="18" charset="0"/>
              </a:rPr>
              <a:t>p</a:t>
            </a:r>
            <a:r>
              <a:rPr lang="zh-CN" altLang="en-US" sz="2500" b="1" dirty="0">
                <a:solidFill>
                  <a:schemeClr val="tx1"/>
                </a:solidFill>
                <a:cs typeface="Times New Roman" pitchFamily="18" charset="0"/>
              </a:rPr>
              <a:t>的这次活动</a:t>
            </a:r>
            <a:r>
              <a:rPr lang="zh-CN" altLang="en-US" sz="2500" b="1" dirty="0">
                <a:solidFill>
                  <a:schemeClr val="tx2">
                    <a:lumMod val="60000"/>
                    <a:lumOff val="40000"/>
                  </a:schemeClr>
                </a:solidFill>
                <a:cs typeface="Times New Roman" pitchFamily="18" charset="0"/>
              </a:rPr>
              <a:t>调用</a:t>
            </a:r>
            <a:r>
              <a:rPr lang="zh-CN" altLang="en-US" sz="2500" b="1" dirty="0">
                <a:solidFill>
                  <a:schemeClr val="tx1"/>
                </a:solidFill>
                <a:cs typeface="Times New Roman" pitchFamily="18" charset="0"/>
              </a:rPr>
              <a:t>的各个过程的活动。按照这些</a:t>
            </a:r>
            <a:r>
              <a:rPr lang="zh-CN" altLang="en-US" sz="2500" b="1" dirty="0">
                <a:solidFill>
                  <a:schemeClr val="tx2">
                    <a:lumMod val="60000"/>
                    <a:lumOff val="40000"/>
                  </a:schemeClr>
                </a:solidFill>
                <a:cs typeface="Times New Roman" pitchFamily="18" charset="0"/>
              </a:rPr>
              <a:t>活动被调用的顺序</a:t>
            </a:r>
            <a:r>
              <a:rPr lang="zh-CN" altLang="en-US" sz="2500" b="1" dirty="0">
                <a:solidFill>
                  <a:schemeClr val="tx1"/>
                </a:solidFill>
                <a:cs typeface="Times New Roman" pitchFamily="18" charset="0"/>
              </a:rPr>
              <a:t>，自左向右地显示它们。</a:t>
            </a:r>
            <a:r>
              <a:rPr lang="zh-CN" altLang="en-US" sz="2500" b="1" dirty="0">
                <a:solidFill>
                  <a:schemeClr val="tx2">
                    <a:lumMod val="60000"/>
                    <a:lumOff val="40000"/>
                  </a:schemeClr>
                </a:solidFill>
                <a:cs typeface="Times New Roman" pitchFamily="18" charset="0"/>
              </a:rPr>
              <a:t>一个子结点必须在其右兄弟结点的活动开始之前结束</a:t>
            </a:r>
            <a:endParaRPr lang="en-US" altLang="zh-CN" sz="2500" b="1" dirty="0">
              <a:solidFill>
                <a:schemeClr val="tx2">
                  <a:lumMod val="60000"/>
                  <a:lumOff val="40000"/>
                </a:schemeClr>
              </a:solidFill>
              <a:ea typeface="楷体_GB2312" pitchFamily="49" charset="-122"/>
              <a:cs typeface="Times New Roman" pitchFamily="18" charset="0"/>
            </a:endParaRPr>
          </a:p>
        </p:txBody>
      </p:sp>
      <p:sp>
        <p:nvSpPr>
          <p:cNvPr id="51203"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活动树</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8</a:t>
            </a:fld>
            <a:endParaRPr lang="en-US" altLang="zh-CN" dirty="0"/>
          </a:p>
        </p:txBody>
      </p:sp>
    </p:spTree>
    <p:extLst>
      <p:ext uri="{BB962C8B-B14F-4D97-AF65-F5344CB8AC3E}">
        <p14:creationId xmlns:p14="http://schemas.microsoft.com/office/powerpoint/2010/main" val="15553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651267">
                                            <p:txEl>
                                              <p:pRg st="1" end="1"/>
                                            </p:txEl>
                                          </p:spTgt>
                                        </p:tgtEl>
                                        <p:attrNameLst>
                                          <p:attrName>style.visibility</p:attrName>
                                        </p:attrNameLst>
                                      </p:cBhvr>
                                      <p:to>
                                        <p:strVal val="visible"/>
                                      </p:to>
                                    </p:set>
                                    <p:anim calcmode="lin" valueType="num">
                                      <p:cBhvr>
                                        <p:cTn id="7" dur="500" fill="hold"/>
                                        <p:tgtEl>
                                          <p:spTgt spid="65126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65126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651267">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651267">
                                            <p:txEl>
                                              <p:pRg st="2" end="2"/>
                                            </p:txEl>
                                          </p:spTgt>
                                        </p:tgtEl>
                                        <p:attrNameLst>
                                          <p:attrName>style.visibility</p:attrName>
                                        </p:attrNameLst>
                                      </p:cBhvr>
                                      <p:to>
                                        <p:strVal val="visible"/>
                                      </p:to>
                                    </p:set>
                                    <p:anim calcmode="lin" valueType="num">
                                      <p:cBhvr>
                                        <p:cTn id="14" dur="500" fill="hold"/>
                                        <p:tgtEl>
                                          <p:spTgt spid="651267">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651267">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65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例：一个快速排序程序的概要</a:t>
            </a:r>
          </a:p>
        </p:txBody>
      </p:sp>
      <p:grpSp>
        <p:nvGrpSpPr>
          <p:cNvPr id="3" name="组合 4"/>
          <p:cNvGrpSpPr>
            <a:grpSpLocks/>
          </p:cNvGrpSpPr>
          <p:nvPr/>
        </p:nvGrpSpPr>
        <p:grpSpPr bwMode="auto">
          <a:xfrm>
            <a:off x="3290888" y="1985963"/>
            <a:ext cx="5529262" cy="3105150"/>
            <a:chOff x="3746500" y="1985963"/>
            <a:chExt cx="5529263" cy="3104594"/>
          </a:xfrm>
        </p:grpSpPr>
        <p:sp>
          <p:nvSpPr>
            <p:cNvPr id="53254" name="Text Box 7"/>
            <p:cNvSpPr txBox="1">
              <a:spLocks noChangeArrowheads="1"/>
            </p:cNvSpPr>
            <p:nvPr/>
          </p:nvSpPr>
          <p:spPr bwMode="auto">
            <a:xfrm>
              <a:off x="4100513" y="3922713"/>
              <a:ext cx="4503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en-US" altLang="zh-CN" sz="1800" i="1">
                  <a:solidFill>
                    <a:srgbClr val="000000"/>
                  </a:solidFill>
                  <a:ea typeface="楷体" panose="02010609060101010101" pitchFamily="49" charset="-122"/>
                  <a:cs typeface="Times New Roman" panose="02020603050405020304" pitchFamily="18" charset="0"/>
                </a:rPr>
                <a:t>p</a:t>
              </a:r>
              <a:r>
                <a:rPr kumimoji="1" lang="en-US" altLang="zh-CN" sz="1800">
                  <a:solidFill>
                    <a:srgbClr val="000000"/>
                  </a:solidFill>
                  <a:ea typeface="楷体" panose="02010609060101010101" pitchFamily="49" charset="-122"/>
                  <a:cs typeface="Times New Roman" panose="02020603050405020304" pitchFamily="18" charset="0"/>
                </a:rPr>
                <a:t>(1,3)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(1,0)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(2,3)</a:t>
              </a:r>
              <a:r>
                <a:rPr kumimoji="1" lang="en-US" altLang="zh-CN" sz="1800" i="1">
                  <a:solidFill>
                    <a:srgbClr val="000000"/>
                  </a:solidFill>
                  <a:ea typeface="楷体" panose="02010609060101010101" pitchFamily="49" charset="-122"/>
                  <a:cs typeface="Times New Roman" panose="02020603050405020304" pitchFamily="18" charset="0"/>
                </a:rPr>
                <a:t>   p</a:t>
              </a:r>
              <a:r>
                <a:rPr kumimoji="1" lang="en-US" altLang="zh-CN" sz="1800">
                  <a:solidFill>
                    <a:srgbClr val="000000"/>
                  </a:solidFill>
                  <a:ea typeface="楷体" panose="02010609060101010101" pitchFamily="49" charset="-122"/>
                  <a:cs typeface="Times New Roman" panose="02020603050405020304" pitchFamily="18" charset="0"/>
                </a:rPr>
                <a:t>(5,9)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(5,5)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(7,9)           </a:t>
              </a:r>
              <a:endParaRPr kumimoji="1" lang="zh-CN" altLang="en-US" sz="1800">
                <a:solidFill>
                  <a:srgbClr val="000000"/>
                </a:solidFill>
                <a:ea typeface="楷体" panose="02010609060101010101" pitchFamily="49" charset="-122"/>
                <a:cs typeface="Times New Roman" panose="02020603050405020304" pitchFamily="18" charset="0"/>
              </a:endParaRPr>
            </a:p>
          </p:txBody>
        </p:sp>
        <p:sp>
          <p:nvSpPr>
            <p:cNvPr id="53255" name="Text Box 5"/>
            <p:cNvSpPr txBox="1">
              <a:spLocks noChangeArrowheads="1"/>
            </p:cNvSpPr>
            <p:nvPr/>
          </p:nvSpPr>
          <p:spPr bwMode="auto">
            <a:xfrm>
              <a:off x="5375369" y="1985963"/>
              <a:ext cx="685795" cy="36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en-US" altLang="zh-CN" sz="1800" i="1">
                  <a:solidFill>
                    <a:srgbClr val="000000"/>
                  </a:solidFill>
                  <a:ea typeface="楷体" panose="02010609060101010101" pitchFamily="49" charset="-122"/>
                  <a:cs typeface="Times New Roman" panose="02020603050405020304" pitchFamily="18" charset="0"/>
                </a:rPr>
                <a:t>m</a:t>
              </a:r>
              <a:endParaRPr kumimoji="1" lang="zh-CN" altLang="en-US" sz="1800" i="1">
                <a:solidFill>
                  <a:srgbClr val="000000"/>
                </a:solidFill>
                <a:ea typeface="楷体" panose="02010609060101010101" pitchFamily="49" charset="-122"/>
                <a:cs typeface="Times New Roman" panose="02020603050405020304" pitchFamily="18" charset="0"/>
              </a:endParaRPr>
            </a:p>
          </p:txBody>
        </p:sp>
        <p:sp>
          <p:nvSpPr>
            <p:cNvPr id="53256" name="Text Box 7"/>
            <p:cNvSpPr txBox="1">
              <a:spLocks noChangeArrowheads="1"/>
            </p:cNvSpPr>
            <p:nvPr/>
          </p:nvSpPr>
          <p:spPr bwMode="auto">
            <a:xfrm>
              <a:off x="5632532" y="2446820"/>
              <a:ext cx="885819" cy="36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(1,9)</a:t>
              </a:r>
              <a:endParaRPr kumimoji="1" lang="zh-CN" altLang="en-US" sz="1800">
                <a:solidFill>
                  <a:srgbClr val="000000"/>
                </a:solidFill>
                <a:ea typeface="楷体" panose="02010609060101010101" pitchFamily="49" charset="-122"/>
                <a:cs typeface="Times New Roman" panose="02020603050405020304" pitchFamily="18" charset="0"/>
              </a:endParaRPr>
            </a:p>
          </p:txBody>
        </p:sp>
        <p:sp>
          <p:nvSpPr>
            <p:cNvPr id="53257" name="Line 11"/>
            <p:cNvSpPr>
              <a:spLocks noChangeShapeType="1"/>
            </p:cNvSpPr>
            <p:nvPr/>
          </p:nvSpPr>
          <p:spPr bwMode="auto">
            <a:xfrm flipH="1">
              <a:off x="4989601" y="2290792"/>
              <a:ext cx="553179" cy="22805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58" name="Line 12"/>
            <p:cNvSpPr>
              <a:spLocks noChangeShapeType="1"/>
            </p:cNvSpPr>
            <p:nvPr/>
          </p:nvSpPr>
          <p:spPr bwMode="auto">
            <a:xfrm flipH="1">
              <a:off x="4211192" y="2828493"/>
              <a:ext cx="1716135" cy="39192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59" name="Line 13"/>
            <p:cNvSpPr>
              <a:spLocks noChangeShapeType="1"/>
            </p:cNvSpPr>
            <p:nvPr/>
          </p:nvSpPr>
          <p:spPr bwMode="auto">
            <a:xfrm>
              <a:off x="5927327" y="2839981"/>
              <a:ext cx="972768" cy="38043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60" name="Line 14"/>
            <p:cNvSpPr>
              <a:spLocks noChangeShapeType="1"/>
            </p:cNvSpPr>
            <p:nvPr/>
          </p:nvSpPr>
          <p:spPr bwMode="auto">
            <a:xfrm>
              <a:off x="5542780" y="2290788"/>
              <a:ext cx="446948" cy="22805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61" name="Line 15"/>
            <p:cNvSpPr>
              <a:spLocks noChangeShapeType="1"/>
            </p:cNvSpPr>
            <p:nvPr/>
          </p:nvSpPr>
          <p:spPr bwMode="auto">
            <a:xfrm flipH="1">
              <a:off x="5418225" y="2834191"/>
              <a:ext cx="509102" cy="36212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62" name="Line 16"/>
            <p:cNvSpPr>
              <a:spLocks noChangeShapeType="1"/>
            </p:cNvSpPr>
            <p:nvPr/>
          </p:nvSpPr>
          <p:spPr bwMode="auto">
            <a:xfrm>
              <a:off x="5185594" y="3577561"/>
              <a:ext cx="1" cy="42898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63" name="Text Box 5"/>
            <p:cNvSpPr txBox="1">
              <a:spLocks noChangeArrowheads="1"/>
            </p:cNvSpPr>
            <p:nvPr/>
          </p:nvSpPr>
          <p:spPr bwMode="auto">
            <a:xfrm>
              <a:off x="4732432" y="2435334"/>
              <a:ext cx="685795" cy="369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en-US" altLang="zh-CN" sz="1800" i="1">
                  <a:solidFill>
                    <a:srgbClr val="000000"/>
                  </a:solidFill>
                  <a:ea typeface="楷体" panose="02010609060101010101" pitchFamily="49" charset="-122"/>
                  <a:cs typeface="Times New Roman" panose="02020603050405020304" pitchFamily="18" charset="0"/>
                </a:rPr>
                <a:t>r</a:t>
              </a:r>
              <a:endParaRPr kumimoji="1" lang="zh-CN" altLang="en-US" sz="1800" i="1">
                <a:solidFill>
                  <a:srgbClr val="000000"/>
                </a:solidFill>
                <a:ea typeface="楷体" panose="02010609060101010101" pitchFamily="49" charset="-122"/>
                <a:cs typeface="Times New Roman" panose="02020603050405020304" pitchFamily="18" charset="0"/>
              </a:endParaRPr>
            </a:p>
          </p:txBody>
        </p:sp>
        <p:sp>
          <p:nvSpPr>
            <p:cNvPr id="53264" name="Text Box 7"/>
            <p:cNvSpPr txBox="1">
              <a:spLocks noChangeArrowheads="1"/>
            </p:cNvSpPr>
            <p:nvPr/>
          </p:nvSpPr>
          <p:spPr bwMode="auto">
            <a:xfrm>
              <a:off x="3746500" y="3173339"/>
              <a:ext cx="4929188" cy="36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en-US" altLang="zh-CN" sz="1800" i="1">
                  <a:solidFill>
                    <a:srgbClr val="000000"/>
                  </a:solidFill>
                  <a:ea typeface="楷体" panose="02010609060101010101" pitchFamily="49" charset="-122"/>
                  <a:cs typeface="Times New Roman" panose="02020603050405020304" pitchFamily="18" charset="0"/>
                </a:rPr>
                <a:t>p</a:t>
              </a:r>
              <a:r>
                <a:rPr kumimoji="1" lang="en-US" altLang="zh-CN" sz="1800">
                  <a:solidFill>
                    <a:srgbClr val="000000"/>
                  </a:solidFill>
                  <a:ea typeface="楷体" panose="02010609060101010101" pitchFamily="49" charset="-122"/>
                  <a:cs typeface="Times New Roman" panose="02020603050405020304" pitchFamily="18" charset="0"/>
                </a:rPr>
                <a:t>(1,9)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(1,3)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(5,9)       </a:t>
              </a:r>
              <a:endParaRPr kumimoji="1" lang="zh-CN" altLang="en-US" sz="1800">
                <a:solidFill>
                  <a:srgbClr val="000000"/>
                </a:solidFill>
                <a:ea typeface="楷体" panose="02010609060101010101" pitchFamily="49" charset="-122"/>
                <a:cs typeface="Times New Roman" panose="02020603050405020304" pitchFamily="18" charset="0"/>
              </a:endParaRPr>
            </a:p>
          </p:txBody>
        </p:sp>
        <p:sp>
          <p:nvSpPr>
            <p:cNvPr id="53265" name="Line 12"/>
            <p:cNvSpPr>
              <a:spLocks noChangeShapeType="1"/>
            </p:cNvSpPr>
            <p:nvPr/>
          </p:nvSpPr>
          <p:spPr bwMode="auto">
            <a:xfrm flipH="1">
              <a:off x="4542654" y="3577557"/>
              <a:ext cx="632681" cy="3940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66" name="Line 15"/>
            <p:cNvSpPr>
              <a:spLocks noChangeShapeType="1"/>
            </p:cNvSpPr>
            <p:nvPr/>
          </p:nvSpPr>
          <p:spPr bwMode="auto">
            <a:xfrm>
              <a:off x="5185594" y="3577557"/>
              <a:ext cx="720598" cy="4289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67" name="Line 16"/>
            <p:cNvSpPr>
              <a:spLocks noChangeShapeType="1"/>
            </p:cNvSpPr>
            <p:nvPr/>
          </p:nvSpPr>
          <p:spPr bwMode="auto">
            <a:xfrm>
              <a:off x="7307537" y="3542812"/>
              <a:ext cx="792088" cy="4637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68" name="Line 12"/>
            <p:cNvSpPr>
              <a:spLocks noChangeShapeType="1"/>
            </p:cNvSpPr>
            <p:nvPr/>
          </p:nvSpPr>
          <p:spPr bwMode="auto">
            <a:xfrm flipH="1">
              <a:off x="6549160" y="3506280"/>
              <a:ext cx="758376" cy="50026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69" name="Line 15"/>
            <p:cNvSpPr>
              <a:spLocks noChangeShapeType="1"/>
            </p:cNvSpPr>
            <p:nvPr/>
          </p:nvSpPr>
          <p:spPr bwMode="auto">
            <a:xfrm>
              <a:off x="7307536" y="3506283"/>
              <a:ext cx="0" cy="46818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70" name="Line 16"/>
            <p:cNvSpPr>
              <a:spLocks noChangeShapeType="1"/>
            </p:cNvSpPr>
            <p:nvPr/>
          </p:nvSpPr>
          <p:spPr bwMode="auto">
            <a:xfrm>
              <a:off x="5989728" y="4292401"/>
              <a:ext cx="597729" cy="50026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71" name="Line 12"/>
            <p:cNvSpPr>
              <a:spLocks noChangeShapeType="1"/>
            </p:cNvSpPr>
            <p:nvPr/>
          </p:nvSpPr>
          <p:spPr bwMode="auto">
            <a:xfrm flipH="1">
              <a:off x="5253017" y="4292402"/>
              <a:ext cx="682374" cy="50026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72" name="Line 15"/>
            <p:cNvSpPr>
              <a:spLocks noChangeShapeType="1"/>
            </p:cNvSpPr>
            <p:nvPr/>
          </p:nvSpPr>
          <p:spPr bwMode="auto">
            <a:xfrm>
              <a:off x="5939385" y="4292405"/>
              <a:ext cx="0" cy="46818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73" name="Line 16"/>
            <p:cNvSpPr>
              <a:spLocks noChangeShapeType="1"/>
            </p:cNvSpPr>
            <p:nvPr/>
          </p:nvSpPr>
          <p:spPr bwMode="auto">
            <a:xfrm>
              <a:off x="8099625" y="4292404"/>
              <a:ext cx="500062" cy="50025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74" name="Line 12"/>
            <p:cNvSpPr>
              <a:spLocks noChangeShapeType="1"/>
            </p:cNvSpPr>
            <p:nvPr/>
          </p:nvSpPr>
          <p:spPr bwMode="auto">
            <a:xfrm flipH="1">
              <a:off x="7485264" y="4292404"/>
              <a:ext cx="614360" cy="50025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75" name="Line 15"/>
            <p:cNvSpPr>
              <a:spLocks noChangeShapeType="1"/>
            </p:cNvSpPr>
            <p:nvPr/>
          </p:nvSpPr>
          <p:spPr bwMode="auto">
            <a:xfrm>
              <a:off x="8099625" y="4292405"/>
              <a:ext cx="0" cy="46818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3276" name="Text Box 7"/>
            <p:cNvSpPr txBox="1">
              <a:spLocks noChangeArrowheads="1"/>
            </p:cNvSpPr>
            <p:nvPr/>
          </p:nvSpPr>
          <p:spPr bwMode="auto">
            <a:xfrm>
              <a:off x="4787900" y="4721225"/>
              <a:ext cx="4487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en-US" altLang="zh-CN" sz="1800" i="1">
                  <a:solidFill>
                    <a:srgbClr val="000000"/>
                  </a:solidFill>
                  <a:ea typeface="楷体" panose="02010609060101010101" pitchFamily="49" charset="-122"/>
                  <a:cs typeface="Times New Roman" panose="02020603050405020304" pitchFamily="18" charset="0"/>
                </a:rPr>
                <a:t>p</a:t>
              </a:r>
              <a:r>
                <a:rPr kumimoji="1" lang="en-US" altLang="zh-CN" sz="1800">
                  <a:solidFill>
                    <a:srgbClr val="000000"/>
                  </a:solidFill>
                  <a:ea typeface="楷体" panose="02010609060101010101" pitchFamily="49" charset="-122"/>
                  <a:cs typeface="Times New Roman" panose="02020603050405020304" pitchFamily="18" charset="0"/>
                </a:rPr>
                <a:t>(2,3)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(2,1)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(3,3)</a:t>
              </a:r>
              <a:r>
                <a:rPr kumimoji="1" lang="en-US" altLang="zh-CN" sz="1800" i="1">
                  <a:solidFill>
                    <a:srgbClr val="000000"/>
                  </a:solidFill>
                  <a:ea typeface="楷体" panose="02010609060101010101" pitchFamily="49" charset="-122"/>
                  <a:cs typeface="Times New Roman" panose="02020603050405020304" pitchFamily="18" charset="0"/>
                </a:rPr>
                <a:t>   p</a:t>
              </a:r>
              <a:r>
                <a:rPr kumimoji="1" lang="en-US" altLang="zh-CN" sz="1800">
                  <a:solidFill>
                    <a:srgbClr val="000000"/>
                  </a:solidFill>
                  <a:ea typeface="楷体" panose="02010609060101010101" pitchFamily="49" charset="-122"/>
                  <a:cs typeface="Times New Roman" panose="02020603050405020304" pitchFamily="18" charset="0"/>
                </a:rPr>
                <a:t>(7,9)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(7,7)   </a:t>
              </a:r>
              <a:r>
                <a:rPr kumimoji="1" lang="en-US" altLang="zh-CN" sz="1800" i="1">
                  <a:solidFill>
                    <a:srgbClr val="000000"/>
                  </a:solidFill>
                  <a:ea typeface="楷体" panose="02010609060101010101" pitchFamily="49" charset="-122"/>
                  <a:cs typeface="Times New Roman" panose="02020603050405020304" pitchFamily="18" charset="0"/>
                </a:rPr>
                <a:t>q</a:t>
              </a:r>
              <a:r>
                <a:rPr kumimoji="1" lang="en-US" altLang="zh-CN" sz="1800">
                  <a:solidFill>
                    <a:srgbClr val="000000"/>
                  </a:solidFill>
                  <a:ea typeface="楷体" panose="02010609060101010101" pitchFamily="49" charset="-122"/>
                  <a:cs typeface="Times New Roman" panose="02020603050405020304" pitchFamily="18" charset="0"/>
                </a:rPr>
                <a:t>(9,9) </a:t>
              </a:r>
              <a:endParaRPr kumimoji="1" lang="zh-CN" altLang="en-US" sz="1800">
                <a:solidFill>
                  <a:srgbClr val="000000"/>
                </a:solidFill>
                <a:ea typeface="楷体" panose="02010609060101010101" pitchFamily="49" charset="-122"/>
                <a:cs typeface="Times New Roman" panose="02020603050405020304" pitchFamily="18" charset="0"/>
              </a:endParaRPr>
            </a:p>
          </p:txBody>
        </p:sp>
      </p:grpSp>
      <p:sp>
        <p:nvSpPr>
          <p:cNvPr id="53252" name="Rectangle 2"/>
          <p:cNvSpPr txBox="1">
            <a:spLocks noChangeArrowheads="1"/>
          </p:cNvSpPr>
          <p:nvPr/>
        </p:nvSpPr>
        <p:spPr bwMode="auto">
          <a:xfrm>
            <a:off x="247650" y="792163"/>
            <a:ext cx="8572500" cy="444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nSpc>
                <a:spcPts val="1400"/>
              </a:lnSpc>
            </a:pPr>
            <a:r>
              <a:rPr kumimoji="1" lang="en-US" altLang="zh-CN" sz="1600" i="1" dirty="0" err="1">
                <a:solidFill>
                  <a:srgbClr val="000000"/>
                </a:solidFill>
                <a:cs typeface="Times New Roman" panose="02020603050405020304" pitchFamily="18" charset="0"/>
                <a:sym typeface="Symbol" panose="05050102010706020507" pitchFamily="18" charset="2"/>
              </a:rPr>
              <a:t>int</a:t>
            </a:r>
            <a:r>
              <a:rPr kumimoji="1" lang="en-US" altLang="zh-CN" sz="1600" i="1" dirty="0">
                <a:solidFill>
                  <a:srgbClr val="000000"/>
                </a:solidFill>
                <a:cs typeface="Times New Roman" panose="02020603050405020304" pitchFamily="18" charset="0"/>
                <a:sym typeface="Symbol" panose="05050102010706020507" pitchFamily="18" charset="2"/>
              </a:rPr>
              <a:t>   a</a:t>
            </a:r>
            <a:r>
              <a:rPr lang="en-US" altLang="zh-CN" sz="1600" dirty="0">
                <a:solidFill>
                  <a:srgbClr val="000000"/>
                </a:solidFill>
                <a:cs typeface="Times New Roman" panose="02020603050405020304" pitchFamily="18" charset="0"/>
              </a:rPr>
              <a:t>[11]</a:t>
            </a:r>
            <a:r>
              <a:rPr kumimoji="1" lang="en-US" altLang="zh-CN" sz="1600" dirty="0">
                <a:solidFill>
                  <a:srgbClr val="000000"/>
                </a:solidFill>
                <a:cs typeface="Times New Roman" panose="02020603050405020304" pitchFamily="18" charset="0"/>
                <a:sym typeface="Symbol" panose="05050102010706020507" pitchFamily="18" charset="2"/>
              </a:rPr>
              <a:t>;</a:t>
            </a:r>
            <a:r>
              <a:rPr kumimoji="1" lang="en-US" altLang="zh-CN" sz="1600" i="1" dirty="0">
                <a:solidFill>
                  <a:srgbClr val="000000"/>
                </a:solidFill>
                <a:cs typeface="Times New Roman" panose="02020603050405020304" pitchFamily="18" charset="0"/>
                <a:sym typeface="Symbol" panose="05050102010706020507" pitchFamily="18" charset="2"/>
              </a:rPr>
              <a:t>    </a:t>
            </a:r>
          </a:p>
          <a:p>
            <a:pPr>
              <a:lnSpc>
                <a:spcPts val="1400"/>
              </a:lnSpc>
            </a:pPr>
            <a:r>
              <a:rPr kumimoji="1" lang="en-US" altLang="zh-CN" sz="1600" i="1" dirty="0">
                <a:solidFill>
                  <a:srgbClr val="000000"/>
                </a:solidFill>
                <a:cs typeface="Times New Roman" panose="02020603050405020304" pitchFamily="18" charset="0"/>
                <a:sym typeface="Symbol" panose="05050102010706020507" pitchFamily="18" charset="2"/>
              </a:rPr>
              <a:t>void   </a:t>
            </a:r>
            <a:r>
              <a:rPr kumimoji="1" lang="en-US" altLang="zh-CN" sz="1600" i="1" dirty="0" err="1">
                <a:solidFill>
                  <a:srgbClr val="000000"/>
                </a:solidFill>
                <a:cs typeface="Times New Roman" panose="02020603050405020304" pitchFamily="18" charset="0"/>
                <a:sym typeface="Symbol" panose="05050102010706020507" pitchFamily="18" charset="2"/>
              </a:rPr>
              <a:t>readArray</a:t>
            </a:r>
            <a:r>
              <a:rPr kumimoji="1" lang="en-US" altLang="zh-CN" sz="1600" dirty="0">
                <a:solidFill>
                  <a:srgbClr val="000000"/>
                </a:solidFill>
                <a:cs typeface="Times New Roman" panose="02020603050405020304" pitchFamily="18" charset="0"/>
                <a:sym typeface="Symbol" panose="05050102010706020507" pitchFamily="18" charset="2"/>
              </a:rPr>
              <a:t>( ) /</a:t>
            </a:r>
            <a:r>
              <a:rPr kumimoji="1" lang="zh-CN" altLang="en-US" sz="1600" dirty="0">
                <a:solidFill>
                  <a:srgbClr val="000000"/>
                </a:solidFill>
                <a:cs typeface="Times New Roman" panose="02020603050405020304" pitchFamily="18" charset="0"/>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将</a:t>
            </a:r>
            <a:r>
              <a:rPr kumimoji="1" lang="en-US"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9</a:t>
            </a:r>
            <a:r>
              <a:rPr kumimoji="1" lang="zh-CN" altLang="en-US"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个整数读入到</a:t>
            </a:r>
            <a:r>
              <a:rPr kumimoji="1" lang="en-US" altLang="zh-CN" sz="1600" i="1" dirty="0">
                <a:solidFill>
                  <a:srgbClr val="000000"/>
                </a:solidFill>
                <a:cs typeface="Times New Roman" panose="02020603050405020304" pitchFamily="18" charset="0"/>
                <a:sym typeface="Symbol" panose="05050102010706020507" pitchFamily="18" charset="2"/>
              </a:rPr>
              <a:t>a</a:t>
            </a:r>
            <a:r>
              <a:rPr lang="en-US" altLang="zh-CN" sz="1600" dirty="0">
                <a:solidFill>
                  <a:srgbClr val="000000"/>
                </a:solidFill>
                <a:cs typeface="Times New Roman" panose="02020603050405020304" pitchFamily="18" charset="0"/>
              </a:rPr>
              <a:t>[1]</a:t>
            </a:r>
            <a:r>
              <a:rPr kumimoji="1" lang="en-US" altLang="zh-CN" sz="1600" dirty="0">
                <a:solidFill>
                  <a:srgbClr val="000000"/>
                </a:solidFill>
                <a:cs typeface="Times New Roman" panose="02020603050405020304" pitchFamily="18" charset="0"/>
                <a:sym typeface="Symbol" panose="05050102010706020507" pitchFamily="18" charset="2"/>
              </a:rPr>
              <a:t>,…,</a:t>
            </a:r>
            <a:r>
              <a:rPr kumimoji="1" lang="en-US" altLang="zh-CN" sz="1600" i="1" dirty="0">
                <a:solidFill>
                  <a:srgbClr val="000000"/>
                </a:solidFill>
                <a:cs typeface="Times New Roman" panose="02020603050405020304" pitchFamily="18" charset="0"/>
                <a:sym typeface="Symbol" panose="05050102010706020507" pitchFamily="18" charset="2"/>
              </a:rPr>
              <a:t>a</a:t>
            </a:r>
            <a:r>
              <a:rPr lang="en-US" altLang="zh-CN" sz="1600" dirty="0">
                <a:solidFill>
                  <a:srgbClr val="000000"/>
                </a:solidFill>
              </a:rPr>
              <a:t>[9]</a:t>
            </a:r>
            <a:r>
              <a:rPr kumimoji="1" lang="zh-CN" altLang="en-US" sz="1600" dirty="0">
                <a:solidFill>
                  <a:srgbClr val="000000"/>
                </a:solidFill>
                <a:latin typeface="华文楷体" panose="02010600040101010101" pitchFamily="2" charset="-122"/>
                <a:ea typeface="华文楷体" panose="02010600040101010101" pitchFamily="2" charset="-122"/>
              </a:rPr>
              <a:t>中</a:t>
            </a:r>
            <a:r>
              <a:rPr kumimoji="1" lang="en-US" altLang="zh-CN" sz="1600" dirty="0">
                <a:solidFill>
                  <a:srgbClr val="000000"/>
                </a:solidFill>
                <a:cs typeface="Times New Roman" panose="02020603050405020304" pitchFamily="18" charset="0"/>
                <a:sym typeface="Symbol" panose="05050102010706020507" pitchFamily="18" charset="2"/>
              </a:rPr>
              <a:t> </a:t>
            </a:r>
            <a:r>
              <a:rPr kumimoji="1" lang="zh-CN" altLang="en-US" sz="1600" dirty="0">
                <a:solidFill>
                  <a:srgbClr val="000000"/>
                </a:solidFill>
                <a:cs typeface="Times New Roman" panose="02020603050405020304" pitchFamily="18" charset="0"/>
                <a:sym typeface="Symbol" panose="05050102010706020507" pitchFamily="18" charset="2"/>
              </a:rPr>
              <a:t>*</a:t>
            </a:r>
            <a:r>
              <a:rPr kumimoji="1" lang="en-US" altLang="zh-CN" sz="1600" dirty="0">
                <a:solidFill>
                  <a:srgbClr val="000000"/>
                </a:solidFill>
                <a:cs typeface="Times New Roman" panose="02020603050405020304" pitchFamily="18" charset="0"/>
                <a:sym typeface="Symbol" panose="05050102010706020507" pitchFamily="18" charset="2"/>
              </a:rPr>
              <a:t>/</a:t>
            </a:r>
            <a:endParaRPr kumimoji="1" lang="en-US" altLang="zh-CN" sz="1600" i="1" dirty="0">
              <a:solidFill>
                <a:srgbClr val="000000"/>
              </a:solidFill>
              <a:cs typeface="Times New Roman" panose="02020603050405020304" pitchFamily="18" charset="0"/>
              <a:sym typeface="Symbol" panose="05050102010706020507" pitchFamily="18" charset="2"/>
            </a:endParaRPr>
          </a:p>
          <a:p>
            <a:pPr>
              <a:lnSpc>
                <a:spcPts val="1400"/>
              </a:lnSpc>
            </a:pPr>
            <a:r>
              <a:rPr kumimoji="1" lang="en-US" altLang="zh-CN" sz="1600" dirty="0">
                <a:solidFill>
                  <a:srgbClr val="000000"/>
                </a:solidFill>
                <a:cs typeface="Times New Roman" panose="02020603050405020304" pitchFamily="18" charset="0"/>
                <a:sym typeface="Symbol" panose="05050102010706020507" pitchFamily="18" charset="2"/>
              </a:rPr>
              <a:t>{</a:t>
            </a:r>
            <a:r>
              <a:rPr kumimoji="1" lang="en-US" altLang="zh-CN" sz="1600" i="1" dirty="0">
                <a:solidFill>
                  <a:srgbClr val="000000"/>
                </a:solidFill>
                <a:cs typeface="Times New Roman" panose="02020603050405020304" pitchFamily="18" charset="0"/>
                <a:sym typeface="Symbol" panose="05050102010706020507" pitchFamily="18" charset="2"/>
              </a:rPr>
              <a:t>          </a:t>
            </a:r>
            <a:r>
              <a:rPr kumimoji="1" lang="en-US" altLang="zh-CN" sz="1600" i="1" dirty="0" err="1">
                <a:solidFill>
                  <a:srgbClr val="000000"/>
                </a:solidFill>
                <a:cs typeface="Times New Roman" panose="02020603050405020304" pitchFamily="18" charset="0"/>
                <a:sym typeface="Symbol" panose="05050102010706020507" pitchFamily="18" charset="2"/>
              </a:rPr>
              <a:t>int</a:t>
            </a:r>
            <a:r>
              <a:rPr kumimoji="1" lang="en-US" altLang="zh-CN" sz="1600" i="1" dirty="0">
                <a:solidFill>
                  <a:srgbClr val="000000"/>
                </a:solidFill>
                <a:cs typeface="Times New Roman" panose="02020603050405020304" pitchFamily="18" charset="0"/>
                <a:sym typeface="Symbol" panose="05050102010706020507" pitchFamily="18" charset="2"/>
              </a:rPr>
              <a:t>   </a:t>
            </a:r>
            <a:r>
              <a:rPr kumimoji="1" lang="en-US" altLang="zh-CN" sz="1600" i="1" dirty="0" err="1">
                <a:solidFill>
                  <a:srgbClr val="000000"/>
                </a:solidFill>
                <a:cs typeface="Times New Roman" panose="02020603050405020304" pitchFamily="18" charset="0"/>
                <a:sym typeface="Symbol" panose="05050102010706020507" pitchFamily="18" charset="2"/>
              </a:rPr>
              <a:t>i</a:t>
            </a:r>
            <a:r>
              <a:rPr kumimoji="1" lang="en-US" altLang="zh-CN" sz="1600" i="1" dirty="0">
                <a:solidFill>
                  <a:srgbClr val="000000"/>
                </a:solidFill>
                <a:cs typeface="Times New Roman" panose="02020603050405020304" pitchFamily="18" charset="0"/>
                <a:sym typeface="Symbol" panose="05050102010706020507" pitchFamily="18" charset="2"/>
              </a:rPr>
              <a:t>;</a:t>
            </a:r>
          </a:p>
          <a:p>
            <a:pPr>
              <a:lnSpc>
                <a:spcPts val="1400"/>
              </a:lnSpc>
            </a:pPr>
            <a:r>
              <a:rPr kumimoji="1" lang="en-US" altLang="zh-CN" sz="1600" i="1" dirty="0">
                <a:solidFill>
                  <a:srgbClr val="000000"/>
                </a:solidFill>
                <a:cs typeface="Times New Roman" panose="02020603050405020304" pitchFamily="18" charset="0"/>
                <a:sym typeface="Symbol" panose="05050102010706020507" pitchFamily="18" charset="2"/>
              </a:rPr>
              <a:t>          …</a:t>
            </a:r>
          </a:p>
          <a:p>
            <a:pPr>
              <a:lnSpc>
                <a:spcPts val="1400"/>
              </a:lnSpc>
            </a:pPr>
            <a:r>
              <a:rPr kumimoji="1" lang="en-US" altLang="zh-CN" sz="1600" dirty="0">
                <a:solidFill>
                  <a:srgbClr val="000000"/>
                </a:solidFill>
                <a:cs typeface="Times New Roman" panose="02020603050405020304" pitchFamily="18" charset="0"/>
              </a:rPr>
              <a:t>}</a:t>
            </a:r>
          </a:p>
          <a:p>
            <a:pPr>
              <a:lnSpc>
                <a:spcPts val="1400"/>
              </a:lnSpc>
            </a:pPr>
            <a:r>
              <a:rPr kumimoji="1" lang="en-US" altLang="zh-CN" sz="1600" i="1" dirty="0" err="1">
                <a:solidFill>
                  <a:srgbClr val="000000"/>
                </a:solidFill>
                <a:sym typeface="Symbol" panose="05050102010706020507" pitchFamily="18" charset="2"/>
              </a:rPr>
              <a:t>int</a:t>
            </a:r>
            <a:r>
              <a:rPr kumimoji="1" lang="en-US" altLang="zh-CN" sz="1600" i="1" dirty="0">
                <a:solidFill>
                  <a:srgbClr val="000000"/>
                </a:solidFill>
                <a:sym typeface="Symbol" panose="05050102010706020507" pitchFamily="18" charset="2"/>
              </a:rPr>
              <a:t>   partition</a:t>
            </a:r>
            <a:r>
              <a:rPr kumimoji="1" lang="en-US" altLang="zh-CN" sz="1600" dirty="0">
                <a:solidFill>
                  <a:srgbClr val="000000"/>
                </a:solidFill>
                <a:sym typeface="Symbol" panose="05050102010706020507" pitchFamily="18" charset="2"/>
              </a:rPr>
              <a:t>(</a:t>
            </a:r>
            <a:r>
              <a:rPr kumimoji="1" lang="en-US" altLang="zh-CN" sz="1600" i="1" dirty="0" err="1">
                <a:solidFill>
                  <a:srgbClr val="000000"/>
                </a:solidFill>
                <a:sym typeface="Symbol" panose="05050102010706020507" pitchFamily="18" charset="2"/>
              </a:rPr>
              <a:t>int</a:t>
            </a:r>
            <a:r>
              <a:rPr kumimoji="1" lang="en-US" altLang="zh-CN" sz="1600" i="1" dirty="0">
                <a:solidFill>
                  <a:srgbClr val="000000"/>
                </a:solidFill>
                <a:sym typeface="Symbol" panose="05050102010706020507" pitchFamily="18" charset="2"/>
              </a:rPr>
              <a:t>  m,  </a:t>
            </a:r>
            <a:r>
              <a:rPr kumimoji="1" lang="en-US" altLang="zh-CN" sz="1600" i="1" dirty="0" err="1">
                <a:solidFill>
                  <a:srgbClr val="000000"/>
                </a:solidFill>
                <a:sym typeface="Symbol" panose="05050102010706020507" pitchFamily="18" charset="2"/>
              </a:rPr>
              <a:t>int</a:t>
            </a:r>
            <a:r>
              <a:rPr kumimoji="1" lang="en-US" altLang="zh-CN" sz="1600" i="1" dirty="0">
                <a:solidFill>
                  <a:srgbClr val="000000"/>
                </a:solidFill>
                <a:sym typeface="Symbol" panose="05050102010706020507" pitchFamily="18" charset="2"/>
              </a:rPr>
              <a:t>  n</a:t>
            </a:r>
            <a:r>
              <a:rPr kumimoji="1" lang="en-US" altLang="zh-CN" sz="1600" dirty="0">
                <a:solidFill>
                  <a:srgbClr val="000000"/>
                </a:solidFill>
                <a:sym typeface="Symbol" panose="05050102010706020507" pitchFamily="18" charset="2"/>
              </a:rPr>
              <a:t>) </a:t>
            </a:r>
            <a:endParaRPr kumimoji="1" lang="en-US" altLang="zh-CN" sz="1600" i="1" dirty="0">
              <a:solidFill>
                <a:srgbClr val="000000"/>
              </a:solidFill>
              <a:sym typeface="Symbol" panose="05050102010706020507" pitchFamily="18" charset="2"/>
            </a:endParaRPr>
          </a:p>
          <a:p>
            <a:pPr>
              <a:lnSpc>
                <a:spcPts val="1400"/>
              </a:lnSpc>
            </a:pPr>
            <a:r>
              <a:rPr kumimoji="1" lang="en-US" altLang="zh-CN" sz="1600" dirty="0">
                <a:solidFill>
                  <a:srgbClr val="000000"/>
                </a:solidFill>
                <a:cs typeface="Times New Roman" panose="02020603050405020304" pitchFamily="18" charset="0"/>
                <a:sym typeface="Symbol" panose="05050102010706020507" pitchFamily="18" charset="2"/>
              </a:rPr>
              <a:t>{         </a:t>
            </a:r>
            <a:r>
              <a:rPr kumimoji="1" lang="en-US" altLang="zh-CN" sz="1600" dirty="0">
                <a:solidFill>
                  <a:srgbClr val="000000"/>
                </a:solidFill>
                <a:sym typeface="Symbol" panose="05050102010706020507" pitchFamily="18" charset="2"/>
              </a:rPr>
              <a:t>/</a:t>
            </a:r>
            <a:r>
              <a:rPr kumimoji="1" lang="zh-CN" altLang="en-US" sz="1600" dirty="0">
                <a:solidFill>
                  <a:srgbClr val="000000"/>
                </a:solidFill>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选择一个分割值</a:t>
            </a:r>
            <a:r>
              <a:rPr kumimoji="1" lang="en-US" altLang="zh-CN" sz="1600" i="1" dirty="0">
                <a:solidFill>
                  <a:srgbClr val="000000"/>
                </a:solidFill>
                <a:ea typeface="华文楷体" panose="02010600040101010101" pitchFamily="2" charset="-122"/>
                <a:sym typeface="Symbol" panose="05050102010706020507" pitchFamily="18" charset="2"/>
              </a:rPr>
              <a:t>v</a:t>
            </a:r>
            <a:r>
              <a:rPr kumimoji="1" lang="zh-CN" altLang="en-US" sz="1600" i="1"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划分</a:t>
            </a:r>
            <a:r>
              <a:rPr kumimoji="1" lang="en-US" altLang="zh-CN" sz="1600" i="1" dirty="0">
                <a:solidFill>
                  <a:srgbClr val="000000"/>
                </a:solidFill>
                <a:sym typeface="Symbol" panose="05050102010706020507" pitchFamily="18" charset="2"/>
              </a:rPr>
              <a:t>a</a:t>
            </a:r>
            <a:r>
              <a:rPr lang="en-US" altLang="zh-CN" sz="1600" dirty="0">
                <a:solidFill>
                  <a:srgbClr val="000000"/>
                </a:solidFill>
              </a:rPr>
              <a:t>[</a:t>
            </a:r>
            <a:r>
              <a:rPr lang="en-US" altLang="zh-CN" sz="1600" i="1" dirty="0">
                <a:solidFill>
                  <a:srgbClr val="000000"/>
                </a:solidFill>
              </a:rPr>
              <a:t>m…n</a:t>
            </a:r>
            <a:r>
              <a:rPr lang="en-US" altLang="zh-CN" sz="1600" dirty="0">
                <a:solidFill>
                  <a:srgbClr val="000000"/>
                </a:solidFill>
              </a:rPr>
              <a:t>]</a:t>
            </a:r>
            <a:r>
              <a:rPr kumimoji="1" lang="zh-CN" altLang="en-US" sz="1600" dirty="0">
                <a:solidFill>
                  <a:srgbClr val="000000"/>
                </a:solidFill>
              </a:rPr>
              <a:t>，</a:t>
            </a:r>
            <a:r>
              <a:rPr kumimoji="1" lang="zh-CN" altLang="en-US" sz="1600" dirty="0">
                <a:solidFill>
                  <a:srgbClr val="000000"/>
                </a:solidFill>
                <a:latin typeface="华文楷体" panose="02010600040101010101" pitchFamily="2" charset="-122"/>
                <a:ea typeface="华文楷体" panose="02010600040101010101" pitchFamily="2" charset="-122"/>
              </a:rPr>
              <a:t>使得</a:t>
            </a:r>
            <a:r>
              <a:rPr kumimoji="1" lang="en-US" altLang="zh-CN" sz="1600" i="1" dirty="0">
                <a:solidFill>
                  <a:srgbClr val="000000"/>
                </a:solidFill>
                <a:sym typeface="Symbol" panose="05050102010706020507" pitchFamily="18" charset="2"/>
              </a:rPr>
              <a:t>a</a:t>
            </a:r>
            <a:r>
              <a:rPr lang="en-US" altLang="zh-CN" sz="1600" dirty="0">
                <a:solidFill>
                  <a:srgbClr val="000000"/>
                </a:solidFill>
              </a:rPr>
              <a:t>[</a:t>
            </a:r>
            <a:r>
              <a:rPr lang="en-US" altLang="zh-CN" sz="1600" i="1" dirty="0">
                <a:solidFill>
                  <a:srgbClr val="000000"/>
                </a:solidFill>
              </a:rPr>
              <a:t>m…p-</a:t>
            </a:r>
            <a:r>
              <a:rPr lang="en-US" altLang="zh-CN" sz="1600" dirty="0">
                <a:solidFill>
                  <a:srgbClr val="000000"/>
                </a:solidFill>
              </a:rPr>
              <a:t>1]</a:t>
            </a:r>
            <a:r>
              <a:rPr kumimoji="1" lang="zh-CN" altLang="en-US" sz="1600" dirty="0">
                <a:solidFill>
                  <a:srgbClr val="000000"/>
                </a:solidFill>
                <a:latin typeface="华文楷体" panose="02010600040101010101" pitchFamily="2" charset="-122"/>
                <a:ea typeface="华文楷体" panose="02010600040101010101" pitchFamily="2" charset="-122"/>
              </a:rPr>
              <a:t>小于</a:t>
            </a:r>
            <a:r>
              <a:rPr lang="en-US" altLang="zh-CN" sz="1600" i="1" dirty="0">
                <a:solidFill>
                  <a:srgbClr val="000000"/>
                </a:solidFill>
              </a:rPr>
              <a:t>v,  a</a:t>
            </a:r>
            <a:r>
              <a:rPr lang="en-US" altLang="zh-CN" sz="1600" dirty="0">
                <a:solidFill>
                  <a:srgbClr val="000000"/>
                </a:solidFill>
              </a:rPr>
              <a:t>[</a:t>
            </a:r>
            <a:r>
              <a:rPr lang="en-US" altLang="zh-CN" sz="1600" i="1" dirty="0">
                <a:solidFill>
                  <a:srgbClr val="000000"/>
                </a:solidFill>
              </a:rPr>
              <a:t>p</a:t>
            </a:r>
            <a:r>
              <a:rPr lang="en-US" altLang="zh-CN" sz="1600" dirty="0">
                <a:solidFill>
                  <a:srgbClr val="000000"/>
                </a:solidFill>
              </a:rPr>
              <a:t>]=</a:t>
            </a:r>
            <a:r>
              <a:rPr lang="en-US" altLang="zh-CN" sz="1600" i="1" dirty="0">
                <a:solidFill>
                  <a:srgbClr val="000000"/>
                </a:solidFill>
              </a:rPr>
              <a:t> v , </a:t>
            </a:r>
          </a:p>
          <a:p>
            <a:pPr>
              <a:lnSpc>
                <a:spcPts val="1400"/>
              </a:lnSpc>
            </a:pPr>
            <a:r>
              <a:rPr lang="en-US" altLang="zh-CN" sz="1600" i="1" dirty="0">
                <a:solidFill>
                  <a:srgbClr val="000000"/>
                </a:solidFill>
              </a:rPr>
              <a:t>               a</a:t>
            </a:r>
            <a:r>
              <a:rPr lang="en-US" altLang="zh-CN" sz="1600" dirty="0">
                <a:solidFill>
                  <a:srgbClr val="000000"/>
                </a:solidFill>
              </a:rPr>
              <a:t>[</a:t>
            </a:r>
            <a:r>
              <a:rPr lang="en-US" altLang="zh-CN" sz="1600" i="1" dirty="0">
                <a:solidFill>
                  <a:srgbClr val="000000"/>
                </a:solidFill>
              </a:rPr>
              <a:t>p+</a:t>
            </a:r>
            <a:r>
              <a:rPr lang="en-US" altLang="zh-CN" sz="1600" dirty="0">
                <a:solidFill>
                  <a:srgbClr val="000000"/>
                </a:solidFill>
              </a:rPr>
              <a:t>1</a:t>
            </a:r>
            <a:r>
              <a:rPr lang="en-US" altLang="zh-CN" sz="1600" i="1" dirty="0">
                <a:solidFill>
                  <a:srgbClr val="000000"/>
                </a:solidFill>
              </a:rPr>
              <a:t>…n</a:t>
            </a:r>
            <a:r>
              <a:rPr lang="en-US" altLang="zh-CN" sz="1600" dirty="0">
                <a:solidFill>
                  <a:srgbClr val="000000"/>
                </a:solidFill>
              </a:rPr>
              <a:t>]</a:t>
            </a:r>
            <a:r>
              <a:rPr kumimoji="1" lang="zh-CN" altLang="en-US" sz="1600" dirty="0">
                <a:solidFill>
                  <a:srgbClr val="000000"/>
                </a:solidFill>
                <a:latin typeface="华文楷体" panose="02010600040101010101" pitchFamily="2" charset="-122"/>
                <a:ea typeface="华文楷体" panose="02010600040101010101" pitchFamily="2" charset="-122"/>
              </a:rPr>
              <a:t>大于等于</a:t>
            </a:r>
            <a:r>
              <a:rPr kumimoji="1" lang="en-US" altLang="zh-CN" sz="1600" i="1" dirty="0">
                <a:solidFill>
                  <a:srgbClr val="000000"/>
                </a:solidFill>
                <a:sym typeface="Symbol" panose="05050102010706020507" pitchFamily="18" charset="2"/>
              </a:rPr>
              <a:t>v</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。返回</a:t>
            </a:r>
            <a:r>
              <a:rPr kumimoji="1" lang="en-US" altLang="zh-CN" sz="1600" i="1"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 </a:t>
            </a:r>
            <a:r>
              <a:rPr kumimoji="1" lang="en-US" altLang="zh-CN" sz="1600" i="1" dirty="0">
                <a:solidFill>
                  <a:srgbClr val="000000"/>
                </a:solidFill>
                <a:sym typeface="Symbol" panose="05050102010706020507" pitchFamily="18" charset="2"/>
              </a:rPr>
              <a:t>p </a:t>
            </a:r>
            <a:r>
              <a:rPr kumimoji="1" lang="zh-CN" altLang="en-US" sz="1600" dirty="0">
                <a:solidFill>
                  <a:srgbClr val="000000"/>
                </a:solidFill>
                <a:sym typeface="Symbol" panose="05050102010706020507" pitchFamily="18" charset="2"/>
              </a:rPr>
              <a:t>*</a:t>
            </a:r>
            <a:r>
              <a:rPr kumimoji="1" lang="en-US" altLang="zh-CN" sz="1600" dirty="0">
                <a:solidFill>
                  <a:srgbClr val="000000"/>
                </a:solidFill>
                <a:sym typeface="Symbol" panose="05050102010706020507" pitchFamily="18" charset="2"/>
              </a:rPr>
              <a:t>/</a:t>
            </a:r>
          </a:p>
          <a:p>
            <a:pPr>
              <a:lnSpc>
                <a:spcPts val="1400"/>
              </a:lnSpc>
            </a:pPr>
            <a:r>
              <a:rPr kumimoji="1" lang="en-US" altLang="zh-CN" sz="1600" i="1" dirty="0">
                <a:solidFill>
                  <a:srgbClr val="000000"/>
                </a:solidFill>
                <a:sym typeface="Symbol" panose="05050102010706020507" pitchFamily="18" charset="2"/>
              </a:rPr>
              <a:t>           …</a:t>
            </a:r>
            <a:r>
              <a:rPr kumimoji="1" lang="en-US" altLang="zh-CN" sz="1600" dirty="0">
                <a:solidFill>
                  <a:srgbClr val="000000"/>
                </a:solidFill>
                <a:sym typeface="Symbol" panose="05050102010706020507" pitchFamily="18" charset="2"/>
              </a:rPr>
              <a:t>           </a:t>
            </a:r>
          </a:p>
          <a:p>
            <a:pPr>
              <a:lnSpc>
                <a:spcPts val="1400"/>
              </a:lnSpc>
            </a:pPr>
            <a:r>
              <a:rPr kumimoji="1" lang="en-US" altLang="zh-CN" sz="1600" dirty="0">
                <a:solidFill>
                  <a:srgbClr val="000000"/>
                </a:solidFill>
              </a:rPr>
              <a:t>} </a:t>
            </a:r>
          </a:p>
          <a:p>
            <a:pPr>
              <a:lnSpc>
                <a:spcPts val="1400"/>
              </a:lnSpc>
            </a:pPr>
            <a:r>
              <a:rPr kumimoji="1" lang="en-US" altLang="zh-CN" sz="1600" i="1" dirty="0">
                <a:solidFill>
                  <a:srgbClr val="000000"/>
                </a:solidFill>
                <a:sym typeface="Symbol" panose="05050102010706020507" pitchFamily="18" charset="2"/>
              </a:rPr>
              <a:t>void   quicksort</a:t>
            </a:r>
            <a:r>
              <a:rPr kumimoji="1" lang="en-US" altLang="zh-CN" sz="1600" dirty="0">
                <a:solidFill>
                  <a:srgbClr val="000000"/>
                </a:solidFill>
                <a:sym typeface="Symbol" panose="05050102010706020507" pitchFamily="18" charset="2"/>
              </a:rPr>
              <a:t>(</a:t>
            </a:r>
            <a:r>
              <a:rPr kumimoji="1" lang="en-US" altLang="zh-CN" sz="1600" i="1" dirty="0" err="1">
                <a:solidFill>
                  <a:srgbClr val="000000"/>
                </a:solidFill>
                <a:sym typeface="Symbol" panose="05050102010706020507" pitchFamily="18" charset="2"/>
              </a:rPr>
              <a:t>int</a:t>
            </a:r>
            <a:r>
              <a:rPr kumimoji="1" lang="en-US" altLang="zh-CN" sz="1600" i="1" dirty="0">
                <a:solidFill>
                  <a:srgbClr val="000000"/>
                </a:solidFill>
                <a:sym typeface="Symbol" panose="05050102010706020507" pitchFamily="18" charset="2"/>
              </a:rPr>
              <a:t>  m,  </a:t>
            </a:r>
            <a:r>
              <a:rPr kumimoji="1" lang="en-US" altLang="zh-CN" sz="1600" i="1" dirty="0" err="1">
                <a:solidFill>
                  <a:srgbClr val="000000"/>
                </a:solidFill>
                <a:sym typeface="Symbol" panose="05050102010706020507" pitchFamily="18" charset="2"/>
              </a:rPr>
              <a:t>int</a:t>
            </a:r>
            <a:r>
              <a:rPr kumimoji="1" lang="en-US" altLang="zh-CN" sz="1600" i="1" dirty="0">
                <a:solidFill>
                  <a:srgbClr val="000000"/>
                </a:solidFill>
                <a:sym typeface="Symbol" panose="05050102010706020507" pitchFamily="18" charset="2"/>
              </a:rPr>
              <a:t>  n</a:t>
            </a:r>
            <a:r>
              <a:rPr kumimoji="1" lang="en-US" altLang="zh-CN" sz="1600" dirty="0">
                <a:solidFill>
                  <a:srgbClr val="000000"/>
                </a:solidFill>
                <a:sym typeface="Symbol" panose="05050102010706020507" pitchFamily="18" charset="2"/>
              </a:rPr>
              <a:t>) </a:t>
            </a:r>
            <a:endParaRPr kumimoji="1" lang="en-US" altLang="zh-CN" sz="1600" i="1" dirty="0">
              <a:solidFill>
                <a:srgbClr val="000000"/>
              </a:solidFill>
              <a:sym typeface="Symbol" panose="05050102010706020507" pitchFamily="18" charset="2"/>
            </a:endParaRPr>
          </a:p>
          <a:p>
            <a:pPr>
              <a:lnSpc>
                <a:spcPts val="1400"/>
              </a:lnSpc>
            </a:pPr>
            <a:r>
              <a:rPr kumimoji="1" lang="en-US" altLang="zh-CN" sz="1600" dirty="0">
                <a:solidFill>
                  <a:srgbClr val="000000"/>
                </a:solidFill>
                <a:cs typeface="Times New Roman" panose="02020603050405020304" pitchFamily="18" charset="0"/>
                <a:sym typeface="Symbol" panose="05050102010706020507" pitchFamily="18" charset="2"/>
              </a:rPr>
              <a:t>{</a:t>
            </a:r>
            <a:r>
              <a:rPr lang="en-US" altLang="zh-CN" sz="1600" i="1" dirty="0">
                <a:solidFill>
                  <a:srgbClr val="000000"/>
                </a:solidFill>
              </a:rPr>
              <a:t>          </a:t>
            </a:r>
            <a:r>
              <a:rPr lang="en-US" altLang="zh-CN" sz="1600" i="1" dirty="0" err="1">
                <a:solidFill>
                  <a:srgbClr val="000000"/>
                </a:solidFill>
              </a:rPr>
              <a:t>int</a:t>
            </a:r>
            <a:r>
              <a:rPr lang="en-US" altLang="zh-CN" sz="1600" i="1" dirty="0">
                <a:solidFill>
                  <a:srgbClr val="000000"/>
                </a:solidFill>
              </a:rPr>
              <a:t>   </a:t>
            </a:r>
            <a:r>
              <a:rPr lang="en-US" altLang="zh-CN" sz="1600" i="1" dirty="0" err="1">
                <a:solidFill>
                  <a:srgbClr val="000000"/>
                </a:solidFill>
              </a:rPr>
              <a:t>i</a:t>
            </a:r>
            <a:r>
              <a:rPr lang="en-US" altLang="zh-CN" sz="1600" i="1" dirty="0">
                <a:solidFill>
                  <a:srgbClr val="000000"/>
                </a:solidFill>
              </a:rPr>
              <a:t>;           </a:t>
            </a:r>
            <a:endParaRPr kumimoji="1" lang="en-US" altLang="zh-CN" sz="1600" i="1" dirty="0">
              <a:solidFill>
                <a:srgbClr val="000000"/>
              </a:solidFill>
              <a:sym typeface="Symbol" panose="05050102010706020507" pitchFamily="18" charset="2"/>
            </a:endParaRPr>
          </a:p>
          <a:p>
            <a:pPr>
              <a:lnSpc>
                <a:spcPts val="1400"/>
              </a:lnSpc>
            </a:pPr>
            <a:r>
              <a:rPr kumimoji="1" lang="en-US" altLang="zh-CN" sz="1600" i="1" dirty="0">
                <a:solidFill>
                  <a:srgbClr val="000000"/>
                </a:solidFill>
                <a:sym typeface="Symbol" panose="05050102010706020507" pitchFamily="18" charset="2"/>
              </a:rPr>
              <a:t>           if </a:t>
            </a:r>
            <a:r>
              <a:rPr kumimoji="1" lang="en-US" altLang="zh-CN" sz="1600" dirty="0">
                <a:solidFill>
                  <a:srgbClr val="000000"/>
                </a:solidFill>
                <a:sym typeface="Symbol" panose="05050102010706020507" pitchFamily="18" charset="2"/>
              </a:rPr>
              <a:t>(</a:t>
            </a:r>
            <a:r>
              <a:rPr kumimoji="1" lang="en-US" altLang="zh-CN" sz="1600" i="1" dirty="0">
                <a:solidFill>
                  <a:srgbClr val="000000"/>
                </a:solidFill>
                <a:sym typeface="Symbol" panose="05050102010706020507" pitchFamily="18" charset="2"/>
              </a:rPr>
              <a:t>n</a:t>
            </a:r>
            <a:r>
              <a:rPr kumimoji="1" lang="zh-CN" altLang="en-US" sz="1600" dirty="0">
                <a:solidFill>
                  <a:srgbClr val="000000"/>
                </a:solidFill>
                <a:sym typeface="Symbol" panose="05050102010706020507" pitchFamily="18" charset="2"/>
              </a:rPr>
              <a:t>＞</a:t>
            </a:r>
            <a:r>
              <a:rPr kumimoji="1" lang="en-US" altLang="zh-CN" sz="1600" i="1" dirty="0">
                <a:solidFill>
                  <a:srgbClr val="000000"/>
                </a:solidFill>
                <a:sym typeface="Symbol" panose="05050102010706020507" pitchFamily="18" charset="2"/>
              </a:rPr>
              <a:t>m</a:t>
            </a:r>
            <a:r>
              <a:rPr kumimoji="1" lang="en-US" altLang="zh-CN" sz="1600" dirty="0">
                <a:solidFill>
                  <a:srgbClr val="000000"/>
                </a:solidFill>
                <a:sym typeface="Symbol" panose="05050102010706020507" pitchFamily="18" charset="2"/>
              </a:rPr>
              <a:t>) { </a:t>
            </a:r>
          </a:p>
          <a:p>
            <a:pPr>
              <a:lnSpc>
                <a:spcPts val="1400"/>
              </a:lnSpc>
            </a:pPr>
            <a:r>
              <a:rPr kumimoji="1" lang="en-US" altLang="zh-CN" sz="1600" i="1" dirty="0">
                <a:solidFill>
                  <a:srgbClr val="000000"/>
                </a:solidFill>
                <a:sym typeface="Symbol" panose="05050102010706020507" pitchFamily="18" charset="2"/>
              </a:rPr>
              <a:t>                </a:t>
            </a:r>
            <a:r>
              <a:rPr kumimoji="1" lang="en-US" altLang="zh-CN" sz="1600" i="1" dirty="0" err="1">
                <a:solidFill>
                  <a:srgbClr val="000000"/>
                </a:solidFill>
                <a:sym typeface="Symbol" panose="05050102010706020507" pitchFamily="18" charset="2"/>
              </a:rPr>
              <a:t>i</a:t>
            </a:r>
            <a:r>
              <a:rPr kumimoji="1" lang="en-US" altLang="zh-CN" sz="1600" i="1" dirty="0">
                <a:solidFill>
                  <a:srgbClr val="000000"/>
                </a:solidFill>
                <a:sym typeface="Symbol" panose="05050102010706020507" pitchFamily="18" charset="2"/>
              </a:rPr>
              <a:t>=partition</a:t>
            </a:r>
            <a:r>
              <a:rPr kumimoji="1" lang="en-US" altLang="zh-CN" sz="1600" dirty="0">
                <a:solidFill>
                  <a:srgbClr val="000000"/>
                </a:solidFill>
                <a:sym typeface="Symbol" panose="05050102010706020507" pitchFamily="18" charset="2"/>
              </a:rPr>
              <a:t> (</a:t>
            </a:r>
            <a:r>
              <a:rPr kumimoji="1" lang="en-US" altLang="zh-CN" sz="1600" i="1" dirty="0">
                <a:solidFill>
                  <a:srgbClr val="000000"/>
                </a:solidFill>
                <a:sym typeface="Symbol" panose="05050102010706020507" pitchFamily="18" charset="2"/>
              </a:rPr>
              <a:t>m,  n</a:t>
            </a:r>
            <a:r>
              <a:rPr kumimoji="1" lang="en-US" altLang="zh-CN" sz="1600" dirty="0">
                <a:solidFill>
                  <a:srgbClr val="000000"/>
                </a:solidFill>
                <a:sym typeface="Symbol" panose="05050102010706020507" pitchFamily="18" charset="2"/>
              </a:rPr>
              <a:t>);</a:t>
            </a:r>
            <a:endParaRPr kumimoji="1" lang="en-US" altLang="zh-CN" sz="1600" i="1" dirty="0">
              <a:solidFill>
                <a:srgbClr val="000000"/>
              </a:solidFill>
              <a:sym typeface="Symbol" panose="05050102010706020507" pitchFamily="18" charset="2"/>
            </a:endParaRPr>
          </a:p>
          <a:p>
            <a:pPr>
              <a:lnSpc>
                <a:spcPts val="1400"/>
              </a:lnSpc>
            </a:pPr>
            <a:r>
              <a:rPr kumimoji="1" lang="en-US" altLang="zh-CN" sz="1600" i="1" dirty="0">
                <a:solidFill>
                  <a:srgbClr val="000000"/>
                </a:solidFill>
                <a:sym typeface="Symbol" panose="05050102010706020507" pitchFamily="18" charset="2"/>
              </a:rPr>
              <a:t>                quicksort</a:t>
            </a:r>
            <a:r>
              <a:rPr kumimoji="1" lang="en-US" altLang="zh-CN" sz="1600" dirty="0">
                <a:solidFill>
                  <a:srgbClr val="000000"/>
                </a:solidFill>
                <a:sym typeface="Symbol" panose="05050102010706020507" pitchFamily="18" charset="2"/>
              </a:rPr>
              <a:t> (</a:t>
            </a:r>
            <a:r>
              <a:rPr kumimoji="1" lang="en-US" altLang="zh-CN" sz="1600" i="1" dirty="0">
                <a:solidFill>
                  <a:srgbClr val="000000"/>
                </a:solidFill>
                <a:sym typeface="Symbol" panose="05050102010706020507" pitchFamily="18" charset="2"/>
              </a:rPr>
              <a:t>m</a:t>
            </a:r>
            <a:r>
              <a:rPr kumimoji="1" lang="en-US" altLang="zh-CN" sz="1600" dirty="0">
                <a:solidFill>
                  <a:srgbClr val="000000"/>
                </a:solidFill>
                <a:sym typeface="Symbol" panose="05050102010706020507" pitchFamily="18" charset="2"/>
              </a:rPr>
              <a:t>,  </a:t>
            </a:r>
            <a:r>
              <a:rPr kumimoji="1" lang="en-US" altLang="zh-CN" sz="1600" i="1" dirty="0">
                <a:solidFill>
                  <a:srgbClr val="000000"/>
                </a:solidFill>
                <a:sym typeface="Symbol" panose="05050102010706020507" pitchFamily="18" charset="2"/>
              </a:rPr>
              <a:t>i</a:t>
            </a:r>
            <a:r>
              <a:rPr kumimoji="1" lang="en-US" altLang="zh-CN" sz="1600" dirty="0">
                <a:solidFill>
                  <a:srgbClr val="000000"/>
                </a:solidFill>
                <a:sym typeface="Symbol" panose="05050102010706020507" pitchFamily="18" charset="2"/>
              </a:rPr>
              <a:t>-1);</a:t>
            </a:r>
          </a:p>
          <a:p>
            <a:pPr>
              <a:lnSpc>
                <a:spcPts val="1400"/>
              </a:lnSpc>
            </a:pPr>
            <a:r>
              <a:rPr kumimoji="1" lang="en-US" altLang="zh-CN" sz="1600" i="1" dirty="0">
                <a:solidFill>
                  <a:srgbClr val="000000"/>
                </a:solidFill>
                <a:sym typeface="Symbol" panose="05050102010706020507" pitchFamily="18" charset="2"/>
              </a:rPr>
              <a:t>                quicksort</a:t>
            </a:r>
            <a:r>
              <a:rPr kumimoji="1" lang="en-US" altLang="zh-CN" sz="1600" dirty="0">
                <a:solidFill>
                  <a:srgbClr val="000000"/>
                </a:solidFill>
                <a:sym typeface="Symbol" panose="05050102010706020507" pitchFamily="18" charset="2"/>
              </a:rPr>
              <a:t> (</a:t>
            </a:r>
            <a:r>
              <a:rPr kumimoji="1" lang="en-US" altLang="zh-CN" sz="1600" i="1" dirty="0">
                <a:solidFill>
                  <a:srgbClr val="000000"/>
                </a:solidFill>
                <a:sym typeface="Symbol" panose="05050102010706020507" pitchFamily="18" charset="2"/>
              </a:rPr>
              <a:t>i</a:t>
            </a:r>
            <a:r>
              <a:rPr kumimoji="1" lang="en-US" altLang="zh-CN" sz="1600" dirty="0">
                <a:solidFill>
                  <a:srgbClr val="000000"/>
                </a:solidFill>
                <a:sym typeface="Symbol" panose="05050102010706020507" pitchFamily="18" charset="2"/>
              </a:rPr>
              <a:t>+1,</a:t>
            </a:r>
            <a:r>
              <a:rPr kumimoji="1" lang="en-US" altLang="zh-CN" sz="1600" i="1" dirty="0">
                <a:solidFill>
                  <a:srgbClr val="000000"/>
                </a:solidFill>
                <a:sym typeface="Symbol" panose="05050102010706020507" pitchFamily="18" charset="2"/>
              </a:rPr>
              <a:t>  n</a:t>
            </a:r>
            <a:r>
              <a:rPr kumimoji="1" lang="en-US" altLang="zh-CN" sz="1600" dirty="0">
                <a:solidFill>
                  <a:srgbClr val="000000"/>
                </a:solidFill>
                <a:sym typeface="Symbol" panose="05050102010706020507" pitchFamily="18" charset="2"/>
              </a:rPr>
              <a:t>);</a:t>
            </a:r>
          </a:p>
          <a:p>
            <a:pPr>
              <a:lnSpc>
                <a:spcPts val="1400"/>
              </a:lnSpc>
            </a:pPr>
            <a:r>
              <a:rPr kumimoji="1" lang="en-US" altLang="zh-CN" sz="1600" dirty="0">
                <a:solidFill>
                  <a:srgbClr val="000000"/>
                </a:solidFill>
              </a:rPr>
              <a:t>          }</a:t>
            </a:r>
          </a:p>
          <a:p>
            <a:pPr>
              <a:lnSpc>
                <a:spcPts val="1400"/>
              </a:lnSpc>
            </a:pPr>
            <a:r>
              <a:rPr kumimoji="1" lang="en-US" altLang="zh-CN" sz="1600" dirty="0">
                <a:solidFill>
                  <a:srgbClr val="000000"/>
                </a:solidFill>
              </a:rPr>
              <a:t>}</a:t>
            </a:r>
          </a:p>
          <a:p>
            <a:pPr>
              <a:lnSpc>
                <a:spcPts val="1400"/>
              </a:lnSpc>
            </a:pPr>
            <a:r>
              <a:rPr kumimoji="1" lang="en-US" altLang="zh-CN" sz="1600" i="1" dirty="0">
                <a:solidFill>
                  <a:srgbClr val="000000"/>
                </a:solidFill>
                <a:sym typeface="Symbol" panose="05050102010706020507" pitchFamily="18" charset="2"/>
              </a:rPr>
              <a:t>main</a:t>
            </a:r>
            <a:r>
              <a:rPr kumimoji="1" lang="en-US" altLang="zh-CN" sz="1600" dirty="0">
                <a:solidFill>
                  <a:srgbClr val="000000"/>
                </a:solidFill>
                <a:sym typeface="Symbol" panose="05050102010706020507" pitchFamily="18" charset="2"/>
              </a:rPr>
              <a:t>( )  </a:t>
            </a:r>
          </a:p>
          <a:p>
            <a:pPr>
              <a:lnSpc>
                <a:spcPts val="1400"/>
              </a:lnSpc>
            </a:pPr>
            <a:r>
              <a:rPr kumimoji="1" lang="en-US" altLang="zh-CN" sz="1600" dirty="0">
                <a:solidFill>
                  <a:srgbClr val="000000"/>
                </a:solidFill>
                <a:cs typeface="Times New Roman" panose="02020603050405020304" pitchFamily="18" charset="0"/>
                <a:sym typeface="Symbol" panose="05050102010706020507" pitchFamily="18" charset="2"/>
              </a:rPr>
              <a:t>{</a:t>
            </a:r>
            <a:r>
              <a:rPr kumimoji="1" lang="en-US" altLang="zh-CN" sz="1600" i="1" dirty="0">
                <a:solidFill>
                  <a:srgbClr val="000000"/>
                </a:solidFill>
                <a:sym typeface="Symbol" panose="05050102010706020507" pitchFamily="18" charset="2"/>
              </a:rPr>
              <a:t>          </a:t>
            </a:r>
            <a:r>
              <a:rPr kumimoji="1" lang="en-US" altLang="zh-CN" sz="1600" i="1" dirty="0" err="1">
                <a:solidFill>
                  <a:srgbClr val="000000"/>
                </a:solidFill>
                <a:sym typeface="Symbol" panose="05050102010706020507" pitchFamily="18" charset="2"/>
              </a:rPr>
              <a:t>readArray</a:t>
            </a:r>
            <a:r>
              <a:rPr kumimoji="1" lang="en-US" altLang="zh-CN" sz="1600" dirty="0">
                <a:solidFill>
                  <a:srgbClr val="000000"/>
                </a:solidFill>
                <a:sym typeface="Symbol" panose="05050102010706020507" pitchFamily="18" charset="2"/>
              </a:rPr>
              <a:t> ( );</a:t>
            </a:r>
          </a:p>
          <a:p>
            <a:pPr>
              <a:lnSpc>
                <a:spcPts val="1400"/>
              </a:lnSpc>
            </a:pPr>
            <a:r>
              <a:rPr kumimoji="1" lang="en-US" altLang="zh-CN" sz="1600" i="1" dirty="0">
                <a:solidFill>
                  <a:srgbClr val="000000"/>
                </a:solidFill>
                <a:sym typeface="Symbol" panose="05050102010706020507" pitchFamily="18" charset="2"/>
              </a:rPr>
              <a:t>           a</a:t>
            </a:r>
            <a:r>
              <a:rPr lang="en-US" altLang="zh-CN" sz="1600" dirty="0">
                <a:solidFill>
                  <a:srgbClr val="000000"/>
                </a:solidFill>
              </a:rPr>
              <a:t>[0] = -9999;</a:t>
            </a:r>
          </a:p>
          <a:p>
            <a:pPr>
              <a:lnSpc>
                <a:spcPts val="1400"/>
              </a:lnSpc>
            </a:pPr>
            <a:r>
              <a:rPr kumimoji="1" lang="en-US" altLang="zh-CN" sz="1600" i="1" dirty="0">
                <a:solidFill>
                  <a:srgbClr val="000000"/>
                </a:solidFill>
                <a:sym typeface="Symbol" panose="05050102010706020507" pitchFamily="18" charset="2"/>
              </a:rPr>
              <a:t>           a</a:t>
            </a:r>
            <a:r>
              <a:rPr lang="en-US" altLang="zh-CN" sz="1600" dirty="0">
                <a:solidFill>
                  <a:srgbClr val="000000"/>
                </a:solidFill>
              </a:rPr>
              <a:t>[10] = 9999;</a:t>
            </a:r>
          </a:p>
          <a:p>
            <a:pPr>
              <a:lnSpc>
                <a:spcPts val="1400"/>
              </a:lnSpc>
            </a:pPr>
            <a:r>
              <a:rPr kumimoji="1" lang="en-US" altLang="zh-CN" sz="1600" i="1" dirty="0">
                <a:solidFill>
                  <a:srgbClr val="000000"/>
                </a:solidFill>
                <a:sym typeface="Symbol" panose="05050102010706020507" pitchFamily="18" charset="2"/>
              </a:rPr>
              <a:t>           quicksort</a:t>
            </a:r>
            <a:r>
              <a:rPr kumimoji="1" lang="en-US" altLang="zh-CN" sz="1600" dirty="0">
                <a:solidFill>
                  <a:srgbClr val="000000"/>
                </a:solidFill>
                <a:sym typeface="Symbol" panose="05050102010706020507" pitchFamily="18" charset="2"/>
              </a:rPr>
              <a:t> (1, 9);</a:t>
            </a:r>
          </a:p>
          <a:p>
            <a:pPr>
              <a:lnSpc>
                <a:spcPts val="1400"/>
              </a:lnSpc>
            </a:pPr>
            <a:r>
              <a:rPr kumimoji="1" lang="en-US" altLang="zh-CN" sz="1600" dirty="0">
                <a:solidFill>
                  <a:srgbClr val="000000"/>
                </a:solidFill>
              </a:rPr>
              <a:t>}</a:t>
            </a:r>
          </a:p>
        </p:txBody>
      </p:sp>
      <p:sp>
        <p:nvSpPr>
          <p:cNvPr id="2" name="矩形 1"/>
          <p:cNvSpPr/>
          <p:nvPr/>
        </p:nvSpPr>
        <p:spPr>
          <a:xfrm>
            <a:off x="5189538" y="863600"/>
            <a:ext cx="3103562" cy="809625"/>
          </a:xfrm>
          <a:prstGeom prst="rect">
            <a:avLst/>
          </a:prstGeom>
          <a:solidFill>
            <a:schemeClr val="accent5">
              <a:lumMod val="60000"/>
              <a:lumOff val="40000"/>
            </a:schemeClr>
          </a:solidFill>
          <a:ln>
            <a:solidFill>
              <a:schemeClr val="tx1"/>
            </a:solidFill>
          </a:ln>
        </p:spPr>
        <p:txBody>
          <a:bodyPr>
            <a:spAutoFit/>
          </a:bodyPr>
          <a:lstStyle/>
          <a:p>
            <a:pPr algn="just" eaLnBrk="1" hangingPunct="1">
              <a:lnSpc>
                <a:spcPts val="3000"/>
              </a:lnSpc>
              <a:spcBef>
                <a:spcPct val="30000"/>
              </a:spcBef>
              <a:defRPr/>
            </a:pPr>
            <a:r>
              <a:rPr lang="zh-CN" altLang="en-US" sz="2000" dirty="0">
                <a:solidFill>
                  <a:srgbClr val="000000"/>
                </a:solidFill>
                <a:latin typeface="楷体" pitchFamily="49" charset="-122"/>
                <a:ea typeface="楷体" pitchFamily="49" charset="-122"/>
                <a:cs typeface="Times New Roman" pitchFamily="18" charset="0"/>
              </a:rPr>
              <a:t>每个</a:t>
            </a:r>
            <a:r>
              <a:rPr lang="zh-CN" altLang="en-US" sz="2000" dirty="0">
                <a:solidFill>
                  <a:srgbClr val="0000FF"/>
                </a:solidFill>
                <a:latin typeface="楷体" pitchFamily="49" charset="-122"/>
                <a:ea typeface="楷体" pitchFamily="49" charset="-122"/>
                <a:cs typeface="Times New Roman" pitchFamily="18" charset="0"/>
              </a:rPr>
              <a:t>活跃的活动</a:t>
            </a:r>
            <a:r>
              <a:rPr lang="zh-CN" altLang="en-US" sz="2000" dirty="0">
                <a:solidFill>
                  <a:srgbClr val="000000"/>
                </a:solidFill>
                <a:latin typeface="楷体" pitchFamily="49" charset="-122"/>
                <a:ea typeface="楷体" pitchFamily="49" charset="-122"/>
                <a:cs typeface="Times New Roman" pitchFamily="18" charset="0"/>
              </a:rPr>
              <a:t>都有一个位于</a:t>
            </a:r>
            <a:r>
              <a:rPr lang="zh-CN" altLang="en-US" sz="2000" dirty="0">
                <a:solidFill>
                  <a:srgbClr val="0000FF"/>
                </a:solidFill>
                <a:latin typeface="楷体" pitchFamily="49" charset="-122"/>
                <a:ea typeface="楷体" pitchFamily="49" charset="-122"/>
                <a:cs typeface="Times New Roman" pitchFamily="18" charset="0"/>
              </a:rPr>
              <a:t>控制栈</a:t>
            </a:r>
            <a:r>
              <a:rPr lang="zh-CN" altLang="en-US" sz="2000" dirty="0">
                <a:solidFill>
                  <a:srgbClr val="000000"/>
                </a:solidFill>
                <a:latin typeface="楷体" pitchFamily="49" charset="-122"/>
                <a:ea typeface="楷体" pitchFamily="49" charset="-122"/>
                <a:cs typeface="Times New Roman" pitchFamily="18" charset="0"/>
              </a:rPr>
              <a:t>中的</a:t>
            </a:r>
            <a:r>
              <a:rPr lang="zh-CN" altLang="en-US" sz="2000" dirty="0">
                <a:solidFill>
                  <a:srgbClr val="0000FF"/>
                </a:solidFill>
                <a:latin typeface="楷体" pitchFamily="49" charset="-122"/>
                <a:ea typeface="楷体" pitchFamily="49" charset="-122"/>
                <a:cs typeface="Times New Roman" pitchFamily="18" charset="0"/>
              </a:rPr>
              <a:t>活动记录</a:t>
            </a:r>
            <a:endParaRPr lang="en-US" altLang="zh-CN" sz="2000" dirty="0">
              <a:solidFill>
                <a:srgbClr val="0000FF"/>
              </a:solidFill>
              <a:latin typeface="楷体" pitchFamily="49" charset="-122"/>
              <a:ea typeface="楷体" pitchFamily="49" charset="-122"/>
              <a:cs typeface="Times New Roman" pitchFamily="18" charset="0"/>
            </a:endParaRPr>
          </a:p>
        </p:txBody>
      </p:sp>
      <p:sp>
        <p:nvSpPr>
          <p:cNvPr id="4" name="灯片编号占位符 3"/>
          <p:cNvSpPr>
            <a:spLocks noGrp="1"/>
          </p:cNvSpPr>
          <p:nvPr>
            <p:ph type="sldNum" sz="quarter" idx="12"/>
          </p:nvPr>
        </p:nvSpPr>
        <p:spPr/>
        <p:txBody>
          <a:bodyPr/>
          <a:lstStyle/>
          <a:p>
            <a:pPr>
              <a:defRPr/>
            </a:pPr>
            <a:fld id="{64CF1D47-2B30-44A6-81DA-EC28584A641A}" type="slidenum">
              <a:rPr lang="zh-CN" altLang="en-US" smtClean="0"/>
              <a:pPr>
                <a:defRPr/>
              </a:pPr>
              <a:t>9</a:t>
            </a:fld>
            <a:endParaRPr lang="en-US" altLang="zh-CN" dirty="0"/>
          </a:p>
        </p:txBody>
      </p:sp>
    </p:spTree>
    <p:extLst>
      <p:ext uri="{BB962C8B-B14F-4D97-AF65-F5344CB8AC3E}">
        <p14:creationId xmlns:p14="http://schemas.microsoft.com/office/powerpoint/2010/main" val="1479344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ChangeArrowheads="1"/>
          </p:cNvSpPr>
          <p:nvPr/>
        </p:nvSpPr>
        <p:spPr bwMode="auto">
          <a:xfrm>
            <a:off x="2084388" y="322263"/>
            <a:ext cx="4381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m</a:t>
            </a:r>
          </a:p>
        </p:txBody>
      </p:sp>
      <p:sp>
        <p:nvSpPr>
          <p:cNvPr id="74759" name="Rectangle 6"/>
          <p:cNvSpPr>
            <a:spLocks noChangeArrowheads="1"/>
          </p:cNvSpPr>
          <p:nvPr/>
        </p:nvSpPr>
        <p:spPr bwMode="auto">
          <a:xfrm>
            <a:off x="865188" y="946150"/>
            <a:ext cx="4349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48138" name="Line 8"/>
          <p:cNvSpPr>
            <a:spLocks noChangeShapeType="1"/>
          </p:cNvSpPr>
          <p:nvPr/>
        </p:nvSpPr>
        <p:spPr bwMode="auto">
          <a:xfrm flipH="1">
            <a:off x="1120775" y="668338"/>
            <a:ext cx="1095375" cy="538162"/>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aphicFrame>
        <p:nvGraphicFramePr>
          <p:cNvPr id="40" name="Group 18"/>
          <p:cNvGraphicFramePr>
            <a:graphicFrameLocks noGrp="1"/>
          </p:cNvGraphicFramePr>
          <p:nvPr/>
        </p:nvGraphicFramePr>
        <p:xfrm>
          <a:off x="6980238" y="4413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main</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[11]</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1" name="Group 26"/>
          <p:cNvGraphicFramePr>
            <a:graphicFrameLocks noGrp="1"/>
          </p:cNvGraphicFramePr>
          <p:nvPr/>
        </p:nvGraphicFramePr>
        <p:xfrm>
          <a:off x="6980238" y="1144588"/>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r</a:t>
                      </a:r>
                      <a:endPar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4" name="Rectangle 31"/>
          <p:cNvSpPr>
            <a:spLocks noChangeArrowheads="1"/>
          </p:cNvSpPr>
          <p:nvPr/>
        </p:nvSpPr>
        <p:spPr bwMode="auto">
          <a:xfrm>
            <a:off x="1290638" y="44450"/>
            <a:ext cx="2105025" cy="439738"/>
          </a:xfrm>
          <a:prstGeom prst="rect">
            <a:avLst/>
          </a:prstGeom>
          <a:noFill/>
          <a:ln w="9525">
            <a:noFill/>
            <a:miter lim="800000"/>
            <a:headEnd/>
            <a:tailEnd/>
          </a:ln>
        </p:spPr>
        <p:txBody>
          <a:bodyPr lIns="68580" tIns="34290" rIns="68580" bIns="34290">
            <a:spAutoFit/>
          </a:bodyPr>
          <a:lstStyle/>
          <a:p>
            <a:pPr algn="ctr" eaLnBrk="1" hangingPunct="1">
              <a:defRPr/>
            </a:pPr>
            <a:r>
              <a:rPr lang="zh-CN" altLang="en-US" sz="2400" dirty="0">
                <a:solidFill>
                  <a:srgbClr val="073E87">
                    <a:lumMod val="60000"/>
                    <a:lumOff val="40000"/>
                  </a:srgbClr>
                </a:solidFill>
                <a:latin typeface="楷体" pitchFamily="49" charset="-122"/>
                <a:ea typeface="楷体" pitchFamily="49" charset="-122"/>
                <a:cs typeface="Times New Roman" pitchFamily="18" charset="0"/>
              </a:rPr>
              <a:t>活动树</a:t>
            </a:r>
          </a:p>
        </p:txBody>
      </p:sp>
      <p:sp>
        <p:nvSpPr>
          <p:cNvPr id="45" name="Rectangle 32"/>
          <p:cNvSpPr>
            <a:spLocks noChangeArrowheads="1"/>
          </p:cNvSpPr>
          <p:nvPr/>
        </p:nvSpPr>
        <p:spPr bwMode="auto">
          <a:xfrm>
            <a:off x="6948488" y="-20638"/>
            <a:ext cx="1427162" cy="438151"/>
          </a:xfrm>
          <a:prstGeom prst="rect">
            <a:avLst/>
          </a:prstGeom>
          <a:noFill/>
          <a:ln w="9525">
            <a:noFill/>
            <a:miter lim="800000"/>
            <a:headEnd/>
            <a:tailEnd/>
          </a:ln>
        </p:spPr>
        <p:txBody>
          <a:bodyPr lIns="68580" tIns="34290" rIns="68580" bIns="34290">
            <a:spAutoFit/>
          </a:bodyPr>
          <a:lstStyle/>
          <a:p>
            <a:pPr algn="ctr" eaLnBrk="1" hangingPunct="1">
              <a:defRPr/>
            </a:pPr>
            <a:r>
              <a:rPr lang="zh-CN" altLang="en-US" sz="2400" dirty="0">
                <a:solidFill>
                  <a:srgbClr val="073E87">
                    <a:lumMod val="60000"/>
                    <a:lumOff val="40000"/>
                  </a:srgbClr>
                </a:solidFill>
                <a:latin typeface="楷体" pitchFamily="49" charset="-122"/>
                <a:ea typeface="楷体" pitchFamily="49" charset="-122"/>
                <a:cs typeface="Times New Roman" pitchFamily="18" charset="0"/>
              </a:rPr>
              <a:t>控制栈</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10</a:t>
            </a:fld>
            <a:endParaRPr lang="en-US" altLang="zh-CN" dirty="0"/>
          </a:p>
        </p:txBody>
      </p:sp>
    </p:spTree>
    <p:extLst>
      <p:ext uri="{BB962C8B-B14F-4D97-AF65-F5344CB8AC3E}">
        <p14:creationId xmlns:p14="http://schemas.microsoft.com/office/powerpoint/2010/main" val="3921036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8138"/>
                                        </p:tgtEl>
                                        <p:attrNameLst>
                                          <p:attrName>style.visibility</p:attrName>
                                        </p:attrNameLst>
                                      </p:cBhvr>
                                      <p:to>
                                        <p:strVal val="visible"/>
                                      </p:to>
                                    </p:set>
                                    <p:anim calcmode="lin" valueType="num">
                                      <p:cBhvr>
                                        <p:cTn id="7" dur="500" fill="hold"/>
                                        <p:tgtEl>
                                          <p:spTgt spid="48138"/>
                                        </p:tgtEl>
                                        <p:attrNameLst>
                                          <p:attrName>ppt_w</p:attrName>
                                        </p:attrNameLst>
                                      </p:cBhvr>
                                      <p:tavLst>
                                        <p:tav tm="0">
                                          <p:val>
                                            <p:fltVal val="0"/>
                                          </p:val>
                                        </p:tav>
                                        <p:tav tm="100000">
                                          <p:val>
                                            <p:strVal val="#ppt_w"/>
                                          </p:val>
                                        </p:tav>
                                      </p:tavLst>
                                    </p:anim>
                                    <p:anim calcmode="lin" valueType="num">
                                      <p:cBhvr>
                                        <p:cTn id="8" dur="500" fill="hold"/>
                                        <p:tgtEl>
                                          <p:spTgt spid="48138"/>
                                        </p:tgtEl>
                                        <p:attrNameLst>
                                          <p:attrName>ppt_h</p:attrName>
                                        </p:attrNameLst>
                                      </p:cBhvr>
                                      <p:tavLst>
                                        <p:tav tm="0">
                                          <p:val>
                                            <p:fltVal val="0"/>
                                          </p:val>
                                        </p:tav>
                                        <p:tav tm="100000">
                                          <p:val>
                                            <p:strVal val="#ppt_h"/>
                                          </p:val>
                                        </p:tav>
                                      </p:tavLst>
                                    </p:anim>
                                    <p:animEffect transition="in" filter="fade">
                                      <p:cBhvr>
                                        <p:cTn id="9" dur="500"/>
                                        <p:tgtEl>
                                          <p:spTgt spid="481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4759"/>
                                        </p:tgtEl>
                                        <p:attrNameLst>
                                          <p:attrName>style.visibility</p:attrName>
                                        </p:attrNameLst>
                                      </p:cBhvr>
                                      <p:to>
                                        <p:strVal val="visible"/>
                                      </p:to>
                                    </p:set>
                                    <p:anim calcmode="lin" valueType="num">
                                      <p:cBhvr>
                                        <p:cTn id="12" dur="500" fill="hold"/>
                                        <p:tgtEl>
                                          <p:spTgt spid="74759"/>
                                        </p:tgtEl>
                                        <p:attrNameLst>
                                          <p:attrName>ppt_w</p:attrName>
                                        </p:attrNameLst>
                                      </p:cBhvr>
                                      <p:tavLst>
                                        <p:tav tm="0">
                                          <p:val>
                                            <p:fltVal val="0"/>
                                          </p:val>
                                        </p:tav>
                                        <p:tav tm="100000">
                                          <p:val>
                                            <p:strVal val="#ppt_w"/>
                                          </p:val>
                                        </p:tav>
                                      </p:tavLst>
                                    </p:anim>
                                    <p:anim calcmode="lin" valueType="num">
                                      <p:cBhvr>
                                        <p:cTn id="13" dur="500" fill="hold"/>
                                        <p:tgtEl>
                                          <p:spTgt spid="74759"/>
                                        </p:tgtEl>
                                        <p:attrNameLst>
                                          <p:attrName>ppt_h</p:attrName>
                                        </p:attrNameLst>
                                      </p:cBhvr>
                                      <p:tavLst>
                                        <p:tav tm="0">
                                          <p:val>
                                            <p:fltVal val="0"/>
                                          </p:val>
                                        </p:tav>
                                        <p:tav tm="100000">
                                          <p:val>
                                            <p:strVal val="#ppt_h"/>
                                          </p:val>
                                        </p:tav>
                                      </p:tavLst>
                                    </p:anim>
                                    <p:animEffect transition="in" filter="fade">
                                      <p:cBhvr>
                                        <p:cTn id="14" dur="500"/>
                                        <p:tgtEl>
                                          <p:spTgt spid="7475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p:cTn id="19" dur="500" fill="hold"/>
                                        <p:tgtEl>
                                          <p:spTgt spid="41"/>
                                        </p:tgtEl>
                                        <p:attrNameLst>
                                          <p:attrName>ppt_w</p:attrName>
                                        </p:attrNameLst>
                                      </p:cBhvr>
                                      <p:tavLst>
                                        <p:tav tm="0">
                                          <p:val>
                                            <p:fltVal val="0"/>
                                          </p:val>
                                        </p:tav>
                                        <p:tav tm="100000">
                                          <p:val>
                                            <p:strVal val="#ppt_w"/>
                                          </p:val>
                                        </p:tav>
                                      </p:tavLst>
                                    </p:anim>
                                    <p:anim calcmode="lin" valueType="num">
                                      <p:cBhvr>
                                        <p:cTn id="20" dur="500" fill="hold"/>
                                        <p:tgtEl>
                                          <p:spTgt spid="41"/>
                                        </p:tgtEl>
                                        <p:attrNameLst>
                                          <p:attrName>ppt_h</p:attrName>
                                        </p:attrNameLst>
                                      </p:cBhvr>
                                      <p:tavLst>
                                        <p:tav tm="0">
                                          <p:val>
                                            <p:fltVal val="0"/>
                                          </p:val>
                                        </p:tav>
                                        <p:tav tm="100000">
                                          <p:val>
                                            <p:strVal val="#ppt_h"/>
                                          </p:val>
                                        </p:tav>
                                      </p:tavLst>
                                    </p:anim>
                                    <p:animEffect transition="in" filter="fade">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7" presetClass="emph" presetSubtype="1" nodeType="clickEffect">
                                  <p:stCondLst>
                                    <p:cond delay="0"/>
                                  </p:stCondLst>
                                  <p:childTnLst>
                                    <p:set>
                                      <p:cBhvr>
                                        <p:cTn id="25" dur="indefinite"/>
                                        <p:tgtEl>
                                          <p:spTgt spid="48138"/>
                                        </p:tgtEl>
                                        <p:attrNameLst>
                                          <p:attrName>stroke.color</p:attrName>
                                        </p:attrNameLst>
                                      </p:cBhvr>
                                      <p:to>
                                        <p:clrVal>
                                          <a:schemeClr val="accent2"/>
                                        </p:clrVal>
                                      </p:to>
                                    </p:set>
                                    <p:set>
                                      <p:cBhvr>
                                        <p:cTn id="26" dur="indefinite"/>
                                        <p:tgtEl>
                                          <p:spTgt spid="48138"/>
                                        </p:tgtEl>
                                        <p:attrNameLst>
                                          <p:attrName>stroke.on</p:attrName>
                                        </p:attrNameLst>
                                      </p:cBhvr>
                                      <p:to>
                                        <p:strVal val="tru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xit" presetSubtype="32" fill="hold" nodeType="clickEffect">
                                  <p:stCondLst>
                                    <p:cond delay="0"/>
                                  </p:stCondLst>
                                  <p:childTnLst>
                                    <p:anim calcmode="lin" valueType="num">
                                      <p:cBhvr>
                                        <p:cTn id="30" dur="500"/>
                                        <p:tgtEl>
                                          <p:spTgt spid="41"/>
                                        </p:tgtEl>
                                        <p:attrNameLst>
                                          <p:attrName>ppt_w</p:attrName>
                                        </p:attrNameLst>
                                      </p:cBhvr>
                                      <p:tavLst>
                                        <p:tav tm="0">
                                          <p:val>
                                            <p:strVal val="ppt_w"/>
                                          </p:val>
                                        </p:tav>
                                        <p:tav tm="100000">
                                          <p:val>
                                            <p:fltVal val="0"/>
                                          </p:val>
                                        </p:tav>
                                      </p:tavLst>
                                    </p:anim>
                                    <p:anim calcmode="lin" valueType="num">
                                      <p:cBhvr>
                                        <p:cTn id="31" dur="500"/>
                                        <p:tgtEl>
                                          <p:spTgt spid="41"/>
                                        </p:tgtEl>
                                        <p:attrNameLst>
                                          <p:attrName>ppt_h</p:attrName>
                                        </p:attrNameLst>
                                      </p:cBhvr>
                                      <p:tavLst>
                                        <p:tav tm="0">
                                          <p:val>
                                            <p:strVal val="ppt_h"/>
                                          </p:val>
                                        </p:tav>
                                        <p:tav tm="100000">
                                          <p:val>
                                            <p:fltVal val="0"/>
                                          </p:val>
                                        </p:tav>
                                      </p:tavLst>
                                    </p:anim>
                                    <p:animEffect transition="out" filter="fade">
                                      <p:cBhvr>
                                        <p:cTn id="32" dur="500"/>
                                        <p:tgtEl>
                                          <p:spTgt spid="41"/>
                                        </p:tgtEl>
                                      </p:cBhvr>
                                    </p:animEffect>
                                    <p:set>
                                      <p:cBhvr>
                                        <p:cTn id="33"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9" grpId="0"/>
      <p:bldP spid="4813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2084388" y="322263"/>
            <a:ext cx="4381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m</a:t>
            </a:r>
          </a:p>
        </p:txBody>
      </p:sp>
      <p:sp>
        <p:nvSpPr>
          <p:cNvPr id="74758" name="Rectangle 5"/>
          <p:cNvSpPr>
            <a:spLocks noChangeArrowheads="1"/>
          </p:cNvSpPr>
          <p:nvPr/>
        </p:nvSpPr>
        <p:spPr bwMode="auto">
          <a:xfrm>
            <a:off x="1916113" y="928688"/>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57348" name="Rectangle 6"/>
          <p:cNvSpPr>
            <a:spLocks noChangeArrowheads="1"/>
          </p:cNvSpPr>
          <p:nvPr/>
        </p:nvSpPr>
        <p:spPr bwMode="auto">
          <a:xfrm>
            <a:off x="865188" y="946150"/>
            <a:ext cx="4349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74760" name="Line 7"/>
          <p:cNvSpPr>
            <a:spLocks noChangeShapeType="1"/>
          </p:cNvSpPr>
          <p:nvPr/>
        </p:nvSpPr>
        <p:spPr bwMode="auto">
          <a:xfrm flipH="1">
            <a:off x="2284413" y="6651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8138" name="Line 8"/>
          <p:cNvSpPr>
            <a:spLocks noChangeShapeType="1"/>
          </p:cNvSpPr>
          <p:nvPr/>
        </p:nvSpPr>
        <p:spPr bwMode="auto">
          <a:xfrm flipH="1">
            <a:off x="1120775" y="668338"/>
            <a:ext cx="1095375" cy="538162"/>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48139" name="Line 9"/>
          <p:cNvSpPr>
            <a:spLocks noChangeShapeType="1"/>
          </p:cNvSpPr>
          <p:nvPr/>
        </p:nvSpPr>
        <p:spPr bwMode="auto">
          <a:xfrm flipH="1">
            <a:off x="1246188" y="1274763"/>
            <a:ext cx="771525" cy="45085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4764" name="Rectangle 11"/>
          <p:cNvSpPr>
            <a:spLocks noChangeArrowheads="1"/>
          </p:cNvSpPr>
          <p:nvPr/>
        </p:nvSpPr>
        <p:spPr bwMode="auto">
          <a:xfrm>
            <a:off x="684213" y="1657350"/>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(1,9)</a:t>
            </a:r>
          </a:p>
        </p:txBody>
      </p:sp>
      <p:graphicFrame>
        <p:nvGraphicFramePr>
          <p:cNvPr id="40" name="Group 18"/>
          <p:cNvGraphicFramePr>
            <a:graphicFrameLocks noGrp="1"/>
          </p:cNvGraphicFramePr>
          <p:nvPr/>
        </p:nvGraphicFramePr>
        <p:xfrm>
          <a:off x="6980238" y="4413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main</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[11]</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1" name="Group 26"/>
          <p:cNvGraphicFramePr>
            <a:graphicFrameLocks noGrp="1"/>
          </p:cNvGraphicFramePr>
          <p:nvPr/>
        </p:nvGraphicFramePr>
        <p:xfrm>
          <a:off x="6980238" y="1144588"/>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(1,9)</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3" name="Group 42"/>
          <p:cNvGraphicFramePr>
            <a:graphicFrameLocks noGrp="1"/>
          </p:cNvGraphicFramePr>
          <p:nvPr/>
        </p:nvGraphicFramePr>
        <p:xfrm>
          <a:off x="6980238" y="18510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(1,9)</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377" name="Rectangle 31"/>
          <p:cNvSpPr>
            <a:spLocks noChangeArrowheads="1"/>
          </p:cNvSpPr>
          <p:nvPr/>
        </p:nvSpPr>
        <p:spPr bwMode="auto">
          <a:xfrm>
            <a:off x="1290638" y="44450"/>
            <a:ext cx="21050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4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sp>
        <p:nvSpPr>
          <p:cNvPr id="57378" name="Rectangle 32"/>
          <p:cNvSpPr>
            <a:spLocks noChangeArrowheads="1"/>
          </p:cNvSpPr>
          <p:nvPr/>
        </p:nvSpPr>
        <p:spPr bwMode="auto">
          <a:xfrm>
            <a:off x="6948488" y="-20638"/>
            <a:ext cx="1427162" cy="43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4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11</a:t>
            </a:fld>
            <a:endParaRPr lang="en-US" altLang="zh-CN" dirty="0"/>
          </a:p>
        </p:txBody>
      </p:sp>
    </p:spTree>
    <p:extLst>
      <p:ext uri="{BB962C8B-B14F-4D97-AF65-F5344CB8AC3E}">
        <p14:creationId xmlns:p14="http://schemas.microsoft.com/office/powerpoint/2010/main" val="25878495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4760"/>
                                        </p:tgtEl>
                                        <p:attrNameLst>
                                          <p:attrName>style.visibility</p:attrName>
                                        </p:attrNameLst>
                                      </p:cBhvr>
                                      <p:to>
                                        <p:strVal val="visible"/>
                                      </p:to>
                                    </p:set>
                                    <p:anim calcmode="lin" valueType="num">
                                      <p:cBhvr>
                                        <p:cTn id="7" dur="500" fill="hold"/>
                                        <p:tgtEl>
                                          <p:spTgt spid="74760"/>
                                        </p:tgtEl>
                                        <p:attrNameLst>
                                          <p:attrName>ppt_w</p:attrName>
                                        </p:attrNameLst>
                                      </p:cBhvr>
                                      <p:tavLst>
                                        <p:tav tm="0">
                                          <p:val>
                                            <p:fltVal val="0"/>
                                          </p:val>
                                        </p:tav>
                                        <p:tav tm="100000">
                                          <p:val>
                                            <p:strVal val="#ppt_w"/>
                                          </p:val>
                                        </p:tav>
                                      </p:tavLst>
                                    </p:anim>
                                    <p:anim calcmode="lin" valueType="num">
                                      <p:cBhvr>
                                        <p:cTn id="8" dur="500" fill="hold"/>
                                        <p:tgtEl>
                                          <p:spTgt spid="74760"/>
                                        </p:tgtEl>
                                        <p:attrNameLst>
                                          <p:attrName>ppt_h</p:attrName>
                                        </p:attrNameLst>
                                      </p:cBhvr>
                                      <p:tavLst>
                                        <p:tav tm="0">
                                          <p:val>
                                            <p:fltVal val="0"/>
                                          </p:val>
                                        </p:tav>
                                        <p:tav tm="100000">
                                          <p:val>
                                            <p:strVal val="#ppt_h"/>
                                          </p:val>
                                        </p:tav>
                                      </p:tavLst>
                                    </p:anim>
                                    <p:animEffect transition="in" filter="fade">
                                      <p:cBhvr>
                                        <p:cTn id="9" dur="500"/>
                                        <p:tgtEl>
                                          <p:spTgt spid="7476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4758"/>
                                        </p:tgtEl>
                                        <p:attrNameLst>
                                          <p:attrName>style.visibility</p:attrName>
                                        </p:attrNameLst>
                                      </p:cBhvr>
                                      <p:to>
                                        <p:strVal val="visible"/>
                                      </p:to>
                                    </p:set>
                                    <p:anim calcmode="lin" valueType="num">
                                      <p:cBhvr>
                                        <p:cTn id="12" dur="500" fill="hold"/>
                                        <p:tgtEl>
                                          <p:spTgt spid="74758"/>
                                        </p:tgtEl>
                                        <p:attrNameLst>
                                          <p:attrName>ppt_w</p:attrName>
                                        </p:attrNameLst>
                                      </p:cBhvr>
                                      <p:tavLst>
                                        <p:tav tm="0">
                                          <p:val>
                                            <p:fltVal val="0"/>
                                          </p:val>
                                        </p:tav>
                                        <p:tav tm="100000">
                                          <p:val>
                                            <p:strVal val="#ppt_w"/>
                                          </p:val>
                                        </p:tav>
                                      </p:tavLst>
                                    </p:anim>
                                    <p:anim calcmode="lin" valueType="num">
                                      <p:cBhvr>
                                        <p:cTn id="13" dur="500" fill="hold"/>
                                        <p:tgtEl>
                                          <p:spTgt spid="74758"/>
                                        </p:tgtEl>
                                        <p:attrNameLst>
                                          <p:attrName>ppt_h</p:attrName>
                                        </p:attrNameLst>
                                      </p:cBhvr>
                                      <p:tavLst>
                                        <p:tav tm="0">
                                          <p:val>
                                            <p:fltVal val="0"/>
                                          </p:val>
                                        </p:tav>
                                        <p:tav tm="100000">
                                          <p:val>
                                            <p:strVal val="#ppt_h"/>
                                          </p:val>
                                        </p:tav>
                                      </p:tavLst>
                                    </p:anim>
                                    <p:animEffect transition="in" filter="fade">
                                      <p:cBhvr>
                                        <p:cTn id="14" dur="500"/>
                                        <p:tgtEl>
                                          <p:spTgt spid="7475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p:cTn id="19" dur="500" fill="hold"/>
                                        <p:tgtEl>
                                          <p:spTgt spid="41"/>
                                        </p:tgtEl>
                                        <p:attrNameLst>
                                          <p:attrName>ppt_w</p:attrName>
                                        </p:attrNameLst>
                                      </p:cBhvr>
                                      <p:tavLst>
                                        <p:tav tm="0">
                                          <p:val>
                                            <p:fltVal val="0"/>
                                          </p:val>
                                        </p:tav>
                                        <p:tav tm="100000">
                                          <p:val>
                                            <p:strVal val="#ppt_w"/>
                                          </p:val>
                                        </p:tav>
                                      </p:tavLst>
                                    </p:anim>
                                    <p:anim calcmode="lin" valueType="num">
                                      <p:cBhvr>
                                        <p:cTn id="20" dur="500" fill="hold"/>
                                        <p:tgtEl>
                                          <p:spTgt spid="41"/>
                                        </p:tgtEl>
                                        <p:attrNameLst>
                                          <p:attrName>ppt_h</p:attrName>
                                        </p:attrNameLst>
                                      </p:cBhvr>
                                      <p:tavLst>
                                        <p:tav tm="0">
                                          <p:val>
                                            <p:fltVal val="0"/>
                                          </p:val>
                                        </p:tav>
                                        <p:tav tm="100000">
                                          <p:val>
                                            <p:strVal val="#ppt_h"/>
                                          </p:val>
                                        </p:tav>
                                      </p:tavLst>
                                    </p:anim>
                                    <p:animEffect transition="in" filter="fade">
                                      <p:cBhvr>
                                        <p:cTn id="21" dur="500"/>
                                        <p:tgtEl>
                                          <p:spTgt spid="4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74764"/>
                                        </p:tgtEl>
                                        <p:attrNameLst>
                                          <p:attrName>style.visibility</p:attrName>
                                        </p:attrNameLst>
                                      </p:cBhvr>
                                      <p:to>
                                        <p:strVal val="visible"/>
                                      </p:to>
                                    </p:set>
                                    <p:anim calcmode="lin" valueType="num">
                                      <p:cBhvr>
                                        <p:cTn id="26" dur="500" fill="hold"/>
                                        <p:tgtEl>
                                          <p:spTgt spid="74764"/>
                                        </p:tgtEl>
                                        <p:attrNameLst>
                                          <p:attrName>ppt_w</p:attrName>
                                        </p:attrNameLst>
                                      </p:cBhvr>
                                      <p:tavLst>
                                        <p:tav tm="0">
                                          <p:val>
                                            <p:fltVal val="0"/>
                                          </p:val>
                                        </p:tav>
                                        <p:tav tm="100000">
                                          <p:val>
                                            <p:strVal val="#ppt_w"/>
                                          </p:val>
                                        </p:tav>
                                      </p:tavLst>
                                    </p:anim>
                                    <p:anim calcmode="lin" valueType="num">
                                      <p:cBhvr>
                                        <p:cTn id="27" dur="500" fill="hold"/>
                                        <p:tgtEl>
                                          <p:spTgt spid="74764"/>
                                        </p:tgtEl>
                                        <p:attrNameLst>
                                          <p:attrName>ppt_h</p:attrName>
                                        </p:attrNameLst>
                                      </p:cBhvr>
                                      <p:tavLst>
                                        <p:tav tm="0">
                                          <p:val>
                                            <p:fltVal val="0"/>
                                          </p:val>
                                        </p:tav>
                                        <p:tav tm="100000">
                                          <p:val>
                                            <p:strVal val="#ppt_h"/>
                                          </p:val>
                                        </p:tav>
                                      </p:tavLst>
                                    </p:anim>
                                    <p:animEffect transition="in" filter="fade">
                                      <p:cBhvr>
                                        <p:cTn id="28" dur="500"/>
                                        <p:tgtEl>
                                          <p:spTgt spid="74764"/>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48139"/>
                                        </p:tgtEl>
                                        <p:attrNameLst>
                                          <p:attrName>style.visibility</p:attrName>
                                        </p:attrNameLst>
                                      </p:cBhvr>
                                      <p:to>
                                        <p:strVal val="visible"/>
                                      </p:to>
                                    </p:set>
                                    <p:anim calcmode="lin" valueType="num">
                                      <p:cBhvr>
                                        <p:cTn id="31" dur="500" fill="hold"/>
                                        <p:tgtEl>
                                          <p:spTgt spid="48139"/>
                                        </p:tgtEl>
                                        <p:attrNameLst>
                                          <p:attrName>ppt_w</p:attrName>
                                        </p:attrNameLst>
                                      </p:cBhvr>
                                      <p:tavLst>
                                        <p:tav tm="0">
                                          <p:val>
                                            <p:fltVal val="0"/>
                                          </p:val>
                                        </p:tav>
                                        <p:tav tm="100000">
                                          <p:val>
                                            <p:strVal val="#ppt_w"/>
                                          </p:val>
                                        </p:tav>
                                      </p:tavLst>
                                    </p:anim>
                                    <p:anim calcmode="lin" valueType="num">
                                      <p:cBhvr>
                                        <p:cTn id="32" dur="500" fill="hold"/>
                                        <p:tgtEl>
                                          <p:spTgt spid="48139"/>
                                        </p:tgtEl>
                                        <p:attrNameLst>
                                          <p:attrName>ppt_h</p:attrName>
                                        </p:attrNameLst>
                                      </p:cBhvr>
                                      <p:tavLst>
                                        <p:tav tm="0">
                                          <p:val>
                                            <p:fltVal val="0"/>
                                          </p:val>
                                        </p:tav>
                                        <p:tav tm="100000">
                                          <p:val>
                                            <p:strVal val="#ppt_h"/>
                                          </p:val>
                                        </p:tav>
                                      </p:tavLst>
                                    </p:anim>
                                    <p:animEffect transition="in" filter="fade">
                                      <p:cBhvr>
                                        <p:cTn id="33" dur="500"/>
                                        <p:tgtEl>
                                          <p:spTgt spid="4813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16" fill="hold" nodeType="click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p:cTn id="38" dur="500" fill="hold"/>
                                        <p:tgtEl>
                                          <p:spTgt spid="43"/>
                                        </p:tgtEl>
                                        <p:attrNameLst>
                                          <p:attrName>ppt_w</p:attrName>
                                        </p:attrNameLst>
                                      </p:cBhvr>
                                      <p:tavLst>
                                        <p:tav tm="0">
                                          <p:val>
                                            <p:fltVal val="0"/>
                                          </p:val>
                                        </p:tav>
                                        <p:tav tm="100000">
                                          <p:val>
                                            <p:strVal val="#ppt_w"/>
                                          </p:val>
                                        </p:tav>
                                      </p:tavLst>
                                    </p:anim>
                                    <p:anim calcmode="lin" valueType="num">
                                      <p:cBhvr>
                                        <p:cTn id="39" dur="500" fill="hold"/>
                                        <p:tgtEl>
                                          <p:spTgt spid="43"/>
                                        </p:tgtEl>
                                        <p:attrNameLst>
                                          <p:attrName>ppt_h</p:attrName>
                                        </p:attrNameLst>
                                      </p:cBhvr>
                                      <p:tavLst>
                                        <p:tav tm="0">
                                          <p:val>
                                            <p:fltVal val="0"/>
                                          </p:val>
                                        </p:tav>
                                        <p:tav tm="100000">
                                          <p:val>
                                            <p:strVal val="#ppt_h"/>
                                          </p:val>
                                        </p:tav>
                                      </p:tavLst>
                                    </p:anim>
                                    <p:animEffect transition="in" filter="fade">
                                      <p:cBhvr>
                                        <p:cTn id="40" dur="500"/>
                                        <p:tgtEl>
                                          <p:spTgt spid="43"/>
                                        </p:tgtEl>
                                      </p:cBhvr>
                                    </p:animEffect>
                                  </p:childTnLst>
                                </p:cTn>
                              </p:par>
                            </p:childTnLst>
                          </p:cTn>
                        </p:par>
                      </p:childTnLst>
                    </p:cTn>
                  </p:par>
                  <p:par>
                    <p:cTn id="41" fill="hold">
                      <p:stCondLst>
                        <p:cond delay="indefinite"/>
                      </p:stCondLst>
                      <p:childTnLst>
                        <p:par>
                          <p:cTn id="42" fill="hold">
                            <p:stCondLst>
                              <p:cond delay="0"/>
                            </p:stCondLst>
                            <p:childTnLst>
                              <p:par>
                                <p:cTn id="43" presetID="7" presetClass="emph" presetSubtype="1" nodeType="clickEffect">
                                  <p:stCondLst>
                                    <p:cond delay="0"/>
                                  </p:stCondLst>
                                  <p:childTnLst>
                                    <p:set>
                                      <p:cBhvr>
                                        <p:cTn id="44" dur="indefinite"/>
                                        <p:tgtEl>
                                          <p:spTgt spid="48139"/>
                                        </p:tgtEl>
                                        <p:attrNameLst>
                                          <p:attrName>stroke.color</p:attrName>
                                        </p:attrNameLst>
                                      </p:cBhvr>
                                      <p:to>
                                        <p:clrVal>
                                          <a:schemeClr val="accent2"/>
                                        </p:clrVal>
                                      </p:to>
                                    </p:set>
                                    <p:set>
                                      <p:cBhvr>
                                        <p:cTn id="45" dur="indefinite"/>
                                        <p:tgtEl>
                                          <p:spTgt spid="48139"/>
                                        </p:tgtEl>
                                        <p:attrNameLst>
                                          <p:attrName>stroke.on</p:attrName>
                                        </p:attrNameLst>
                                      </p:cBhvr>
                                      <p:to>
                                        <p:strVal val="tru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xit" presetSubtype="32" fill="hold" nodeType="clickEffect">
                                  <p:stCondLst>
                                    <p:cond delay="0"/>
                                  </p:stCondLst>
                                  <p:childTnLst>
                                    <p:anim calcmode="lin" valueType="num">
                                      <p:cBhvr>
                                        <p:cTn id="49" dur="500"/>
                                        <p:tgtEl>
                                          <p:spTgt spid="43"/>
                                        </p:tgtEl>
                                        <p:attrNameLst>
                                          <p:attrName>ppt_w</p:attrName>
                                        </p:attrNameLst>
                                      </p:cBhvr>
                                      <p:tavLst>
                                        <p:tav tm="0">
                                          <p:val>
                                            <p:strVal val="ppt_w"/>
                                          </p:val>
                                        </p:tav>
                                        <p:tav tm="100000">
                                          <p:val>
                                            <p:fltVal val="0"/>
                                          </p:val>
                                        </p:tav>
                                      </p:tavLst>
                                    </p:anim>
                                    <p:anim calcmode="lin" valueType="num">
                                      <p:cBhvr>
                                        <p:cTn id="50" dur="500"/>
                                        <p:tgtEl>
                                          <p:spTgt spid="43"/>
                                        </p:tgtEl>
                                        <p:attrNameLst>
                                          <p:attrName>ppt_h</p:attrName>
                                        </p:attrNameLst>
                                      </p:cBhvr>
                                      <p:tavLst>
                                        <p:tav tm="0">
                                          <p:val>
                                            <p:strVal val="ppt_h"/>
                                          </p:val>
                                        </p:tav>
                                        <p:tav tm="100000">
                                          <p:val>
                                            <p:fltVal val="0"/>
                                          </p:val>
                                        </p:tav>
                                      </p:tavLst>
                                    </p:anim>
                                    <p:animEffect transition="out" filter="fade">
                                      <p:cBhvr>
                                        <p:cTn id="51" dur="500"/>
                                        <p:tgtEl>
                                          <p:spTgt spid="43"/>
                                        </p:tgtEl>
                                      </p:cBhvr>
                                    </p:animEffect>
                                    <p:set>
                                      <p:cBhvr>
                                        <p:cTn id="52" dur="1" fill="hold">
                                          <p:stCondLst>
                                            <p:cond delay="499"/>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8" grpId="0"/>
      <p:bldP spid="74760" grpId="0" animBg="1"/>
      <p:bldP spid="48139" grpId="0" animBg="1"/>
      <p:bldP spid="7476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ChangeArrowheads="1"/>
          </p:cNvSpPr>
          <p:nvPr/>
        </p:nvSpPr>
        <p:spPr bwMode="auto">
          <a:xfrm>
            <a:off x="2084388" y="322263"/>
            <a:ext cx="4381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m</a:t>
            </a:r>
          </a:p>
        </p:txBody>
      </p:sp>
      <p:sp>
        <p:nvSpPr>
          <p:cNvPr id="59395" name="Rectangle 5"/>
          <p:cNvSpPr>
            <a:spLocks noChangeArrowheads="1"/>
          </p:cNvSpPr>
          <p:nvPr/>
        </p:nvSpPr>
        <p:spPr bwMode="auto">
          <a:xfrm>
            <a:off x="1916113" y="928688"/>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59396" name="Rectangle 6"/>
          <p:cNvSpPr>
            <a:spLocks noChangeArrowheads="1"/>
          </p:cNvSpPr>
          <p:nvPr/>
        </p:nvSpPr>
        <p:spPr bwMode="auto">
          <a:xfrm>
            <a:off x="865188" y="946150"/>
            <a:ext cx="4349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59397" name="Line 7"/>
          <p:cNvSpPr>
            <a:spLocks noChangeShapeType="1"/>
          </p:cNvSpPr>
          <p:nvPr/>
        </p:nvSpPr>
        <p:spPr bwMode="auto">
          <a:xfrm flipH="1">
            <a:off x="2284413" y="6651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8138" name="Line 8"/>
          <p:cNvSpPr>
            <a:spLocks noChangeShapeType="1"/>
          </p:cNvSpPr>
          <p:nvPr/>
        </p:nvSpPr>
        <p:spPr bwMode="auto">
          <a:xfrm flipH="1">
            <a:off x="1120775" y="668338"/>
            <a:ext cx="1095375" cy="538162"/>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48139" name="Line 9"/>
          <p:cNvSpPr>
            <a:spLocks noChangeShapeType="1"/>
          </p:cNvSpPr>
          <p:nvPr/>
        </p:nvSpPr>
        <p:spPr bwMode="auto">
          <a:xfrm flipH="1">
            <a:off x="1246188" y="1274763"/>
            <a:ext cx="771525" cy="450850"/>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4763" name="Line 10"/>
          <p:cNvSpPr>
            <a:spLocks noChangeShapeType="1"/>
          </p:cNvSpPr>
          <p:nvPr/>
        </p:nvSpPr>
        <p:spPr bwMode="auto">
          <a:xfrm flipH="1">
            <a:off x="2284413" y="13509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59401" name="Rectangle 11"/>
          <p:cNvSpPr>
            <a:spLocks noChangeArrowheads="1"/>
          </p:cNvSpPr>
          <p:nvPr/>
        </p:nvSpPr>
        <p:spPr bwMode="auto">
          <a:xfrm>
            <a:off x="684213" y="1657350"/>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74766" name="Rectangle 13"/>
          <p:cNvSpPr>
            <a:spLocks noChangeArrowheads="1"/>
          </p:cNvSpPr>
          <p:nvPr/>
        </p:nvSpPr>
        <p:spPr bwMode="auto">
          <a:xfrm>
            <a:off x="1930400" y="1622425"/>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74769" name="Rectangle 16"/>
          <p:cNvSpPr>
            <a:spLocks noChangeArrowheads="1"/>
          </p:cNvSpPr>
          <p:nvPr/>
        </p:nvSpPr>
        <p:spPr bwMode="auto">
          <a:xfrm>
            <a:off x="1076325" y="2314575"/>
            <a:ext cx="8572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48147" name="Line 17"/>
          <p:cNvSpPr>
            <a:spLocks noChangeShapeType="1"/>
          </p:cNvSpPr>
          <p:nvPr/>
        </p:nvSpPr>
        <p:spPr bwMode="auto">
          <a:xfrm flipH="1">
            <a:off x="1484313" y="1979613"/>
            <a:ext cx="533400" cy="4318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aphicFrame>
        <p:nvGraphicFramePr>
          <p:cNvPr id="40" name="Group 18"/>
          <p:cNvGraphicFramePr>
            <a:graphicFrameLocks noGrp="1"/>
          </p:cNvGraphicFramePr>
          <p:nvPr/>
        </p:nvGraphicFramePr>
        <p:xfrm>
          <a:off x="6980238" y="4413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main</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[11]</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1" name="Group 26"/>
          <p:cNvGraphicFramePr>
            <a:graphicFrameLocks noGrp="1"/>
          </p:cNvGraphicFramePr>
          <p:nvPr/>
        </p:nvGraphicFramePr>
        <p:xfrm>
          <a:off x="6980238" y="1144588"/>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(1,9)</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3" name="Group 42"/>
          <p:cNvGraphicFramePr>
            <a:graphicFrameLocks noGrp="1"/>
          </p:cNvGraphicFramePr>
          <p:nvPr/>
        </p:nvGraphicFramePr>
        <p:xfrm>
          <a:off x="6980238" y="2547938"/>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p</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(1,3)</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429" name="Rectangle 31"/>
          <p:cNvSpPr>
            <a:spLocks noChangeArrowheads="1"/>
          </p:cNvSpPr>
          <p:nvPr/>
        </p:nvSpPr>
        <p:spPr bwMode="auto">
          <a:xfrm>
            <a:off x="1290638" y="44450"/>
            <a:ext cx="21050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4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sp>
        <p:nvSpPr>
          <p:cNvPr id="59430" name="Rectangle 32"/>
          <p:cNvSpPr>
            <a:spLocks noChangeArrowheads="1"/>
          </p:cNvSpPr>
          <p:nvPr/>
        </p:nvSpPr>
        <p:spPr bwMode="auto">
          <a:xfrm>
            <a:off x="6948488" y="-20638"/>
            <a:ext cx="1427162" cy="43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4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aphicFrame>
        <p:nvGraphicFramePr>
          <p:cNvPr id="46" name="Group 42"/>
          <p:cNvGraphicFramePr>
            <a:graphicFrameLocks noGrp="1"/>
          </p:cNvGraphicFramePr>
          <p:nvPr/>
        </p:nvGraphicFramePr>
        <p:xfrm>
          <a:off x="6980238" y="18510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(1,3)</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9" name="矩形 18"/>
          <p:cNvSpPr/>
          <p:nvPr/>
        </p:nvSpPr>
        <p:spPr>
          <a:xfrm>
            <a:off x="393700" y="3573463"/>
            <a:ext cx="8648700" cy="400050"/>
          </a:xfrm>
          <a:prstGeom prst="rect">
            <a:avLst/>
          </a:prstGeom>
          <a:solidFill>
            <a:schemeClr val="accent5">
              <a:lumMod val="60000"/>
              <a:lumOff val="40000"/>
            </a:schemeClr>
          </a:solidFill>
          <a:ln>
            <a:solidFill>
              <a:schemeClr val="tx1"/>
            </a:solidFill>
          </a:ln>
        </p:spPr>
        <p:txBody>
          <a:bodyPr wrap="none">
            <a:spAutoFit/>
          </a:bodyPr>
          <a:lstStyle/>
          <a:p>
            <a:pPr>
              <a:defRPr/>
            </a:pPr>
            <a:r>
              <a:rPr lang="zh-CN" altLang="en-US" sz="2000" dirty="0">
                <a:solidFill>
                  <a:srgbClr val="000000"/>
                </a:solidFill>
                <a:latin typeface="华文楷体" panose="02010600040101010101" pitchFamily="2" charset="-122"/>
                <a:ea typeface="华文楷体" panose="02010600040101010101" pitchFamily="2" charset="-122"/>
              </a:rPr>
              <a:t>当一个过程是递归</a:t>
            </a:r>
            <a:r>
              <a:rPr lang="zh-CN" altLang="en-US" sz="2000">
                <a:solidFill>
                  <a:srgbClr val="000000"/>
                </a:solidFill>
                <a:latin typeface="华文楷体" panose="02010600040101010101" pitchFamily="2" charset="-122"/>
                <a:ea typeface="华文楷体" panose="02010600040101010101" pitchFamily="2" charset="-122"/>
              </a:rPr>
              <a:t>的时候，</a:t>
            </a:r>
            <a:r>
              <a:rPr lang="zh-CN" altLang="en-US" sz="2000" dirty="0">
                <a:solidFill>
                  <a:srgbClr val="000000"/>
                </a:solidFill>
                <a:latin typeface="华文楷体" panose="02010600040101010101" pitchFamily="2" charset="-122"/>
                <a:ea typeface="华文楷体" panose="02010600040101010101" pitchFamily="2" charset="-122"/>
              </a:rPr>
              <a:t>常常会有该过程的多个活动记录同时出现在栈中</a:t>
            </a:r>
            <a:endParaRPr lang="zh-CN" altLang="en-US" sz="2000" dirty="0">
              <a:solidFill>
                <a:prstClr val="black"/>
              </a:solidFill>
              <a:latin typeface="华文楷体" panose="02010600040101010101" pitchFamily="2" charset="-122"/>
              <a:ea typeface="华文楷体" panose="02010600040101010101" pitchFamily="2" charset="-12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12</a:t>
            </a:fld>
            <a:endParaRPr lang="en-US" altLang="zh-CN" dirty="0"/>
          </a:p>
        </p:txBody>
      </p:sp>
    </p:spTree>
    <p:extLst>
      <p:ext uri="{BB962C8B-B14F-4D97-AF65-F5344CB8AC3E}">
        <p14:creationId xmlns:p14="http://schemas.microsoft.com/office/powerpoint/2010/main" val="1886196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4763"/>
                                        </p:tgtEl>
                                        <p:attrNameLst>
                                          <p:attrName>style.visibility</p:attrName>
                                        </p:attrNameLst>
                                      </p:cBhvr>
                                      <p:to>
                                        <p:strVal val="visible"/>
                                      </p:to>
                                    </p:set>
                                    <p:anim calcmode="lin" valueType="num">
                                      <p:cBhvr>
                                        <p:cTn id="7" dur="500" fill="hold"/>
                                        <p:tgtEl>
                                          <p:spTgt spid="74763"/>
                                        </p:tgtEl>
                                        <p:attrNameLst>
                                          <p:attrName>ppt_w</p:attrName>
                                        </p:attrNameLst>
                                      </p:cBhvr>
                                      <p:tavLst>
                                        <p:tav tm="0">
                                          <p:val>
                                            <p:fltVal val="0"/>
                                          </p:val>
                                        </p:tav>
                                        <p:tav tm="100000">
                                          <p:val>
                                            <p:strVal val="#ppt_w"/>
                                          </p:val>
                                        </p:tav>
                                      </p:tavLst>
                                    </p:anim>
                                    <p:anim calcmode="lin" valueType="num">
                                      <p:cBhvr>
                                        <p:cTn id="8" dur="500" fill="hold"/>
                                        <p:tgtEl>
                                          <p:spTgt spid="74763"/>
                                        </p:tgtEl>
                                        <p:attrNameLst>
                                          <p:attrName>ppt_h</p:attrName>
                                        </p:attrNameLst>
                                      </p:cBhvr>
                                      <p:tavLst>
                                        <p:tav tm="0">
                                          <p:val>
                                            <p:fltVal val="0"/>
                                          </p:val>
                                        </p:tav>
                                        <p:tav tm="100000">
                                          <p:val>
                                            <p:strVal val="#ppt_h"/>
                                          </p:val>
                                        </p:tav>
                                      </p:tavLst>
                                    </p:anim>
                                    <p:animEffect transition="in" filter="fade">
                                      <p:cBhvr>
                                        <p:cTn id="9" dur="500"/>
                                        <p:tgtEl>
                                          <p:spTgt spid="7476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4766"/>
                                        </p:tgtEl>
                                        <p:attrNameLst>
                                          <p:attrName>style.visibility</p:attrName>
                                        </p:attrNameLst>
                                      </p:cBhvr>
                                      <p:to>
                                        <p:strVal val="visible"/>
                                      </p:to>
                                    </p:set>
                                    <p:anim calcmode="lin" valueType="num">
                                      <p:cBhvr>
                                        <p:cTn id="12" dur="500" fill="hold"/>
                                        <p:tgtEl>
                                          <p:spTgt spid="74766"/>
                                        </p:tgtEl>
                                        <p:attrNameLst>
                                          <p:attrName>ppt_w</p:attrName>
                                        </p:attrNameLst>
                                      </p:cBhvr>
                                      <p:tavLst>
                                        <p:tav tm="0">
                                          <p:val>
                                            <p:fltVal val="0"/>
                                          </p:val>
                                        </p:tav>
                                        <p:tav tm="100000">
                                          <p:val>
                                            <p:strVal val="#ppt_w"/>
                                          </p:val>
                                        </p:tav>
                                      </p:tavLst>
                                    </p:anim>
                                    <p:anim calcmode="lin" valueType="num">
                                      <p:cBhvr>
                                        <p:cTn id="13" dur="500" fill="hold"/>
                                        <p:tgtEl>
                                          <p:spTgt spid="74766"/>
                                        </p:tgtEl>
                                        <p:attrNameLst>
                                          <p:attrName>ppt_h</p:attrName>
                                        </p:attrNameLst>
                                      </p:cBhvr>
                                      <p:tavLst>
                                        <p:tav tm="0">
                                          <p:val>
                                            <p:fltVal val="0"/>
                                          </p:val>
                                        </p:tav>
                                        <p:tav tm="100000">
                                          <p:val>
                                            <p:strVal val="#ppt_h"/>
                                          </p:val>
                                        </p:tav>
                                      </p:tavLst>
                                    </p:anim>
                                    <p:animEffect transition="in" filter="fade">
                                      <p:cBhvr>
                                        <p:cTn id="14" dur="500"/>
                                        <p:tgtEl>
                                          <p:spTgt spid="7476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p:cTn id="19" dur="500" fill="hold"/>
                                        <p:tgtEl>
                                          <p:spTgt spid="46"/>
                                        </p:tgtEl>
                                        <p:attrNameLst>
                                          <p:attrName>ppt_w</p:attrName>
                                        </p:attrNameLst>
                                      </p:cBhvr>
                                      <p:tavLst>
                                        <p:tav tm="0">
                                          <p:val>
                                            <p:fltVal val="0"/>
                                          </p:val>
                                        </p:tav>
                                        <p:tav tm="100000">
                                          <p:val>
                                            <p:strVal val="#ppt_w"/>
                                          </p:val>
                                        </p:tav>
                                      </p:tavLst>
                                    </p:anim>
                                    <p:anim calcmode="lin" valueType="num">
                                      <p:cBhvr>
                                        <p:cTn id="20" dur="500" fill="hold"/>
                                        <p:tgtEl>
                                          <p:spTgt spid="46"/>
                                        </p:tgtEl>
                                        <p:attrNameLst>
                                          <p:attrName>ppt_h</p:attrName>
                                        </p:attrNameLst>
                                      </p:cBhvr>
                                      <p:tavLst>
                                        <p:tav tm="0">
                                          <p:val>
                                            <p:fltVal val="0"/>
                                          </p:val>
                                        </p:tav>
                                        <p:tav tm="100000">
                                          <p:val>
                                            <p:strVal val="#ppt_h"/>
                                          </p:val>
                                        </p:tav>
                                      </p:tavLst>
                                    </p:anim>
                                    <p:animEffect transition="in" filter="fade">
                                      <p:cBhvr>
                                        <p:cTn id="21" dur="500"/>
                                        <p:tgtEl>
                                          <p:spTgt spid="4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p:cTn id="26" dur="500" fill="hold"/>
                                        <p:tgtEl>
                                          <p:spTgt spid="19"/>
                                        </p:tgtEl>
                                        <p:attrNameLst>
                                          <p:attrName>ppt_w</p:attrName>
                                        </p:attrNameLst>
                                      </p:cBhvr>
                                      <p:tavLst>
                                        <p:tav tm="0">
                                          <p:val>
                                            <p:fltVal val="0"/>
                                          </p:val>
                                        </p:tav>
                                        <p:tav tm="100000">
                                          <p:val>
                                            <p:strVal val="#ppt_w"/>
                                          </p:val>
                                        </p:tav>
                                      </p:tavLst>
                                    </p:anim>
                                    <p:anim calcmode="lin" valueType="num">
                                      <p:cBhvr>
                                        <p:cTn id="27" dur="500" fill="hold"/>
                                        <p:tgtEl>
                                          <p:spTgt spid="19"/>
                                        </p:tgtEl>
                                        <p:attrNameLst>
                                          <p:attrName>ppt_h</p:attrName>
                                        </p:attrNameLst>
                                      </p:cBhvr>
                                      <p:tavLst>
                                        <p:tav tm="0">
                                          <p:val>
                                            <p:fltVal val="0"/>
                                          </p:val>
                                        </p:tav>
                                        <p:tav tm="100000">
                                          <p:val>
                                            <p:strVal val="#ppt_h"/>
                                          </p:val>
                                        </p:tav>
                                      </p:tavLst>
                                    </p:anim>
                                    <p:animEffect transition="in" filter="fade">
                                      <p:cBhvr>
                                        <p:cTn id="28" dur="500"/>
                                        <p:tgtEl>
                                          <p:spTgt spid="1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8147"/>
                                        </p:tgtEl>
                                        <p:attrNameLst>
                                          <p:attrName>style.visibility</p:attrName>
                                        </p:attrNameLst>
                                      </p:cBhvr>
                                      <p:to>
                                        <p:strVal val="visible"/>
                                      </p:to>
                                    </p:set>
                                    <p:anim calcmode="lin" valueType="num">
                                      <p:cBhvr>
                                        <p:cTn id="33" dur="500" fill="hold"/>
                                        <p:tgtEl>
                                          <p:spTgt spid="48147"/>
                                        </p:tgtEl>
                                        <p:attrNameLst>
                                          <p:attrName>ppt_w</p:attrName>
                                        </p:attrNameLst>
                                      </p:cBhvr>
                                      <p:tavLst>
                                        <p:tav tm="0">
                                          <p:val>
                                            <p:fltVal val="0"/>
                                          </p:val>
                                        </p:tav>
                                        <p:tav tm="100000">
                                          <p:val>
                                            <p:strVal val="#ppt_w"/>
                                          </p:val>
                                        </p:tav>
                                      </p:tavLst>
                                    </p:anim>
                                    <p:anim calcmode="lin" valueType="num">
                                      <p:cBhvr>
                                        <p:cTn id="34" dur="500" fill="hold"/>
                                        <p:tgtEl>
                                          <p:spTgt spid="48147"/>
                                        </p:tgtEl>
                                        <p:attrNameLst>
                                          <p:attrName>ppt_h</p:attrName>
                                        </p:attrNameLst>
                                      </p:cBhvr>
                                      <p:tavLst>
                                        <p:tav tm="0">
                                          <p:val>
                                            <p:fltVal val="0"/>
                                          </p:val>
                                        </p:tav>
                                        <p:tav tm="100000">
                                          <p:val>
                                            <p:strVal val="#ppt_h"/>
                                          </p:val>
                                        </p:tav>
                                      </p:tavLst>
                                    </p:anim>
                                    <p:animEffect transition="in" filter="fade">
                                      <p:cBhvr>
                                        <p:cTn id="35" dur="500"/>
                                        <p:tgtEl>
                                          <p:spTgt spid="48147"/>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74769"/>
                                        </p:tgtEl>
                                        <p:attrNameLst>
                                          <p:attrName>style.visibility</p:attrName>
                                        </p:attrNameLst>
                                      </p:cBhvr>
                                      <p:to>
                                        <p:strVal val="visible"/>
                                      </p:to>
                                    </p:set>
                                    <p:anim calcmode="lin" valueType="num">
                                      <p:cBhvr>
                                        <p:cTn id="38" dur="500" fill="hold"/>
                                        <p:tgtEl>
                                          <p:spTgt spid="74769"/>
                                        </p:tgtEl>
                                        <p:attrNameLst>
                                          <p:attrName>ppt_w</p:attrName>
                                        </p:attrNameLst>
                                      </p:cBhvr>
                                      <p:tavLst>
                                        <p:tav tm="0">
                                          <p:val>
                                            <p:fltVal val="0"/>
                                          </p:val>
                                        </p:tav>
                                        <p:tav tm="100000">
                                          <p:val>
                                            <p:strVal val="#ppt_w"/>
                                          </p:val>
                                        </p:tav>
                                      </p:tavLst>
                                    </p:anim>
                                    <p:anim calcmode="lin" valueType="num">
                                      <p:cBhvr>
                                        <p:cTn id="39" dur="500" fill="hold"/>
                                        <p:tgtEl>
                                          <p:spTgt spid="74769"/>
                                        </p:tgtEl>
                                        <p:attrNameLst>
                                          <p:attrName>ppt_h</p:attrName>
                                        </p:attrNameLst>
                                      </p:cBhvr>
                                      <p:tavLst>
                                        <p:tav tm="0">
                                          <p:val>
                                            <p:fltVal val="0"/>
                                          </p:val>
                                        </p:tav>
                                        <p:tav tm="100000">
                                          <p:val>
                                            <p:strVal val="#ppt_h"/>
                                          </p:val>
                                        </p:tav>
                                      </p:tavLst>
                                    </p:anim>
                                    <p:animEffect transition="in" filter="fade">
                                      <p:cBhvr>
                                        <p:cTn id="40" dur="500"/>
                                        <p:tgtEl>
                                          <p:spTgt spid="7476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nodeType="clickEffect">
                                  <p:stCondLst>
                                    <p:cond delay="0"/>
                                  </p:stCondLst>
                                  <p:childTnLst>
                                    <p:set>
                                      <p:cBhvr>
                                        <p:cTn id="44" dur="1" fill="hold">
                                          <p:stCondLst>
                                            <p:cond delay="0"/>
                                          </p:stCondLst>
                                        </p:cTn>
                                        <p:tgtEl>
                                          <p:spTgt spid="43"/>
                                        </p:tgtEl>
                                        <p:attrNameLst>
                                          <p:attrName>style.visibility</p:attrName>
                                        </p:attrNameLst>
                                      </p:cBhvr>
                                      <p:to>
                                        <p:strVal val="visible"/>
                                      </p:to>
                                    </p:set>
                                    <p:anim calcmode="lin" valueType="num">
                                      <p:cBhvr>
                                        <p:cTn id="45" dur="500" fill="hold"/>
                                        <p:tgtEl>
                                          <p:spTgt spid="43"/>
                                        </p:tgtEl>
                                        <p:attrNameLst>
                                          <p:attrName>ppt_w</p:attrName>
                                        </p:attrNameLst>
                                      </p:cBhvr>
                                      <p:tavLst>
                                        <p:tav tm="0">
                                          <p:val>
                                            <p:fltVal val="0"/>
                                          </p:val>
                                        </p:tav>
                                        <p:tav tm="100000">
                                          <p:val>
                                            <p:strVal val="#ppt_w"/>
                                          </p:val>
                                        </p:tav>
                                      </p:tavLst>
                                    </p:anim>
                                    <p:anim calcmode="lin" valueType="num">
                                      <p:cBhvr>
                                        <p:cTn id="46" dur="500" fill="hold"/>
                                        <p:tgtEl>
                                          <p:spTgt spid="43"/>
                                        </p:tgtEl>
                                        <p:attrNameLst>
                                          <p:attrName>ppt_h</p:attrName>
                                        </p:attrNameLst>
                                      </p:cBhvr>
                                      <p:tavLst>
                                        <p:tav tm="0">
                                          <p:val>
                                            <p:fltVal val="0"/>
                                          </p:val>
                                        </p:tav>
                                        <p:tav tm="100000">
                                          <p:val>
                                            <p:strVal val="#ppt_h"/>
                                          </p:val>
                                        </p:tav>
                                      </p:tavLst>
                                    </p:anim>
                                    <p:animEffect transition="in" filter="fade">
                                      <p:cBhvr>
                                        <p:cTn id="47" dur="500"/>
                                        <p:tgtEl>
                                          <p:spTgt spid="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xit" presetSubtype="32" fill="hold" nodeType="clickEffect">
                                  <p:stCondLst>
                                    <p:cond delay="0"/>
                                  </p:stCondLst>
                                  <p:childTnLst>
                                    <p:anim calcmode="lin" valueType="num">
                                      <p:cBhvr>
                                        <p:cTn id="51" dur="500"/>
                                        <p:tgtEl>
                                          <p:spTgt spid="43"/>
                                        </p:tgtEl>
                                        <p:attrNameLst>
                                          <p:attrName>ppt_w</p:attrName>
                                        </p:attrNameLst>
                                      </p:cBhvr>
                                      <p:tavLst>
                                        <p:tav tm="0">
                                          <p:val>
                                            <p:strVal val="ppt_w"/>
                                          </p:val>
                                        </p:tav>
                                        <p:tav tm="100000">
                                          <p:val>
                                            <p:fltVal val="0"/>
                                          </p:val>
                                        </p:tav>
                                      </p:tavLst>
                                    </p:anim>
                                    <p:anim calcmode="lin" valueType="num">
                                      <p:cBhvr>
                                        <p:cTn id="52" dur="500"/>
                                        <p:tgtEl>
                                          <p:spTgt spid="43"/>
                                        </p:tgtEl>
                                        <p:attrNameLst>
                                          <p:attrName>ppt_h</p:attrName>
                                        </p:attrNameLst>
                                      </p:cBhvr>
                                      <p:tavLst>
                                        <p:tav tm="0">
                                          <p:val>
                                            <p:strVal val="ppt_h"/>
                                          </p:val>
                                        </p:tav>
                                        <p:tav tm="100000">
                                          <p:val>
                                            <p:fltVal val="0"/>
                                          </p:val>
                                        </p:tav>
                                      </p:tavLst>
                                    </p:anim>
                                    <p:animEffect transition="out" filter="fade">
                                      <p:cBhvr>
                                        <p:cTn id="53" dur="500"/>
                                        <p:tgtEl>
                                          <p:spTgt spid="43"/>
                                        </p:tgtEl>
                                      </p:cBhvr>
                                    </p:animEffect>
                                    <p:set>
                                      <p:cBhvr>
                                        <p:cTn id="54" dur="1" fill="hold">
                                          <p:stCondLst>
                                            <p:cond delay="499"/>
                                          </p:stCondLst>
                                        </p:cTn>
                                        <p:tgtEl>
                                          <p:spTgt spid="43"/>
                                        </p:tgtEl>
                                        <p:attrNameLst>
                                          <p:attrName>style.visibility</p:attrName>
                                        </p:attrNameLst>
                                      </p:cBhvr>
                                      <p:to>
                                        <p:strVal val="hidden"/>
                                      </p:to>
                                    </p:set>
                                  </p:childTnLst>
                                </p:cTn>
                              </p:par>
                              <p:par>
                                <p:cTn id="55" presetID="53" presetClass="exit" presetSubtype="32" fill="hold" grpId="1" nodeType="withEffect">
                                  <p:stCondLst>
                                    <p:cond delay="0"/>
                                  </p:stCondLst>
                                  <p:childTnLst>
                                    <p:anim calcmode="lin" valueType="num">
                                      <p:cBhvr>
                                        <p:cTn id="56" dur="500"/>
                                        <p:tgtEl>
                                          <p:spTgt spid="19"/>
                                        </p:tgtEl>
                                        <p:attrNameLst>
                                          <p:attrName>ppt_w</p:attrName>
                                        </p:attrNameLst>
                                      </p:cBhvr>
                                      <p:tavLst>
                                        <p:tav tm="0">
                                          <p:val>
                                            <p:strVal val="ppt_w"/>
                                          </p:val>
                                        </p:tav>
                                        <p:tav tm="100000">
                                          <p:val>
                                            <p:fltVal val="0"/>
                                          </p:val>
                                        </p:tav>
                                      </p:tavLst>
                                    </p:anim>
                                    <p:anim calcmode="lin" valueType="num">
                                      <p:cBhvr>
                                        <p:cTn id="57" dur="500"/>
                                        <p:tgtEl>
                                          <p:spTgt spid="19"/>
                                        </p:tgtEl>
                                        <p:attrNameLst>
                                          <p:attrName>ppt_h</p:attrName>
                                        </p:attrNameLst>
                                      </p:cBhvr>
                                      <p:tavLst>
                                        <p:tav tm="0">
                                          <p:val>
                                            <p:strVal val="ppt_h"/>
                                          </p:val>
                                        </p:tav>
                                        <p:tav tm="100000">
                                          <p:val>
                                            <p:fltVal val="0"/>
                                          </p:val>
                                        </p:tav>
                                      </p:tavLst>
                                    </p:anim>
                                    <p:animEffect transition="out" filter="fade">
                                      <p:cBhvr>
                                        <p:cTn id="58" dur="500"/>
                                        <p:tgtEl>
                                          <p:spTgt spid="19"/>
                                        </p:tgtEl>
                                      </p:cBhvr>
                                    </p:animEffect>
                                    <p:set>
                                      <p:cBhvr>
                                        <p:cTn id="59"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3" grpId="0" animBg="1"/>
      <p:bldP spid="74766" grpId="0"/>
      <p:bldP spid="74769" grpId="0"/>
      <p:bldP spid="48147" grpId="0" animBg="1"/>
      <p:bldP spid="19" grpId="0" animBg="1"/>
      <p:bldP spid="19"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ChangeArrowheads="1"/>
          </p:cNvSpPr>
          <p:nvPr/>
        </p:nvSpPr>
        <p:spPr bwMode="auto">
          <a:xfrm>
            <a:off x="2084388" y="322263"/>
            <a:ext cx="4381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m</a:t>
            </a:r>
          </a:p>
        </p:txBody>
      </p:sp>
      <p:sp>
        <p:nvSpPr>
          <p:cNvPr id="61443" name="Rectangle 5"/>
          <p:cNvSpPr>
            <a:spLocks noChangeArrowheads="1"/>
          </p:cNvSpPr>
          <p:nvPr/>
        </p:nvSpPr>
        <p:spPr bwMode="auto">
          <a:xfrm>
            <a:off x="1916113" y="928688"/>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61444" name="Rectangle 6"/>
          <p:cNvSpPr>
            <a:spLocks noChangeArrowheads="1"/>
          </p:cNvSpPr>
          <p:nvPr/>
        </p:nvSpPr>
        <p:spPr bwMode="auto">
          <a:xfrm>
            <a:off x="865188" y="946150"/>
            <a:ext cx="4349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61445" name="Line 7"/>
          <p:cNvSpPr>
            <a:spLocks noChangeShapeType="1"/>
          </p:cNvSpPr>
          <p:nvPr/>
        </p:nvSpPr>
        <p:spPr bwMode="auto">
          <a:xfrm flipH="1">
            <a:off x="2284413" y="6651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8138" name="Line 8"/>
          <p:cNvSpPr>
            <a:spLocks noChangeShapeType="1"/>
          </p:cNvSpPr>
          <p:nvPr/>
        </p:nvSpPr>
        <p:spPr bwMode="auto">
          <a:xfrm flipH="1">
            <a:off x="1120775" y="668338"/>
            <a:ext cx="1095375" cy="538162"/>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48139" name="Line 9"/>
          <p:cNvSpPr>
            <a:spLocks noChangeShapeType="1"/>
          </p:cNvSpPr>
          <p:nvPr/>
        </p:nvSpPr>
        <p:spPr bwMode="auto">
          <a:xfrm flipH="1">
            <a:off x="1246188" y="1274763"/>
            <a:ext cx="771525" cy="450850"/>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1448" name="Line 10"/>
          <p:cNvSpPr>
            <a:spLocks noChangeShapeType="1"/>
          </p:cNvSpPr>
          <p:nvPr/>
        </p:nvSpPr>
        <p:spPr bwMode="auto">
          <a:xfrm flipH="1">
            <a:off x="2284413" y="13509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1449" name="Rectangle 11"/>
          <p:cNvSpPr>
            <a:spLocks noChangeArrowheads="1"/>
          </p:cNvSpPr>
          <p:nvPr/>
        </p:nvSpPr>
        <p:spPr bwMode="auto">
          <a:xfrm>
            <a:off x="684213" y="1657350"/>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61450" name="Rectangle 13"/>
          <p:cNvSpPr>
            <a:spLocks noChangeArrowheads="1"/>
          </p:cNvSpPr>
          <p:nvPr/>
        </p:nvSpPr>
        <p:spPr bwMode="auto">
          <a:xfrm>
            <a:off x="1930400" y="1622425"/>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61451" name="Rectangle 16"/>
          <p:cNvSpPr>
            <a:spLocks noChangeArrowheads="1"/>
          </p:cNvSpPr>
          <p:nvPr/>
        </p:nvSpPr>
        <p:spPr bwMode="auto">
          <a:xfrm>
            <a:off x="1076325" y="2314575"/>
            <a:ext cx="8572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48147" name="Line 17"/>
          <p:cNvSpPr>
            <a:spLocks noChangeShapeType="1"/>
          </p:cNvSpPr>
          <p:nvPr/>
        </p:nvSpPr>
        <p:spPr bwMode="auto">
          <a:xfrm flipH="1">
            <a:off x="1484313" y="1979613"/>
            <a:ext cx="533400" cy="431800"/>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aphicFrame>
        <p:nvGraphicFramePr>
          <p:cNvPr id="40" name="Group 18"/>
          <p:cNvGraphicFramePr>
            <a:graphicFrameLocks noGrp="1"/>
          </p:cNvGraphicFramePr>
          <p:nvPr/>
        </p:nvGraphicFramePr>
        <p:xfrm>
          <a:off x="6980238" y="4413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main</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[11]</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1" name="Group 26"/>
          <p:cNvGraphicFramePr>
            <a:graphicFrameLocks noGrp="1"/>
          </p:cNvGraphicFramePr>
          <p:nvPr/>
        </p:nvGraphicFramePr>
        <p:xfrm>
          <a:off x="6980238" y="1144588"/>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(1,9)</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1469" name="Rectangle 31"/>
          <p:cNvSpPr>
            <a:spLocks noChangeArrowheads="1"/>
          </p:cNvSpPr>
          <p:nvPr/>
        </p:nvSpPr>
        <p:spPr bwMode="auto">
          <a:xfrm>
            <a:off x="1290638" y="44450"/>
            <a:ext cx="21050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4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sp>
        <p:nvSpPr>
          <p:cNvPr id="61470" name="Rectangle 32"/>
          <p:cNvSpPr>
            <a:spLocks noChangeArrowheads="1"/>
          </p:cNvSpPr>
          <p:nvPr/>
        </p:nvSpPr>
        <p:spPr bwMode="auto">
          <a:xfrm>
            <a:off x="6948488" y="-20638"/>
            <a:ext cx="1427162" cy="43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4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aphicFrame>
        <p:nvGraphicFramePr>
          <p:cNvPr id="46" name="Group 42"/>
          <p:cNvGraphicFramePr>
            <a:graphicFrameLocks noGrp="1"/>
          </p:cNvGraphicFramePr>
          <p:nvPr/>
        </p:nvGraphicFramePr>
        <p:xfrm>
          <a:off x="6980238" y="18510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(1,3)</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9" name="Line 14"/>
          <p:cNvSpPr>
            <a:spLocks noChangeShapeType="1"/>
          </p:cNvSpPr>
          <p:nvPr/>
        </p:nvSpPr>
        <p:spPr bwMode="auto">
          <a:xfrm flipH="1">
            <a:off x="2284413" y="20367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20" name="Rectangle 15"/>
          <p:cNvSpPr>
            <a:spLocks noChangeArrowheads="1"/>
          </p:cNvSpPr>
          <p:nvPr/>
        </p:nvSpPr>
        <p:spPr bwMode="auto">
          <a:xfrm>
            <a:off x="1944688" y="2279650"/>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(1,0)</a:t>
            </a:r>
          </a:p>
        </p:txBody>
      </p:sp>
      <p:graphicFrame>
        <p:nvGraphicFramePr>
          <p:cNvPr id="21" name="Group 42"/>
          <p:cNvGraphicFramePr>
            <a:graphicFrameLocks noGrp="1"/>
          </p:cNvGraphicFramePr>
          <p:nvPr/>
        </p:nvGraphicFramePr>
        <p:xfrm>
          <a:off x="6980238" y="2533650"/>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(1,0)</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13</a:t>
            </a:fld>
            <a:endParaRPr lang="en-US" altLang="zh-CN" dirty="0"/>
          </a:p>
        </p:txBody>
      </p:sp>
    </p:spTree>
    <p:extLst>
      <p:ext uri="{BB962C8B-B14F-4D97-AF65-F5344CB8AC3E}">
        <p14:creationId xmlns:p14="http://schemas.microsoft.com/office/powerpoint/2010/main" val="3555817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7" presetClass="emph" presetSubtype="1" nodeType="clickEffect">
                                  <p:stCondLst>
                                    <p:cond delay="0"/>
                                  </p:stCondLst>
                                  <p:childTnLst>
                                    <p:set>
                                      <p:cBhvr>
                                        <p:cTn id="25" dur="indefinite"/>
                                        <p:tgtEl>
                                          <p:spTgt spid="19"/>
                                        </p:tgtEl>
                                        <p:attrNameLst>
                                          <p:attrName>stroke.color</p:attrName>
                                        </p:attrNameLst>
                                      </p:cBhvr>
                                      <p:to>
                                        <p:clrVal>
                                          <a:schemeClr val="accent2"/>
                                        </p:clrVal>
                                      </p:to>
                                    </p:set>
                                    <p:set>
                                      <p:cBhvr>
                                        <p:cTn id="26" dur="indefinite"/>
                                        <p:tgtEl>
                                          <p:spTgt spid="19"/>
                                        </p:tgtEl>
                                        <p:attrNameLst>
                                          <p:attrName>stroke.on</p:attrName>
                                        </p:attrNameLst>
                                      </p:cBhvr>
                                      <p:to>
                                        <p:strVal val="tru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xit" presetSubtype="32" fill="hold" nodeType="clickEffect">
                                  <p:stCondLst>
                                    <p:cond delay="0"/>
                                  </p:stCondLst>
                                  <p:childTnLst>
                                    <p:anim calcmode="lin" valueType="num">
                                      <p:cBhvr>
                                        <p:cTn id="30" dur="500"/>
                                        <p:tgtEl>
                                          <p:spTgt spid="21"/>
                                        </p:tgtEl>
                                        <p:attrNameLst>
                                          <p:attrName>ppt_w</p:attrName>
                                        </p:attrNameLst>
                                      </p:cBhvr>
                                      <p:tavLst>
                                        <p:tav tm="0">
                                          <p:val>
                                            <p:strVal val="ppt_w"/>
                                          </p:val>
                                        </p:tav>
                                        <p:tav tm="100000">
                                          <p:val>
                                            <p:fltVal val="0"/>
                                          </p:val>
                                        </p:tav>
                                      </p:tavLst>
                                    </p:anim>
                                    <p:anim calcmode="lin" valueType="num">
                                      <p:cBhvr>
                                        <p:cTn id="31" dur="500"/>
                                        <p:tgtEl>
                                          <p:spTgt spid="21"/>
                                        </p:tgtEl>
                                        <p:attrNameLst>
                                          <p:attrName>ppt_h</p:attrName>
                                        </p:attrNameLst>
                                      </p:cBhvr>
                                      <p:tavLst>
                                        <p:tav tm="0">
                                          <p:val>
                                            <p:strVal val="ppt_h"/>
                                          </p:val>
                                        </p:tav>
                                        <p:tav tm="100000">
                                          <p:val>
                                            <p:fltVal val="0"/>
                                          </p:val>
                                        </p:tav>
                                      </p:tavLst>
                                    </p:anim>
                                    <p:animEffect transition="out" filter="fade">
                                      <p:cBhvr>
                                        <p:cTn id="32" dur="500"/>
                                        <p:tgtEl>
                                          <p:spTgt spid="21"/>
                                        </p:tgtEl>
                                      </p:cBhvr>
                                    </p:animEffect>
                                    <p:set>
                                      <p:cBhvr>
                                        <p:cTn id="33"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p:cNvSpPr>
            <a:spLocks noChangeArrowheads="1"/>
          </p:cNvSpPr>
          <p:nvPr/>
        </p:nvSpPr>
        <p:spPr bwMode="auto">
          <a:xfrm>
            <a:off x="2084388" y="322263"/>
            <a:ext cx="4381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m</a:t>
            </a:r>
          </a:p>
        </p:txBody>
      </p:sp>
      <p:sp>
        <p:nvSpPr>
          <p:cNvPr id="63491" name="Rectangle 5"/>
          <p:cNvSpPr>
            <a:spLocks noChangeArrowheads="1"/>
          </p:cNvSpPr>
          <p:nvPr/>
        </p:nvSpPr>
        <p:spPr bwMode="auto">
          <a:xfrm>
            <a:off x="1916113" y="928688"/>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63492" name="Rectangle 6"/>
          <p:cNvSpPr>
            <a:spLocks noChangeArrowheads="1"/>
          </p:cNvSpPr>
          <p:nvPr/>
        </p:nvSpPr>
        <p:spPr bwMode="auto">
          <a:xfrm>
            <a:off x="865188" y="946150"/>
            <a:ext cx="4349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63493" name="Line 7"/>
          <p:cNvSpPr>
            <a:spLocks noChangeShapeType="1"/>
          </p:cNvSpPr>
          <p:nvPr/>
        </p:nvSpPr>
        <p:spPr bwMode="auto">
          <a:xfrm flipH="1">
            <a:off x="2284413" y="6651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8138" name="Line 8"/>
          <p:cNvSpPr>
            <a:spLocks noChangeShapeType="1"/>
          </p:cNvSpPr>
          <p:nvPr/>
        </p:nvSpPr>
        <p:spPr bwMode="auto">
          <a:xfrm flipH="1">
            <a:off x="1120775" y="668338"/>
            <a:ext cx="1095375" cy="538162"/>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48139" name="Line 9"/>
          <p:cNvSpPr>
            <a:spLocks noChangeShapeType="1"/>
          </p:cNvSpPr>
          <p:nvPr/>
        </p:nvSpPr>
        <p:spPr bwMode="auto">
          <a:xfrm flipH="1">
            <a:off x="1246188" y="1274763"/>
            <a:ext cx="771525" cy="450850"/>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3496" name="Line 10"/>
          <p:cNvSpPr>
            <a:spLocks noChangeShapeType="1"/>
          </p:cNvSpPr>
          <p:nvPr/>
        </p:nvSpPr>
        <p:spPr bwMode="auto">
          <a:xfrm flipH="1">
            <a:off x="2284413" y="13509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497" name="Rectangle 11"/>
          <p:cNvSpPr>
            <a:spLocks noChangeArrowheads="1"/>
          </p:cNvSpPr>
          <p:nvPr/>
        </p:nvSpPr>
        <p:spPr bwMode="auto">
          <a:xfrm>
            <a:off x="684213" y="1657350"/>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63498" name="Rectangle 13"/>
          <p:cNvSpPr>
            <a:spLocks noChangeArrowheads="1"/>
          </p:cNvSpPr>
          <p:nvPr/>
        </p:nvSpPr>
        <p:spPr bwMode="auto">
          <a:xfrm>
            <a:off x="1930400" y="1622425"/>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63499" name="Rectangle 16"/>
          <p:cNvSpPr>
            <a:spLocks noChangeArrowheads="1"/>
          </p:cNvSpPr>
          <p:nvPr/>
        </p:nvSpPr>
        <p:spPr bwMode="auto">
          <a:xfrm>
            <a:off x="1076325" y="2314575"/>
            <a:ext cx="8572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48147" name="Line 17"/>
          <p:cNvSpPr>
            <a:spLocks noChangeShapeType="1"/>
          </p:cNvSpPr>
          <p:nvPr/>
        </p:nvSpPr>
        <p:spPr bwMode="auto">
          <a:xfrm flipH="1">
            <a:off x="1484313" y="1979613"/>
            <a:ext cx="533400" cy="431800"/>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aphicFrame>
        <p:nvGraphicFramePr>
          <p:cNvPr id="40" name="Group 18"/>
          <p:cNvGraphicFramePr>
            <a:graphicFrameLocks noGrp="1"/>
          </p:cNvGraphicFramePr>
          <p:nvPr/>
        </p:nvGraphicFramePr>
        <p:xfrm>
          <a:off x="6980238" y="4413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main</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[11]</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1" name="Group 26"/>
          <p:cNvGraphicFramePr>
            <a:graphicFrameLocks noGrp="1"/>
          </p:cNvGraphicFramePr>
          <p:nvPr/>
        </p:nvGraphicFramePr>
        <p:xfrm>
          <a:off x="6980238" y="1144588"/>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(1,9)</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3517" name="Rectangle 31"/>
          <p:cNvSpPr>
            <a:spLocks noChangeArrowheads="1"/>
          </p:cNvSpPr>
          <p:nvPr/>
        </p:nvSpPr>
        <p:spPr bwMode="auto">
          <a:xfrm>
            <a:off x="1290638" y="44450"/>
            <a:ext cx="21050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4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sp>
        <p:nvSpPr>
          <p:cNvPr id="63518" name="Rectangle 32"/>
          <p:cNvSpPr>
            <a:spLocks noChangeArrowheads="1"/>
          </p:cNvSpPr>
          <p:nvPr/>
        </p:nvSpPr>
        <p:spPr bwMode="auto">
          <a:xfrm>
            <a:off x="6948488" y="-20638"/>
            <a:ext cx="1427162" cy="43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4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aphicFrame>
        <p:nvGraphicFramePr>
          <p:cNvPr id="46" name="Group 42"/>
          <p:cNvGraphicFramePr>
            <a:graphicFrameLocks noGrp="1"/>
          </p:cNvGraphicFramePr>
          <p:nvPr/>
        </p:nvGraphicFramePr>
        <p:xfrm>
          <a:off x="6980238" y="1851025"/>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(1,3)</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9" name="Line 14"/>
          <p:cNvSpPr>
            <a:spLocks noChangeShapeType="1"/>
          </p:cNvSpPr>
          <p:nvPr/>
        </p:nvSpPr>
        <p:spPr bwMode="auto">
          <a:xfrm flipH="1">
            <a:off x="2284413" y="2036763"/>
            <a:ext cx="0" cy="293687"/>
          </a:xfrm>
          <a:prstGeom prst="line">
            <a:avLst/>
          </a:prstGeom>
          <a:noFill/>
          <a:ln w="25400">
            <a:solidFill>
              <a:schemeClr val="tx2">
                <a:lumMod val="60000"/>
                <a:lumOff val="40000"/>
              </a:schemeClr>
            </a:solidFill>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3528" name="Rectangle 15"/>
          <p:cNvSpPr>
            <a:spLocks noChangeArrowheads="1"/>
          </p:cNvSpPr>
          <p:nvPr/>
        </p:nvSpPr>
        <p:spPr bwMode="auto">
          <a:xfrm>
            <a:off x="1944688" y="2279650"/>
            <a:ext cx="8556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(1,0)</a:t>
            </a:r>
          </a:p>
        </p:txBody>
      </p:sp>
      <p:graphicFrame>
        <p:nvGraphicFramePr>
          <p:cNvPr id="21" name="Group 42"/>
          <p:cNvGraphicFramePr>
            <a:graphicFrameLocks noGrp="1"/>
          </p:cNvGraphicFramePr>
          <p:nvPr/>
        </p:nvGraphicFramePr>
        <p:xfrm>
          <a:off x="6980238" y="2533650"/>
          <a:ext cx="1404937" cy="685800"/>
        </p:xfrm>
        <a:graphic>
          <a:graphicData uri="http://schemas.openxmlformats.org/drawingml/2006/table">
            <a:tbl>
              <a:tblPr/>
              <a:tblGrid>
                <a:gridCol w="1404937">
                  <a:extLst>
                    <a:ext uri="{9D8B030D-6E8A-4147-A177-3AD203B41FA5}">
                      <a16:colId xmlns:a16="http://schemas.microsoft.com/office/drawing/2014/main" val="20000"/>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q</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(2,3)</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err="1">
                          <a:ln>
                            <a:noFill/>
                          </a:ln>
                          <a:solidFill>
                            <a:schemeClr val="tx1"/>
                          </a:solidFill>
                          <a:effectLst/>
                          <a:latin typeface="Times New Roman" pitchFamily="18" charset="0"/>
                          <a:ea typeface="楷体_GB2312" pitchFamily="49" charset="-122"/>
                          <a:cs typeface="Times New Roman" pitchFamily="18" charset="0"/>
                        </a:rPr>
                        <a:t>int</a:t>
                      </a:r>
                      <a:r>
                        <a:rPr kumimoji="0" lang="en-US" altLang="zh-CN" sz="18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 </a:t>
                      </a:r>
                      <a:r>
                        <a:rPr kumimoji="0" lang="en-US" altLang="zh-CN" sz="1800" b="1" i="1"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i</a:t>
                      </a:r>
                    </a:p>
                  </a:txBody>
                  <a:tcPr marL="68621" marR="68621" marT="34290" marB="3429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3" name="Rectangle 18"/>
          <p:cNvSpPr>
            <a:spLocks noChangeArrowheads="1"/>
          </p:cNvSpPr>
          <p:nvPr/>
        </p:nvSpPr>
        <p:spPr bwMode="auto">
          <a:xfrm>
            <a:off x="2855913" y="2297113"/>
            <a:ext cx="8572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(2,3)</a:t>
            </a:r>
          </a:p>
        </p:txBody>
      </p:sp>
      <p:sp>
        <p:nvSpPr>
          <p:cNvPr id="24" name="Line 19"/>
          <p:cNvSpPr>
            <a:spLocks noChangeShapeType="1"/>
          </p:cNvSpPr>
          <p:nvPr/>
        </p:nvSpPr>
        <p:spPr bwMode="auto">
          <a:xfrm>
            <a:off x="2578100" y="2001838"/>
            <a:ext cx="533400" cy="4333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nvGrpSpPr>
          <p:cNvPr id="2" name="组合 24"/>
          <p:cNvGrpSpPr>
            <a:grpSpLocks/>
          </p:cNvGrpSpPr>
          <p:nvPr/>
        </p:nvGrpSpPr>
        <p:grpSpPr bwMode="auto">
          <a:xfrm>
            <a:off x="2017713" y="1258888"/>
            <a:ext cx="5121275" cy="2193925"/>
            <a:chOff x="2017068" y="1258143"/>
            <a:chExt cx="5121919" cy="2193950"/>
          </a:xfrm>
        </p:grpSpPr>
        <p:sp>
          <p:nvSpPr>
            <p:cNvPr id="63541" name="Line 12"/>
            <p:cNvSpPr>
              <a:spLocks noChangeShapeType="1"/>
            </p:cNvSpPr>
            <p:nvPr/>
          </p:nvSpPr>
          <p:spPr bwMode="auto">
            <a:xfrm flipH="1">
              <a:off x="3199359" y="2643758"/>
              <a:ext cx="0" cy="2940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42" name="Line 20"/>
            <p:cNvSpPr>
              <a:spLocks noChangeShapeType="1"/>
            </p:cNvSpPr>
            <p:nvPr/>
          </p:nvSpPr>
          <p:spPr bwMode="auto">
            <a:xfrm flipH="1">
              <a:off x="2464742" y="2665462"/>
              <a:ext cx="523875" cy="295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43" name="Line 21"/>
            <p:cNvSpPr>
              <a:spLocks noChangeShapeType="1"/>
            </p:cNvSpPr>
            <p:nvPr/>
          </p:nvSpPr>
          <p:spPr bwMode="auto">
            <a:xfrm>
              <a:off x="3483918" y="2665462"/>
              <a:ext cx="606028" cy="295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44" name="Rectangle 22"/>
            <p:cNvSpPr>
              <a:spLocks noChangeArrowheads="1"/>
            </p:cNvSpPr>
            <p:nvPr/>
          </p:nvSpPr>
          <p:spPr bwMode="auto">
            <a:xfrm>
              <a:off x="2827884" y="2931790"/>
              <a:ext cx="857250" cy="355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(2,1)</a:t>
              </a:r>
            </a:p>
          </p:txBody>
        </p:sp>
        <p:sp>
          <p:nvSpPr>
            <p:cNvPr id="63545" name="Rectangle 23"/>
            <p:cNvSpPr>
              <a:spLocks noChangeArrowheads="1"/>
            </p:cNvSpPr>
            <p:nvPr/>
          </p:nvSpPr>
          <p:spPr bwMode="auto">
            <a:xfrm>
              <a:off x="3726806" y="2931790"/>
              <a:ext cx="856059" cy="520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(3,3)</a:t>
              </a:r>
            </a:p>
          </p:txBody>
        </p:sp>
        <p:sp>
          <p:nvSpPr>
            <p:cNvPr id="63546" name="Rectangle 24"/>
            <p:cNvSpPr>
              <a:spLocks noChangeArrowheads="1"/>
            </p:cNvSpPr>
            <p:nvPr/>
          </p:nvSpPr>
          <p:spPr bwMode="auto">
            <a:xfrm>
              <a:off x="2017068" y="2931790"/>
              <a:ext cx="85605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(2,3)</a:t>
              </a:r>
            </a:p>
          </p:txBody>
        </p:sp>
        <p:sp>
          <p:nvSpPr>
            <p:cNvPr id="63547" name="Line 25"/>
            <p:cNvSpPr>
              <a:spLocks noChangeShapeType="1"/>
            </p:cNvSpPr>
            <p:nvPr/>
          </p:nvSpPr>
          <p:spPr bwMode="auto">
            <a:xfrm flipH="1">
              <a:off x="5767387" y="2571750"/>
              <a:ext cx="0" cy="295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48" name="Rectangle 26"/>
            <p:cNvSpPr>
              <a:spLocks noChangeArrowheads="1"/>
            </p:cNvSpPr>
            <p:nvPr/>
          </p:nvSpPr>
          <p:spPr bwMode="auto">
            <a:xfrm>
              <a:off x="4644008" y="1628428"/>
              <a:ext cx="856059" cy="52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(5,9)</a:t>
              </a:r>
            </a:p>
          </p:txBody>
        </p:sp>
        <p:sp>
          <p:nvSpPr>
            <p:cNvPr id="63549" name="Line 27"/>
            <p:cNvSpPr>
              <a:spLocks noChangeShapeType="1"/>
            </p:cNvSpPr>
            <p:nvPr/>
          </p:nvSpPr>
          <p:spPr bwMode="auto">
            <a:xfrm flipH="1">
              <a:off x="5087491" y="2002284"/>
              <a:ext cx="0" cy="295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50" name="Rectangle 28"/>
            <p:cNvSpPr>
              <a:spLocks noChangeArrowheads="1"/>
            </p:cNvSpPr>
            <p:nvPr/>
          </p:nvSpPr>
          <p:spPr bwMode="auto">
            <a:xfrm>
              <a:off x="4716016" y="2228503"/>
              <a:ext cx="85605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(5,5)</a:t>
              </a:r>
            </a:p>
          </p:txBody>
        </p:sp>
        <p:sp>
          <p:nvSpPr>
            <p:cNvPr id="63551" name="Rectangle 29"/>
            <p:cNvSpPr>
              <a:spLocks noChangeArrowheads="1"/>
            </p:cNvSpPr>
            <p:nvPr/>
          </p:nvSpPr>
          <p:spPr bwMode="auto">
            <a:xfrm>
              <a:off x="4035177" y="2263031"/>
              <a:ext cx="856059" cy="520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(5,9)</a:t>
              </a:r>
            </a:p>
          </p:txBody>
        </p:sp>
        <p:sp>
          <p:nvSpPr>
            <p:cNvPr id="63552" name="Line 30"/>
            <p:cNvSpPr>
              <a:spLocks noChangeShapeType="1"/>
            </p:cNvSpPr>
            <p:nvPr/>
          </p:nvSpPr>
          <p:spPr bwMode="auto">
            <a:xfrm flipH="1">
              <a:off x="4455467" y="2002284"/>
              <a:ext cx="499443" cy="3536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53" name="Rectangle 31"/>
            <p:cNvSpPr>
              <a:spLocks noChangeArrowheads="1"/>
            </p:cNvSpPr>
            <p:nvPr/>
          </p:nvSpPr>
          <p:spPr bwMode="auto">
            <a:xfrm>
              <a:off x="5412581" y="2199928"/>
              <a:ext cx="857250" cy="52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(7,9)</a:t>
              </a:r>
            </a:p>
          </p:txBody>
        </p:sp>
        <p:sp>
          <p:nvSpPr>
            <p:cNvPr id="63554" name="Line 32"/>
            <p:cNvSpPr>
              <a:spLocks noChangeShapeType="1"/>
            </p:cNvSpPr>
            <p:nvPr/>
          </p:nvSpPr>
          <p:spPr bwMode="auto">
            <a:xfrm>
              <a:off x="5151785" y="1979662"/>
              <a:ext cx="544537" cy="31313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55" name="Line 33"/>
            <p:cNvSpPr>
              <a:spLocks noChangeShapeType="1"/>
            </p:cNvSpPr>
            <p:nvPr/>
          </p:nvSpPr>
          <p:spPr bwMode="auto">
            <a:xfrm flipH="1">
              <a:off x="4936330" y="2608312"/>
              <a:ext cx="564357" cy="2776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56" name="Line 34"/>
            <p:cNvSpPr>
              <a:spLocks noChangeShapeType="1"/>
            </p:cNvSpPr>
            <p:nvPr/>
          </p:nvSpPr>
          <p:spPr bwMode="auto">
            <a:xfrm>
              <a:off x="6053136" y="2608312"/>
              <a:ext cx="542925" cy="258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3557" name="Rectangle 35"/>
            <p:cNvSpPr>
              <a:spLocks noChangeArrowheads="1"/>
            </p:cNvSpPr>
            <p:nvPr/>
          </p:nvSpPr>
          <p:spPr bwMode="auto">
            <a:xfrm>
              <a:off x="5384006" y="2859782"/>
              <a:ext cx="857250" cy="364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(7,7)</a:t>
              </a:r>
            </a:p>
          </p:txBody>
        </p:sp>
        <p:sp>
          <p:nvSpPr>
            <p:cNvPr id="63558" name="Rectangle 36"/>
            <p:cNvSpPr>
              <a:spLocks noChangeArrowheads="1"/>
            </p:cNvSpPr>
            <p:nvPr/>
          </p:nvSpPr>
          <p:spPr bwMode="auto">
            <a:xfrm>
              <a:off x="6282928" y="2859782"/>
              <a:ext cx="85605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(9,9)</a:t>
              </a:r>
            </a:p>
          </p:txBody>
        </p:sp>
        <p:sp>
          <p:nvSpPr>
            <p:cNvPr id="63559" name="Rectangle 37"/>
            <p:cNvSpPr>
              <a:spLocks noChangeArrowheads="1"/>
            </p:cNvSpPr>
            <p:nvPr/>
          </p:nvSpPr>
          <p:spPr bwMode="auto">
            <a:xfrm>
              <a:off x="4572000" y="2859782"/>
              <a:ext cx="857250" cy="520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(7,9)</a:t>
              </a:r>
            </a:p>
          </p:txBody>
        </p:sp>
        <p:sp>
          <p:nvSpPr>
            <p:cNvPr id="63560" name="Line 38"/>
            <p:cNvSpPr>
              <a:spLocks noChangeShapeType="1"/>
            </p:cNvSpPr>
            <p:nvPr/>
          </p:nvSpPr>
          <p:spPr bwMode="auto">
            <a:xfrm>
              <a:off x="2593331" y="1258143"/>
              <a:ext cx="2297905" cy="402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51" name="矩形 41"/>
          <p:cNvSpPr>
            <a:spLocks noChangeArrowheads="1"/>
          </p:cNvSpPr>
          <p:nvPr/>
        </p:nvSpPr>
        <p:spPr bwMode="auto">
          <a:xfrm>
            <a:off x="0" y="3435350"/>
            <a:ext cx="9036050" cy="1608138"/>
          </a:xfrm>
          <a:prstGeom prst="rect">
            <a:avLst/>
          </a:prstGeom>
          <a:noFill/>
          <a:ln w="9525">
            <a:noFill/>
            <a:miter lim="800000"/>
            <a:headEnd/>
            <a:tailEnd/>
          </a:ln>
        </p:spPr>
        <p:txBody>
          <a:bodyPr lIns="68580" tIns="34290" rIns="68580" bIns="34290">
            <a:spAutoFit/>
          </a:bodyPr>
          <a:lstStyle/>
          <a:p>
            <a:pPr algn="just" eaLnBrk="1" hangingPunct="1">
              <a:lnSpc>
                <a:spcPts val="3000"/>
              </a:lnSpc>
              <a:buFont typeface="Wingdings" pitchFamily="2" charset="2"/>
              <a:buChar char="Ø"/>
              <a:defRPr/>
            </a:pPr>
            <a:r>
              <a:rPr lang="zh-CN" altLang="en-US" sz="2000" dirty="0">
                <a:solidFill>
                  <a:prstClr val="black"/>
                </a:solidFill>
                <a:latin typeface="楷体" pitchFamily="49" charset="-122"/>
                <a:ea typeface="楷体" pitchFamily="49" charset="-122"/>
                <a:cs typeface="Times New Roman" pitchFamily="18" charset="0"/>
              </a:rPr>
              <a:t> </a:t>
            </a:r>
            <a:r>
              <a:rPr lang="zh-CN" altLang="en-US" sz="1900" dirty="0">
                <a:solidFill>
                  <a:prstClr val="black"/>
                </a:solidFill>
                <a:latin typeface="楷体" pitchFamily="49" charset="-122"/>
                <a:ea typeface="楷体" pitchFamily="49" charset="-122"/>
                <a:cs typeface="Times New Roman" pitchFamily="18" charset="0"/>
              </a:rPr>
              <a:t>每个</a:t>
            </a:r>
            <a:r>
              <a:rPr lang="zh-CN" altLang="en-US" sz="1900" dirty="0">
                <a:solidFill>
                  <a:srgbClr val="073E87">
                    <a:lumMod val="60000"/>
                    <a:lumOff val="40000"/>
                  </a:srgbClr>
                </a:solidFill>
                <a:latin typeface="楷体" pitchFamily="49" charset="-122"/>
                <a:ea typeface="楷体" pitchFamily="49" charset="-122"/>
                <a:cs typeface="Times New Roman" pitchFamily="18" charset="0"/>
              </a:rPr>
              <a:t>活跃的活动</a:t>
            </a:r>
            <a:r>
              <a:rPr lang="zh-CN" altLang="en-US" sz="1900" dirty="0">
                <a:solidFill>
                  <a:prstClr val="black"/>
                </a:solidFill>
                <a:latin typeface="楷体" pitchFamily="49" charset="-122"/>
                <a:ea typeface="楷体" pitchFamily="49" charset="-122"/>
                <a:cs typeface="Times New Roman" pitchFamily="18" charset="0"/>
              </a:rPr>
              <a:t>都有一个位于</a:t>
            </a:r>
            <a:r>
              <a:rPr lang="zh-CN" altLang="en-US" sz="1900" dirty="0">
                <a:solidFill>
                  <a:srgbClr val="073E87">
                    <a:lumMod val="60000"/>
                    <a:lumOff val="40000"/>
                  </a:srgbClr>
                </a:solidFill>
                <a:latin typeface="楷体" pitchFamily="49" charset="-122"/>
                <a:ea typeface="楷体" pitchFamily="49" charset="-122"/>
                <a:cs typeface="Times New Roman" pitchFamily="18" charset="0"/>
              </a:rPr>
              <a:t>控制栈</a:t>
            </a:r>
            <a:r>
              <a:rPr lang="zh-CN" altLang="en-US" sz="1900" dirty="0">
                <a:solidFill>
                  <a:prstClr val="black"/>
                </a:solidFill>
                <a:latin typeface="楷体" pitchFamily="49" charset="-122"/>
                <a:ea typeface="楷体" pitchFamily="49" charset="-122"/>
                <a:cs typeface="Times New Roman" pitchFamily="18" charset="0"/>
              </a:rPr>
              <a:t>中的</a:t>
            </a:r>
            <a:r>
              <a:rPr lang="zh-CN" altLang="en-US" sz="1900" dirty="0">
                <a:solidFill>
                  <a:srgbClr val="073E87">
                    <a:lumMod val="60000"/>
                    <a:lumOff val="40000"/>
                  </a:srgbClr>
                </a:solidFill>
                <a:latin typeface="楷体" pitchFamily="49" charset="-122"/>
                <a:ea typeface="楷体" pitchFamily="49" charset="-122"/>
                <a:cs typeface="Times New Roman" pitchFamily="18" charset="0"/>
              </a:rPr>
              <a:t>活动记录</a:t>
            </a:r>
            <a:endParaRPr lang="en-US" altLang="zh-CN" sz="1900" dirty="0">
              <a:solidFill>
                <a:srgbClr val="073E87">
                  <a:lumMod val="60000"/>
                  <a:lumOff val="40000"/>
                </a:srgbClr>
              </a:solidFill>
              <a:latin typeface="楷体" pitchFamily="49" charset="-122"/>
              <a:ea typeface="楷体" pitchFamily="49" charset="-122"/>
              <a:cs typeface="Times New Roman" pitchFamily="18" charset="0"/>
            </a:endParaRPr>
          </a:p>
          <a:p>
            <a:pPr algn="just" eaLnBrk="1" hangingPunct="1">
              <a:lnSpc>
                <a:spcPts val="3000"/>
              </a:lnSpc>
              <a:buFont typeface="Wingdings" pitchFamily="2" charset="2"/>
              <a:buChar char="Ø"/>
              <a:defRPr/>
            </a:pPr>
            <a:r>
              <a:rPr lang="en-US" altLang="zh-CN" sz="1900" dirty="0">
                <a:solidFill>
                  <a:prstClr val="black"/>
                </a:solidFill>
                <a:latin typeface="楷体" pitchFamily="49" charset="-122"/>
                <a:ea typeface="楷体" pitchFamily="49" charset="-122"/>
                <a:cs typeface="Times New Roman" pitchFamily="18" charset="0"/>
              </a:rPr>
              <a:t> </a:t>
            </a:r>
            <a:r>
              <a:rPr lang="zh-CN" altLang="en-US" sz="1900" dirty="0">
                <a:solidFill>
                  <a:prstClr val="black"/>
                </a:solidFill>
                <a:latin typeface="楷体" pitchFamily="49" charset="-122"/>
                <a:ea typeface="楷体" pitchFamily="49" charset="-122"/>
                <a:cs typeface="Times New Roman" pitchFamily="18" charset="0"/>
              </a:rPr>
              <a:t>活动树的</a:t>
            </a:r>
            <a:r>
              <a:rPr lang="zh-CN" altLang="en-US" sz="1900" dirty="0">
                <a:solidFill>
                  <a:srgbClr val="073E87">
                    <a:lumMod val="60000"/>
                    <a:lumOff val="40000"/>
                  </a:srgbClr>
                </a:solidFill>
                <a:latin typeface="楷体" pitchFamily="49" charset="-122"/>
                <a:ea typeface="楷体" pitchFamily="49" charset="-122"/>
                <a:cs typeface="Times New Roman" pitchFamily="18" charset="0"/>
              </a:rPr>
              <a:t>根</a:t>
            </a:r>
            <a:r>
              <a:rPr lang="zh-CN" altLang="en-US" sz="1900" dirty="0">
                <a:solidFill>
                  <a:prstClr val="black"/>
                </a:solidFill>
                <a:latin typeface="楷体" pitchFamily="49" charset="-122"/>
                <a:ea typeface="楷体" pitchFamily="49" charset="-122"/>
                <a:cs typeface="Times New Roman" pitchFamily="18" charset="0"/>
              </a:rPr>
              <a:t>的活动记录位于</a:t>
            </a:r>
            <a:r>
              <a:rPr lang="zh-CN" altLang="en-US" sz="1900" dirty="0">
                <a:solidFill>
                  <a:srgbClr val="073E87">
                    <a:lumMod val="60000"/>
                    <a:lumOff val="40000"/>
                  </a:srgbClr>
                </a:solidFill>
                <a:latin typeface="楷体" pitchFamily="49" charset="-122"/>
                <a:ea typeface="楷体" pitchFamily="49" charset="-122"/>
                <a:cs typeface="Times New Roman" pitchFamily="18" charset="0"/>
              </a:rPr>
              <a:t>栈底</a:t>
            </a:r>
            <a:endParaRPr lang="en-US" altLang="zh-CN" sz="1900" dirty="0">
              <a:solidFill>
                <a:srgbClr val="073E87">
                  <a:lumMod val="60000"/>
                  <a:lumOff val="40000"/>
                </a:srgbClr>
              </a:solidFill>
              <a:latin typeface="楷体" pitchFamily="49" charset="-122"/>
              <a:ea typeface="楷体" pitchFamily="49" charset="-122"/>
              <a:cs typeface="Times New Roman" pitchFamily="18" charset="0"/>
            </a:endParaRPr>
          </a:p>
          <a:p>
            <a:pPr algn="just" eaLnBrk="1" hangingPunct="1">
              <a:lnSpc>
                <a:spcPts val="3000"/>
              </a:lnSpc>
              <a:buFont typeface="Wingdings" pitchFamily="2" charset="2"/>
              <a:buChar char="Ø"/>
              <a:defRPr/>
            </a:pPr>
            <a:r>
              <a:rPr lang="en-US" altLang="zh-CN" sz="1900" dirty="0">
                <a:solidFill>
                  <a:prstClr val="black"/>
                </a:solidFill>
                <a:latin typeface="楷体" pitchFamily="49" charset="-122"/>
                <a:ea typeface="楷体" pitchFamily="49" charset="-122"/>
                <a:cs typeface="Times New Roman" pitchFamily="18" charset="0"/>
              </a:rPr>
              <a:t> </a:t>
            </a:r>
            <a:r>
              <a:rPr lang="zh-CN" altLang="en-US" sz="1900" dirty="0">
                <a:solidFill>
                  <a:srgbClr val="FF0000"/>
                </a:solidFill>
                <a:latin typeface="楷体" pitchFamily="49" charset="-122"/>
                <a:ea typeface="楷体" pitchFamily="49" charset="-122"/>
                <a:cs typeface="Times New Roman" pitchFamily="18" charset="0"/>
              </a:rPr>
              <a:t>程序控制</a:t>
            </a:r>
            <a:r>
              <a:rPr lang="zh-CN" altLang="en-US" sz="1900" dirty="0">
                <a:latin typeface="楷体" pitchFamily="49" charset="-122"/>
                <a:ea typeface="楷体" pitchFamily="49" charset="-122"/>
                <a:cs typeface="Times New Roman" pitchFamily="18" charset="0"/>
              </a:rPr>
              <a:t>所在的活动的记录</a:t>
            </a:r>
            <a:r>
              <a:rPr lang="zh-CN" altLang="en-US" sz="1900" dirty="0">
                <a:solidFill>
                  <a:prstClr val="black"/>
                </a:solidFill>
                <a:latin typeface="楷体" pitchFamily="49" charset="-122"/>
                <a:ea typeface="楷体" pitchFamily="49" charset="-122"/>
                <a:cs typeface="Times New Roman" pitchFamily="18" charset="0"/>
              </a:rPr>
              <a:t>位于</a:t>
            </a:r>
            <a:r>
              <a:rPr lang="zh-CN" altLang="en-US" sz="1900" dirty="0">
                <a:solidFill>
                  <a:srgbClr val="073E87">
                    <a:lumMod val="60000"/>
                    <a:lumOff val="40000"/>
                  </a:srgbClr>
                </a:solidFill>
                <a:latin typeface="楷体" pitchFamily="49" charset="-122"/>
                <a:ea typeface="楷体" pitchFamily="49" charset="-122"/>
                <a:cs typeface="Times New Roman" pitchFamily="18" charset="0"/>
              </a:rPr>
              <a:t>栈顶</a:t>
            </a:r>
            <a:endParaRPr lang="en-US" altLang="zh-CN" sz="1900" dirty="0">
              <a:solidFill>
                <a:srgbClr val="073E87">
                  <a:lumMod val="60000"/>
                  <a:lumOff val="40000"/>
                </a:srgbClr>
              </a:solidFill>
              <a:latin typeface="楷体" pitchFamily="49" charset="-122"/>
              <a:ea typeface="楷体" pitchFamily="49" charset="-122"/>
              <a:cs typeface="Times New Roman" pitchFamily="18" charset="0"/>
            </a:endParaRPr>
          </a:p>
          <a:p>
            <a:pPr algn="just" eaLnBrk="1" hangingPunct="1">
              <a:lnSpc>
                <a:spcPts val="3000"/>
              </a:lnSpc>
              <a:buFont typeface="Wingdings" pitchFamily="2" charset="2"/>
              <a:buChar char="Ø"/>
              <a:defRPr/>
            </a:pPr>
            <a:r>
              <a:rPr lang="en-US" altLang="zh-CN" sz="1900" dirty="0">
                <a:solidFill>
                  <a:prstClr val="black"/>
                </a:solidFill>
                <a:latin typeface="楷体" pitchFamily="49" charset="-122"/>
                <a:ea typeface="楷体" pitchFamily="49" charset="-122"/>
                <a:cs typeface="Times New Roman" pitchFamily="18" charset="0"/>
              </a:rPr>
              <a:t> </a:t>
            </a:r>
            <a:r>
              <a:rPr lang="zh-CN" altLang="en-US" sz="1900" dirty="0">
                <a:solidFill>
                  <a:prstClr val="black"/>
                </a:solidFill>
                <a:latin typeface="楷体" pitchFamily="49" charset="-122"/>
                <a:ea typeface="楷体" pitchFamily="49" charset="-122"/>
                <a:cs typeface="Times New Roman" pitchFamily="18" charset="0"/>
              </a:rPr>
              <a:t>栈中</a:t>
            </a:r>
            <a:r>
              <a:rPr lang="zh-CN" altLang="en-US" sz="1900" dirty="0">
                <a:solidFill>
                  <a:srgbClr val="073E87">
                    <a:lumMod val="60000"/>
                    <a:lumOff val="40000"/>
                  </a:srgbClr>
                </a:solidFill>
                <a:latin typeface="楷体" pitchFamily="49" charset="-122"/>
                <a:ea typeface="楷体" pitchFamily="49" charset="-122"/>
                <a:cs typeface="Times New Roman" pitchFamily="18" charset="0"/>
              </a:rPr>
              <a:t>全部活动记录的序列</a:t>
            </a:r>
            <a:r>
              <a:rPr lang="zh-CN" altLang="en-US" sz="1900" dirty="0">
                <a:solidFill>
                  <a:prstClr val="black"/>
                </a:solidFill>
                <a:latin typeface="楷体" pitchFamily="49" charset="-122"/>
                <a:ea typeface="楷体" pitchFamily="49" charset="-122"/>
                <a:cs typeface="Times New Roman" pitchFamily="18" charset="0"/>
              </a:rPr>
              <a:t>对应于在活动树中</a:t>
            </a:r>
            <a:r>
              <a:rPr lang="zh-CN" altLang="en-US" sz="1900" dirty="0">
                <a:solidFill>
                  <a:srgbClr val="073E87">
                    <a:lumMod val="60000"/>
                    <a:lumOff val="40000"/>
                  </a:srgbClr>
                </a:solidFill>
                <a:latin typeface="楷体" pitchFamily="49" charset="-122"/>
                <a:ea typeface="楷体" pitchFamily="49" charset="-122"/>
                <a:cs typeface="Times New Roman" pitchFamily="18" charset="0"/>
              </a:rPr>
              <a:t>到达当前控制所在的活动结点的路径</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14</a:t>
            </a:fld>
            <a:endParaRPr lang="en-US" altLang="zh-CN" dirty="0"/>
          </a:p>
        </p:txBody>
      </p:sp>
    </p:spTree>
    <p:extLst>
      <p:ext uri="{BB962C8B-B14F-4D97-AF65-F5344CB8AC3E}">
        <p14:creationId xmlns:p14="http://schemas.microsoft.com/office/powerpoint/2010/main" val="1963510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nodeType="clickEffect">
                                  <p:stCondLst>
                                    <p:cond delay="0"/>
                                  </p:stCondLst>
                                  <p:childTnLst>
                                    <p:set>
                                      <p:cBhvr>
                                        <p:cTn id="32" dur="1" fill="hold">
                                          <p:stCondLst>
                                            <p:cond delay="0"/>
                                          </p:stCondLst>
                                        </p:cTn>
                                        <p:tgtEl>
                                          <p:spTgt spid="51">
                                            <p:txEl>
                                              <p:pRg st="0" end="0"/>
                                            </p:txEl>
                                          </p:spTgt>
                                        </p:tgtEl>
                                        <p:attrNameLst>
                                          <p:attrName>style.visibility</p:attrName>
                                        </p:attrNameLst>
                                      </p:cBhvr>
                                      <p:to>
                                        <p:strVal val="visible"/>
                                      </p:to>
                                    </p:set>
                                    <p:anim calcmode="lin" valueType="num">
                                      <p:cBhvr>
                                        <p:cTn id="33" dur="500" fill="hold"/>
                                        <p:tgtEl>
                                          <p:spTgt spid="51">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51">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51">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0" fill="hold" nodeType="clickEffect">
                                  <p:stCondLst>
                                    <p:cond delay="0"/>
                                  </p:stCondLst>
                                  <p:childTnLst>
                                    <p:set>
                                      <p:cBhvr>
                                        <p:cTn id="39" dur="1" fill="hold">
                                          <p:stCondLst>
                                            <p:cond delay="0"/>
                                          </p:stCondLst>
                                        </p:cTn>
                                        <p:tgtEl>
                                          <p:spTgt spid="51">
                                            <p:txEl>
                                              <p:pRg st="1" end="1"/>
                                            </p:txEl>
                                          </p:spTgt>
                                        </p:tgtEl>
                                        <p:attrNameLst>
                                          <p:attrName>style.visibility</p:attrName>
                                        </p:attrNameLst>
                                      </p:cBhvr>
                                      <p:to>
                                        <p:strVal val="visible"/>
                                      </p:to>
                                    </p:set>
                                    <p:anim calcmode="lin" valueType="num">
                                      <p:cBhvr>
                                        <p:cTn id="40" dur="500" fill="hold"/>
                                        <p:tgtEl>
                                          <p:spTgt spid="51">
                                            <p:txEl>
                                              <p:pRg st="1" end="1"/>
                                            </p:txEl>
                                          </p:spTgt>
                                        </p:tgtEl>
                                        <p:attrNameLst>
                                          <p:attrName>ppt_w</p:attrName>
                                        </p:attrNameLst>
                                      </p:cBhvr>
                                      <p:tavLst>
                                        <p:tav tm="0">
                                          <p:val>
                                            <p:fltVal val="0"/>
                                          </p:val>
                                        </p:tav>
                                        <p:tav tm="100000">
                                          <p:val>
                                            <p:strVal val="#ppt_w"/>
                                          </p:val>
                                        </p:tav>
                                      </p:tavLst>
                                    </p:anim>
                                    <p:anim calcmode="lin" valueType="num">
                                      <p:cBhvr>
                                        <p:cTn id="41" dur="500" fill="hold"/>
                                        <p:tgtEl>
                                          <p:spTgt spid="51">
                                            <p:txEl>
                                              <p:pRg st="1" end="1"/>
                                            </p:txEl>
                                          </p:spTgt>
                                        </p:tgtEl>
                                        <p:attrNameLst>
                                          <p:attrName>ppt_h</p:attrName>
                                        </p:attrNameLst>
                                      </p:cBhvr>
                                      <p:tavLst>
                                        <p:tav tm="0">
                                          <p:val>
                                            <p:fltVal val="0"/>
                                          </p:val>
                                        </p:tav>
                                        <p:tav tm="100000">
                                          <p:val>
                                            <p:strVal val="#ppt_h"/>
                                          </p:val>
                                        </p:tav>
                                      </p:tavLst>
                                    </p:anim>
                                    <p:animEffect transition="in" filter="fade">
                                      <p:cBhvr>
                                        <p:cTn id="42" dur="500"/>
                                        <p:tgtEl>
                                          <p:spTgt spid="51">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0" fill="hold" nodeType="clickEffect">
                                  <p:stCondLst>
                                    <p:cond delay="0"/>
                                  </p:stCondLst>
                                  <p:childTnLst>
                                    <p:set>
                                      <p:cBhvr>
                                        <p:cTn id="46" dur="1" fill="hold">
                                          <p:stCondLst>
                                            <p:cond delay="0"/>
                                          </p:stCondLst>
                                        </p:cTn>
                                        <p:tgtEl>
                                          <p:spTgt spid="51">
                                            <p:txEl>
                                              <p:pRg st="2" end="2"/>
                                            </p:txEl>
                                          </p:spTgt>
                                        </p:tgtEl>
                                        <p:attrNameLst>
                                          <p:attrName>style.visibility</p:attrName>
                                        </p:attrNameLst>
                                      </p:cBhvr>
                                      <p:to>
                                        <p:strVal val="visible"/>
                                      </p:to>
                                    </p:set>
                                    <p:anim calcmode="lin" valueType="num">
                                      <p:cBhvr>
                                        <p:cTn id="47" dur="500" fill="hold"/>
                                        <p:tgtEl>
                                          <p:spTgt spid="51">
                                            <p:txEl>
                                              <p:pRg st="2" end="2"/>
                                            </p:txEl>
                                          </p:spTgt>
                                        </p:tgtEl>
                                        <p:attrNameLst>
                                          <p:attrName>ppt_w</p:attrName>
                                        </p:attrNameLst>
                                      </p:cBhvr>
                                      <p:tavLst>
                                        <p:tav tm="0">
                                          <p:val>
                                            <p:fltVal val="0"/>
                                          </p:val>
                                        </p:tav>
                                        <p:tav tm="100000">
                                          <p:val>
                                            <p:strVal val="#ppt_w"/>
                                          </p:val>
                                        </p:tav>
                                      </p:tavLst>
                                    </p:anim>
                                    <p:anim calcmode="lin" valueType="num">
                                      <p:cBhvr>
                                        <p:cTn id="48" dur="500" fill="hold"/>
                                        <p:tgtEl>
                                          <p:spTgt spid="51">
                                            <p:txEl>
                                              <p:pRg st="2" end="2"/>
                                            </p:txEl>
                                          </p:spTgt>
                                        </p:tgtEl>
                                        <p:attrNameLst>
                                          <p:attrName>ppt_h</p:attrName>
                                        </p:attrNameLst>
                                      </p:cBhvr>
                                      <p:tavLst>
                                        <p:tav tm="0">
                                          <p:val>
                                            <p:fltVal val="0"/>
                                          </p:val>
                                        </p:tav>
                                        <p:tav tm="100000">
                                          <p:val>
                                            <p:strVal val="#ppt_h"/>
                                          </p:val>
                                        </p:tav>
                                      </p:tavLst>
                                    </p:anim>
                                    <p:animEffect transition="in" filter="fade">
                                      <p:cBhvr>
                                        <p:cTn id="49" dur="500"/>
                                        <p:tgtEl>
                                          <p:spTgt spid="51">
                                            <p:txEl>
                                              <p:pRg st="2" end="2"/>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0" fill="hold" nodeType="clickEffect">
                                  <p:stCondLst>
                                    <p:cond delay="0"/>
                                  </p:stCondLst>
                                  <p:childTnLst>
                                    <p:set>
                                      <p:cBhvr>
                                        <p:cTn id="53" dur="1" fill="hold">
                                          <p:stCondLst>
                                            <p:cond delay="0"/>
                                          </p:stCondLst>
                                        </p:cTn>
                                        <p:tgtEl>
                                          <p:spTgt spid="51">
                                            <p:txEl>
                                              <p:pRg st="3" end="3"/>
                                            </p:txEl>
                                          </p:spTgt>
                                        </p:tgtEl>
                                        <p:attrNameLst>
                                          <p:attrName>style.visibility</p:attrName>
                                        </p:attrNameLst>
                                      </p:cBhvr>
                                      <p:to>
                                        <p:strVal val="visible"/>
                                      </p:to>
                                    </p:set>
                                    <p:anim calcmode="lin" valueType="num">
                                      <p:cBhvr>
                                        <p:cTn id="54" dur="500" fill="hold"/>
                                        <p:tgtEl>
                                          <p:spTgt spid="51">
                                            <p:txEl>
                                              <p:pRg st="3" end="3"/>
                                            </p:txEl>
                                          </p:spTgt>
                                        </p:tgtEl>
                                        <p:attrNameLst>
                                          <p:attrName>ppt_w</p:attrName>
                                        </p:attrNameLst>
                                      </p:cBhvr>
                                      <p:tavLst>
                                        <p:tav tm="0">
                                          <p:val>
                                            <p:fltVal val="0"/>
                                          </p:val>
                                        </p:tav>
                                        <p:tav tm="100000">
                                          <p:val>
                                            <p:strVal val="#ppt_w"/>
                                          </p:val>
                                        </p:tav>
                                      </p:tavLst>
                                    </p:anim>
                                    <p:anim calcmode="lin" valueType="num">
                                      <p:cBhvr>
                                        <p:cTn id="55" dur="500" fill="hold"/>
                                        <p:tgtEl>
                                          <p:spTgt spid="51">
                                            <p:txEl>
                                              <p:pRg st="3" end="3"/>
                                            </p:txEl>
                                          </p:spTgt>
                                        </p:tgtEl>
                                        <p:attrNameLst>
                                          <p:attrName>ppt_h</p:attrName>
                                        </p:attrNameLst>
                                      </p:cBhvr>
                                      <p:tavLst>
                                        <p:tav tm="0">
                                          <p:val>
                                            <p:fltVal val="0"/>
                                          </p:val>
                                        </p:tav>
                                        <p:tav tm="100000">
                                          <p:val>
                                            <p:strVal val="#ppt_h"/>
                                          </p:val>
                                        </p:tav>
                                      </p:tavLst>
                                    </p:anim>
                                    <p:animEffect transition="in" filter="fade">
                                      <p:cBhvr>
                                        <p:cTn id="56" dur="500"/>
                                        <p:tgtEl>
                                          <p:spTgt spid="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7" name="Rectangle 3"/>
          <p:cNvSpPr>
            <a:spLocks noGrp="1" noChangeArrowheads="1"/>
          </p:cNvSpPr>
          <p:nvPr>
            <p:ph idx="1"/>
          </p:nvPr>
        </p:nvSpPr>
        <p:spPr>
          <a:xfrm>
            <a:off x="430213" y="846138"/>
            <a:ext cx="4070350" cy="4102100"/>
          </a:xfrm>
        </p:spPr>
        <p:txBody>
          <a:bodyPr/>
          <a:lstStyle/>
          <a:p>
            <a:pPr marL="272654" indent="-272654">
              <a:lnSpc>
                <a:spcPts val="2500"/>
              </a:lnSpc>
              <a:buClrTx/>
              <a:buFont typeface="Wingdings" pitchFamily="2" charset="2"/>
              <a:buChar char="Ø"/>
              <a:defRPr/>
            </a:pPr>
            <a:r>
              <a:rPr lang="zh-CN" altLang="en-US" sz="2000" b="1" dirty="0">
                <a:solidFill>
                  <a:schemeClr val="tx1"/>
                </a:solidFill>
                <a:latin typeface="楷体" pitchFamily="49" charset="-122"/>
                <a:ea typeface="楷体" pitchFamily="49" charset="-122"/>
                <a:cs typeface="Times New Roman" pitchFamily="18" charset="0"/>
              </a:rPr>
              <a:t>在</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调用者和被调用者</a:t>
            </a:r>
            <a:r>
              <a:rPr lang="zh-CN" altLang="en-US" sz="2000" b="1" dirty="0">
                <a:solidFill>
                  <a:schemeClr val="tx1"/>
                </a:solidFill>
                <a:latin typeface="楷体" pitchFamily="49" charset="-122"/>
                <a:ea typeface="楷体" pitchFamily="49" charset="-122"/>
                <a:cs typeface="Times New Roman" pitchFamily="18" charset="0"/>
              </a:rPr>
              <a:t>之间传递的值一般被放在</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被调用者的活动记录的开始位置</a:t>
            </a:r>
            <a:r>
              <a:rPr lang="zh-CN" altLang="en-US" sz="2000" b="1" dirty="0">
                <a:solidFill>
                  <a:schemeClr val="tx1"/>
                </a:solidFill>
                <a:latin typeface="楷体" pitchFamily="49" charset="-122"/>
                <a:ea typeface="楷体" pitchFamily="49" charset="-122"/>
                <a:cs typeface="Times New Roman" pitchFamily="18" charset="0"/>
              </a:rPr>
              <a:t>，这样它们可以尽可能地靠近调用者的活动记录</a:t>
            </a:r>
            <a:endParaRPr lang="en-US" altLang="zh-CN" sz="2000" b="1" dirty="0">
              <a:solidFill>
                <a:schemeClr val="tx1"/>
              </a:solidFill>
              <a:latin typeface="楷体" pitchFamily="49" charset="-122"/>
              <a:ea typeface="楷体" pitchFamily="49" charset="-122"/>
              <a:cs typeface="Times New Roman" pitchFamily="18" charset="0"/>
            </a:endParaRPr>
          </a:p>
          <a:p>
            <a:pPr marL="272654" indent="-272654">
              <a:lnSpc>
                <a:spcPts val="2500"/>
              </a:lnSpc>
              <a:buClrTx/>
              <a:buFont typeface="Wingdings" pitchFamily="2" charset="2"/>
              <a:buChar char="Ø"/>
              <a:defRPr/>
            </a:pPr>
            <a:r>
              <a:rPr lang="zh-CN" altLang="en-US" sz="2000" b="1" dirty="0">
                <a:solidFill>
                  <a:schemeClr val="tx1"/>
                </a:solidFill>
                <a:latin typeface="楷体" pitchFamily="49" charset="-122"/>
                <a:ea typeface="楷体" pitchFamily="49" charset="-122"/>
                <a:cs typeface="Times New Roman" pitchFamily="18" charset="0"/>
              </a:rPr>
              <a:t>固定长度的项被放置在</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中间位置</a:t>
            </a:r>
            <a:endParaRPr lang="en-US" altLang="zh-CN" sz="2000" b="1" dirty="0">
              <a:solidFill>
                <a:schemeClr val="tx2">
                  <a:lumMod val="60000"/>
                  <a:lumOff val="40000"/>
                </a:schemeClr>
              </a:solidFill>
              <a:latin typeface="楷体" pitchFamily="49" charset="-122"/>
              <a:ea typeface="楷体" pitchFamily="49" charset="-122"/>
              <a:cs typeface="Times New Roman" pitchFamily="18" charset="0"/>
            </a:endParaRPr>
          </a:p>
          <a:p>
            <a:pPr marL="575072" lvl="1" indent="-272654">
              <a:lnSpc>
                <a:spcPts val="2500"/>
              </a:lnSpc>
              <a:buClrTx/>
              <a:buFont typeface="Wingdings" pitchFamily="2" charset="2"/>
              <a:buChar char="Ø"/>
              <a:defRPr/>
            </a:pPr>
            <a:r>
              <a:rPr lang="zh-CN" altLang="en-US" sz="2000" b="1" dirty="0">
                <a:solidFill>
                  <a:schemeClr val="tx1"/>
                </a:solidFill>
                <a:latin typeface="楷体" pitchFamily="49" charset="-122"/>
                <a:ea typeface="楷体" pitchFamily="49" charset="-122"/>
                <a:cs typeface="Times New Roman" pitchFamily="18" charset="0"/>
              </a:rPr>
              <a:t>控制连、访问链、机器状态字</a:t>
            </a:r>
            <a:endParaRPr lang="en-US" altLang="zh-CN" sz="2000" b="1" dirty="0">
              <a:solidFill>
                <a:schemeClr val="tx1"/>
              </a:solidFill>
              <a:latin typeface="楷体" pitchFamily="49" charset="-122"/>
              <a:ea typeface="楷体" pitchFamily="49" charset="-122"/>
              <a:cs typeface="Times New Roman" pitchFamily="18" charset="0"/>
            </a:endParaRPr>
          </a:p>
          <a:p>
            <a:pPr marL="272654" indent="-272654">
              <a:lnSpc>
                <a:spcPts val="2500"/>
              </a:lnSpc>
              <a:buClrTx/>
              <a:buFont typeface="Wingdings" pitchFamily="2" charset="2"/>
              <a:buChar char="Ø"/>
              <a:defRPr/>
            </a:pPr>
            <a:r>
              <a:rPr lang="zh-CN" altLang="en-US" sz="2000" b="1" dirty="0">
                <a:solidFill>
                  <a:schemeClr val="tx1"/>
                </a:solidFill>
                <a:latin typeface="楷体" pitchFamily="49" charset="-122"/>
                <a:ea typeface="楷体" pitchFamily="49" charset="-122"/>
                <a:cs typeface="Times New Roman" pitchFamily="18" charset="0"/>
              </a:rPr>
              <a:t>在</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早期不知道大小的项</a:t>
            </a:r>
            <a:r>
              <a:rPr lang="zh-CN" altLang="en-US" sz="2000" b="1" dirty="0">
                <a:solidFill>
                  <a:schemeClr val="tx1"/>
                </a:solidFill>
                <a:latin typeface="楷体" pitchFamily="49" charset="-122"/>
                <a:ea typeface="楷体" pitchFamily="49" charset="-122"/>
                <a:cs typeface="Times New Roman" pitchFamily="18" charset="0"/>
              </a:rPr>
              <a:t>被放置在活动记录的</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尾部</a:t>
            </a:r>
            <a:endParaRPr lang="en-US" altLang="zh-CN" sz="2000" b="1" dirty="0">
              <a:solidFill>
                <a:schemeClr val="tx2">
                  <a:lumMod val="60000"/>
                  <a:lumOff val="40000"/>
                </a:schemeClr>
              </a:solidFill>
              <a:latin typeface="楷体" pitchFamily="49" charset="-122"/>
              <a:ea typeface="楷体" pitchFamily="49" charset="-122"/>
              <a:cs typeface="Times New Roman" pitchFamily="18" charset="0"/>
            </a:endParaRPr>
          </a:p>
          <a:p>
            <a:pPr marL="272654" indent="-272654">
              <a:lnSpc>
                <a:spcPts val="2500"/>
              </a:lnSpc>
              <a:buClrTx/>
              <a:buFont typeface="Wingdings" pitchFamily="2" charset="2"/>
              <a:buChar char="Ø"/>
              <a:defRPr/>
            </a:pPr>
            <a:r>
              <a:rPr lang="zh-CN" altLang="en-US" sz="2000" b="1" dirty="0">
                <a:solidFill>
                  <a:schemeClr val="tx1"/>
                </a:solidFill>
                <a:latin typeface="楷体" pitchFamily="49" charset="-122"/>
                <a:ea typeface="楷体" pitchFamily="49" charset="-122"/>
                <a:cs typeface="Times New Roman" pitchFamily="18" charset="0"/>
              </a:rPr>
              <a:t>栈顶指针寄存器</a:t>
            </a:r>
            <a:r>
              <a:rPr lang="en-US" altLang="zh-CN" sz="2000" b="1" i="1" dirty="0" err="1">
                <a:solidFill>
                  <a:schemeClr val="tx1"/>
                </a:solidFill>
                <a:ea typeface="楷体" pitchFamily="49" charset="-122"/>
                <a:cs typeface="Times New Roman" pitchFamily="18" charset="0"/>
              </a:rPr>
              <a:t>top_sp</a:t>
            </a:r>
            <a:r>
              <a:rPr lang="zh-CN" altLang="en-US" sz="2000" b="1" dirty="0">
                <a:solidFill>
                  <a:schemeClr val="tx1"/>
                </a:solidFill>
                <a:latin typeface="楷体" pitchFamily="49" charset="-122"/>
                <a:ea typeface="楷体" pitchFamily="49" charset="-122"/>
                <a:cs typeface="Times New Roman" pitchFamily="18" charset="0"/>
              </a:rPr>
              <a:t>指向活动记录中</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局部数据开始的位置</a:t>
            </a:r>
            <a:r>
              <a:rPr lang="zh-CN" altLang="en-US" sz="2000" b="1" dirty="0">
                <a:solidFill>
                  <a:schemeClr val="tx1"/>
                </a:solidFill>
                <a:latin typeface="楷体" pitchFamily="49" charset="-122"/>
                <a:ea typeface="楷体" pitchFamily="49" charset="-122"/>
                <a:cs typeface="Times New Roman" pitchFamily="18" charset="0"/>
              </a:rPr>
              <a:t>，以该位置作为基地址</a:t>
            </a:r>
            <a:endParaRPr lang="en-US" altLang="zh-CN" sz="2000" b="1" dirty="0">
              <a:solidFill>
                <a:schemeClr val="tx1"/>
              </a:solidFill>
              <a:latin typeface="楷体" pitchFamily="49" charset="-122"/>
              <a:ea typeface="楷体" pitchFamily="49" charset="-122"/>
              <a:cs typeface="Times New Roman" pitchFamily="18" charset="0"/>
            </a:endParaRPr>
          </a:p>
        </p:txBody>
      </p:sp>
      <p:sp>
        <p:nvSpPr>
          <p:cNvPr id="65539"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设计活动记录的一些原则</a:t>
            </a:r>
          </a:p>
        </p:txBody>
      </p:sp>
      <p:grpSp>
        <p:nvGrpSpPr>
          <p:cNvPr id="65540" name="组合 60"/>
          <p:cNvGrpSpPr>
            <a:grpSpLocks/>
          </p:cNvGrpSpPr>
          <p:nvPr/>
        </p:nvGrpSpPr>
        <p:grpSpPr bwMode="auto">
          <a:xfrm>
            <a:off x="4495800" y="846138"/>
            <a:ext cx="4643438" cy="3644900"/>
            <a:chOff x="4429124" y="928676"/>
            <a:chExt cx="4643470" cy="3644926"/>
          </a:xfrm>
        </p:grpSpPr>
        <p:cxnSp>
          <p:nvCxnSpPr>
            <p:cNvPr id="53" name="直接连接符 52"/>
            <p:cNvCxnSpPr/>
            <p:nvPr/>
          </p:nvCxnSpPr>
          <p:spPr bwMode="auto">
            <a:xfrm rot="16200000" flipV="1">
              <a:off x="7637483" y="3776671"/>
              <a:ext cx="1584336" cy="0"/>
            </a:xfrm>
            <a:prstGeom prst="line">
              <a:avLst/>
            </a:prstGeom>
            <a:ln w="38100">
              <a:solidFill>
                <a:schemeClr val="tx2">
                  <a:lumMod val="60000"/>
                  <a:lumOff val="40000"/>
                </a:schemeClr>
              </a:solidFill>
              <a:prstDash val="solid"/>
              <a:headEnd type="stealth"/>
              <a:tailEnd type="triangle"/>
            </a:ln>
          </p:spPr>
          <p:style>
            <a:lnRef idx="1">
              <a:schemeClr val="accent1"/>
            </a:lnRef>
            <a:fillRef idx="0">
              <a:schemeClr val="accent1"/>
            </a:fillRef>
            <a:effectRef idx="0">
              <a:schemeClr val="accent1"/>
            </a:effectRef>
            <a:fontRef idx="minor">
              <a:schemeClr val="tx1"/>
            </a:fontRef>
          </p:style>
        </p:cxnSp>
        <p:sp>
          <p:nvSpPr>
            <p:cNvPr id="65542" name="Rectangle 5"/>
            <p:cNvSpPr>
              <a:spLocks noChangeArrowheads="1"/>
            </p:cNvSpPr>
            <p:nvPr/>
          </p:nvSpPr>
          <p:spPr bwMode="auto">
            <a:xfrm>
              <a:off x="7643834" y="3449644"/>
              <a:ext cx="1428760" cy="642942"/>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800">
                  <a:solidFill>
                    <a:srgbClr val="2D83F4"/>
                  </a:solidFill>
                  <a:latin typeface="楷体" panose="02010609060101010101" pitchFamily="49" charset="-122"/>
                  <a:ea typeface="楷体" panose="02010609060101010101" pitchFamily="49" charset="-122"/>
                  <a:cs typeface="Times New Roman" panose="02020603050405020304" pitchFamily="18" charset="0"/>
                </a:rPr>
                <a:t>被调用者的活动记录</a:t>
              </a:r>
            </a:p>
          </p:txBody>
        </p:sp>
        <p:sp>
          <p:nvSpPr>
            <p:cNvPr id="65543" name="Rectangle 11"/>
            <p:cNvSpPr>
              <a:spLocks noChangeArrowheads="1"/>
            </p:cNvSpPr>
            <p:nvPr/>
          </p:nvSpPr>
          <p:spPr bwMode="auto">
            <a:xfrm>
              <a:off x="5481102" y="1776871"/>
              <a:ext cx="3234302" cy="48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控制链</a:t>
              </a:r>
              <a:endParaRPr lang="en-US" altLang="zh-CN" sz="20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a:p>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访问链和机器状态</a:t>
              </a:r>
            </a:p>
            <a:p>
              <a:pPr algn="ctr"/>
              <a:endPar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grpSp>
          <p:nvGrpSpPr>
            <p:cNvPr id="65544" name="组合 25"/>
            <p:cNvGrpSpPr>
              <a:grpSpLocks/>
            </p:cNvGrpSpPr>
            <p:nvPr/>
          </p:nvGrpSpPr>
          <p:grpSpPr bwMode="auto">
            <a:xfrm>
              <a:off x="5449576" y="1337951"/>
              <a:ext cx="2622886" cy="3234063"/>
              <a:chOff x="6000760" y="1500180"/>
              <a:chExt cx="2622886" cy="3234063"/>
            </a:xfrm>
          </p:grpSpPr>
          <p:sp>
            <p:nvSpPr>
              <p:cNvPr id="65559" name="Rectangle 5"/>
              <p:cNvSpPr>
                <a:spLocks noChangeArrowheads="1"/>
              </p:cNvSpPr>
              <p:nvPr/>
            </p:nvSpPr>
            <p:spPr bwMode="auto">
              <a:xfrm>
                <a:off x="6107276" y="1500180"/>
                <a:ext cx="2159180" cy="48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参数和返回值</a:t>
                </a:r>
              </a:p>
            </p:txBody>
          </p:sp>
          <p:sp>
            <p:nvSpPr>
              <p:cNvPr id="20504" name="Line 6"/>
              <p:cNvSpPr>
                <a:spLocks noChangeShapeType="1"/>
              </p:cNvSpPr>
              <p:nvPr/>
            </p:nvSpPr>
            <p:spPr bwMode="auto">
              <a:xfrm>
                <a:off x="6082041" y="1970386"/>
                <a:ext cx="2197115" cy="0"/>
              </a:xfrm>
              <a:prstGeom prst="line">
                <a:avLst/>
              </a:prstGeom>
              <a:noFill/>
              <a:ln w="25400">
                <a:solidFill>
                  <a:schemeClr val="bg1">
                    <a:lumMod val="50000"/>
                  </a:schemeClr>
                </a:solidFill>
                <a:prstDash val="dash"/>
                <a:round/>
                <a:headEnd/>
                <a:tailEnd/>
              </a:ln>
            </p:spPr>
            <p:txBody>
              <a:bodyPr/>
              <a:lstStyle/>
              <a:p>
                <a:pPr>
                  <a:defRPr/>
                </a:pPr>
                <a:endParaRPr lang="zh-CN" altLang="en-US" sz="1100">
                  <a:solidFill>
                    <a:prstClr val="black"/>
                  </a:solidFill>
                  <a:latin typeface="Times New Roman" panose="02020603050405020304" pitchFamily="18" charset="0"/>
                  <a:ea typeface="楷体_GB2312"/>
                </a:endParaRPr>
              </a:p>
            </p:txBody>
          </p:sp>
          <p:sp>
            <p:nvSpPr>
              <p:cNvPr id="20505" name="Line 10"/>
              <p:cNvSpPr>
                <a:spLocks noChangeShapeType="1"/>
              </p:cNvSpPr>
              <p:nvPr/>
            </p:nvSpPr>
            <p:spPr bwMode="auto">
              <a:xfrm>
                <a:off x="6061403" y="4284978"/>
                <a:ext cx="2195527" cy="0"/>
              </a:xfrm>
              <a:prstGeom prst="line">
                <a:avLst/>
              </a:prstGeom>
              <a:noFill/>
              <a:ln w="25400">
                <a:solidFill>
                  <a:schemeClr val="bg1">
                    <a:lumMod val="50000"/>
                  </a:schemeClr>
                </a:solidFill>
                <a:prstDash val="dash"/>
                <a:round/>
                <a:headEnd/>
                <a:tailEnd/>
              </a:ln>
            </p:spPr>
            <p:txBody>
              <a:bodyPr/>
              <a:lstStyle/>
              <a:p>
                <a:pPr>
                  <a:defRPr/>
                </a:pPr>
                <a:endParaRPr lang="zh-CN" altLang="en-US" sz="1100">
                  <a:solidFill>
                    <a:prstClr val="black"/>
                  </a:solidFill>
                  <a:latin typeface="Times New Roman" panose="02020603050405020304" pitchFamily="18" charset="0"/>
                  <a:ea typeface="楷体_GB2312"/>
                </a:endParaRPr>
              </a:p>
            </p:txBody>
          </p:sp>
          <p:sp>
            <p:nvSpPr>
              <p:cNvPr id="20506" name="Line 12"/>
              <p:cNvSpPr>
                <a:spLocks noChangeShapeType="1"/>
              </p:cNvSpPr>
              <p:nvPr/>
            </p:nvSpPr>
            <p:spPr bwMode="auto">
              <a:xfrm>
                <a:off x="6058228" y="3578535"/>
                <a:ext cx="2195527" cy="0"/>
              </a:xfrm>
              <a:prstGeom prst="line">
                <a:avLst/>
              </a:prstGeom>
              <a:noFill/>
              <a:ln w="25400">
                <a:solidFill>
                  <a:schemeClr val="bg1">
                    <a:lumMod val="50000"/>
                  </a:schemeClr>
                </a:solidFill>
                <a:prstDash val="dash"/>
                <a:round/>
                <a:headEnd/>
                <a:tailEnd/>
              </a:ln>
            </p:spPr>
            <p:txBody>
              <a:bodyPr/>
              <a:lstStyle/>
              <a:p>
                <a:pPr>
                  <a:defRPr/>
                </a:pPr>
                <a:endParaRPr lang="zh-CN" altLang="en-US" sz="1100">
                  <a:solidFill>
                    <a:prstClr val="black"/>
                  </a:solidFill>
                  <a:latin typeface="Times New Roman" panose="02020603050405020304" pitchFamily="18" charset="0"/>
                  <a:ea typeface="楷体_GB2312"/>
                </a:endParaRPr>
              </a:p>
            </p:txBody>
          </p:sp>
          <p:sp>
            <p:nvSpPr>
              <p:cNvPr id="20" name="Line 13"/>
              <p:cNvSpPr>
                <a:spLocks noChangeShapeType="1"/>
              </p:cNvSpPr>
              <p:nvPr/>
            </p:nvSpPr>
            <p:spPr bwMode="auto">
              <a:xfrm>
                <a:off x="6064578" y="3168957"/>
                <a:ext cx="2195527" cy="0"/>
              </a:xfrm>
              <a:prstGeom prst="line">
                <a:avLst/>
              </a:prstGeom>
              <a:noFill/>
              <a:ln w="25400">
                <a:solidFill>
                  <a:schemeClr val="tx2">
                    <a:lumMod val="60000"/>
                    <a:lumOff val="40000"/>
                  </a:schemeClr>
                </a:solidFill>
                <a:prstDash val="solid"/>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508" name="Line 14"/>
              <p:cNvSpPr>
                <a:spLocks noChangeShapeType="1"/>
              </p:cNvSpPr>
              <p:nvPr/>
            </p:nvSpPr>
            <p:spPr bwMode="auto">
              <a:xfrm>
                <a:off x="6061403" y="2743504"/>
                <a:ext cx="2195527" cy="0"/>
              </a:xfrm>
              <a:prstGeom prst="line">
                <a:avLst/>
              </a:prstGeom>
              <a:noFill/>
              <a:ln w="25400">
                <a:solidFill>
                  <a:schemeClr val="bg1">
                    <a:lumMod val="50000"/>
                  </a:schemeClr>
                </a:solidFill>
                <a:prstDash val="dash"/>
                <a:round/>
                <a:headEnd/>
                <a:tailEnd/>
              </a:ln>
            </p:spPr>
            <p:txBody>
              <a:bodyPr/>
              <a:lstStyle/>
              <a:p>
                <a:pPr>
                  <a:defRPr/>
                </a:pPr>
                <a:endParaRPr lang="zh-CN" altLang="en-US" sz="1100">
                  <a:solidFill>
                    <a:prstClr val="black"/>
                  </a:solidFill>
                  <a:latin typeface="Times New Roman" panose="02020603050405020304" pitchFamily="18" charset="0"/>
                  <a:ea typeface="楷体_GB2312"/>
                </a:endParaRPr>
              </a:p>
            </p:txBody>
          </p:sp>
          <p:sp>
            <p:nvSpPr>
              <p:cNvPr id="65565" name="Rectangle 15"/>
              <p:cNvSpPr>
                <a:spLocks noChangeArrowheads="1"/>
              </p:cNvSpPr>
              <p:nvPr/>
            </p:nvSpPr>
            <p:spPr bwMode="auto">
              <a:xfrm>
                <a:off x="6000760" y="2713659"/>
                <a:ext cx="2428892" cy="48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局部数据临时数据</a:t>
                </a:r>
              </a:p>
            </p:txBody>
          </p:sp>
          <p:sp>
            <p:nvSpPr>
              <p:cNvPr id="65566" name="Rectangle 16"/>
              <p:cNvSpPr>
                <a:spLocks noChangeArrowheads="1"/>
              </p:cNvSpPr>
              <p:nvPr/>
            </p:nvSpPr>
            <p:spPr bwMode="auto">
              <a:xfrm>
                <a:off x="6130497" y="3132772"/>
                <a:ext cx="2064521" cy="48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参数和返回值</a:t>
                </a:r>
              </a:p>
            </p:txBody>
          </p:sp>
          <p:sp>
            <p:nvSpPr>
              <p:cNvPr id="65567" name="Rectangle 17"/>
              <p:cNvSpPr>
                <a:spLocks noChangeArrowheads="1"/>
              </p:cNvSpPr>
              <p:nvPr/>
            </p:nvSpPr>
            <p:spPr bwMode="auto">
              <a:xfrm>
                <a:off x="6021398" y="3530610"/>
                <a:ext cx="2602248" cy="48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控制链</a:t>
                </a:r>
                <a:endParaRPr lang="en-US" altLang="zh-CN" sz="20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a:p>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访问链和机器状态</a:t>
                </a:r>
              </a:p>
            </p:txBody>
          </p:sp>
          <p:sp>
            <p:nvSpPr>
              <p:cNvPr id="65568" name="Rectangle 15"/>
              <p:cNvSpPr>
                <a:spLocks noChangeArrowheads="1"/>
              </p:cNvSpPr>
              <p:nvPr/>
            </p:nvSpPr>
            <p:spPr bwMode="auto">
              <a:xfrm>
                <a:off x="6021398" y="4245436"/>
                <a:ext cx="2428892" cy="48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rPr>
                  <a:t>局部数据临时数据</a:t>
                </a:r>
              </a:p>
            </p:txBody>
          </p:sp>
          <p:sp>
            <p:nvSpPr>
              <p:cNvPr id="11" name="Rectangle 4"/>
              <p:cNvSpPr>
                <a:spLocks noChangeArrowheads="1"/>
              </p:cNvSpPr>
              <p:nvPr/>
            </p:nvSpPr>
            <p:spPr bwMode="auto">
              <a:xfrm>
                <a:off x="6037590" y="1559220"/>
                <a:ext cx="2228865" cy="3154385"/>
              </a:xfrm>
              <a:prstGeom prst="rect">
                <a:avLst/>
              </a:prstGeom>
              <a:noFill/>
              <a:ln w="25400">
                <a:solidFill>
                  <a:schemeClr val="tx2">
                    <a:lumMod val="60000"/>
                    <a:lumOff val="40000"/>
                  </a:schemeClr>
                </a:solidFill>
                <a:miter lim="800000"/>
                <a:headEnd/>
                <a:tailEnd/>
              </a:ln>
            </p:spPr>
            <p:txBody>
              <a:bodyPr/>
              <a:lstStyle/>
              <a:p>
                <a:pPr eaLnBrk="1" hangingPunct="1">
                  <a:defRPr/>
                </a:pPr>
                <a:endParaRPr lang="zh-CN" altLang="en-US" b="0" dirty="0">
                  <a:solidFill>
                    <a:prstClr val="black"/>
                  </a:solidFill>
                  <a:latin typeface="楷体" pitchFamily="49" charset="-122"/>
                  <a:ea typeface="楷体" pitchFamily="49" charset="-122"/>
                  <a:cs typeface="Times New Roman" pitchFamily="18" charset="0"/>
                </a:endParaRPr>
              </a:p>
            </p:txBody>
          </p:sp>
        </p:grpSp>
        <p:sp>
          <p:nvSpPr>
            <p:cNvPr id="38" name="弧形 37"/>
            <p:cNvSpPr/>
            <p:nvPr/>
          </p:nvSpPr>
          <p:spPr bwMode="auto">
            <a:xfrm rot="9398377" flipV="1">
              <a:off x="5284793" y="2468562"/>
              <a:ext cx="1012832" cy="1390660"/>
            </a:xfrm>
            <a:prstGeom prst="arc">
              <a:avLst>
                <a:gd name="adj1" fmla="val 16193764"/>
                <a:gd name="adj2" fmla="val 2057466"/>
              </a:avLst>
            </a:prstGeom>
            <a:ln w="38100">
              <a:solidFill>
                <a:schemeClr val="tx2">
                  <a:lumMod val="60000"/>
                  <a:lumOff val="40000"/>
                </a:schemeClr>
              </a:solidFill>
              <a:headEnd type="stealth"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sp>
          <p:nvSpPr>
            <p:cNvPr id="40" name="弧形 39"/>
            <p:cNvSpPr/>
            <p:nvPr/>
          </p:nvSpPr>
          <p:spPr bwMode="auto">
            <a:xfrm rot="10056762" flipV="1">
              <a:off x="5240343" y="1377941"/>
              <a:ext cx="261939" cy="674693"/>
            </a:xfrm>
            <a:prstGeom prst="arc">
              <a:avLst>
                <a:gd name="adj1" fmla="val 16831102"/>
                <a:gd name="adj2" fmla="val 5229498"/>
              </a:avLst>
            </a:prstGeom>
            <a:ln w="38100">
              <a:solidFill>
                <a:schemeClr val="tx2">
                  <a:lumMod val="60000"/>
                  <a:lumOff val="40000"/>
                </a:schemeClr>
              </a:solidFill>
              <a:headEnd type="stealth"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cxnSp>
          <p:nvCxnSpPr>
            <p:cNvPr id="41" name="直接连接符 40"/>
            <p:cNvCxnSpPr/>
            <p:nvPr/>
          </p:nvCxnSpPr>
          <p:spPr bwMode="auto">
            <a:xfrm rot="16200000" flipV="1">
              <a:off x="5321305" y="1266815"/>
              <a:ext cx="323852" cy="0"/>
            </a:xfrm>
            <a:prstGeom prst="line">
              <a:avLst/>
            </a:prstGeom>
            <a:ln w="25400">
              <a:solidFill>
                <a:schemeClr val="tx2">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auto">
            <a:xfrm rot="16200000" flipV="1">
              <a:off x="7553345" y="1233478"/>
              <a:ext cx="323852" cy="0"/>
            </a:xfrm>
            <a:prstGeom prst="line">
              <a:avLst/>
            </a:prstGeom>
            <a:ln w="25400">
              <a:solidFill>
                <a:schemeClr val="tx2">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cxnSp>
        <p:sp>
          <p:nvSpPr>
            <p:cNvPr id="65549" name="Rectangle 5"/>
            <p:cNvSpPr>
              <a:spLocks noChangeArrowheads="1"/>
            </p:cNvSpPr>
            <p:nvPr/>
          </p:nvSpPr>
          <p:spPr bwMode="auto">
            <a:xfrm>
              <a:off x="5556092" y="928676"/>
              <a:ext cx="2087742" cy="48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000">
                  <a:solidFill>
                    <a:srgbClr val="000000"/>
                  </a:solidFill>
                  <a:latin typeface="楷体" panose="02010609060101010101" pitchFamily="49" charset="-122"/>
                  <a:ea typeface="楷体" panose="02010609060101010101" pitchFamily="49" charset="-122"/>
                  <a:cs typeface="Times New Roman" panose="02020603050405020304" pitchFamily="18" charset="0"/>
                </a:rPr>
                <a:t>.  .  .</a:t>
              </a:r>
              <a:endParaRPr lang="zh-CN" altLang="en-US" sz="200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cxnSp>
          <p:nvCxnSpPr>
            <p:cNvPr id="44" name="直接连接符 43"/>
            <p:cNvCxnSpPr/>
            <p:nvPr/>
          </p:nvCxnSpPr>
          <p:spPr bwMode="auto">
            <a:xfrm rot="16200000" flipV="1">
              <a:off x="4408487" y="2908302"/>
              <a:ext cx="755655" cy="0"/>
            </a:xfrm>
            <a:prstGeom prst="line">
              <a:avLst/>
            </a:prstGeom>
            <a:ln w="38100">
              <a:solidFill>
                <a:schemeClr val="tx2">
                  <a:lumMod val="60000"/>
                  <a:lumOff val="40000"/>
                </a:schemeClr>
              </a:solidFill>
              <a:prstDash val="solid"/>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65551" name="Rectangle 5"/>
            <p:cNvSpPr>
              <a:spLocks noChangeArrowheads="1"/>
            </p:cNvSpPr>
            <p:nvPr/>
          </p:nvSpPr>
          <p:spPr bwMode="auto">
            <a:xfrm>
              <a:off x="4500562" y="2082796"/>
              <a:ext cx="571504" cy="488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2000">
                  <a:solidFill>
                    <a:srgbClr val="2D83F4"/>
                  </a:solidFill>
                  <a:latin typeface="楷体" panose="02010609060101010101" pitchFamily="49" charset="-122"/>
                  <a:ea typeface="楷体" panose="02010609060101010101" pitchFamily="49" charset="-122"/>
                  <a:cs typeface="Times New Roman" panose="02020603050405020304" pitchFamily="18" charset="0"/>
                </a:rPr>
                <a:t>栈</a:t>
              </a:r>
            </a:p>
          </p:txBody>
        </p:sp>
        <p:cxnSp>
          <p:nvCxnSpPr>
            <p:cNvPr id="46" name="直接连接符 45"/>
            <p:cNvCxnSpPr/>
            <p:nvPr/>
          </p:nvCxnSpPr>
          <p:spPr bwMode="auto">
            <a:xfrm rot="10800000">
              <a:off x="5105404" y="4121161"/>
              <a:ext cx="323852" cy="1588"/>
            </a:xfrm>
            <a:prstGeom prst="line">
              <a:avLst/>
            </a:prstGeom>
            <a:ln w="38100">
              <a:solidFill>
                <a:schemeClr val="tx2">
                  <a:lumMod val="60000"/>
                  <a:lumOff val="40000"/>
                </a:schemeClr>
              </a:solidFill>
              <a:prstDash val="solid"/>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65553" name="Rectangle 5"/>
            <p:cNvSpPr>
              <a:spLocks noChangeArrowheads="1"/>
            </p:cNvSpPr>
            <p:nvPr/>
          </p:nvSpPr>
          <p:spPr bwMode="auto">
            <a:xfrm>
              <a:off x="4429124" y="3714758"/>
              <a:ext cx="1000132" cy="488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2D83F4"/>
                  </a:solidFill>
                  <a:ea typeface="楷体" panose="02010609060101010101" pitchFamily="49" charset="-122"/>
                  <a:cs typeface="Times New Roman" panose="02020603050405020304" pitchFamily="18" charset="0"/>
                </a:rPr>
                <a:t>top_sp</a:t>
              </a:r>
              <a:endParaRPr lang="zh-CN" altLang="en-US" sz="1800">
                <a:solidFill>
                  <a:srgbClr val="2D83F4"/>
                </a:solidFill>
                <a:latin typeface="楷体" panose="02010609060101010101" pitchFamily="49" charset="-122"/>
                <a:ea typeface="楷体" panose="02010609060101010101" pitchFamily="49" charset="-122"/>
                <a:cs typeface="Times New Roman" panose="02020603050405020304" pitchFamily="18" charset="0"/>
              </a:endParaRPr>
            </a:p>
          </p:txBody>
        </p:sp>
        <p:cxnSp>
          <p:nvCxnSpPr>
            <p:cNvPr id="51" name="直接连接符 50"/>
            <p:cNvCxnSpPr/>
            <p:nvPr/>
          </p:nvCxnSpPr>
          <p:spPr bwMode="auto">
            <a:xfrm rot="16200000" flipV="1">
              <a:off x="7620021" y="2190747"/>
              <a:ext cx="1619262" cy="0"/>
            </a:xfrm>
            <a:prstGeom prst="line">
              <a:avLst/>
            </a:prstGeom>
            <a:ln w="38100">
              <a:solidFill>
                <a:schemeClr val="tx2">
                  <a:lumMod val="60000"/>
                  <a:lumOff val="40000"/>
                </a:schemeClr>
              </a:solidFill>
              <a:prstDash val="solid"/>
              <a:headEnd type="stealth"/>
              <a:tailEnd type="triangle"/>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auto">
            <a:xfrm rot="10800000">
              <a:off x="8269313" y="1406516"/>
              <a:ext cx="323852" cy="1588"/>
            </a:xfrm>
            <a:prstGeom prst="line">
              <a:avLst/>
            </a:prstGeom>
            <a:ln w="254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65556" name="Rectangle 5"/>
            <p:cNvSpPr>
              <a:spLocks noChangeArrowheads="1"/>
            </p:cNvSpPr>
            <p:nvPr/>
          </p:nvSpPr>
          <p:spPr bwMode="auto">
            <a:xfrm>
              <a:off x="7842273" y="1928808"/>
              <a:ext cx="1158883" cy="642942"/>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800">
                  <a:solidFill>
                    <a:srgbClr val="2D83F4"/>
                  </a:solidFill>
                  <a:latin typeface="楷体" panose="02010609060101010101" pitchFamily="49" charset="-122"/>
                  <a:ea typeface="楷体" panose="02010609060101010101" pitchFamily="49" charset="-122"/>
                  <a:cs typeface="Times New Roman" panose="02020603050405020304" pitchFamily="18" charset="0"/>
                </a:rPr>
                <a:t>调用者的活动记录</a:t>
              </a:r>
            </a:p>
          </p:txBody>
        </p:sp>
        <p:cxnSp>
          <p:nvCxnSpPr>
            <p:cNvPr id="54" name="直接连接符 53"/>
            <p:cNvCxnSpPr/>
            <p:nvPr/>
          </p:nvCxnSpPr>
          <p:spPr bwMode="auto">
            <a:xfrm rot="10800000">
              <a:off x="8266138" y="3000378"/>
              <a:ext cx="323852" cy="1588"/>
            </a:xfrm>
            <a:prstGeom prst="line">
              <a:avLst/>
            </a:prstGeom>
            <a:ln w="254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auto">
            <a:xfrm rot="10800000">
              <a:off x="8266138" y="4572014"/>
              <a:ext cx="323852" cy="1588"/>
            </a:xfrm>
            <a:prstGeom prst="line">
              <a:avLst/>
            </a:prstGeom>
            <a:ln w="254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15</a:t>
            </a:fld>
            <a:endParaRPr lang="en-US" altLang="zh-CN" dirty="0"/>
          </a:p>
        </p:txBody>
      </p:sp>
    </p:spTree>
    <p:extLst>
      <p:ext uri="{BB962C8B-B14F-4D97-AF65-F5344CB8AC3E}">
        <p14:creationId xmlns:p14="http://schemas.microsoft.com/office/powerpoint/2010/main" val="924921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876547">
                                            <p:txEl>
                                              <p:pRg st="0" end="0"/>
                                            </p:txEl>
                                          </p:spTgt>
                                        </p:tgtEl>
                                        <p:attrNameLst>
                                          <p:attrName>style.visibility</p:attrName>
                                        </p:attrNameLst>
                                      </p:cBhvr>
                                      <p:to>
                                        <p:strVal val="visible"/>
                                      </p:to>
                                    </p:set>
                                    <p:anim calcmode="lin" valueType="num">
                                      <p:cBhvr>
                                        <p:cTn id="7" dur="500" fill="hold"/>
                                        <p:tgtEl>
                                          <p:spTgt spid="87654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7654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76547">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76547">
                                            <p:txEl>
                                              <p:pRg st="1" end="1"/>
                                            </p:txEl>
                                          </p:spTgt>
                                        </p:tgtEl>
                                        <p:attrNameLst>
                                          <p:attrName>style.visibility</p:attrName>
                                        </p:attrNameLst>
                                      </p:cBhvr>
                                      <p:to>
                                        <p:strVal val="visible"/>
                                      </p:to>
                                    </p:set>
                                    <p:anim calcmode="lin" valueType="num">
                                      <p:cBhvr>
                                        <p:cTn id="14" dur="500" fill="hold"/>
                                        <p:tgtEl>
                                          <p:spTgt spid="87654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87654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876547">
                                            <p:txEl>
                                              <p:pRg st="1" end="1"/>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876547">
                                            <p:txEl>
                                              <p:pRg st="2" end="2"/>
                                            </p:txEl>
                                          </p:spTgt>
                                        </p:tgtEl>
                                        <p:attrNameLst>
                                          <p:attrName>style.visibility</p:attrName>
                                        </p:attrNameLst>
                                      </p:cBhvr>
                                      <p:to>
                                        <p:strVal val="visible"/>
                                      </p:to>
                                    </p:set>
                                    <p:anim calcmode="lin" valueType="num">
                                      <p:cBhvr>
                                        <p:cTn id="19" dur="500" fill="hold"/>
                                        <p:tgtEl>
                                          <p:spTgt spid="876547">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876547">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876547">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nodeType="clickEffect">
                                  <p:stCondLst>
                                    <p:cond delay="0"/>
                                  </p:stCondLst>
                                  <p:childTnLst>
                                    <p:set>
                                      <p:cBhvr>
                                        <p:cTn id="25" dur="1" fill="hold">
                                          <p:stCondLst>
                                            <p:cond delay="0"/>
                                          </p:stCondLst>
                                        </p:cTn>
                                        <p:tgtEl>
                                          <p:spTgt spid="876547">
                                            <p:txEl>
                                              <p:pRg st="3" end="3"/>
                                            </p:txEl>
                                          </p:spTgt>
                                        </p:tgtEl>
                                        <p:attrNameLst>
                                          <p:attrName>style.visibility</p:attrName>
                                        </p:attrNameLst>
                                      </p:cBhvr>
                                      <p:to>
                                        <p:strVal val="visible"/>
                                      </p:to>
                                    </p:set>
                                    <p:anim calcmode="lin" valueType="num">
                                      <p:cBhvr>
                                        <p:cTn id="26" dur="500" fill="hold"/>
                                        <p:tgtEl>
                                          <p:spTgt spid="876547">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876547">
                                            <p:txEl>
                                              <p:pRg st="3" end="3"/>
                                            </p:txEl>
                                          </p:spTgt>
                                        </p:tgtEl>
                                        <p:attrNameLst>
                                          <p:attrName>ppt_h</p:attrName>
                                        </p:attrNameLst>
                                      </p:cBhvr>
                                      <p:tavLst>
                                        <p:tav tm="0">
                                          <p:val>
                                            <p:fltVal val="0"/>
                                          </p:val>
                                        </p:tav>
                                        <p:tav tm="100000">
                                          <p:val>
                                            <p:strVal val="#ppt_h"/>
                                          </p:val>
                                        </p:tav>
                                      </p:tavLst>
                                    </p:anim>
                                    <p:animEffect transition="in" filter="fade">
                                      <p:cBhvr>
                                        <p:cTn id="28" dur="500"/>
                                        <p:tgtEl>
                                          <p:spTgt spid="876547">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nodeType="clickEffect">
                                  <p:stCondLst>
                                    <p:cond delay="0"/>
                                  </p:stCondLst>
                                  <p:childTnLst>
                                    <p:set>
                                      <p:cBhvr>
                                        <p:cTn id="32" dur="1" fill="hold">
                                          <p:stCondLst>
                                            <p:cond delay="0"/>
                                          </p:stCondLst>
                                        </p:cTn>
                                        <p:tgtEl>
                                          <p:spTgt spid="876547">
                                            <p:txEl>
                                              <p:pRg st="4" end="4"/>
                                            </p:txEl>
                                          </p:spTgt>
                                        </p:tgtEl>
                                        <p:attrNameLst>
                                          <p:attrName>style.visibility</p:attrName>
                                        </p:attrNameLst>
                                      </p:cBhvr>
                                      <p:to>
                                        <p:strVal val="visible"/>
                                      </p:to>
                                    </p:set>
                                    <p:anim calcmode="lin" valueType="num">
                                      <p:cBhvr>
                                        <p:cTn id="33" dur="500" fill="hold"/>
                                        <p:tgtEl>
                                          <p:spTgt spid="876547">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876547">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876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428625" y="785813"/>
            <a:ext cx="8428038" cy="3225800"/>
          </a:xfrm>
        </p:spPr>
        <p:txBody>
          <a:bodyPr/>
          <a:lstStyle/>
          <a:p>
            <a:pPr eaLnBrk="1" hangingPunct="1">
              <a:lnSpc>
                <a:spcPts val="3000"/>
              </a:lnSpc>
              <a:buClrTx/>
              <a:buFont typeface="Wingdings" pitchFamily="2" charset="2"/>
              <a:buChar char="Ø"/>
              <a:defRPr/>
            </a:pPr>
            <a:r>
              <a:rPr lang="zh-CN" altLang="en-US" sz="2500" b="1" dirty="0">
                <a:solidFill>
                  <a:schemeClr val="tx1"/>
                </a:solidFill>
                <a:cs typeface="Times New Roman" pitchFamily="18" charset="0"/>
              </a:rPr>
              <a:t>过程</a:t>
            </a:r>
            <a:r>
              <a:rPr lang="zh-CN" altLang="en-US" sz="2500" b="1" dirty="0">
                <a:solidFill>
                  <a:schemeClr val="tx2">
                    <a:lumMod val="60000"/>
                    <a:lumOff val="40000"/>
                  </a:schemeClr>
                </a:solidFill>
                <a:cs typeface="Times New Roman" pitchFamily="18" charset="0"/>
              </a:rPr>
              <a:t>调用</a:t>
            </a:r>
            <a:r>
              <a:rPr lang="zh-CN" altLang="en-US" sz="2500" b="1" dirty="0">
                <a:solidFill>
                  <a:schemeClr val="tx1"/>
                </a:solidFill>
                <a:cs typeface="Times New Roman" pitchFamily="18" charset="0"/>
              </a:rPr>
              <a:t>和过程</a:t>
            </a:r>
            <a:r>
              <a:rPr lang="zh-CN" altLang="en-US" sz="2500" b="1" dirty="0">
                <a:solidFill>
                  <a:schemeClr val="tx2">
                    <a:lumMod val="60000"/>
                    <a:lumOff val="40000"/>
                  </a:schemeClr>
                </a:solidFill>
                <a:cs typeface="Times New Roman" pitchFamily="18" charset="0"/>
              </a:rPr>
              <a:t>返回</a:t>
            </a:r>
            <a:r>
              <a:rPr lang="zh-CN" altLang="en-US" sz="2500" b="1" dirty="0">
                <a:solidFill>
                  <a:schemeClr val="tx1"/>
                </a:solidFill>
                <a:cs typeface="Times New Roman" pitchFamily="18" charset="0"/>
              </a:rPr>
              <a:t>都需要执行一些</a:t>
            </a:r>
            <a:r>
              <a:rPr lang="zh-CN" altLang="en-US" sz="2500" b="1" dirty="0">
                <a:solidFill>
                  <a:schemeClr val="tx2">
                    <a:lumMod val="60000"/>
                    <a:lumOff val="40000"/>
                  </a:schemeClr>
                </a:solidFill>
                <a:cs typeface="Times New Roman" pitchFamily="18" charset="0"/>
              </a:rPr>
              <a:t>代码</a:t>
            </a:r>
            <a:r>
              <a:rPr lang="zh-CN" altLang="en-US" sz="2500" b="1" dirty="0">
                <a:solidFill>
                  <a:schemeClr val="tx1"/>
                </a:solidFill>
                <a:cs typeface="Times New Roman" pitchFamily="18" charset="0"/>
              </a:rPr>
              <a:t>来管理活动记录栈，保存或恢复机器状态等</a:t>
            </a:r>
            <a:endParaRPr lang="en-US" altLang="zh-CN" sz="2500" b="1" dirty="0">
              <a:solidFill>
                <a:schemeClr val="tx1"/>
              </a:solidFill>
              <a:cs typeface="Times New Roman" pitchFamily="18" charset="0"/>
            </a:endParaRPr>
          </a:p>
          <a:p>
            <a:pPr lvl="1" algn="just" eaLnBrk="1" hangingPunct="1">
              <a:lnSpc>
                <a:spcPts val="3000"/>
              </a:lnSpc>
              <a:buClrTx/>
              <a:buFont typeface="Wingdings" pitchFamily="2" charset="2"/>
              <a:buChar char="Ø"/>
              <a:defRPr/>
            </a:pPr>
            <a:r>
              <a:rPr lang="zh-CN" altLang="en-US" b="1" dirty="0">
                <a:solidFill>
                  <a:schemeClr val="tx1"/>
                </a:solidFill>
                <a:latin typeface="楷体" pitchFamily="49" charset="-122"/>
                <a:cs typeface="Times New Roman" pitchFamily="18" charset="0"/>
              </a:rPr>
              <a:t>调用序列</a:t>
            </a:r>
            <a:endParaRPr lang="en-US" altLang="zh-CN" b="1" dirty="0">
              <a:solidFill>
                <a:schemeClr val="tx1"/>
              </a:solidFill>
              <a:latin typeface="楷体" pitchFamily="49" charset="-122"/>
              <a:cs typeface="Times New Roman" pitchFamily="18" charset="0"/>
            </a:endParaRPr>
          </a:p>
          <a:p>
            <a:pPr lvl="2">
              <a:lnSpc>
                <a:spcPts val="3000"/>
              </a:lnSpc>
              <a:buClrTx/>
              <a:buFont typeface="Wingdings" pitchFamily="2" charset="2"/>
              <a:buChar char="Ø"/>
              <a:defRPr/>
            </a:pPr>
            <a:r>
              <a:rPr lang="zh-CN" altLang="en-US" sz="2200" b="1" dirty="0">
                <a:solidFill>
                  <a:schemeClr val="tx1"/>
                </a:solidFill>
                <a:latin typeface="楷体" pitchFamily="49" charset="-122"/>
                <a:cs typeface="Times New Roman" pitchFamily="18" charset="0"/>
              </a:rPr>
              <a:t>实现过程调用的代码段。为一个活动记录在栈中分配空间，并在此记录的字段中填写信息</a:t>
            </a:r>
            <a:endParaRPr lang="zh-CN" altLang="en-US" sz="2200" b="1" dirty="0">
              <a:solidFill>
                <a:schemeClr val="tx1"/>
              </a:solidFill>
              <a:latin typeface="楷体" pitchFamily="49" charset="-122"/>
            </a:endParaRPr>
          </a:p>
          <a:p>
            <a:pPr lvl="1" algn="just" eaLnBrk="1" hangingPunct="1">
              <a:lnSpc>
                <a:spcPts val="3000"/>
              </a:lnSpc>
              <a:buClrTx/>
              <a:buFont typeface="Wingdings" pitchFamily="2" charset="2"/>
              <a:buChar char="Ø"/>
              <a:defRPr/>
            </a:pPr>
            <a:r>
              <a:rPr lang="zh-CN" altLang="en-US" b="1" dirty="0">
                <a:solidFill>
                  <a:schemeClr val="tx1"/>
                </a:solidFill>
                <a:latin typeface="楷体" pitchFamily="49" charset="-122"/>
              </a:rPr>
              <a:t>返回序列</a:t>
            </a:r>
            <a:endParaRPr lang="en-US" altLang="zh-CN" b="1" dirty="0">
              <a:solidFill>
                <a:schemeClr val="tx1"/>
              </a:solidFill>
              <a:latin typeface="楷体" pitchFamily="49" charset="-122"/>
            </a:endParaRPr>
          </a:p>
          <a:p>
            <a:pPr lvl="2" algn="just" eaLnBrk="1" hangingPunct="1">
              <a:lnSpc>
                <a:spcPts val="3000"/>
              </a:lnSpc>
              <a:buClrTx/>
              <a:buFont typeface="Wingdings" pitchFamily="2" charset="2"/>
              <a:buChar char="Ø"/>
              <a:defRPr/>
            </a:pPr>
            <a:r>
              <a:rPr lang="zh-CN" altLang="en-US" sz="2200" b="1" dirty="0">
                <a:solidFill>
                  <a:schemeClr val="tx1"/>
                </a:solidFill>
                <a:latin typeface="楷体" pitchFamily="49" charset="-122"/>
              </a:rPr>
              <a:t>恢复机器状态，使得调用过程能够在调用结束之后继续执行</a:t>
            </a:r>
          </a:p>
          <a:p>
            <a:pPr lvl="1">
              <a:lnSpc>
                <a:spcPts val="3000"/>
              </a:lnSpc>
              <a:buClrTx/>
              <a:buFont typeface="Wingdings" pitchFamily="2" charset="2"/>
              <a:buChar char="Ø"/>
              <a:defRPr/>
            </a:pPr>
            <a:r>
              <a:rPr lang="zh-CN" altLang="en-US" b="1" dirty="0">
                <a:solidFill>
                  <a:schemeClr val="tx1"/>
                </a:solidFill>
              </a:rPr>
              <a:t>一个调用代码序列中的代码通常被分割到调用过程（调用者）和被调用过程（被调用者）中。返回序列也是如此</a:t>
            </a:r>
            <a:endParaRPr lang="zh-CN" altLang="en-US" b="1" dirty="0">
              <a:solidFill>
                <a:schemeClr val="tx1"/>
              </a:solidFill>
              <a:ea typeface="楷体_GB2312" pitchFamily="49" charset="-122"/>
            </a:endParaRPr>
          </a:p>
        </p:txBody>
      </p:sp>
      <p:sp>
        <p:nvSpPr>
          <p:cNvPr id="71683" name="Rectangle 2"/>
          <p:cNvSpPr>
            <a:spLocks noGrp="1" noChangeArrowheads="1"/>
          </p:cNvSpPr>
          <p:nvPr>
            <p:ph type="title"/>
          </p:nvPr>
        </p:nvSpPr>
        <p:spPr>
          <a:xfrm>
            <a:off x="755650" y="268288"/>
            <a:ext cx="7931150" cy="358775"/>
          </a:xfrm>
        </p:spPr>
        <p:txBody>
          <a:bodyPr/>
          <a:lstStyle/>
          <a:p>
            <a:pPr eaLnBrk="1" hangingPunct="1"/>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调用序列和返回序列</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16</a:t>
            </a:fld>
            <a:endParaRPr lang="en-US" altLang="zh-CN" dirty="0"/>
          </a:p>
        </p:txBody>
      </p:sp>
    </p:spTree>
    <p:extLst>
      <p:ext uri="{BB962C8B-B14F-4D97-AF65-F5344CB8AC3E}">
        <p14:creationId xmlns:p14="http://schemas.microsoft.com/office/powerpoint/2010/main" val="1093315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428625" y="785813"/>
            <a:ext cx="8428038" cy="3225800"/>
          </a:xfrm>
        </p:spPr>
        <p:txBody>
          <a:bodyPr/>
          <a:lstStyle/>
          <a:p>
            <a:pPr lvl="1" algn="just" eaLnBrk="1" hangingPunct="1">
              <a:lnSpc>
                <a:spcPts val="3000"/>
              </a:lnSpc>
              <a:buClrTx/>
              <a:buFont typeface="Wingdings" pitchFamily="2" charset="2"/>
              <a:buChar char="Ø"/>
              <a:defRPr/>
            </a:pPr>
            <a:r>
              <a:rPr lang="zh-CN" altLang="en-US" b="1" dirty="0">
                <a:solidFill>
                  <a:schemeClr val="tx1"/>
                </a:solidFill>
                <a:latin typeface="楷体" pitchFamily="49" charset="-122"/>
                <a:cs typeface="Times New Roman" pitchFamily="18" charset="0"/>
              </a:rPr>
              <a:t>调用序列</a:t>
            </a:r>
            <a:endParaRPr lang="en-US" altLang="zh-CN" b="1" dirty="0">
              <a:solidFill>
                <a:schemeClr val="tx1"/>
              </a:solidFill>
              <a:latin typeface="楷体" pitchFamily="49" charset="-122"/>
              <a:cs typeface="Times New Roman" pitchFamily="18" charset="0"/>
            </a:endParaRPr>
          </a:p>
          <a:p>
            <a:pPr lvl="1" algn="just" eaLnBrk="1" hangingPunct="1">
              <a:lnSpc>
                <a:spcPts val="3000"/>
              </a:lnSpc>
              <a:buClrTx/>
              <a:buFont typeface="Wingdings" pitchFamily="2" charset="2"/>
              <a:buChar char="Ø"/>
              <a:defRPr/>
            </a:pPr>
            <a:endParaRPr lang="en-US" altLang="zh-CN" b="1" dirty="0">
              <a:solidFill>
                <a:schemeClr val="tx1"/>
              </a:solidFill>
              <a:latin typeface="楷体" pitchFamily="49" charset="-122"/>
              <a:cs typeface="Times New Roman" pitchFamily="18" charset="0"/>
            </a:endParaRPr>
          </a:p>
          <a:p>
            <a:pPr lvl="1" algn="just" eaLnBrk="1" hangingPunct="1">
              <a:lnSpc>
                <a:spcPts val="3000"/>
              </a:lnSpc>
              <a:buClrTx/>
              <a:buFont typeface="Wingdings" pitchFamily="2" charset="2"/>
              <a:buChar char="Ø"/>
              <a:defRPr/>
            </a:pPr>
            <a:r>
              <a:rPr lang="zh-CN" altLang="en-US" b="1" dirty="0">
                <a:solidFill>
                  <a:schemeClr val="tx1"/>
                </a:solidFill>
                <a:latin typeface="楷体" pitchFamily="49" charset="-122"/>
              </a:rPr>
              <a:t>返回序列</a:t>
            </a:r>
            <a:endParaRPr lang="en-US" altLang="zh-CN" b="1" dirty="0">
              <a:solidFill>
                <a:schemeClr val="tx1"/>
              </a:solidFill>
              <a:latin typeface="楷体" pitchFamily="49" charset="-122"/>
            </a:endParaRPr>
          </a:p>
          <a:p>
            <a:pPr lvl="1" algn="just" eaLnBrk="1" hangingPunct="1">
              <a:lnSpc>
                <a:spcPts val="3000"/>
              </a:lnSpc>
              <a:buClrTx/>
              <a:buFont typeface="Wingdings" pitchFamily="2" charset="2"/>
              <a:buChar char="Ø"/>
              <a:defRPr/>
            </a:pPr>
            <a:endParaRPr lang="en-US" altLang="zh-CN" b="1" dirty="0">
              <a:solidFill>
                <a:schemeClr val="tx1"/>
              </a:solidFill>
              <a:latin typeface="楷体" pitchFamily="49" charset="-122"/>
            </a:endParaRPr>
          </a:p>
          <a:p>
            <a:pPr lvl="1">
              <a:lnSpc>
                <a:spcPts val="3000"/>
              </a:lnSpc>
              <a:buClrTx/>
              <a:buFont typeface="Wingdings" pitchFamily="2" charset="2"/>
              <a:buChar char="Ø"/>
              <a:defRPr/>
            </a:pPr>
            <a:r>
              <a:rPr lang="zh-CN" altLang="en-US" b="1" dirty="0">
                <a:solidFill>
                  <a:schemeClr val="tx1"/>
                </a:solidFill>
              </a:rPr>
              <a:t>特点</a:t>
            </a:r>
            <a:endParaRPr lang="en-US" altLang="zh-CN" b="1" dirty="0">
              <a:solidFill>
                <a:schemeClr val="tx1"/>
              </a:solidFill>
            </a:endParaRPr>
          </a:p>
          <a:p>
            <a:pPr marL="303212" lvl="1" indent="0">
              <a:lnSpc>
                <a:spcPts val="3000"/>
              </a:lnSpc>
              <a:buClrTx/>
              <a:buNone/>
              <a:defRPr/>
            </a:pPr>
            <a:r>
              <a:rPr lang="zh-CN" altLang="en-US" b="1" dirty="0">
                <a:solidFill>
                  <a:schemeClr val="tx1"/>
                </a:solidFill>
              </a:rPr>
              <a:t>一个调用代码序列中的代码通常被分割到</a:t>
            </a:r>
            <a:r>
              <a:rPr lang="en-US" altLang="zh-CN" b="1" dirty="0">
                <a:solidFill>
                  <a:schemeClr val="tx1"/>
                </a:solidFill>
              </a:rPr>
              <a:t>2</a:t>
            </a:r>
            <a:r>
              <a:rPr lang="zh-CN" altLang="en-US" b="1" dirty="0">
                <a:solidFill>
                  <a:schemeClr val="tx1"/>
                </a:solidFill>
              </a:rPr>
              <a:t>个部分。</a:t>
            </a:r>
            <a:endParaRPr lang="zh-CN" altLang="en-US" b="1" dirty="0">
              <a:solidFill>
                <a:schemeClr val="tx1"/>
              </a:solidFill>
              <a:ea typeface="楷体_GB2312" pitchFamily="49" charset="-12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17</a:t>
            </a:fld>
            <a:endParaRPr lang="en-US" altLang="zh-CN" dirty="0"/>
          </a:p>
        </p:txBody>
      </p:sp>
      <p:sp>
        <p:nvSpPr>
          <p:cNvPr id="4" name="标题 3">
            <a:extLst>
              <a:ext uri="{FF2B5EF4-FFF2-40B4-BE49-F238E27FC236}">
                <a16:creationId xmlns:a16="http://schemas.microsoft.com/office/drawing/2014/main" id="{128B8D40-24AD-4947-A07C-DA7E052817C0}"/>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366281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calcmode="lin" valueType="num">
                                      <p:cBhvr>
                                        <p:cTn id="7" dur="500" fill="hold"/>
                                        <p:tgtEl>
                                          <p:spTgt spid="3072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072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072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0723">
                                            <p:txEl>
                                              <p:pRg st="2" end="2"/>
                                            </p:txEl>
                                          </p:spTgt>
                                        </p:tgtEl>
                                        <p:attrNameLst>
                                          <p:attrName>style.visibility</p:attrName>
                                        </p:attrNameLst>
                                      </p:cBhvr>
                                      <p:to>
                                        <p:strVal val="visible"/>
                                      </p:to>
                                    </p:set>
                                    <p:anim calcmode="lin" valueType="num">
                                      <p:cBhvr>
                                        <p:cTn id="14" dur="500" fill="hold"/>
                                        <p:tgtEl>
                                          <p:spTgt spid="3072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072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072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30723">
                                            <p:txEl>
                                              <p:pRg st="4" end="4"/>
                                            </p:txEl>
                                          </p:spTgt>
                                        </p:tgtEl>
                                        <p:attrNameLst>
                                          <p:attrName>style.visibility</p:attrName>
                                        </p:attrNameLst>
                                      </p:cBhvr>
                                      <p:to>
                                        <p:strVal val="visible"/>
                                      </p:to>
                                    </p:set>
                                    <p:anim calcmode="lin" valueType="num">
                                      <p:cBhvr>
                                        <p:cTn id="21" dur="500" fill="hold"/>
                                        <p:tgtEl>
                                          <p:spTgt spid="30723">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30723">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3072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7" name="Rectangle 3"/>
          <p:cNvSpPr>
            <a:spLocks noGrp="1" noChangeArrowheads="1"/>
          </p:cNvSpPr>
          <p:nvPr>
            <p:ph idx="1"/>
          </p:nvPr>
        </p:nvSpPr>
        <p:spPr>
          <a:xfrm>
            <a:off x="173520" y="987574"/>
            <a:ext cx="4084481" cy="4017962"/>
          </a:xfrm>
        </p:spPr>
        <p:txBody>
          <a:bodyPr/>
          <a:lstStyle/>
          <a:p>
            <a:pPr marL="271457" indent="-271457" algn="just" eaLnBrk="1" hangingPunct="1">
              <a:lnSpc>
                <a:spcPct val="80000"/>
              </a:lnSpc>
              <a:buClrTx/>
              <a:buFont typeface="Wingdings" pitchFamily="2" charset="2"/>
              <a:buChar char="Ø"/>
              <a:defRPr/>
            </a:pPr>
            <a:r>
              <a:rPr lang="zh-CN" altLang="en-US" sz="2000" b="1" dirty="0">
                <a:solidFill>
                  <a:schemeClr val="tx1"/>
                </a:solidFill>
                <a:ea typeface="楷体" pitchFamily="49" charset="-122"/>
                <a:cs typeface="Times New Roman" pitchFamily="18" charset="0"/>
              </a:rPr>
              <a:t> </a:t>
            </a:r>
            <a:r>
              <a:rPr lang="zh-CN" altLang="en-US" sz="2000" b="1" dirty="0">
                <a:solidFill>
                  <a:srgbClr val="FF0000"/>
                </a:solidFill>
                <a:ea typeface="楷体" pitchFamily="49" charset="-122"/>
                <a:cs typeface="Times New Roman" pitchFamily="18" charset="0"/>
              </a:rPr>
              <a:t>调用者</a:t>
            </a:r>
            <a:r>
              <a:rPr lang="zh-CN" altLang="en-US" sz="2000" b="1" dirty="0">
                <a:solidFill>
                  <a:schemeClr val="tx1"/>
                </a:solidFill>
                <a:ea typeface="楷体" pitchFamily="49" charset="-122"/>
                <a:cs typeface="Times New Roman" pitchFamily="18" charset="0"/>
              </a:rPr>
              <a:t>计算实际参数的值（传参数）</a:t>
            </a:r>
            <a:endParaRPr lang="en-US" altLang="zh-CN" sz="2000" b="1" dirty="0">
              <a:solidFill>
                <a:schemeClr val="tx1"/>
              </a:solidFill>
              <a:ea typeface="楷体" pitchFamily="49" charset="-122"/>
              <a:cs typeface="Times New Roman" pitchFamily="18" charset="0"/>
            </a:endParaRPr>
          </a:p>
          <a:p>
            <a:pPr marL="271457" indent="-271457" algn="just">
              <a:buClrTx/>
              <a:buFont typeface="Wingdings" pitchFamily="2" charset="2"/>
              <a:buChar char="Ø"/>
              <a:defRPr/>
            </a:pPr>
            <a:r>
              <a:rPr lang="zh-CN" altLang="en-US" sz="2000" b="1" dirty="0">
                <a:solidFill>
                  <a:schemeClr val="tx1"/>
                </a:solidFill>
                <a:ea typeface="楷体" pitchFamily="49" charset="-122"/>
                <a:cs typeface="Times New Roman" pitchFamily="18" charset="0"/>
              </a:rPr>
              <a:t> </a:t>
            </a:r>
            <a:r>
              <a:rPr lang="zh-CN" altLang="en-US" sz="2000" b="1" dirty="0">
                <a:solidFill>
                  <a:srgbClr val="FF0000"/>
                </a:solidFill>
                <a:ea typeface="楷体" pitchFamily="49" charset="-122"/>
                <a:cs typeface="Times New Roman" pitchFamily="18" charset="0"/>
              </a:rPr>
              <a:t>调用者</a:t>
            </a:r>
            <a:r>
              <a:rPr lang="zh-CN" altLang="en-US" sz="2000" b="1" dirty="0">
                <a:solidFill>
                  <a:schemeClr val="tx1"/>
                </a:solidFill>
                <a:ea typeface="楷体" pitchFamily="49" charset="-122"/>
                <a:cs typeface="Times New Roman" pitchFamily="18" charset="0"/>
              </a:rPr>
              <a:t>将</a:t>
            </a:r>
            <a:r>
              <a:rPr lang="zh-CN" altLang="en-US" sz="2000" b="1" dirty="0">
                <a:solidFill>
                  <a:schemeClr val="tx2">
                    <a:lumMod val="60000"/>
                    <a:lumOff val="40000"/>
                  </a:schemeClr>
                </a:solidFill>
                <a:ea typeface="楷体" pitchFamily="49" charset="-122"/>
                <a:cs typeface="Times New Roman" pitchFamily="18" charset="0"/>
              </a:rPr>
              <a:t>返回地址</a:t>
            </a:r>
            <a:r>
              <a:rPr lang="zh-CN" altLang="en-US" sz="2000" b="1" dirty="0">
                <a:solidFill>
                  <a:schemeClr val="tx1"/>
                </a:solidFill>
                <a:ea typeface="楷体" pitchFamily="49" charset="-122"/>
                <a:cs typeface="Times New Roman" pitchFamily="18" charset="0"/>
              </a:rPr>
              <a:t>（程序计数器的值）放到被调用者的机器状态字段中。将</a:t>
            </a:r>
            <a:r>
              <a:rPr lang="zh-CN" altLang="en-US" sz="2000" b="1" dirty="0">
                <a:solidFill>
                  <a:schemeClr val="tx2">
                    <a:lumMod val="60000"/>
                    <a:lumOff val="40000"/>
                  </a:schemeClr>
                </a:solidFill>
                <a:ea typeface="楷体" pitchFamily="49" charset="-122"/>
                <a:cs typeface="Times New Roman" pitchFamily="18" charset="0"/>
              </a:rPr>
              <a:t>原来的</a:t>
            </a:r>
            <a:r>
              <a:rPr lang="en-US" altLang="zh-CN" sz="2000" b="1" i="1" dirty="0">
                <a:solidFill>
                  <a:schemeClr val="tx2">
                    <a:lumMod val="60000"/>
                    <a:lumOff val="40000"/>
                  </a:schemeClr>
                </a:solidFill>
                <a:ea typeface="楷体" pitchFamily="49" charset="-122"/>
                <a:cs typeface="Times New Roman" pitchFamily="18" charset="0"/>
              </a:rPr>
              <a:t>top-</a:t>
            </a:r>
            <a:r>
              <a:rPr lang="en-US" altLang="zh-CN" sz="2000" b="1" i="1" dirty="0" err="1">
                <a:solidFill>
                  <a:schemeClr val="tx2">
                    <a:lumMod val="60000"/>
                    <a:lumOff val="40000"/>
                  </a:schemeClr>
                </a:solidFill>
                <a:ea typeface="楷体" pitchFamily="49" charset="-122"/>
                <a:cs typeface="Times New Roman" pitchFamily="18" charset="0"/>
              </a:rPr>
              <a:t>sp</a:t>
            </a:r>
            <a:r>
              <a:rPr lang="zh-CN" altLang="en-US" sz="2000" b="1" dirty="0">
                <a:solidFill>
                  <a:schemeClr val="tx2">
                    <a:lumMod val="60000"/>
                    <a:lumOff val="40000"/>
                  </a:schemeClr>
                </a:solidFill>
                <a:ea typeface="楷体" pitchFamily="49" charset="-122"/>
                <a:cs typeface="Times New Roman" pitchFamily="18" charset="0"/>
              </a:rPr>
              <a:t>值</a:t>
            </a:r>
            <a:r>
              <a:rPr lang="zh-CN" altLang="en-US" sz="2000" b="1" dirty="0">
                <a:solidFill>
                  <a:schemeClr val="tx1"/>
                </a:solidFill>
                <a:ea typeface="楷体" pitchFamily="49" charset="-122"/>
                <a:cs typeface="Times New Roman" pitchFamily="18" charset="0"/>
              </a:rPr>
              <a:t>放到被调用者的控制链中。然后，</a:t>
            </a:r>
            <a:r>
              <a:rPr lang="zh-CN" altLang="en-US" sz="2000" b="1" dirty="0">
                <a:solidFill>
                  <a:schemeClr val="tx2">
                    <a:lumMod val="60000"/>
                    <a:lumOff val="40000"/>
                  </a:schemeClr>
                </a:solidFill>
                <a:ea typeface="楷体" pitchFamily="49" charset="-122"/>
                <a:cs typeface="Times New Roman" pitchFamily="18" charset="0"/>
              </a:rPr>
              <a:t>增加</a:t>
            </a:r>
            <a:r>
              <a:rPr lang="en-US" altLang="zh-CN" sz="2000" b="1" i="1" dirty="0">
                <a:solidFill>
                  <a:schemeClr val="tx2">
                    <a:lumMod val="60000"/>
                    <a:lumOff val="40000"/>
                  </a:schemeClr>
                </a:solidFill>
                <a:ea typeface="楷体" pitchFamily="49" charset="-122"/>
                <a:cs typeface="Times New Roman" pitchFamily="18" charset="0"/>
              </a:rPr>
              <a:t>top-sp</a:t>
            </a:r>
            <a:r>
              <a:rPr lang="zh-CN" altLang="en-US" sz="2000" b="1" dirty="0">
                <a:solidFill>
                  <a:schemeClr val="tx2">
                    <a:lumMod val="60000"/>
                    <a:lumOff val="40000"/>
                  </a:schemeClr>
                </a:solidFill>
                <a:ea typeface="楷体" pitchFamily="49" charset="-122"/>
                <a:cs typeface="Times New Roman" pitchFamily="18" charset="0"/>
              </a:rPr>
              <a:t>的值</a:t>
            </a:r>
            <a:r>
              <a:rPr lang="zh-CN" altLang="en-US" sz="2000" b="1" dirty="0">
                <a:solidFill>
                  <a:schemeClr val="tx1"/>
                </a:solidFill>
                <a:ea typeface="楷体" pitchFamily="49" charset="-122"/>
                <a:cs typeface="Times New Roman" pitchFamily="18" charset="0"/>
              </a:rPr>
              <a:t>，使其指向被调用者</a:t>
            </a:r>
            <a:r>
              <a:rPr lang="zh-CN" altLang="en-US" sz="2000" b="1" dirty="0">
                <a:solidFill>
                  <a:schemeClr val="tx2">
                    <a:lumMod val="60000"/>
                    <a:lumOff val="40000"/>
                  </a:schemeClr>
                </a:solidFill>
                <a:latin typeface="楷体" pitchFamily="49" charset="-122"/>
                <a:ea typeface="楷体" pitchFamily="49" charset="-122"/>
                <a:cs typeface="Times New Roman" pitchFamily="18" charset="0"/>
              </a:rPr>
              <a:t>局部数据开始的位置</a:t>
            </a:r>
            <a:endParaRPr lang="en-US" altLang="zh-CN" sz="2000" b="1" dirty="0">
              <a:solidFill>
                <a:schemeClr val="tx2">
                  <a:lumMod val="60000"/>
                  <a:lumOff val="40000"/>
                </a:schemeClr>
              </a:solidFill>
              <a:latin typeface="楷体" pitchFamily="49" charset="-122"/>
              <a:ea typeface="楷体" pitchFamily="49" charset="-122"/>
              <a:cs typeface="Times New Roman" pitchFamily="18" charset="0"/>
            </a:endParaRPr>
          </a:p>
          <a:p>
            <a:pPr marL="271457" indent="-271457" algn="just">
              <a:buClrTx/>
              <a:buFont typeface="Wingdings" pitchFamily="2" charset="2"/>
              <a:buChar char="Ø"/>
              <a:defRPr/>
            </a:pPr>
            <a:r>
              <a:rPr lang="en-US" altLang="zh-CN" sz="2000" b="1" dirty="0">
                <a:solidFill>
                  <a:schemeClr val="tx1"/>
                </a:solidFill>
                <a:latin typeface="楷体" pitchFamily="49" charset="-122"/>
                <a:ea typeface="楷体" pitchFamily="49" charset="-122"/>
                <a:cs typeface="Times New Roman" pitchFamily="18" charset="0"/>
              </a:rPr>
              <a:t> </a:t>
            </a:r>
            <a:r>
              <a:rPr lang="zh-CN" altLang="en-US" sz="2000" b="1" dirty="0">
                <a:solidFill>
                  <a:srgbClr val="FF0000"/>
                </a:solidFill>
                <a:ea typeface="楷体" pitchFamily="49" charset="-122"/>
                <a:cs typeface="Times New Roman" pitchFamily="18" charset="0"/>
              </a:rPr>
              <a:t>被调用者</a:t>
            </a:r>
            <a:r>
              <a:rPr lang="zh-CN" altLang="en-US" sz="2000" b="1" dirty="0">
                <a:solidFill>
                  <a:schemeClr val="tx1"/>
                </a:solidFill>
                <a:ea typeface="楷体" pitchFamily="49" charset="-122"/>
                <a:cs typeface="Times New Roman" pitchFamily="18" charset="0"/>
              </a:rPr>
              <a:t>保存</a:t>
            </a:r>
            <a:r>
              <a:rPr lang="zh-CN" altLang="en-US" sz="2000" b="1" dirty="0">
                <a:solidFill>
                  <a:schemeClr val="tx2">
                    <a:lumMod val="60000"/>
                    <a:lumOff val="40000"/>
                  </a:schemeClr>
                </a:solidFill>
                <a:ea typeface="楷体" pitchFamily="49" charset="-122"/>
                <a:cs typeface="Times New Roman" pitchFamily="18" charset="0"/>
              </a:rPr>
              <a:t>寄存器值</a:t>
            </a:r>
            <a:r>
              <a:rPr lang="zh-CN" altLang="en-US" sz="2000" b="1" dirty="0">
                <a:solidFill>
                  <a:schemeClr val="tx1"/>
                </a:solidFill>
                <a:ea typeface="楷体" pitchFamily="49" charset="-122"/>
                <a:cs typeface="Times New Roman" pitchFamily="18" charset="0"/>
              </a:rPr>
              <a:t>和</a:t>
            </a:r>
            <a:r>
              <a:rPr lang="zh-CN" altLang="en-US" sz="2000" b="1" dirty="0">
                <a:solidFill>
                  <a:schemeClr val="tx2">
                    <a:lumMod val="60000"/>
                    <a:lumOff val="40000"/>
                  </a:schemeClr>
                </a:solidFill>
                <a:ea typeface="楷体" pitchFamily="49" charset="-122"/>
                <a:cs typeface="Times New Roman" pitchFamily="18" charset="0"/>
              </a:rPr>
              <a:t>其它状态信息</a:t>
            </a:r>
            <a:endParaRPr lang="en-US" altLang="zh-CN" sz="2000" b="1" dirty="0">
              <a:solidFill>
                <a:schemeClr val="tx2">
                  <a:lumMod val="60000"/>
                  <a:lumOff val="40000"/>
                </a:schemeClr>
              </a:solidFill>
              <a:ea typeface="楷体" pitchFamily="49" charset="-122"/>
              <a:cs typeface="Times New Roman" pitchFamily="18" charset="0"/>
            </a:endParaRPr>
          </a:p>
          <a:p>
            <a:pPr marL="271457" indent="-271457" algn="just">
              <a:buClrTx/>
              <a:buFont typeface="Wingdings" pitchFamily="2" charset="2"/>
              <a:buChar char="Ø"/>
              <a:defRPr/>
            </a:pPr>
            <a:r>
              <a:rPr lang="zh-CN" altLang="en-US" sz="2000" b="1" dirty="0">
                <a:solidFill>
                  <a:schemeClr val="tx1"/>
                </a:solidFill>
                <a:ea typeface="楷体" pitchFamily="49" charset="-122"/>
                <a:cs typeface="Times New Roman" pitchFamily="18" charset="0"/>
              </a:rPr>
              <a:t> </a:t>
            </a:r>
            <a:r>
              <a:rPr lang="zh-CN" altLang="en-US" sz="2000" b="1" dirty="0">
                <a:solidFill>
                  <a:srgbClr val="FF0000"/>
                </a:solidFill>
                <a:ea typeface="楷体" pitchFamily="49" charset="-122"/>
                <a:cs typeface="Times New Roman" pitchFamily="18" charset="0"/>
              </a:rPr>
              <a:t>被调用者</a:t>
            </a:r>
            <a:r>
              <a:rPr lang="zh-CN" altLang="en-US" sz="2000" b="1" dirty="0">
                <a:solidFill>
                  <a:schemeClr val="tx1"/>
                </a:solidFill>
                <a:ea typeface="楷体" pitchFamily="49" charset="-122"/>
                <a:cs typeface="Times New Roman" pitchFamily="18" charset="0"/>
              </a:rPr>
              <a:t>初始化其局部数据并开始执行</a:t>
            </a:r>
            <a:endParaRPr lang="en-US" altLang="zh-CN" sz="2000" b="1" dirty="0">
              <a:solidFill>
                <a:schemeClr val="tx1"/>
              </a:solidFill>
              <a:ea typeface="楷体" pitchFamily="49" charset="-122"/>
              <a:cs typeface="Times New Roman" pitchFamily="18" charset="0"/>
            </a:endParaRPr>
          </a:p>
        </p:txBody>
      </p:sp>
      <p:sp>
        <p:nvSpPr>
          <p:cNvPr id="73731"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调用序列</a:t>
            </a:r>
          </a:p>
        </p:txBody>
      </p:sp>
      <p:cxnSp>
        <p:nvCxnSpPr>
          <p:cNvPr id="36" name="直接连接符 35"/>
          <p:cNvCxnSpPr/>
          <p:nvPr/>
        </p:nvCxnSpPr>
        <p:spPr bwMode="auto">
          <a:xfrm flipH="1" flipV="1">
            <a:off x="4937125" y="2284413"/>
            <a:ext cx="492125" cy="1727200"/>
          </a:xfrm>
          <a:prstGeom prst="line">
            <a:avLst/>
          </a:prstGeom>
          <a:ln w="38100">
            <a:solidFill>
              <a:schemeClr val="tx2">
                <a:lumMod val="60000"/>
                <a:lumOff val="40000"/>
              </a:schemeClr>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p:graphicFrame>
        <p:nvGraphicFramePr>
          <p:cNvPr id="49" name="内容占位符 3"/>
          <p:cNvGraphicFramePr>
            <a:graphicFrameLocks/>
          </p:cNvGraphicFramePr>
          <p:nvPr/>
        </p:nvGraphicFramePr>
        <p:xfrm>
          <a:off x="5457825" y="590550"/>
          <a:ext cx="2325688" cy="4114800"/>
        </p:xfrm>
        <a:graphic>
          <a:graphicData uri="http://schemas.openxmlformats.org/drawingml/2006/table">
            <a:tbl>
              <a:tblPr firstRow="1" bandRow="1">
                <a:tableStyleId>{2D5ABB26-0587-4C30-8999-92F81FD0307C}</a:tableStyleId>
              </a:tblPr>
              <a:tblGrid>
                <a:gridCol w="2325688">
                  <a:extLst>
                    <a:ext uri="{9D8B030D-6E8A-4147-A177-3AD203B41FA5}">
                      <a16:colId xmlns:a16="http://schemas.microsoft.com/office/drawing/2014/main" val="20000"/>
                    </a:ext>
                  </a:extLst>
                </a:gridCol>
              </a:tblGrid>
              <a:tr h="269016">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rgbClr val="000000"/>
                          </a:solidFill>
                          <a:effectLst/>
                          <a:latin typeface="宋体" panose="02010600030101010101" pitchFamily="2" charset="-122"/>
                          <a:ea typeface="楷体" panose="02010609060101010101" pitchFamily="49" charset="-122"/>
                          <a:cs typeface="Times New Roman" panose="02020603050405020304" pitchFamily="18" charset="0"/>
                        </a:rPr>
                        <a:t>参数和返回值</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控制链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访问链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effectLst/>
                          <a:latin typeface="+mn-lt"/>
                          <a:ea typeface="+mn-ea"/>
                          <a:cs typeface="+mn-cs"/>
                        </a:rPr>
                        <a:t>保存的</a:t>
                      </a:r>
                      <a:r>
                        <a:rPr lang="zh-CN" altLang="zh-CN" sz="1800" b="1" kern="1200" dirty="0">
                          <a:solidFill>
                            <a:schemeClr val="tx1"/>
                          </a:solidFill>
                          <a:effectLst/>
                          <a:latin typeface="+mn-lt"/>
                          <a:ea typeface="+mn-ea"/>
                          <a:cs typeface="+mn-cs"/>
                        </a:rPr>
                        <a:t>机器状态</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298578">
                <a:tc>
                  <a:txBody>
                    <a:bodyPr/>
                    <a:lstStyle/>
                    <a:p>
                      <a:pPr algn="ctr"/>
                      <a:r>
                        <a:rPr lang="zh-CN" altLang="zh-CN" sz="1800" b="1" kern="1200" dirty="0">
                          <a:solidFill>
                            <a:schemeClr val="tx1"/>
                          </a:solidFill>
                          <a:effectLst/>
                          <a:latin typeface="+mn-lt"/>
                          <a:ea typeface="+mn-ea"/>
                          <a:cs typeface="+mn-cs"/>
                        </a:rPr>
                        <a:t>局部数据和临时数</a:t>
                      </a:r>
                      <a:r>
                        <a:rPr lang="zh-CN" altLang="en-US" sz="1800" b="1" kern="1200" dirty="0">
                          <a:solidFill>
                            <a:schemeClr val="tx1"/>
                          </a:solidFill>
                          <a:effectLst/>
                          <a:latin typeface="+mn-lt"/>
                          <a:ea typeface="+mn-ea"/>
                          <a:cs typeface="+mn-cs"/>
                        </a:rPr>
                        <a:t>据</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5"/>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参数和返回值</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控制链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访问链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effectLst/>
                          <a:latin typeface="+mn-lt"/>
                          <a:ea typeface="+mn-ea"/>
                          <a:cs typeface="+mn-cs"/>
                        </a:rPr>
                        <a:t>保存的</a:t>
                      </a:r>
                      <a:r>
                        <a:rPr lang="zh-CN" altLang="zh-CN" sz="1800" b="1" kern="1200" dirty="0">
                          <a:solidFill>
                            <a:schemeClr val="tx1"/>
                          </a:solidFill>
                          <a:effectLst/>
                          <a:latin typeface="+mn-lt"/>
                          <a:ea typeface="+mn-ea"/>
                          <a:cs typeface="+mn-cs"/>
                        </a:rPr>
                        <a:t>机器状态</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298578">
                <a:tc>
                  <a:txBody>
                    <a:bodyPr/>
                    <a:lstStyle/>
                    <a:p>
                      <a:pPr algn="ctr" eaLnBrk="0" fontAlgn="base" hangingPunct="0"/>
                      <a:r>
                        <a:rPr lang="zh-CN" altLang="zh-CN" sz="1800" b="1" kern="1200" dirty="0">
                          <a:solidFill>
                            <a:schemeClr val="tx1"/>
                          </a:solidFill>
                          <a:effectLst/>
                          <a:latin typeface="+mn-lt"/>
                          <a:ea typeface="+mn-ea"/>
                          <a:cs typeface="+mn-cs"/>
                        </a:rPr>
                        <a:t>局部数据和临时数据</a:t>
                      </a:r>
                      <a:endParaRPr lang="zh-CN" altLang="zh-CN" sz="1800" kern="1200" dirty="0">
                        <a:solidFill>
                          <a:schemeClr val="tx1"/>
                        </a:solidFill>
                        <a:effectLst/>
                        <a:latin typeface="+mn-lt"/>
                        <a:ea typeface="+mn-ea"/>
                        <a:cs typeface="+mn-cs"/>
                      </a:endParaRPr>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10"/>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38100" cap="flat" cmpd="sng" algn="ctr">
                      <a:no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0" name="弧形 49"/>
          <p:cNvSpPr/>
          <p:nvPr/>
        </p:nvSpPr>
        <p:spPr bwMode="auto">
          <a:xfrm rot="10056762" flipV="1">
            <a:off x="5268913" y="731838"/>
            <a:ext cx="193675" cy="747712"/>
          </a:xfrm>
          <a:prstGeom prst="arc">
            <a:avLst>
              <a:gd name="adj1" fmla="val 16831102"/>
              <a:gd name="adj2" fmla="val 5229498"/>
            </a:avLst>
          </a:prstGeom>
          <a:ln w="38100">
            <a:solidFill>
              <a:schemeClr val="tx2">
                <a:lumMod val="60000"/>
                <a:lumOff val="40000"/>
              </a:schemeClr>
            </a:solidFill>
            <a:headEnd type="stealth"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sp>
        <p:nvSpPr>
          <p:cNvPr id="51" name="任意多边形 50"/>
          <p:cNvSpPr/>
          <p:nvPr/>
        </p:nvSpPr>
        <p:spPr>
          <a:xfrm>
            <a:off x="5207000" y="2355850"/>
            <a:ext cx="249238" cy="792163"/>
          </a:xfrm>
          <a:custGeom>
            <a:avLst/>
            <a:gdLst>
              <a:gd name="connsiteX0" fmla="*/ 180473 w 180473"/>
              <a:gd name="connsiteY0" fmla="*/ 1780674 h 1780674"/>
              <a:gd name="connsiteX1" fmla="*/ 0 w 180473"/>
              <a:gd name="connsiteY1" fmla="*/ 565484 h 1780674"/>
              <a:gd name="connsiteX2" fmla="*/ 180473 w 180473"/>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54570 w 254570"/>
              <a:gd name="connsiteY0" fmla="*/ 1780674 h 1780674"/>
              <a:gd name="connsiteX1" fmla="*/ 0 w 254570"/>
              <a:gd name="connsiteY1" fmla="*/ 871797 h 1780674"/>
              <a:gd name="connsiteX2" fmla="*/ 201644 w 254570"/>
              <a:gd name="connsiteY2" fmla="*/ 0 h 1780674"/>
              <a:gd name="connsiteX0" fmla="*/ 191058 w 191058"/>
              <a:gd name="connsiteY0" fmla="*/ 1780674 h 1780674"/>
              <a:gd name="connsiteX1" fmla="*/ 0 w 191058"/>
              <a:gd name="connsiteY1" fmla="*/ 871797 h 1780674"/>
              <a:gd name="connsiteX2" fmla="*/ 138132 w 191058"/>
              <a:gd name="connsiteY2" fmla="*/ 0 h 1780674"/>
              <a:gd name="connsiteX0" fmla="*/ 205111 w 205111"/>
              <a:gd name="connsiteY0" fmla="*/ 1780674 h 1780674"/>
              <a:gd name="connsiteX1" fmla="*/ 14053 w 205111"/>
              <a:gd name="connsiteY1" fmla="*/ 871797 h 1780674"/>
              <a:gd name="connsiteX2" fmla="*/ 152185 w 205111"/>
              <a:gd name="connsiteY2" fmla="*/ 0 h 1780674"/>
              <a:gd name="connsiteX0" fmla="*/ 235753 w 235753"/>
              <a:gd name="connsiteY0" fmla="*/ 1780674 h 1780674"/>
              <a:gd name="connsiteX1" fmla="*/ 2354 w 235753"/>
              <a:gd name="connsiteY1" fmla="*/ 925852 h 1780674"/>
              <a:gd name="connsiteX2" fmla="*/ 182827 w 235753"/>
              <a:gd name="connsiteY2" fmla="*/ 0 h 1780674"/>
              <a:gd name="connsiteX0" fmla="*/ 233399 w 233399"/>
              <a:gd name="connsiteY0" fmla="*/ 1780674 h 1780674"/>
              <a:gd name="connsiteX1" fmla="*/ 0 w 233399"/>
              <a:gd name="connsiteY1" fmla="*/ 925852 h 1780674"/>
              <a:gd name="connsiteX2" fmla="*/ 180473 w 233399"/>
              <a:gd name="connsiteY2" fmla="*/ 0 h 1780674"/>
              <a:gd name="connsiteX0" fmla="*/ 180472 w 180472"/>
              <a:gd name="connsiteY0" fmla="*/ 1780674 h 1780674"/>
              <a:gd name="connsiteX1" fmla="*/ 0 w 180472"/>
              <a:gd name="connsiteY1" fmla="*/ 925852 h 1780674"/>
              <a:gd name="connsiteX2" fmla="*/ 127546 w 180472"/>
              <a:gd name="connsiteY2" fmla="*/ 0 h 1780674"/>
              <a:gd name="connsiteX0" fmla="*/ 183990 w 183990"/>
              <a:gd name="connsiteY0" fmla="*/ 1780674 h 1780674"/>
              <a:gd name="connsiteX1" fmla="*/ 3518 w 183990"/>
              <a:gd name="connsiteY1" fmla="*/ 925852 h 1780674"/>
              <a:gd name="connsiteX2" fmla="*/ 131064 w 183990"/>
              <a:gd name="connsiteY2" fmla="*/ 0 h 1780674"/>
              <a:gd name="connsiteX0" fmla="*/ 180472 w 180472"/>
              <a:gd name="connsiteY0" fmla="*/ 1780674 h 1780674"/>
              <a:gd name="connsiteX1" fmla="*/ 0 w 180472"/>
              <a:gd name="connsiteY1" fmla="*/ 925852 h 1780674"/>
              <a:gd name="connsiteX2" fmla="*/ 127546 w 180472"/>
              <a:gd name="connsiteY2" fmla="*/ 0 h 1780674"/>
            </a:gdLst>
            <a:ahLst/>
            <a:cxnLst>
              <a:cxn ang="0">
                <a:pos x="connsiteX0" y="connsiteY0"/>
              </a:cxn>
              <a:cxn ang="0">
                <a:pos x="connsiteX1" y="connsiteY1"/>
              </a:cxn>
              <a:cxn ang="0">
                <a:pos x="connsiteX2" y="connsiteY2"/>
              </a:cxn>
            </a:cxnLst>
            <a:rect l="l" t="t" r="r" b="b"/>
            <a:pathLst>
              <a:path w="180472" h="1780674">
                <a:moveTo>
                  <a:pt x="180472" y="1780674"/>
                </a:moveTo>
                <a:cubicBezTo>
                  <a:pt x="47893" y="1411559"/>
                  <a:pt x="21170" y="1267676"/>
                  <a:pt x="0" y="925852"/>
                </a:cubicBezTo>
                <a:cubicBezTo>
                  <a:pt x="0" y="629073"/>
                  <a:pt x="26724" y="179400"/>
                  <a:pt x="127546" y="0"/>
                </a:cubicBezTo>
              </a:path>
            </a:pathLst>
          </a:custGeom>
          <a:noFill/>
          <a:ln w="38100">
            <a:solidFill>
              <a:schemeClr val="tx2">
                <a:lumMod val="60000"/>
                <a:lumOff val="40000"/>
              </a:schemeClr>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cxnSp>
        <p:nvCxnSpPr>
          <p:cNvPr id="52" name="直接连接符 51"/>
          <p:cNvCxnSpPr/>
          <p:nvPr/>
        </p:nvCxnSpPr>
        <p:spPr bwMode="auto">
          <a:xfrm flipH="1" flipV="1">
            <a:off x="8359775" y="2641600"/>
            <a:ext cx="1588" cy="1730375"/>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auto">
          <a:xfrm flipH="1" flipV="1">
            <a:off x="8353425" y="915988"/>
            <a:ext cx="6350" cy="1727200"/>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auto">
          <a:xfrm flipH="1" flipV="1">
            <a:off x="8208963" y="915988"/>
            <a:ext cx="303212" cy="1587"/>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bwMode="auto">
          <a:xfrm flipH="1" flipV="1">
            <a:off x="8205788" y="2641600"/>
            <a:ext cx="303212" cy="1588"/>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bwMode="auto">
          <a:xfrm flipH="1">
            <a:off x="8251825" y="4371975"/>
            <a:ext cx="257175" cy="0"/>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auto">
          <a:xfrm flipH="1" flipV="1">
            <a:off x="4924425" y="2284413"/>
            <a:ext cx="515938" cy="0"/>
          </a:xfrm>
          <a:prstGeom prst="line">
            <a:avLst/>
          </a:prstGeom>
          <a:ln w="38100">
            <a:solidFill>
              <a:schemeClr val="tx2">
                <a:lumMod val="60000"/>
                <a:lumOff val="4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63" name="Rectangle 5"/>
          <p:cNvSpPr>
            <a:spLocks noChangeArrowheads="1"/>
          </p:cNvSpPr>
          <p:nvPr/>
        </p:nvSpPr>
        <p:spPr bwMode="auto">
          <a:xfrm>
            <a:off x="4140200" y="2012950"/>
            <a:ext cx="925513" cy="541338"/>
          </a:xfrm>
          <a:prstGeom prst="rect">
            <a:avLst/>
          </a:prstGeom>
          <a:noFill/>
          <a:ln>
            <a:noFill/>
          </a:ln>
        </p:spPr>
        <p:txBody>
          <a:bodyPr tIns="82800"/>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spcBef>
                <a:spcPct val="0"/>
              </a:spcBef>
              <a:buClrTx/>
              <a:buSzTx/>
              <a:buFontTx/>
              <a:buNone/>
              <a:defRPr/>
            </a:pPr>
            <a:r>
              <a:rPr lang="en-US" altLang="zh-CN" sz="1800" i="1" dirty="0" err="1">
                <a:solidFill>
                  <a:srgbClr val="073E87">
                    <a:lumMod val="60000"/>
                    <a:lumOff val="40000"/>
                  </a:srgbClr>
                </a:solidFill>
                <a:latin typeface="Times New Roman" panose="02020603050405020304" pitchFamily="18" charset="0"/>
                <a:ea typeface="楷体" panose="02010609060101010101" pitchFamily="49" charset="-122"/>
                <a:cs typeface="Times New Roman" panose="02020603050405020304" pitchFamily="18" charset="0"/>
              </a:rPr>
              <a:t>top_sp</a:t>
            </a:r>
            <a:endParaRPr lang="zh-CN" altLang="en-US" sz="1800" dirty="0">
              <a:solidFill>
                <a:srgbClr val="073E87">
                  <a:lumMod val="60000"/>
                  <a:lumOff val="40000"/>
                </a:srgb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73769" name="Rectangle 5"/>
          <p:cNvSpPr>
            <a:spLocks noChangeArrowheads="1"/>
          </p:cNvSpPr>
          <p:nvPr/>
        </p:nvSpPr>
        <p:spPr bwMode="auto">
          <a:xfrm>
            <a:off x="7812088" y="3148013"/>
            <a:ext cx="1106487" cy="7127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82800" rIns="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600">
                <a:solidFill>
                  <a:srgbClr val="2D83F4"/>
                </a:solidFill>
                <a:latin typeface="楷体" panose="02010609060101010101" pitchFamily="49" charset="-122"/>
                <a:ea typeface="楷体" panose="02010609060101010101" pitchFamily="49" charset="-122"/>
                <a:cs typeface="Times New Roman" panose="02020603050405020304" pitchFamily="18" charset="0"/>
              </a:rPr>
              <a:t>被调用者的活动记录</a:t>
            </a:r>
          </a:p>
        </p:txBody>
      </p:sp>
      <p:sp>
        <p:nvSpPr>
          <p:cNvPr id="73770" name="Rectangle 5"/>
          <p:cNvSpPr>
            <a:spLocks noChangeArrowheads="1"/>
          </p:cNvSpPr>
          <p:nvPr/>
        </p:nvSpPr>
        <p:spPr bwMode="auto">
          <a:xfrm>
            <a:off x="7812088" y="1355725"/>
            <a:ext cx="1058862" cy="711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8280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600">
                <a:solidFill>
                  <a:srgbClr val="2D83F4"/>
                </a:solidFill>
                <a:latin typeface="楷体" panose="02010609060101010101" pitchFamily="49" charset="-122"/>
                <a:ea typeface="楷体" panose="02010609060101010101" pitchFamily="49" charset="-122"/>
                <a:cs typeface="Times New Roman" panose="02020603050405020304" pitchFamily="18" charset="0"/>
              </a:rPr>
              <a:t>调用者的活动记录</a:t>
            </a:r>
          </a:p>
        </p:txBody>
      </p:sp>
      <p:sp>
        <p:nvSpPr>
          <p:cNvPr id="2" name="灯片编号占位符 1"/>
          <p:cNvSpPr>
            <a:spLocks noGrp="1"/>
          </p:cNvSpPr>
          <p:nvPr>
            <p:ph type="sldNum" sz="quarter" idx="12"/>
          </p:nvPr>
        </p:nvSpPr>
        <p:spPr/>
        <p:txBody>
          <a:bodyPr/>
          <a:lstStyle/>
          <a:p>
            <a:pPr>
              <a:defRPr/>
            </a:pPr>
            <a:fld id="{1577AEF1-2632-436A-98FA-43727E988D6E}" type="slidenum">
              <a:rPr lang="zh-CN" altLang="en-US" smtClean="0"/>
              <a:pPr>
                <a:defRPr/>
              </a:pPr>
              <a:t>18</a:t>
            </a:fld>
            <a:endParaRPr lang="en-US" altLang="zh-CN"/>
          </a:p>
        </p:txBody>
      </p:sp>
    </p:spTree>
    <p:extLst>
      <p:ext uri="{BB962C8B-B14F-4D97-AF65-F5344CB8AC3E}">
        <p14:creationId xmlns:p14="http://schemas.microsoft.com/office/powerpoint/2010/main" val="21786093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809987">
                                            <p:txEl>
                                              <p:pRg st="0" end="0"/>
                                            </p:txEl>
                                          </p:spTgt>
                                        </p:tgtEl>
                                        <p:attrNameLst>
                                          <p:attrName>style.visibility</p:attrName>
                                        </p:attrNameLst>
                                      </p:cBhvr>
                                      <p:to>
                                        <p:strVal val="visible"/>
                                      </p:to>
                                    </p:set>
                                    <p:anim calcmode="lin" valueType="num">
                                      <p:cBhvr>
                                        <p:cTn id="7" dur="500" fill="hold"/>
                                        <p:tgtEl>
                                          <p:spTgt spid="80998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0998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09987">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09987">
                                            <p:txEl>
                                              <p:pRg st="1" end="1"/>
                                            </p:txEl>
                                          </p:spTgt>
                                        </p:tgtEl>
                                        <p:attrNameLst>
                                          <p:attrName>style.visibility</p:attrName>
                                        </p:attrNameLst>
                                      </p:cBhvr>
                                      <p:to>
                                        <p:strVal val="visible"/>
                                      </p:to>
                                    </p:set>
                                    <p:anim calcmode="lin" valueType="num">
                                      <p:cBhvr>
                                        <p:cTn id="14" dur="500" fill="hold"/>
                                        <p:tgtEl>
                                          <p:spTgt spid="80998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80998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809987">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809987">
                                            <p:txEl>
                                              <p:pRg st="2" end="2"/>
                                            </p:txEl>
                                          </p:spTgt>
                                        </p:tgtEl>
                                        <p:attrNameLst>
                                          <p:attrName>style.visibility</p:attrName>
                                        </p:attrNameLst>
                                      </p:cBhvr>
                                      <p:to>
                                        <p:strVal val="visible"/>
                                      </p:to>
                                    </p:set>
                                    <p:anim calcmode="lin" valueType="num">
                                      <p:cBhvr>
                                        <p:cTn id="21" dur="500" fill="hold"/>
                                        <p:tgtEl>
                                          <p:spTgt spid="80998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80998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809987">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809987">
                                            <p:txEl>
                                              <p:pRg st="3" end="3"/>
                                            </p:txEl>
                                          </p:spTgt>
                                        </p:tgtEl>
                                        <p:attrNameLst>
                                          <p:attrName>style.visibility</p:attrName>
                                        </p:attrNameLst>
                                      </p:cBhvr>
                                      <p:to>
                                        <p:strVal val="visible"/>
                                      </p:to>
                                    </p:set>
                                    <p:anim calcmode="lin" valueType="num">
                                      <p:cBhvr>
                                        <p:cTn id="28" dur="500" fill="hold"/>
                                        <p:tgtEl>
                                          <p:spTgt spid="80998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80998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8099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7" name="Rectangle 3"/>
          <p:cNvSpPr>
            <a:spLocks noGrp="1" noChangeArrowheads="1"/>
          </p:cNvSpPr>
          <p:nvPr>
            <p:ph idx="1"/>
          </p:nvPr>
        </p:nvSpPr>
        <p:spPr>
          <a:xfrm>
            <a:off x="250825" y="930275"/>
            <a:ext cx="3856038" cy="3225800"/>
          </a:xfrm>
        </p:spPr>
        <p:txBody>
          <a:bodyPr/>
          <a:lstStyle/>
          <a:p>
            <a:pPr>
              <a:lnSpc>
                <a:spcPts val="2500"/>
              </a:lnSpc>
              <a:buClrTx/>
              <a:buFont typeface="Wingdings" pitchFamily="2" charset="2"/>
              <a:buChar char="Ø"/>
              <a:defRPr/>
            </a:pPr>
            <a:r>
              <a:rPr lang="zh-CN" altLang="en-US" sz="2000" b="1" dirty="0">
                <a:solidFill>
                  <a:schemeClr val="tx1"/>
                </a:solidFill>
                <a:ea typeface="楷体" pitchFamily="49" charset="-122"/>
                <a:cs typeface="Times New Roman" pitchFamily="18" charset="0"/>
              </a:rPr>
              <a:t> </a:t>
            </a:r>
            <a:r>
              <a:rPr lang="zh-CN" altLang="en-US" sz="2000" b="1" dirty="0">
                <a:solidFill>
                  <a:srgbClr val="FF0000"/>
                </a:solidFill>
                <a:ea typeface="楷体" pitchFamily="49" charset="-122"/>
                <a:cs typeface="Times New Roman" pitchFamily="18" charset="0"/>
              </a:rPr>
              <a:t>被调用者</a:t>
            </a:r>
            <a:r>
              <a:rPr lang="zh-CN" altLang="en-US" sz="2000" b="1" dirty="0">
                <a:solidFill>
                  <a:schemeClr val="tx1"/>
                </a:solidFill>
                <a:ea typeface="楷体" pitchFamily="49" charset="-122"/>
                <a:cs typeface="Times New Roman" pitchFamily="18" charset="0"/>
              </a:rPr>
              <a:t>将</a:t>
            </a:r>
            <a:r>
              <a:rPr lang="zh-CN" altLang="en-US" sz="2000" b="1" dirty="0">
                <a:solidFill>
                  <a:schemeClr val="tx2">
                    <a:lumMod val="60000"/>
                    <a:lumOff val="40000"/>
                  </a:schemeClr>
                </a:solidFill>
                <a:ea typeface="楷体" pitchFamily="49" charset="-122"/>
                <a:cs typeface="Times New Roman" pitchFamily="18" charset="0"/>
              </a:rPr>
              <a:t>返回值</a:t>
            </a:r>
            <a:r>
              <a:rPr lang="zh-CN" altLang="en-US" sz="2000" b="1" dirty="0">
                <a:solidFill>
                  <a:schemeClr val="tx1"/>
                </a:solidFill>
                <a:ea typeface="楷体" pitchFamily="49" charset="-122"/>
                <a:cs typeface="Times New Roman" pitchFamily="18" charset="0"/>
              </a:rPr>
              <a:t>放到与参数相邻的位置</a:t>
            </a:r>
            <a:endParaRPr lang="en-US" altLang="zh-CN" sz="2000" b="1" dirty="0">
              <a:solidFill>
                <a:schemeClr val="tx1"/>
              </a:solidFill>
              <a:ea typeface="楷体" pitchFamily="49" charset="-122"/>
              <a:cs typeface="Times New Roman" pitchFamily="18" charset="0"/>
            </a:endParaRPr>
          </a:p>
          <a:p>
            <a:pPr>
              <a:lnSpc>
                <a:spcPts val="2500"/>
              </a:lnSpc>
              <a:buClrTx/>
              <a:buFont typeface="Wingdings" pitchFamily="2" charset="2"/>
              <a:buChar char="Ø"/>
              <a:defRPr/>
            </a:pPr>
            <a:r>
              <a:rPr lang="zh-CN" altLang="en-US" sz="2000" b="1" dirty="0">
                <a:solidFill>
                  <a:schemeClr val="tx1"/>
                </a:solidFill>
                <a:ea typeface="楷体" pitchFamily="49" charset="-122"/>
                <a:cs typeface="Times New Roman" pitchFamily="18" charset="0"/>
              </a:rPr>
              <a:t> 使用控制链和机器状态字段中的信息，</a:t>
            </a:r>
            <a:r>
              <a:rPr lang="zh-CN" altLang="en-US" sz="2000" b="1" dirty="0">
                <a:solidFill>
                  <a:srgbClr val="FF0000"/>
                </a:solidFill>
                <a:ea typeface="楷体" pitchFamily="49" charset="-122"/>
                <a:cs typeface="Times New Roman" pitchFamily="18" charset="0"/>
              </a:rPr>
              <a:t>被调用者</a:t>
            </a:r>
            <a:r>
              <a:rPr lang="zh-CN" altLang="en-US" sz="2000" b="1" dirty="0">
                <a:solidFill>
                  <a:schemeClr val="tx2">
                    <a:lumMod val="60000"/>
                    <a:lumOff val="40000"/>
                  </a:schemeClr>
                </a:solidFill>
                <a:ea typeface="楷体" pitchFamily="49" charset="-122"/>
                <a:cs typeface="Times New Roman" pitchFamily="18" charset="0"/>
              </a:rPr>
              <a:t>恢复</a:t>
            </a:r>
            <a:r>
              <a:rPr lang="en-US" altLang="zh-CN" sz="2000" b="1" i="1" dirty="0">
                <a:solidFill>
                  <a:schemeClr val="tx2">
                    <a:lumMod val="60000"/>
                    <a:lumOff val="40000"/>
                  </a:schemeClr>
                </a:solidFill>
                <a:ea typeface="楷体" pitchFamily="49" charset="-122"/>
                <a:cs typeface="Times New Roman" pitchFamily="18" charset="0"/>
              </a:rPr>
              <a:t>top-sp</a:t>
            </a:r>
            <a:r>
              <a:rPr lang="zh-CN" altLang="en-US" sz="2000" b="1" dirty="0">
                <a:solidFill>
                  <a:schemeClr val="tx2">
                    <a:lumMod val="60000"/>
                    <a:lumOff val="40000"/>
                  </a:schemeClr>
                </a:solidFill>
                <a:ea typeface="楷体" pitchFamily="49" charset="-122"/>
                <a:cs typeface="Times New Roman" pitchFamily="18" charset="0"/>
              </a:rPr>
              <a:t>和其它寄存器</a:t>
            </a:r>
            <a:r>
              <a:rPr lang="zh-CN" altLang="en-US" sz="2000" b="1" dirty="0">
                <a:solidFill>
                  <a:schemeClr val="tx1"/>
                </a:solidFill>
                <a:ea typeface="楷体" pitchFamily="49" charset="-122"/>
                <a:cs typeface="Times New Roman" pitchFamily="18" charset="0"/>
              </a:rPr>
              <a:t>，然后</a:t>
            </a:r>
            <a:r>
              <a:rPr lang="zh-CN" altLang="en-US" sz="2000" b="1" dirty="0">
                <a:solidFill>
                  <a:schemeClr val="tx2">
                    <a:lumMod val="60000"/>
                    <a:lumOff val="40000"/>
                  </a:schemeClr>
                </a:solidFill>
                <a:ea typeface="楷体" pitchFamily="49" charset="-122"/>
                <a:cs typeface="Times New Roman" pitchFamily="18" charset="0"/>
              </a:rPr>
              <a:t>跳转到</a:t>
            </a:r>
            <a:r>
              <a:rPr lang="zh-CN" altLang="en-US" sz="2000" b="1" dirty="0">
                <a:solidFill>
                  <a:schemeClr val="tx1"/>
                </a:solidFill>
                <a:ea typeface="楷体" pitchFamily="49" charset="-122"/>
                <a:cs typeface="Times New Roman" pitchFamily="18" charset="0"/>
              </a:rPr>
              <a:t>由调用者放在机器状态字段中的返回地址 </a:t>
            </a:r>
            <a:endParaRPr lang="en-US" altLang="zh-CN" sz="2000" b="1" dirty="0">
              <a:solidFill>
                <a:schemeClr val="tx1"/>
              </a:solidFill>
              <a:ea typeface="楷体" pitchFamily="49" charset="-122"/>
              <a:cs typeface="Times New Roman" pitchFamily="18" charset="0"/>
            </a:endParaRPr>
          </a:p>
          <a:p>
            <a:pPr>
              <a:lnSpc>
                <a:spcPts val="2500"/>
              </a:lnSpc>
              <a:buClrTx/>
              <a:buFont typeface="Wingdings" pitchFamily="2" charset="2"/>
              <a:buChar char="Ø"/>
              <a:defRPr/>
            </a:pPr>
            <a:r>
              <a:rPr lang="zh-CN" altLang="en-US" sz="2000" b="1" dirty="0">
                <a:solidFill>
                  <a:srgbClr val="FF0000"/>
                </a:solidFill>
                <a:ea typeface="楷体" pitchFamily="49" charset="-122"/>
                <a:cs typeface="Times New Roman" pitchFamily="18" charset="0"/>
              </a:rPr>
              <a:t>调用者</a:t>
            </a:r>
            <a:r>
              <a:rPr lang="zh-CN" altLang="en-US" sz="2000" b="1" dirty="0">
                <a:solidFill>
                  <a:schemeClr val="tx1"/>
                </a:solidFill>
                <a:ea typeface="楷体" pitchFamily="49" charset="-122"/>
                <a:cs typeface="Times New Roman" pitchFamily="18" charset="0"/>
              </a:rPr>
              <a:t>开始执行下一条指令</a:t>
            </a:r>
            <a:endParaRPr lang="en-US" altLang="zh-CN" sz="2000" b="1" dirty="0">
              <a:solidFill>
                <a:schemeClr val="tx1"/>
              </a:solidFill>
              <a:ea typeface="楷体" pitchFamily="49" charset="-122"/>
              <a:cs typeface="Times New Roman" pitchFamily="18" charset="0"/>
            </a:endParaRPr>
          </a:p>
        </p:txBody>
      </p:sp>
      <p:sp>
        <p:nvSpPr>
          <p:cNvPr id="75779"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返回序列</a:t>
            </a:r>
          </a:p>
        </p:txBody>
      </p:sp>
      <p:cxnSp>
        <p:nvCxnSpPr>
          <p:cNvPr id="17" name="直接连接符 16"/>
          <p:cNvCxnSpPr/>
          <p:nvPr/>
        </p:nvCxnSpPr>
        <p:spPr bwMode="auto">
          <a:xfrm flipH="1" flipV="1">
            <a:off x="4937125" y="2284413"/>
            <a:ext cx="492125" cy="1727200"/>
          </a:xfrm>
          <a:prstGeom prst="line">
            <a:avLst/>
          </a:prstGeom>
          <a:ln w="38100">
            <a:solidFill>
              <a:schemeClr val="tx2">
                <a:lumMod val="60000"/>
                <a:lumOff val="40000"/>
              </a:schemeClr>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p:graphicFrame>
        <p:nvGraphicFramePr>
          <p:cNvPr id="18" name="内容占位符 3"/>
          <p:cNvGraphicFramePr>
            <a:graphicFrameLocks/>
          </p:cNvGraphicFramePr>
          <p:nvPr/>
        </p:nvGraphicFramePr>
        <p:xfrm>
          <a:off x="5457825" y="590550"/>
          <a:ext cx="2325688" cy="4114800"/>
        </p:xfrm>
        <a:graphic>
          <a:graphicData uri="http://schemas.openxmlformats.org/drawingml/2006/table">
            <a:tbl>
              <a:tblPr firstRow="1" bandRow="1">
                <a:tableStyleId>{2D5ABB26-0587-4C30-8999-92F81FD0307C}</a:tableStyleId>
              </a:tblPr>
              <a:tblGrid>
                <a:gridCol w="2325688">
                  <a:extLst>
                    <a:ext uri="{9D8B030D-6E8A-4147-A177-3AD203B41FA5}">
                      <a16:colId xmlns:a16="http://schemas.microsoft.com/office/drawing/2014/main" val="20000"/>
                    </a:ext>
                  </a:extLst>
                </a:gridCol>
              </a:tblGrid>
              <a:tr h="269016">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rgbClr val="000000"/>
                          </a:solidFill>
                          <a:effectLst/>
                          <a:latin typeface="宋体" panose="02010600030101010101" pitchFamily="2" charset="-122"/>
                          <a:ea typeface="楷体" panose="02010609060101010101" pitchFamily="49" charset="-122"/>
                          <a:cs typeface="Times New Roman" panose="02020603050405020304" pitchFamily="18" charset="0"/>
                        </a:rPr>
                        <a:t>参数和返回值</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控制链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访问链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effectLst/>
                          <a:latin typeface="+mn-lt"/>
                          <a:ea typeface="+mn-ea"/>
                          <a:cs typeface="+mn-cs"/>
                        </a:rPr>
                        <a:t>保存的</a:t>
                      </a:r>
                      <a:r>
                        <a:rPr lang="zh-CN" altLang="zh-CN" sz="1800" b="1" kern="1200" dirty="0">
                          <a:solidFill>
                            <a:schemeClr val="tx1"/>
                          </a:solidFill>
                          <a:effectLst/>
                          <a:latin typeface="+mn-lt"/>
                          <a:ea typeface="+mn-ea"/>
                          <a:cs typeface="+mn-cs"/>
                        </a:rPr>
                        <a:t>机器状态</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298578">
                <a:tc>
                  <a:txBody>
                    <a:bodyPr/>
                    <a:lstStyle/>
                    <a:p>
                      <a:pPr algn="ctr"/>
                      <a:r>
                        <a:rPr lang="zh-CN" altLang="zh-CN" sz="1800" b="1" kern="1200" dirty="0">
                          <a:solidFill>
                            <a:schemeClr val="tx1"/>
                          </a:solidFill>
                          <a:effectLst/>
                          <a:latin typeface="+mn-lt"/>
                          <a:ea typeface="+mn-ea"/>
                          <a:cs typeface="+mn-cs"/>
                        </a:rPr>
                        <a:t>局部数据和临时数</a:t>
                      </a:r>
                      <a:r>
                        <a:rPr lang="zh-CN" altLang="en-US" sz="1800" b="1" kern="1200" dirty="0">
                          <a:solidFill>
                            <a:schemeClr val="tx1"/>
                          </a:solidFill>
                          <a:effectLst/>
                          <a:latin typeface="+mn-lt"/>
                          <a:ea typeface="+mn-ea"/>
                          <a:cs typeface="+mn-cs"/>
                        </a:rPr>
                        <a:t>据</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5"/>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参数和返回值</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控制链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访问链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effectLst/>
                          <a:latin typeface="+mn-lt"/>
                          <a:ea typeface="+mn-ea"/>
                          <a:cs typeface="+mn-cs"/>
                        </a:rPr>
                        <a:t>保存的</a:t>
                      </a:r>
                      <a:r>
                        <a:rPr lang="zh-CN" altLang="zh-CN" sz="1800" b="1" kern="1200" dirty="0">
                          <a:solidFill>
                            <a:schemeClr val="tx1"/>
                          </a:solidFill>
                          <a:effectLst/>
                          <a:latin typeface="+mn-lt"/>
                          <a:ea typeface="+mn-ea"/>
                          <a:cs typeface="+mn-cs"/>
                        </a:rPr>
                        <a:t>机器状态</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298578">
                <a:tc>
                  <a:txBody>
                    <a:bodyPr/>
                    <a:lstStyle/>
                    <a:p>
                      <a:pPr algn="ctr" eaLnBrk="0" fontAlgn="base" hangingPunct="0"/>
                      <a:r>
                        <a:rPr lang="zh-CN" altLang="zh-CN" sz="1800" b="1" kern="1200" dirty="0">
                          <a:solidFill>
                            <a:schemeClr val="tx1"/>
                          </a:solidFill>
                          <a:effectLst/>
                          <a:latin typeface="+mn-lt"/>
                          <a:ea typeface="+mn-ea"/>
                          <a:cs typeface="+mn-cs"/>
                        </a:rPr>
                        <a:t>局部数据和临时数据</a:t>
                      </a:r>
                      <a:endParaRPr lang="zh-CN" altLang="zh-CN" sz="1800" kern="1200" dirty="0">
                        <a:solidFill>
                          <a:schemeClr val="tx1"/>
                        </a:solidFill>
                        <a:effectLst/>
                        <a:latin typeface="+mn-lt"/>
                        <a:ea typeface="+mn-ea"/>
                        <a:cs typeface="+mn-cs"/>
                      </a:endParaRPr>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10"/>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38100" cap="flat" cmpd="sng" algn="ctr">
                      <a:no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9" name="弧形 18"/>
          <p:cNvSpPr/>
          <p:nvPr/>
        </p:nvSpPr>
        <p:spPr bwMode="auto">
          <a:xfrm rot="10056762" flipV="1">
            <a:off x="5268913" y="731838"/>
            <a:ext cx="193675" cy="747712"/>
          </a:xfrm>
          <a:prstGeom prst="arc">
            <a:avLst>
              <a:gd name="adj1" fmla="val 16831102"/>
              <a:gd name="adj2" fmla="val 5229498"/>
            </a:avLst>
          </a:prstGeom>
          <a:ln w="38100">
            <a:solidFill>
              <a:schemeClr val="tx2">
                <a:lumMod val="60000"/>
                <a:lumOff val="40000"/>
              </a:schemeClr>
            </a:solidFill>
            <a:headEnd type="stealth"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sp>
        <p:nvSpPr>
          <p:cNvPr id="20" name="任意多边形 19"/>
          <p:cNvSpPr/>
          <p:nvPr/>
        </p:nvSpPr>
        <p:spPr>
          <a:xfrm>
            <a:off x="5207000" y="2355850"/>
            <a:ext cx="249238" cy="792163"/>
          </a:xfrm>
          <a:custGeom>
            <a:avLst/>
            <a:gdLst>
              <a:gd name="connsiteX0" fmla="*/ 180473 w 180473"/>
              <a:gd name="connsiteY0" fmla="*/ 1780674 h 1780674"/>
              <a:gd name="connsiteX1" fmla="*/ 0 w 180473"/>
              <a:gd name="connsiteY1" fmla="*/ 565484 h 1780674"/>
              <a:gd name="connsiteX2" fmla="*/ 180473 w 180473"/>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54570 w 254570"/>
              <a:gd name="connsiteY0" fmla="*/ 1780674 h 1780674"/>
              <a:gd name="connsiteX1" fmla="*/ 0 w 254570"/>
              <a:gd name="connsiteY1" fmla="*/ 871797 h 1780674"/>
              <a:gd name="connsiteX2" fmla="*/ 201644 w 254570"/>
              <a:gd name="connsiteY2" fmla="*/ 0 h 1780674"/>
              <a:gd name="connsiteX0" fmla="*/ 191058 w 191058"/>
              <a:gd name="connsiteY0" fmla="*/ 1780674 h 1780674"/>
              <a:gd name="connsiteX1" fmla="*/ 0 w 191058"/>
              <a:gd name="connsiteY1" fmla="*/ 871797 h 1780674"/>
              <a:gd name="connsiteX2" fmla="*/ 138132 w 191058"/>
              <a:gd name="connsiteY2" fmla="*/ 0 h 1780674"/>
              <a:gd name="connsiteX0" fmla="*/ 205111 w 205111"/>
              <a:gd name="connsiteY0" fmla="*/ 1780674 h 1780674"/>
              <a:gd name="connsiteX1" fmla="*/ 14053 w 205111"/>
              <a:gd name="connsiteY1" fmla="*/ 871797 h 1780674"/>
              <a:gd name="connsiteX2" fmla="*/ 152185 w 205111"/>
              <a:gd name="connsiteY2" fmla="*/ 0 h 1780674"/>
              <a:gd name="connsiteX0" fmla="*/ 235753 w 235753"/>
              <a:gd name="connsiteY0" fmla="*/ 1780674 h 1780674"/>
              <a:gd name="connsiteX1" fmla="*/ 2354 w 235753"/>
              <a:gd name="connsiteY1" fmla="*/ 925852 h 1780674"/>
              <a:gd name="connsiteX2" fmla="*/ 182827 w 235753"/>
              <a:gd name="connsiteY2" fmla="*/ 0 h 1780674"/>
              <a:gd name="connsiteX0" fmla="*/ 233399 w 233399"/>
              <a:gd name="connsiteY0" fmla="*/ 1780674 h 1780674"/>
              <a:gd name="connsiteX1" fmla="*/ 0 w 233399"/>
              <a:gd name="connsiteY1" fmla="*/ 925852 h 1780674"/>
              <a:gd name="connsiteX2" fmla="*/ 180473 w 233399"/>
              <a:gd name="connsiteY2" fmla="*/ 0 h 1780674"/>
              <a:gd name="connsiteX0" fmla="*/ 180472 w 180472"/>
              <a:gd name="connsiteY0" fmla="*/ 1780674 h 1780674"/>
              <a:gd name="connsiteX1" fmla="*/ 0 w 180472"/>
              <a:gd name="connsiteY1" fmla="*/ 925852 h 1780674"/>
              <a:gd name="connsiteX2" fmla="*/ 127546 w 180472"/>
              <a:gd name="connsiteY2" fmla="*/ 0 h 1780674"/>
              <a:gd name="connsiteX0" fmla="*/ 183990 w 183990"/>
              <a:gd name="connsiteY0" fmla="*/ 1780674 h 1780674"/>
              <a:gd name="connsiteX1" fmla="*/ 3518 w 183990"/>
              <a:gd name="connsiteY1" fmla="*/ 925852 h 1780674"/>
              <a:gd name="connsiteX2" fmla="*/ 131064 w 183990"/>
              <a:gd name="connsiteY2" fmla="*/ 0 h 1780674"/>
              <a:gd name="connsiteX0" fmla="*/ 180472 w 180472"/>
              <a:gd name="connsiteY0" fmla="*/ 1780674 h 1780674"/>
              <a:gd name="connsiteX1" fmla="*/ 0 w 180472"/>
              <a:gd name="connsiteY1" fmla="*/ 925852 h 1780674"/>
              <a:gd name="connsiteX2" fmla="*/ 127546 w 180472"/>
              <a:gd name="connsiteY2" fmla="*/ 0 h 1780674"/>
            </a:gdLst>
            <a:ahLst/>
            <a:cxnLst>
              <a:cxn ang="0">
                <a:pos x="connsiteX0" y="connsiteY0"/>
              </a:cxn>
              <a:cxn ang="0">
                <a:pos x="connsiteX1" y="connsiteY1"/>
              </a:cxn>
              <a:cxn ang="0">
                <a:pos x="connsiteX2" y="connsiteY2"/>
              </a:cxn>
            </a:cxnLst>
            <a:rect l="l" t="t" r="r" b="b"/>
            <a:pathLst>
              <a:path w="180472" h="1780674">
                <a:moveTo>
                  <a:pt x="180472" y="1780674"/>
                </a:moveTo>
                <a:cubicBezTo>
                  <a:pt x="47893" y="1411559"/>
                  <a:pt x="21170" y="1267676"/>
                  <a:pt x="0" y="925852"/>
                </a:cubicBezTo>
                <a:cubicBezTo>
                  <a:pt x="0" y="629073"/>
                  <a:pt x="26724" y="179400"/>
                  <a:pt x="127546" y="0"/>
                </a:cubicBezTo>
              </a:path>
            </a:pathLst>
          </a:custGeom>
          <a:noFill/>
          <a:ln w="38100">
            <a:solidFill>
              <a:schemeClr val="tx2">
                <a:lumMod val="60000"/>
                <a:lumOff val="40000"/>
              </a:schemeClr>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cxnSp>
        <p:nvCxnSpPr>
          <p:cNvPr id="21" name="直接连接符 20"/>
          <p:cNvCxnSpPr/>
          <p:nvPr/>
        </p:nvCxnSpPr>
        <p:spPr bwMode="auto">
          <a:xfrm flipH="1" flipV="1">
            <a:off x="8359775" y="2641600"/>
            <a:ext cx="1588" cy="1730375"/>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auto">
          <a:xfrm flipH="1" flipV="1">
            <a:off x="8353425" y="915988"/>
            <a:ext cx="6350" cy="1727200"/>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auto">
          <a:xfrm flipH="1" flipV="1">
            <a:off x="8208963" y="915988"/>
            <a:ext cx="303212" cy="1587"/>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auto">
          <a:xfrm flipH="1" flipV="1">
            <a:off x="8205788" y="2641600"/>
            <a:ext cx="303212" cy="1588"/>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auto">
          <a:xfrm flipH="1">
            <a:off x="8251825" y="4371975"/>
            <a:ext cx="257175" cy="0"/>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auto">
          <a:xfrm flipH="1" flipV="1">
            <a:off x="4924425" y="2284413"/>
            <a:ext cx="515938" cy="0"/>
          </a:xfrm>
          <a:prstGeom prst="line">
            <a:avLst/>
          </a:prstGeom>
          <a:ln w="38100">
            <a:solidFill>
              <a:schemeClr val="tx2">
                <a:lumMod val="60000"/>
                <a:lumOff val="4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Rectangle 5"/>
          <p:cNvSpPr>
            <a:spLocks noChangeArrowheads="1"/>
          </p:cNvSpPr>
          <p:nvPr/>
        </p:nvSpPr>
        <p:spPr bwMode="auto">
          <a:xfrm>
            <a:off x="4140200" y="2012950"/>
            <a:ext cx="925513" cy="541338"/>
          </a:xfrm>
          <a:prstGeom prst="rect">
            <a:avLst/>
          </a:prstGeom>
          <a:noFill/>
          <a:ln>
            <a:noFill/>
          </a:ln>
        </p:spPr>
        <p:txBody>
          <a:bodyPr tIns="82800"/>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spcBef>
                <a:spcPct val="0"/>
              </a:spcBef>
              <a:buClrTx/>
              <a:buSzTx/>
              <a:buFontTx/>
              <a:buNone/>
              <a:defRPr/>
            </a:pPr>
            <a:r>
              <a:rPr lang="en-US" altLang="zh-CN" sz="1800" i="1" dirty="0" err="1">
                <a:solidFill>
                  <a:srgbClr val="073E87">
                    <a:lumMod val="60000"/>
                    <a:lumOff val="40000"/>
                  </a:srgbClr>
                </a:solidFill>
                <a:latin typeface="Times New Roman" panose="02020603050405020304" pitchFamily="18" charset="0"/>
                <a:ea typeface="楷体" panose="02010609060101010101" pitchFamily="49" charset="-122"/>
                <a:cs typeface="Times New Roman" panose="02020603050405020304" pitchFamily="18" charset="0"/>
              </a:rPr>
              <a:t>top_sp</a:t>
            </a:r>
            <a:endParaRPr lang="zh-CN" altLang="en-US" sz="1800" dirty="0">
              <a:solidFill>
                <a:srgbClr val="073E87">
                  <a:lumMod val="60000"/>
                  <a:lumOff val="40000"/>
                </a:srgb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75817" name="Rectangle 5"/>
          <p:cNvSpPr>
            <a:spLocks noChangeArrowheads="1"/>
          </p:cNvSpPr>
          <p:nvPr/>
        </p:nvSpPr>
        <p:spPr bwMode="auto">
          <a:xfrm>
            <a:off x="7812088" y="3148013"/>
            <a:ext cx="1106487" cy="7127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82800" rIns="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600">
                <a:solidFill>
                  <a:srgbClr val="2D83F4"/>
                </a:solidFill>
                <a:latin typeface="楷体" panose="02010609060101010101" pitchFamily="49" charset="-122"/>
                <a:ea typeface="楷体" panose="02010609060101010101" pitchFamily="49" charset="-122"/>
                <a:cs typeface="Times New Roman" panose="02020603050405020304" pitchFamily="18" charset="0"/>
              </a:rPr>
              <a:t>被调用者的活动记录</a:t>
            </a:r>
          </a:p>
        </p:txBody>
      </p:sp>
      <p:sp>
        <p:nvSpPr>
          <p:cNvPr id="75818" name="Rectangle 5"/>
          <p:cNvSpPr>
            <a:spLocks noChangeArrowheads="1"/>
          </p:cNvSpPr>
          <p:nvPr/>
        </p:nvSpPr>
        <p:spPr bwMode="auto">
          <a:xfrm>
            <a:off x="7812088" y="1355725"/>
            <a:ext cx="1058862" cy="711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8280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600">
                <a:solidFill>
                  <a:srgbClr val="2D83F4"/>
                </a:solidFill>
                <a:latin typeface="楷体" panose="02010609060101010101" pitchFamily="49" charset="-122"/>
                <a:ea typeface="楷体" panose="02010609060101010101" pitchFamily="49" charset="-122"/>
                <a:cs typeface="Times New Roman" panose="02020603050405020304" pitchFamily="18" charset="0"/>
              </a:rPr>
              <a:t>调用者的活动记录</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19</a:t>
            </a:fld>
            <a:endParaRPr lang="en-US" altLang="zh-CN" dirty="0"/>
          </a:p>
        </p:txBody>
      </p:sp>
    </p:spTree>
    <p:extLst>
      <p:ext uri="{BB962C8B-B14F-4D97-AF65-F5344CB8AC3E}">
        <p14:creationId xmlns:p14="http://schemas.microsoft.com/office/powerpoint/2010/main" val="2712825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809987">
                                            <p:txEl>
                                              <p:pRg st="0" end="0"/>
                                            </p:txEl>
                                          </p:spTgt>
                                        </p:tgtEl>
                                        <p:attrNameLst>
                                          <p:attrName>style.visibility</p:attrName>
                                        </p:attrNameLst>
                                      </p:cBhvr>
                                      <p:to>
                                        <p:strVal val="visible"/>
                                      </p:to>
                                    </p:set>
                                    <p:anim calcmode="lin" valueType="num">
                                      <p:cBhvr>
                                        <p:cTn id="7" dur="500" fill="hold"/>
                                        <p:tgtEl>
                                          <p:spTgt spid="80998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0998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09987">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809987">
                                            <p:txEl>
                                              <p:pRg st="1" end="1"/>
                                            </p:txEl>
                                          </p:spTgt>
                                        </p:tgtEl>
                                        <p:attrNameLst>
                                          <p:attrName>style.visibility</p:attrName>
                                        </p:attrNameLst>
                                      </p:cBhvr>
                                      <p:to>
                                        <p:strVal val="visible"/>
                                      </p:to>
                                    </p:set>
                                    <p:anim calcmode="lin" valueType="num">
                                      <p:cBhvr>
                                        <p:cTn id="14" dur="500" fill="hold"/>
                                        <p:tgtEl>
                                          <p:spTgt spid="80998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80998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80998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809987">
                                            <p:txEl>
                                              <p:pRg st="2" end="2"/>
                                            </p:txEl>
                                          </p:spTgt>
                                        </p:tgtEl>
                                        <p:attrNameLst>
                                          <p:attrName>style.visibility</p:attrName>
                                        </p:attrNameLst>
                                      </p:cBhvr>
                                      <p:to>
                                        <p:strVal val="visible"/>
                                      </p:to>
                                    </p:set>
                                    <p:anim calcmode="lin" valueType="num">
                                      <p:cBhvr>
                                        <p:cTn id="21" dur="500" fill="hold"/>
                                        <p:tgtEl>
                                          <p:spTgt spid="80998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80998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8099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调用者和被调用者之间的任务划分</a:t>
            </a:r>
          </a:p>
        </p:txBody>
      </p:sp>
      <p:sp>
        <p:nvSpPr>
          <p:cNvPr id="77827" name="Rectangle 11"/>
          <p:cNvSpPr>
            <a:spLocks noChangeArrowheads="1"/>
          </p:cNvSpPr>
          <p:nvPr/>
        </p:nvSpPr>
        <p:spPr bwMode="auto">
          <a:xfrm>
            <a:off x="974725" y="3071813"/>
            <a:ext cx="102552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000">
                <a:solidFill>
                  <a:srgbClr val="FF0000"/>
                </a:solidFill>
                <a:latin typeface="楷体" panose="02010609060101010101" pitchFamily="49" charset="-122"/>
                <a:ea typeface="楷体" panose="02010609060101010101" pitchFamily="49" charset="-122"/>
              </a:rPr>
              <a:t>调用者填写</a:t>
            </a:r>
          </a:p>
        </p:txBody>
      </p:sp>
      <p:sp>
        <p:nvSpPr>
          <p:cNvPr id="77828" name="Line 12"/>
          <p:cNvSpPr>
            <a:spLocks noChangeShapeType="1"/>
          </p:cNvSpPr>
          <p:nvPr/>
        </p:nvSpPr>
        <p:spPr bwMode="auto">
          <a:xfrm flipV="1">
            <a:off x="2189163" y="3071813"/>
            <a:ext cx="1239837" cy="142875"/>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77829" name="Rectangle 13"/>
          <p:cNvSpPr>
            <a:spLocks noChangeArrowheads="1"/>
          </p:cNvSpPr>
          <p:nvPr/>
        </p:nvSpPr>
        <p:spPr bwMode="auto">
          <a:xfrm>
            <a:off x="7064375" y="2587625"/>
            <a:ext cx="10795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000">
                <a:solidFill>
                  <a:srgbClr val="FF0000"/>
                </a:solidFill>
                <a:latin typeface="楷体" panose="02010609060101010101" pitchFamily="49" charset="-122"/>
                <a:ea typeface="楷体" panose="02010609060101010101" pitchFamily="49" charset="-122"/>
              </a:rPr>
              <a:t>被调用者填写</a:t>
            </a:r>
          </a:p>
        </p:txBody>
      </p:sp>
      <p:sp>
        <p:nvSpPr>
          <p:cNvPr id="77830" name="Line 14"/>
          <p:cNvSpPr>
            <a:spLocks noChangeShapeType="1"/>
          </p:cNvSpPr>
          <p:nvPr/>
        </p:nvSpPr>
        <p:spPr bwMode="auto">
          <a:xfrm>
            <a:off x="2143125" y="3211513"/>
            <a:ext cx="1285875" cy="217487"/>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77831" name="Line 15"/>
          <p:cNvSpPr>
            <a:spLocks noChangeShapeType="1"/>
          </p:cNvSpPr>
          <p:nvPr/>
        </p:nvSpPr>
        <p:spPr bwMode="auto">
          <a:xfrm flipH="1">
            <a:off x="4929188" y="2786063"/>
            <a:ext cx="1857375" cy="28575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77832" name="Rectangle 16"/>
          <p:cNvSpPr>
            <a:spLocks noChangeArrowheads="1"/>
          </p:cNvSpPr>
          <p:nvPr/>
        </p:nvSpPr>
        <p:spPr bwMode="auto">
          <a:xfrm>
            <a:off x="7027863" y="3143250"/>
            <a:ext cx="11874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000">
                <a:solidFill>
                  <a:srgbClr val="FF0000"/>
                </a:solidFill>
                <a:latin typeface="楷体" panose="02010609060101010101" pitchFamily="49" charset="-122"/>
                <a:ea typeface="楷体" panose="02010609060101010101" pitchFamily="49" charset="-122"/>
              </a:rPr>
              <a:t>被调用者填写</a:t>
            </a:r>
          </a:p>
        </p:txBody>
      </p:sp>
      <p:sp>
        <p:nvSpPr>
          <p:cNvPr id="77833" name="Rectangle 19"/>
          <p:cNvSpPr>
            <a:spLocks noChangeArrowheads="1"/>
          </p:cNvSpPr>
          <p:nvPr/>
        </p:nvSpPr>
        <p:spPr bwMode="auto">
          <a:xfrm>
            <a:off x="487363" y="1531938"/>
            <a:ext cx="15128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r>
              <a:rPr lang="zh-CN" altLang="en-US" sz="2000">
                <a:solidFill>
                  <a:srgbClr val="FF0000"/>
                </a:solidFill>
                <a:latin typeface="楷体" panose="02010609060101010101" pitchFamily="49" charset="-122"/>
                <a:ea typeface="楷体" panose="02010609060101010101" pitchFamily="49" charset="-122"/>
              </a:rPr>
              <a:t>调用者更新</a:t>
            </a:r>
          </a:p>
          <a:p>
            <a:pPr eaLnBrk="1" hangingPunct="1"/>
            <a:r>
              <a:rPr lang="zh-CN" altLang="en-US" sz="2000">
                <a:solidFill>
                  <a:srgbClr val="FF0000"/>
                </a:solidFill>
                <a:latin typeface="楷体" panose="02010609060101010101" pitchFamily="49" charset="-122"/>
                <a:ea typeface="楷体" panose="02010609060101010101" pitchFamily="49" charset="-122"/>
              </a:rPr>
              <a:t>被调用者恢复</a:t>
            </a:r>
            <a:endParaRPr lang="en-US" altLang="zh-CN" sz="2000">
              <a:solidFill>
                <a:srgbClr val="FF0000"/>
              </a:solidFill>
              <a:latin typeface="楷体" panose="02010609060101010101" pitchFamily="49" charset="-122"/>
              <a:ea typeface="楷体" panose="02010609060101010101" pitchFamily="49" charset="-122"/>
            </a:endParaRPr>
          </a:p>
        </p:txBody>
      </p:sp>
      <p:sp>
        <p:nvSpPr>
          <p:cNvPr id="77834" name="Line 20"/>
          <p:cNvSpPr>
            <a:spLocks noChangeShapeType="1"/>
          </p:cNvSpPr>
          <p:nvPr/>
        </p:nvSpPr>
        <p:spPr bwMode="auto">
          <a:xfrm>
            <a:off x="2000250" y="2143125"/>
            <a:ext cx="377825" cy="21748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77835" name="Line 14"/>
          <p:cNvSpPr>
            <a:spLocks noChangeShapeType="1"/>
          </p:cNvSpPr>
          <p:nvPr/>
        </p:nvSpPr>
        <p:spPr bwMode="auto">
          <a:xfrm>
            <a:off x="2143125" y="3208338"/>
            <a:ext cx="1285875" cy="779462"/>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62" name="直接连接符 61"/>
          <p:cNvCxnSpPr/>
          <p:nvPr/>
        </p:nvCxnSpPr>
        <p:spPr bwMode="auto">
          <a:xfrm flipH="1" flipV="1">
            <a:off x="2560638" y="2525713"/>
            <a:ext cx="490537" cy="1728787"/>
          </a:xfrm>
          <a:prstGeom prst="line">
            <a:avLst/>
          </a:prstGeom>
          <a:ln w="38100">
            <a:solidFill>
              <a:schemeClr val="tx2">
                <a:lumMod val="60000"/>
                <a:lumOff val="40000"/>
              </a:schemeClr>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p:graphicFrame>
        <p:nvGraphicFramePr>
          <p:cNvPr id="65" name="内容占位符 3"/>
          <p:cNvGraphicFramePr>
            <a:graphicFrameLocks/>
          </p:cNvGraphicFramePr>
          <p:nvPr/>
        </p:nvGraphicFramePr>
        <p:xfrm>
          <a:off x="3081338" y="833438"/>
          <a:ext cx="2325687" cy="4114800"/>
        </p:xfrm>
        <a:graphic>
          <a:graphicData uri="http://schemas.openxmlformats.org/drawingml/2006/table">
            <a:tbl>
              <a:tblPr firstRow="1" bandRow="1">
                <a:tableStyleId>{2D5ABB26-0587-4C30-8999-92F81FD0307C}</a:tableStyleId>
              </a:tblPr>
              <a:tblGrid>
                <a:gridCol w="2325687">
                  <a:extLst>
                    <a:ext uri="{9D8B030D-6E8A-4147-A177-3AD203B41FA5}">
                      <a16:colId xmlns:a16="http://schemas.microsoft.com/office/drawing/2014/main" val="20000"/>
                    </a:ext>
                  </a:extLst>
                </a:gridCol>
              </a:tblGrid>
              <a:tr h="269016">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rgbClr val="000000"/>
                          </a:solidFill>
                          <a:effectLst/>
                          <a:latin typeface="宋体" panose="02010600030101010101" pitchFamily="2" charset="-122"/>
                          <a:ea typeface="楷体" panose="02010609060101010101" pitchFamily="49" charset="-122"/>
                          <a:cs typeface="Times New Roman" panose="02020603050405020304" pitchFamily="18" charset="0"/>
                        </a:rPr>
                        <a:t>参数和返回值</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控制链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访问链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effectLst/>
                          <a:latin typeface="+mn-lt"/>
                          <a:ea typeface="+mn-ea"/>
                          <a:cs typeface="+mn-cs"/>
                        </a:rPr>
                        <a:t>保存的</a:t>
                      </a:r>
                      <a:r>
                        <a:rPr lang="zh-CN" altLang="zh-CN" sz="1800" b="1" kern="1200" dirty="0">
                          <a:solidFill>
                            <a:schemeClr val="tx1"/>
                          </a:solidFill>
                          <a:effectLst/>
                          <a:latin typeface="+mn-lt"/>
                          <a:ea typeface="+mn-ea"/>
                          <a:cs typeface="+mn-cs"/>
                        </a:rPr>
                        <a:t>机器状态</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298578">
                <a:tc>
                  <a:txBody>
                    <a:bodyPr/>
                    <a:lstStyle/>
                    <a:p>
                      <a:pPr algn="ctr"/>
                      <a:r>
                        <a:rPr lang="zh-CN" altLang="zh-CN" sz="1800" b="1" kern="1200" dirty="0">
                          <a:solidFill>
                            <a:schemeClr val="tx1"/>
                          </a:solidFill>
                          <a:effectLst/>
                          <a:latin typeface="+mn-lt"/>
                          <a:ea typeface="+mn-ea"/>
                          <a:cs typeface="+mn-cs"/>
                        </a:rPr>
                        <a:t>局部数据和临时数</a:t>
                      </a:r>
                      <a:r>
                        <a:rPr lang="zh-CN" altLang="en-US" sz="1800" b="1" kern="1200" dirty="0">
                          <a:solidFill>
                            <a:schemeClr val="tx1"/>
                          </a:solidFill>
                          <a:effectLst/>
                          <a:latin typeface="+mn-lt"/>
                          <a:ea typeface="+mn-ea"/>
                          <a:cs typeface="+mn-cs"/>
                        </a:rPr>
                        <a:t>据</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5"/>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参数和返回值</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控制链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访问链</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effectLst/>
                          <a:latin typeface="+mn-lt"/>
                          <a:ea typeface="+mn-ea"/>
                          <a:cs typeface="+mn-cs"/>
                        </a:rPr>
                        <a:t>保存的</a:t>
                      </a:r>
                      <a:r>
                        <a:rPr lang="zh-CN" altLang="zh-CN" sz="1800" b="1" kern="1200" dirty="0">
                          <a:solidFill>
                            <a:schemeClr val="tx1"/>
                          </a:solidFill>
                          <a:effectLst/>
                          <a:latin typeface="+mn-lt"/>
                          <a:ea typeface="+mn-ea"/>
                          <a:cs typeface="+mn-cs"/>
                        </a:rPr>
                        <a:t>机器状态</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298578">
                <a:tc>
                  <a:txBody>
                    <a:bodyPr/>
                    <a:lstStyle/>
                    <a:p>
                      <a:pPr algn="ctr" eaLnBrk="0" fontAlgn="base" hangingPunct="0"/>
                      <a:r>
                        <a:rPr lang="zh-CN" altLang="zh-CN" sz="1800" b="1" kern="1200" dirty="0">
                          <a:solidFill>
                            <a:schemeClr val="tx1"/>
                          </a:solidFill>
                          <a:effectLst/>
                          <a:latin typeface="+mn-lt"/>
                          <a:ea typeface="+mn-ea"/>
                          <a:cs typeface="+mn-cs"/>
                        </a:rPr>
                        <a:t>局部数据和临时数据</a:t>
                      </a:r>
                      <a:endParaRPr lang="zh-CN" altLang="zh-CN" sz="1800" kern="1200" dirty="0">
                        <a:solidFill>
                          <a:schemeClr val="tx1"/>
                        </a:solidFill>
                        <a:effectLst/>
                        <a:latin typeface="+mn-lt"/>
                        <a:ea typeface="+mn-ea"/>
                        <a:cs typeface="+mn-cs"/>
                      </a:endParaRPr>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10"/>
                  </a:ext>
                </a:extLst>
              </a:tr>
              <a:tr h="298578">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r>
                        <a:rPr lang="zh-CN" altLang="zh-CN" sz="1800" b="1" kern="1200" dirty="0">
                          <a:solidFill>
                            <a:schemeClr val="tx1"/>
                          </a:solidFill>
                          <a:effectLst/>
                          <a:latin typeface="+mn-lt"/>
                          <a:ea typeface="+mn-ea"/>
                          <a:cs typeface="+mn-cs"/>
                        </a:rPr>
                        <a:t>……</a:t>
                      </a:r>
                      <a:endParaRPr lang="zh-CN" altLang="en-US" sz="1800" dirty="0"/>
                    </a:p>
                  </a:txBody>
                  <a:tcPr marL="68601" marR="68601" marT="34290" marB="34290">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38100" cap="flat" cmpd="sng" algn="ctr">
                      <a:no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68" name="弧形 67"/>
          <p:cNvSpPr/>
          <p:nvPr/>
        </p:nvSpPr>
        <p:spPr bwMode="auto">
          <a:xfrm rot="10056762" flipV="1">
            <a:off x="2892425" y="973138"/>
            <a:ext cx="193675" cy="747712"/>
          </a:xfrm>
          <a:prstGeom prst="arc">
            <a:avLst>
              <a:gd name="adj1" fmla="val 16831102"/>
              <a:gd name="adj2" fmla="val 5229498"/>
            </a:avLst>
          </a:prstGeom>
          <a:ln w="38100">
            <a:solidFill>
              <a:schemeClr val="tx2">
                <a:lumMod val="60000"/>
                <a:lumOff val="40000"/>
              </a:schemeClr>
            </a:solidFill>
            <a:headEnd type="stealth"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sp>
        <p:nvSpPr>
          <p:cNvPr id="71" name="任意多边形 70"/>
          <p:cNvSpPr/>
          <p:nvPr/>
        </p:nvSpPr>
        <p:spPr>
          <a:xfrm>
            <a:off x="2830513" y="2597150"/>
            <a:ext cx="249237" cy="792163"/>
          </a:xfrm>
          <a:custGeom>
            <a:avLst/>
            <a:gdLst>
              <a:gd name="connsiteX0" fmla="*/ 180473 w 180473"/>
              <a:gd name="connsiteY0" fmla="*/ 1780674 h 1780674"/>
              <a:gd name="connsiteX1" fmla="*/ 0 w 180473"/>
              <a:gd name="connsiteY1" fmla="*/ 565484 h 1780674"/>
              <a:gd name="connsiteX2" fmla="*/ 180473 w 180473"/>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54570 w 254570"/>
              <a:gd name="connsiteY0" fmla="*/ 1780674 h 1780674"/>
              <a:gd name="connsiteX1" fmla="*/ 0 w 254570"/>
              <a:gd name="connsiteY1" fmla="*/ 871797 h 1780674"/>
              <a:gd name="connsiteX2" fmla="*/ 201644 w 254570"/>
              <a:gd name="connsiteY2" fmla="*/ 0 h 1780674"/>
              <a:gd name="connsiteX0" fmla="*/ 191058 w 191058"/>
              <a:gd name="connsiteY0" fmla="*/ 1780674 h 1780674"/>
              <a:gd name="connsiteX1" fmla="*/ 0 w 191058"/>
              <a:gd name="connsiteY1" fmla="*/ 871797 h 1780674"/>
              <a:gd name="connsiteX2" fmla="*/ 138132 w 191058"/>
              <a:gd name="connsiteY2" fmla="*/ 0 h 1780674"/>
              <a:gd name="connsiteX0" fmla="*/ 205111 w 205111"/>
              <a:gd name="connsiteY0" fmla="*/ 1780674 h 1780674"/>
              <a:gd name="connsiteX1" fmla="*/ 14053 w 205111"/>
              <a:gd name="connsiteY1" fmla="*/ 871797 h 1780674"/>
              <a:gd name="connsiteX2" fmla="*/ 152185 w 205111"/>
              <a:gd name="connsiteY2" fmla="*/ 0 h 1780674"/>
              <a:gd name="connsiteX0" fmla="*/ 235753 w 235753"/>
              <a:gd name="connsiteY0" fmla="*/ 1780674 h 1780674"/>
              <a:gd name="connsiteX1" fmla="*/ 2354 w 235753"/>
              <a:gd name="connsiteY1" fmla="*/ 925852 h 1780674"/>
              <a:gd name="connsiteX2" fmla="*/ 182827 w 235753"/>
              <a:gd name="connsiteY2" fmla="*/ 0 h 1780674"/>
              <a:gd name="connsiteX0" fmla="*/ 233399 w 233399"/>
              <a:gd name="connsiteY0" fmla="*/ 1780674 h 1780674"/>
              <a:gd name="connsiteX1" fmla="*/ 0 w 233399"/>
              <a:gd name="connsiteY1" fmla="*/ 925852 h 1780674"/>
              <a:gd name="connsiteX2" fmla="*/ 180473 w 233399"/>
              <a:gd name="connsiteY2" fmla="*/ 0 h 1780674"/>
              <a:gd name="connsiteX0" fmla="*/ 180472 w 180472"/>
              <a:gd name="connsiteY0" fmla="*/ 1780674 h 1780674"/>
              <a:gd name="connsiteX1" fmla="*/ 0 w 180472"/>
              <a:gd name="connsiteY1" fmla="*/ 925852 h 1780674"/>
              <a:gd name="connsiteX2" fmla="*/ 127546 w 180472"/>
              <a:gd name="connsiteY2" fmla="*/ 0 h 1780674"/>
              <a:gd name="connsiteX0" fmla="*/ 183990 w 183990"/>
              <a:gd name="connsiteY0" fmla="*/ 1780674 h 1780674"/>
              <a:gd name="connsiteX1" fmla="*/ 3518 w 183990"/>
              <a:gd name="connsiteY1" fmla="*/ 925852 h 1780674"/>
              <a:gd name="connsiteX2" fmla="*/ 131064 w 183990"/>
              <a:gd name="connsiteY2" fmla="*/ 0 h 1780674"/>
              <a:gd name="connsiteX0" fmla="*/ 180472 w 180472"/>
              <a:gd name="connsiteY0" fmla="*/ 1780674 h 1780674"/>
              <a:gd name="connsiteX1" fmla="*/ 0 w 180472"/>
              <a:gd name="connsiteY1" fmla="*/ 925852 h 1780674"/>
              <a:gd name="connsiteX2" fmla="*/ 127546 w 180472"/>
              <a:gd name="connsiteY2" fmla="*/ 0 h 1780674"/>
            </a:gdLst>
            <a:ahLst/>
            <a:cxnLst>
              <a:cxn ang="0">
                <a:pos x="connsiteX0" y="connsiteY0"/>
              </a:cxn>
              <a:cxn ang="0">
                <a:pos x="connsiteX1" y="connsiteY1"/>
              </a:cxn>
              <a:cxn ang="0">
                <a:pos x="connsiteX2" y="connsiteY2"/>
              </a:cxn>
            </a:cxnLst>
            <a:rect l="l" t="t" r="r" b="b"/>
            <a:pathLst>
              <a:path w="180472" h="1780674">
                <a:moveTo>
                  <a:pt x="180472" y="1780674"/>
                </a:moveTo>
                <a:cubicBezTo>
                  <a:pt x="47893" y="1411559"/>
                  <a:pt x="21170" y="1267676"/>
                  <a:pt x="0" y="925852"/>
                </a:cubicBezTo>
                <a:cubicBezTo>
                  <a:pt x="0" y="629073"/>
                  <a:pt x="26724" y="179400"/>
                  <a:pt x="127546" y="0"/>
                </a:cubicBezTo>
              </a:path>
            </a:pathLst>
          </a:custGeom>
          <a:noFill/>
          <a:ln w="38100">
            <a:solidFill>
              <a:schemeClr val="tx2">
                <a:lumMod val="60000"/>
                <a:lumOff val="40000"/>
              </a:schemeClr>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cxnSp>
        <p:nvCxnSpPr>
          <p:cNvPr id="72" name="直接连接符 71"/>
          <p:cNvCxnSpPr/>
          <p:nvPr/>
        </p:nvCxnSpPr>
        <p:spPr bwMode="auto">
          <a:xfrm flipH="1" flipV="1">
            <a:off x="6127750" y="2884488"/>
            <a:ext cx="0" cy="1728787"/>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bwMode="auto">
          <a:xfrm flipH="1" flipV="1">
            <a:off x="6121400" y="1157288"/>
            <a:ext cx="6350" cy="1728787"/>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bwMode="auto">
          <a:xfrm flipH="1" flipV="1">
            <a:off x="5976938" y="1157288"/>
            <a:ext cx="303212" cy="1587"/>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bwMode="auto">
          <a:xfrm flipH="1" flipV="1">
            <a:off x="5973763" y="2884488"/>
            <a:ext cx="303212" cy="1587"/>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bwMode="auto">
          <a:xfrm flipH="1">
            <a:off x="6019800" y="4613275"/>
            <a:ext cx="257175" cy="0"/>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auto">
          <a:xfrm flipH="1" flipV="1">
            <a:off x="2547938" y="2525713"/>
            <a:ext cx="515937" cy="0"/>
          </a:xfrm>
          <a:prstGeom prst="line">
            <a:avLst/>
          </a:prstGeom>
          <a:ln w="38100">
            <a:solidFill>
              <a:schemeClr val="tx2">
                <a:lumMod val="60000"/>
                <a:lumOff val="4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78" name="Rectangle 5"/>
          <p:cNvSpPr>
            <a:spLocks noChangeArrowheads="1"/>
          </p:cNvSpPr>
          <p:nvPr/>
        </p:nvSpPr>
        <p:spPr bwMode="auto">
          <a:xfrm>
            <a:off x="1763713" y="2254250"/>
            <a:ext cx="925512" cy="542925"/>
          </a:xfrm>
          <a:prstGeom prst="rect">
            <a:avLst/>
          </a:prstGeom>
          <a:noFill/>
          <a:ln>
            <a:noFill/>
          </a:ln>
        </p:spPr>
        <p:txBody>
          <a:bodyPr tIns="82800"/>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spcBef>
                <a:spcPct val="0"/>
              </a:spcBef>
              <a:buClrTx/>
              <a:buSzTx/>
              <a:buFontTx/>
              <a:buNone/>
              <a:defRPr/>
            </a:pPr>
            <a:r>
              <a:rPr lang="en-US" altLang="zh-CN" sz="1800" i="1" dirty="0" err="1">
                <a:solidFill>
                  <a:srgbClr val="073E87">
                    <a:lumMod val="60000"/>
                    <a:lumOff val="40000"/>
                  </a:srgbClr>
                </a:solidFill>
                <a:latin typeface="Times New Roman" panose="02020603050405020304" pitchFamily="18" charset="0"/>
                <a:ea typeface="楷体" panose="02010609060101010101" pitchFamily="49" charset="-122"/>
                <a:cs typeface="Times New Roman" panose="02020603050405020304" pitchFamily="18" charset="0"/>
              </a:rPr>
              <a:t>top_sp</a:t>
            </a:r>
            <a:endParaRPr lang="zh-CN" altLang="en-US" sz="1800" dirty="0">
              <a:solidFill>
                <a:srgbClr val="073E87">
                  <a:lumMod val="60000"/>
                  <a:lumOff val="40000"/>
                </a:srgb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77873" name="Rectangle 5"/>
          <p:cNvSpPr>
            <a:spLocks noChangeArrowheads="1"/>
          </p:cNvSpPr>
          <p:nvPr/>
        </p:nvSpPr>
        <p:spPr bwMode="auto">
          <a:xfrm>
            <a:off x="5572125" y="3363913"/>
            <a:ext cx="1160463" cy="7127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82800" rIns="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800">
                <a:solidFill>
                  <a:srgbClr val="2D83F4"/>
                </a:solidFill>
                <a:latin typeface="楷体" panose="02010609060101010101" pitchFamily="49" charset="-122"/>
                <a:ea typeface="楷体" panose="02010609060101010101" pitchFamily="49" charset="-122"/>
                <a:cs typeface="Times New Roman" panose="02020603050405020304" pitchFamily="18" charset="0"/>
              </a:rPr>
              <a:t>被调用者的活动记录</a:t>
            </a:r>
          </a:p>
        </p:txBody>
      </p:sp>
      <p:sp>
        <p:nvSpPr>
          <p:cNvPr id="77874" name="Rectangle 5"/>
          <p:cNvSpPr>
            <a:spLocks noChangeArrowheads="1"/>
          </p:cNvSpPr>
          <p:nvPr/>
        </p:nvSpPr>
        <p:spPr bwMode="auto">
          <a:xfrm>
            <a:off x="5537200" y="1597025"/>
            <a:ext cx="1222375" cy="7127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82800" anchor="ct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800">
                <a:solidFill>
                  <a:srgbClr val="2D83F4"/>
                </a:solidFill>
                <a:latin typeface="楷体" panose="02010609060101010101" pitchFamily="49" charset="-122"/>
                <a:ea typeface="楷体" panose="02010609060101010101" pitchFamily="49" charset="-122"/>
                <a:cs typeface="Times New Roman" panose="02020603050405020304" pitchFamily="18" charset="0"/>
              </a:rPr>
              <a:t>调用者的活动记录</a:t>
            </a:r>
          </a:p>
        </p:txBody>
      </p:sp>
      <p:sp>
        <p:nvSpPr>
          <p:cNvPr id="77875" name="Line 18"/>
          <p:cNvSpPr>
            <a:spLocks noChangeShapeType="1"/>
          </p:cNvSpPr>
          <p:nvPr/>
        </p:nvSpPr>
        <p:spPr bwMode="auto">
          <a:xfrm flipH="1">
            <a:off x="5148263" y="3429000"/>
            <a:ext cx="1638300" cy="64770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20</a:t>
            </a:fld>
            <a:endParaRPr lang="en-US" altLang="zh-CN" dirty="0"/>
          </a:p>
        </p:txBody>
      </p:sp>
    </p:spTree>
    <p:extLst>
      <p:ext uri="{BB962C8B-B14F-4D97-AF65-F5344CB8AC3E}">
        <p14:creationId xmlns:p14="http://schemas.microsoft.com/office/powerpoint/2010/main" val="3083788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430213" y="785813"/>
            <a:ext cx="8356600" cy="3225800"/>
          </a:xfrm>
        </p:spPr>
        <p:txBody>
          <a:bodyPr/>
          <a:lstStyle/>
          <a:p>
            <a:pPr>
              <a:lnSpc>
                <a:spcPts val="3500"/>
              </a:lnSpc>
              <a:buClrTx/>
              <a:buFont typeface="Wingdings" pitchFamily="2" charset="2"/>
              <a:buChar char="Ø"/>
              <a:defRPr/>
            </a:pPr>
            <a:r>
              <a:rPr lang="zh-CN" altLang="en-US" sz="2500" b="1" dirty="0">
                <a:solidFill>
                  <a:schemeClr val="tx1"/>
                </a:solidFill>
                <a:cs typeface="Times New Roman" pitchFamily="18" charset="0"/>
              </a:rPr>
              <a:t>在</a:t>
            </a:r>
            <a:r>
              <a:rPr lang="zh-CN" altLang="en-US" sz="2500" b="1" dirty="0">
                <a:solidFill>
                  <a:schemeClr val="tx2">
                    <a:lumMod val="60000"/>
                    <a:lumOff val="40000"/>
                  </a:schemeClr>
                </a:solidFill>
                <a:cs typeface="Times New Roman" pitchFamily="18" charset="0"/>
              </a:rPr>
              <a:t>现代程序设计语言</a:t>
            </a:r>
            <a:r>
              <a:rPr lang="zh-CN" altLang="en-US" sz="2500" b="1" dirty="0">
                <a:solidFill>
                  <a:schemeClr val="tx1"/>
                </a:solidFill>
                <a:cs typeface="Times New Roman" pitchFamily="18" charset="0"/>
              </a:rPr>
              <a:t>中，在</a:t>
            </a:r>
            <a:r>
              <a:rPr lang="zh-CN" altLang="en-US" sz="2500" b="1" dirty="0">
                <a:solidFill>
                  <a:schemeClr val="tx2">
                    <a:lumMod val="60000"/>
                    <a:lumOff val="40000"/>
                  </a:schemeClr>
                </a:solidFill>
                <a:cs typeface="Times New Roman" pitchFamily="18" charset="0"/>
              </a:rPr>
              <a:t>编译时刻不能确定大小的对象</a:t>
            </a:r>
            <a:r>
              <a:rPr lang="zh-CN" altLang="en-US" sz="2500" b="1" dirty="0">
                <a:solidFill>
                  <a:schemeClr val="tx1"/>
                </a:solidFill>
                <a:cs typeface="Times New Roman" pitchFamily="18" charset="0"/>
              </a:rPr>
              <a:t>将被分配在</a:t>
            </a:r>
            <a:r>
              <a:rPr lang="zh-CN" altLang="en-US" sz="2500" b="1" dirty="0">
                <a:solidFill>
                  <a:schemeClr val="tx2">
                    <a:lumMod val="60000"/>
                    <a:lumOff val="40000"/>
                  </a:schemeClr>
                </a:solidFill>
                <a:cs typeface="Times New Roman" pitchFamily="18" charset="0"/>
              </a:rPr>
              <a:t>堆</a:t>
            </a:r>
            <a:r>
              <a:rPr lang="zh-CN" altLang="en-US" sz="2500" b="1" dirty="0">
                <a:solidFill>
                  <a:schemeClr val="tx1"/>
                </a:solidFill>
                <a:cs typeface="Times New Roman" pitchFamily="18" charset="0"/>
              </a:rPr>
              <a:t>区。但是，如果它们是</a:t>
            </a:r>
            <a:r>
              <a:rPr lang="zh-CN" altLang="en-US" sz="2500" b="1" dirty="0">
                <a:solidFill>
                  <a:schemeClr val="tx2">
                    <a:lumMod val="60000"/>
                    <a:lumOff val="40000"/>
                  </a:schemeClr>
                </a:solidFill>
                <a:cs typeface="Times New Roman" pitchFamily="18" charset="0"/>
              </a:rPr>
              <a:t>过程的局部对象</a:t>
            </a:r>
            <a:r>
              <a:rPr lang="zh-CN" altLang="en-US" sz="2500" b="1" dirty="0">
                <a:solidFill>
                  <a:schemeClr val="tx1"/>
                </a:solidFill>
                <a:cs typeface="Times New Roman" pitchFamily="18" charset="0"/>
              </a:rPr>
              <a:t>，也可以将它们分配在</a:t>
            </a:r>
            <a:r>
              <a:rPr lang="zh-CN" altLang="en-US" sz="2500" b="1" dirty="0">
                <a:solidFill>
                  <a:schemeClr val="tx2">
                    <a:lumMod val="60000"/>
                    <a:lumOff val="40000"/>
                  </a:schemeClr>
                </a:solidFill>
                <a:cs typeface="Times New Roman" pitchFamily="18" charset="0"/>
              </a:rPr>
              <a:t>运行时刻栈</a:t>
            </a:r>
            <a:r>
              <a:rPr lang="zh-CN" altLang="en-US" sz="2500" b="1" dirty="0">
                <a:solidFill>
                  <a:schemeClr val="tx1"/>
                </a:solidFill>
                <a:cs typeface="Times New Roman" pitchFamily="18" charset="0"/>
              </a:rPr>
              <a:t>中。尽量将对象放置在栈区的原因：可以</a:t>
            </a:r>
            <a:r>
              <a:rPr lang="zh-CN" altLang="en-US" sz="2500" b="1" dirty="0">
                <a:solidFill>
                  <a:schemeClr val="tx2">
                    <a:lumMod val="60000"/>
                    <a:lumOff val="40000"/>
                  </a:schemeClr>
                </a:solidFill>
                <a:cs typeface="Times New Roman" pitchFamily="18" charset="0"/>
              </a:rPr>
              <a:t>避免</a:t>
            </a:r>
            <a:r>
              <a:rPr lang="zh-CN" altLang="en-US" sz="2500" b="1" dirty="0">
                <a:solidFill>
                  <a:schemeClr val="tx1"/>
                </a:solidFill>
                <a:cs typeface="Times New Roman" pitchFamily="18" charset="0"/>
              </a:rPr>
              <a:t>对它们的空间进行</a:t>
            </a:r>
            <a:r>
              <a:rPr lang="zh-CN" altLang="en-US" sz="2500" b="1" dirty="0">
                <a:solidFill>
                  <a:schemeClr val="tx2">
                    <a:lumMod val="60000"/>
                    <a:lumOff val="40000"/>
                  </a:schemeClr>
                </a:solidFill>
                <a:cs typeface="Times New Roman" pitchFamily="18" charset="0"/>
              </a:rPr>
              <a:t>垃圾回收</a:t>
            </a:r>
            <a:r>
              <a:rPr lang="zh-CN" altLang="en-US" sz="2500" b="1" dirty="0">
                <a:solidFill>
                  <a:schemeClr val="tx1"/>
                </a:solidFill>
                <a:cs typeface="Times New Roman" pitchFamily="18" charset="0"/>
              </a:rPr>
              <a:t>，也就</a:t>
            </a:r>
            <a:r>
              <a:rPr lang="zh-CN" altLang="en-US" sz="2500" b="1" dirty="0">
                <a:solidFill>
                  <a:schemeClr val="tx2">
                    <a:lumMod val="60000"/>
                    <a:lumOff val="40000"/>
                  </a:schemeClr>
                </a:solidFill>
                <a:cs typeface="Times New Roman" pitchFamily="18" charset="0"/>
              </a:rPr>
              <a:t>减少</a:t>
            </a:r>
            <a:r>
              <a:rPr lang="zh-CN" altLang="en-US" sz="2500" b="1" dirty="0">
                <a:solidFill>
                  <a:schemeClr val="tx1"/>
                </a:solidFill>
                <a:cs typeface="Times New Roman" pitchFamily="18" charset="0"/>
              </a:rPr>
              <a:t>了相应的</a:t>
            </a:r>
            <a:r>
              <a:rPr lang="zh-CN" altLang="en-US" sz="2500" b="1" dirty="0">
                <a:solidFill>
                  <a:schemeClr val="tx2">
                    <a:lumMod val="60000"/>
                    <a:lumOff val="40000"/>
                  </a:schemeClr>
                </a:solidFill>
                <a:cs typeface="Times New Roman" pitchFamily="18" charset="0"/>
              </a:rPr>
              <a:t>开销</a:t>
            </a:r>
            <a:endParaRPr lang="en-US" altLang="zh-CN" sz="2500" b="1" dirty="0">
              <a:solidFill>
                <a:schemeClr val="tx2">
                  <a:lumMod val="60000"/>
                  <a:lumOff val="40000"/>
                </a:schemeClr>
              </a:solidFill>
              <a:cs typeface="Times New Roman" pitchFamily="18" charset="0"/>
            </a:endParaRPr>
          </a:p>
        </p:txBody>
      </p:sp>
      <p:sp>
        <p:nvSpPr>
          <p:cNvPr id="79875"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变长数据的存储分配</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21</a:t>
            </a:fld>
            <a:endParaRPr lang="en-US" altLang="zh-CN" dirty="0"/>
          </a:p>
        </p:txBody>
      </p:sp>
    </p:spTree>
    <p:extLst>
      <p:ext uri="{BB962C8B-B14F-4D97-AF65-F5344CB8AC3E}">
        <p14:creationId xmlns:p14="http://schemas.microsoft.com/office/powerpoint/2010/main" val="2714271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3"/>
          <p:cNvGraphicFramePr>
            <a:graphicFrameLocks/>
          </p:cNvGraphicFramePr>
          <p:nvPr/>
        </p:nvGraphicFramePr>
        <p:xfrm>
          <a:off x="4632325" y="411163"/>
          <a:ext cx="2546350" cy="4618033"/>
        </p:xfrm>
        <a:graphic>
          <a:graphicData uri="http://schemas.openxmlformats.org/drawingml/2006/table">
            <a:tbl>
              <a:tblPr firstRow="1" bandRow="1">
                <a:tableStyleId>{2D5ABB26-0587-4C30-8999-92F81FD0307C}</a:tableStyleId>
              </a:tblPr>
              <a:tblGrid>
                <a:gridCol w="2546350">
                  <a:extLst>
                    <a:ext uri="{9D8B030D-6E8A-4147-A177-3AD203B41FA5}">
                      <a16:colId xmlns:a16="http://schemas.microsoft.com/office/drawing/2014/main" val="20000"/>
                    </a:ext>
                  </a:extLst>
                </a:gridCol>
              </a:tblGrid>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zh-CN" sz="1600" b="1" i="0" u="none" strike="noStrike" kern="1200" cap="none" spc="0" normalizeH="0" baseline="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endParaRPr kumimoji="0" lang="zh-CN" altLang="en-US" sz="1600" b="1" i="0" u="none" strike="noStrike" kern="1200" cap="none" spc="0" normalizeH="0" baseline="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312441">
                <a:tc>
                  <a:txBody>
                    <a:bodyPr/>
                    <a:lstStyle/>
                    <a:p>
                      <a:pPr algn="ctr" eaLnBrk="0" fontAlgn="base" hangingPunct="0">
                        <a:spcBef>
                          <a:spcPct val="0"/>
                        </a:spcBef>
                        <a:spcAft>
                          <a:spcPct val="0"/>
                        </a:spcAft>
                        <a:buClrTx/>
                        <a:buSzTx/>
                        <a:buFontTx/>
                        <a:buNone/>
                      </a:pPr>
                      <a:r>
                        <a:rPr lang="zh-CN" altLang="en-US" sz="1600" b="1" dirty="0">
                          <a:solidFill>
                            <a:prstClr val="black"/>
                          </a:solidFill>
                          <a:latin typeface="楷体" panose="02010609060101010101" pitchFamily="49" charset="-122"/>
                          <a:ea typeface="楷体" panose="02010609060101010101" pitchFamily="49" charset="-122"/>
                          <a:cs typeface="Times New Roman" panose="02020603050405020304" pitchFamily="18" charset="0"/>
                        </a:rPr>
                        <a:t>控制链和保存的机器状态</a:t>
                      </a: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endParaRPr kumimoji="0" lang="zh-CN" altLang="en-US"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Times New Roman" panose="02020603050405020304" pitchFamily="18" charset="0"/>
                        </a:rPr>
                        <a:t>指向</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r>
                        <a:rPr kumimoji="0" lang="zh-CN" altLang="en-US" sz="16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Times New Roman" panose="02020603050405020304" pitchFamily="18" charset="0"/>
                        </a:rPr>
                        <a:t>的指针</a:t>
                      </a:r>
                      <a:endParaRPr kumimoji="0" lang="zh-CN" altLang="en-US"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zh-CN" altLang="en-US" sz="1600" b="1" dirty="0">
                          <a:solidFill>
                            <a:srgbClr val="000000"/>
                          </a:solidFill>
                          <a:latin typeface="楷体" panose="02010609060101010101" pitchFamily="49" charset="-122"/>
                          <a:ea typeface="楷体" panose="02010609060101010101" pitchFamily="49" charset="-122"/>
                          <a:cs typeface="Times New Roman" panose="02020603050405020304" pitchFamily="18" charset="0"/>
                        </a:rPr>
                        <a:t>指向</a:t>
                      </a:r>
                      <a:r>
                        <a:rPr lang="en-US" altLang="zh-CN" sz="1600" b="1"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a:t>
                      </a:r>
                      <a:r>
                        <a:rPr lang="zh-CN" altLang="en-US" sz="1600" b="1" dirty="0">
                          <a:solidFill>
                            <a:srgbClr val="000000"/>
                          </a:solidFill>
                          <a:latin typeface="楷体" panose="02010609060101010101" pitchFamily="49" charset="-122"/>
                          <a:ea typeface="楷体" panose="02010609060101010101" pitchFamily="49" charset="-122"/>
                          <a:cs typeface="Times New Roman" panose="02020603050405020304" pitchFamily="18" charset="0"/>
                        </a:rPr>
                        <a:t>的指针</a:t>
                      </a:r>
                      <a:endParaRPr kumimoji="0" lang="zh-CN" altLang="en-US"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312441">
                <a:tc>
                  <a:txBody>
                    <a:bodyPr/>
                    <a:lstStyle/>
                    <a:p>
                      <a:pPr algn="ctr" eaLnBrk="0" fontAlgn="base" hangingPunct="0">
                        <a:spcBef>
                          <a:spcPct val="0"/>
                        </a:spcBef>
                        <a:spcAft>
                          <a:spcPct val="0"/>
                        </a:spcAft>
                        <a:buClrTx/>
                        <a:buSzTx/>
                        <a:buFontTx/>
                        <a:buNone/>
                      </a:pPr>
                      <a:r>
                        <a:rPr lang="zh-CN" altLang="en-US" sz="1600" b="1" dirty="0">
                          <a:solidFill>
                            <a:srgbClr val="000000"/>
                          </a:solidFill>
                          <a:latin typeface="楷体" panose="02010609060101010101" pitchFamily="49" charset="-122"/>
                          <a:ea typeface="楷体" panose="02010609060101010101" pitchFamily="49" charset="-122"/>
                          <a:cs typeface="Times New Roman" panose="02020603050405020304" pitchFamily="18" charset="0"/>
                        </a:rPr>
                        <a:t>指向</a:t>
                      </a:r>
                      <a:r>
                        <a:rPr lang="en-US" altLang="zh-CN" sz="1600" b="1"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a:t>
                      </a:r>
                      <a:r>
                        <a:rPr lang="zh-CN" altLang="en-US" sz="1600" b="1" dirty="0">
                          <a:solidFill>
                            <a:srgbClr val="000000"/>
                          </a:solidFill>
                          <a:latin typeface="楷体" panose="02010609060101010101" pitchFamily="49" charset="-122"/>
                          <a:ea typeface="楷体" panose="02010609060101010101" pitchFamily="49" charset="-122"/>
                          <a:cs typeface="Times New Roman" panose="02020603050405020304" pitchFamily="18" charset="0"/>
                        </a:rPr>
                        <a:t>的指针</a:t>
                      </a:r>
                      <a:endParaRPr lang="zh-CN" altLang="en-US" sz="1600" b="1" dirty="0">
                        <a:solidFill>
                          <a:prstClr val="black"/>
                        </a:solidFill>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endParaRPr kumimoji="0" lang="zh-CN" altLang="en-US" sz="16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6"/>
                  </a:ext>
                </a:extLst>
              </a:tr>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数组</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a</a:t>
                      </a:r>
                      <a:endParaRPr kumimoji="0" lang="zh-CN" altLang="en-US"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数组</a:t>
                      </a:r>
                      <a:r>
                        <a:rPr kumimoji="0" lang="en-US" altLang="zh-CN" sz="1600" b="1" i="1" u="none" strike="noStrike" kern="1200" cap="none" spc="0" normalizeH="0" baseline="0" noProof="0" dirty="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b</a:t>
                      </a:r>
                      <a:endParaRPr kumimoji="0" lang="zh-CN" altLang="en-US"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数组</a:t>
                      </a:r>
                      <a:r>
                        <a:rPr kumimoji="0" lang="en-US" altLang="zh-CN" sz="1600" b="1" i="1" u="none" strike="noStrike" kern="1200" cap="none" spc="0" normalizeH="0" baseline="0" noProof="0">
                          <a:ln>
                            <a:noFill/>
                          </a:ln>
                          <a:solidFill>
                            <a:srgbClr val="0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c</a:t>
                      </a:r>
                      <a:endParaRPr kumimoji="0" lang="zh-CN" altLang="en-US" sz="1600" b="1"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9"/>
                  </a:ext>
                </a:extLst>
              </a:tr>
              <a:tr h="312441">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endParaRPr lang="zh-CN" altLang="en-US" sz="1600" dirty="0"/>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10"/>
                  </a:ext>
                </a:extLst>
              </a:tr>
              <a:tr h="312441">
                <a:tc>
                  <a: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控制链和保存的机器状态</a:t>
                      </a:r>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11"/>
                  </a:ext>
                </a:extLst>
              </a:tr>
              <a:tr h="312441">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endParaRPr lang="zh-CN" altLang="en-US" sz="1600" dirty="0"/>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12"/>
                  </a:ext>
                </a:extLst>
              </a:tr>
              <a:tr h="556300">
                <a:tc>
                  <a:txBody>
                    <a:bodyPr/>
                    <a:lstStyle/>
                    <a:p>
                      <a:pPr marL="0" marR="0" indent="0" algn="ctr" defTabSz="1219140" rtl="0" eaLnBrk="1" fontAlgn="auto" latinLnBrk="0" hangingPunct="1">
                        <a:lnSpc>
                          <a:spcPct val="100000"/>
                        </a:lnSpc>
                        <a:spcBef>
                          <a:spcPts val="0"/>
                        </a:spcBef>
                        <a:spcAft>
                          <a:spcPts val="0"/>
                        </a:spcAft>
                        <a:buClrTx/>
                        <a:buSzTx/>
                        <a:buFontTx/>
                        <a:buNone/>
                        <a:tabLst/>
                        <a:defRPr/>
                      </a:pPr>
                      <a:endParaRPr lang="en-US" altLang="zh-CN" sz="1600" dirty="0"/>
                    </a:p>
                    <a:p>
                      <a:pPr marL="0" marR="0" indent="0" algn="ctr" defTabSz="1219140" rtl="0" eaLnBrk="1" fontAlgn="auto" latinLnBrk="0" hangingPunct="1">
                        <a:lnSpc>
                          <a:spcPct val="100000"/>
                        </a:lnSpc>
                        <a:spcBef>
                          <a:spcPts val="0"/>
                        </a:spcBef>
                        <a:spcAft>
                          <a:spcPts val="0"/>
                        </a:spcAft>
                        <a:buClrTx/>
                        <a:buSzTx/>
                        <a:buFontTx/>
                        <a:buNone/>
                        <a:tabLst/>
                        <a:defRPr/>
                      </a:pPr>
                      <a:endParaRPr lang="zh-CN" altLang="en-US" sz="1600" dirty="0"/>
                    </a:p>
                  </a:txBody>
                  <a:tcPr marL="68587" marR="68587" marT="34292" marB="34292" anchor="ctr">
                    <a:lnL w="38100" cap="flat" cmpd="sng" algn="ctr">
                      <a:solidFill>
                        <a:schemeClr val="tx2">
                          <a:lumMod val="60000"/>
                          <a:lumOff val="40000"/>
                        </a:schemeClr>
                      </a:solidFill>
                      <a:prstDash val="solid"/>
                      <a:round/>
                      <a:headEnd type="none" w="med" len="med"/>
                      <a:tailEnd type="none" w="med" len="med"/>
                    </a:lnL>
                    <a:lnR w="38100" cap="flat" cmpd="sng" algn="ctr">
                      <a:solidFill>
                        <a:schemeClr val="tx2">
                          <a:lumMod val="60000"/>
                          <a:lumOff val="40000"/>
                        </a:schemeClr>
                      </a:solidFill>
                      <a:prstDash val="solid"/>
                      <a:round/>
                      <a:headEnd type="none" w="med" len="med"/>
                      <a:tailEnd type="none" w="med" len="med"/>
                    </a:lnR>
                    <a:lnT w="38100" cap="flat" cmpd="sng" algn="ctr">
                      <a:solidFill>
                        <a:schemeClr val="tx2">
                          <a:lumMod val="60000"/>
                          <a:lumOff val="40000"/>
                        </a:schemeClr>
                      </a:solidFill>
                      <a:prstDash val="solid"/>
                      <a:round/>
                      <a:headEnd type="none" w="med" len="med"/>
                      <a:tailEnd type="none" w="med" len="med"/>
                    </a:lnT>
                    <a:lnB w="381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6" name="任意多边形 5"/>
          <p:cNvSpPr/>
          <p:nvPr/>
        </p:nvSpPr>
        <p:spPr>
          <a:xfrm>
            <a:off x="4327525" y="1039813"/>
            <a:ext cx="269875" cy="2895600"/>
          </a:xfrm>
          <a:custGeom>
            <a:avLst/>
            <a:gdLst>
              <a:gd name="connsiteX0" fmla="*/ 180473 w 180473"/>
              <a:gd name="connsiteY0" fmla="*/ 1780674 h 1780674"/>
              <a:gd name="connsiteX1" fmla="*/ 0 w 180473"/>
              <a:gd name="connsiteY1" fmla="*/ 565484 h 1780674"/>
              <a:gd name="connsiteX2" fmla="*/ 180473 w 180473"/>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01644 w 201644"/>
              <a:gd name="connsiteY0" fmla="*/ 1780674 h 1780674"/>
              <a:gd name="connsiteX1" fmla="*/ 0 w 201644"/>
              <a:gd name="connsiteY1" fmla="*/ 871797 h 1780674"/>
              <a:gd name="connsiteX2" fmla="*/ 201644 w 201644"/>
              <a:gd name="connsiteY2" fmla="*/ 0 h 1780674"/>
              <a:gd name="connsiteX0" fmla="*/ 254570 w 254570"/>
              <a:gd name="connsiteY0" fmla="*/ 1780674 h 1780674"/>
              <a:gd name="connsiteX1" fmla="*/ 0 w 254570"/>
              <a:gd name="connsiteY1" fmla="*/ 871797 h 1780674"/>
              <a:gd name="connsiteX2" fmla="*/ 201644 w 254570"/>
              <a:gd name="connsiteY2" fmla="*/ 0 h 1780674"/>
              <a:gd name="connsiteX0" fmla="*/ 191058 w 191058"/>
              <a:gd name="connsiteY0" fmla="*/ 1780674 h 1780674"/>
              <a:gd name="connsiteX1" fmla="*/ 0 w 191058"/>
              <a:gd name="connsiteY1" fmla="*/ 871797 h 1780674"/>
              <a:gd name="connsiteX2" fmla="*/ 138132 w 191058"/>
              <a:gd name="connsiteY2" fmla="*/ 0 h 1780674"/>
              <a:gd name="connsiteX0" fmla="*/ 205111 w 205111"/>
              <a:gd name="connsiteY0" fmla="*/ 1780674 h 1780674"/>
              <a:gd name="connsiteX1" fmla="*/ 14053 w 205111"/>
              <a:gd name="connsiteY1" fmla="*/ 871797 h 1780674"/>
              <a:gd name="connsiteX2" fmla="*/ 152185 w 205111"/>
              <a:gd name="connsiteY2" fmla="*/ 0 h 1780674"/>
              <a:gd name="connsiteX0" fmla="*/ 235753 w 235753"/>
              <a:gd name="connsiteY0" fmla="*/ 1780674 h 1780674"/>
              <a:gd name="connsiteX1" fmla="*/ 2354 w 235753"/>
              <a:gd name="connsiteY1" fmla="*/ 925852 h 1780674"/>
              <a:gd name="connsiteX2" fmla="*/ 182827 w 235753"/>
              <a:gd name="connsiteY2" fmla="*/ 0 h 1780674"/>
              <a:gd name="connsiteX0" fmla="*/ 233399 w 233399"/>
              <a:gd name="connsiteY0" fmla="*/ 1780674 h 1780674"/>
              <a:gd name="connsiteX1" fmla="*/ 0 w 233399"/>
              <a:gd name="connsiteY1" fmla="*/ 925852 h 1780674"/>
              <a:gd name="connsiteX2" fmla="*/ 180473 w 233399"/>
              <a:gd name="connsiteY2" fmla="*/ 0 h 1780674"/>
              <a:gd name="connsiteX0" fmla="*/ 180472 w 180472"/>
              <a:gd name="connsiteY0" fmla="*/ 1780674 h 1780674"/>
              <a:gd name="connsiteX1" fmla="*/ 0 w 180472"/>
              <a:gd name="connsiteY1" fmla="*/ 925852 h 1780674"/>
              <a:gd name="connsiteX2" fmla="*/ 127546 w 180472"/>
              <a:gd name="connsiteY2" fmla="*/ 0 h 1780674"/>
              <a:gd name="connsiteX0" fmla="*/ 183990 w 183990"/>
              <a:gd name="connsiteY0" fmla="*/ 1780674 h 1780674"/>
              <a:gd name="connsiteX1" fmla="*/ 3518 w 183990"/>
              <a:gd name="connsiteY1" fmla="*/ 925852 h 1780674"/>
              <a:gd name="connsiteX2" fmla="*/ 131064 w 183990"/>
              <a:gd name="connsiteY2" fmla="*/ 0 h 1780674"/>
              <a:gd name="connsiteX0" fmla="*/ 180472 w 180472"/>
              <a:gd name="connsiteY0" fmla="*/ 1780674 h 1780674"/>
              <a:gd name="connsiteX1" fmla="*/ 0 w 180472"/>
              <a:gd name="connsiteY1" fmla="*/ 925852 h 1780674"/>
              <a:gd name="connsiteX2" fmla="*/ 127546 w 180472"/>
              <a:gd name="connsiteY2" fmla="*/ 0 h 1780674"/>
              <a:gd name="connsiteX0" fmla="*/ 363068 w 363068"/>
              <a:gd name="connsiteY0" fmla="*/ 2132033 h 2132033"/>
              <a:gd name="connsiteX1" fmla="*/ 0 w 363068"/>
              <a:gd name="connsiteY1" fmla="*/ 925852 h 2132033"/>
              <a:gd name="connsiteX2" fmla="*/ 127546 w 363068"/>
              <a:gd name="connsiteY2" fmla="*/ 0 h 2132033"/>
              <a:gd name="connsiteX0" fmla="*/ 363068 w 363068"/>
              <a:gd name="connsiteY0" fmla="*/ 2469878 h 2469878"/>
              <a:gd name="connsiteX1" fmla="*/ 0 w 363068"/>
              <a:gd name="connsiteY1" fmla="*/ 1263697 h 2469878"/>
              <a:gd name="connsiteX2" fmla="*/ 357775 w 363068"/>
              <a:gd name="connsiteY2" fmla="*/ 0 h 2469878"/>
              <a:gd name="connsiteX0" fmla="*/ 236045 w 236045"/>
              <a:gd name="connsiteY0" fmla="*/ 2469878 h 2469878"/>
              <a:gd name="connsiteX1" fmla="*/ 0 w 236045"/>
              <a:gd name="connsiteY1" fmla="*/ 1256940 h 2469878"/>
              <a:gd name="connsiteX2" fmla="*/ 230752 w 236045"/>
              <a:gd name="connsiteY2" fmla="*/ 0 h 2469878"/>
              <a:gd name="connsiteX0" fmla="*/ 236045 w 236045"/>
              <a:gd name="connsiteY0" fmla="*/ 2469878 h 2469878"/>
              <a:gd name="connsiteX1" fmla="*/ 0 w 236045"/>
              <a:gd name="connsiteY1" fmla="*/ 1256940 h 2469878"/>
              <a:gd name="connsiteX2" fmla="*/ 230752 w 236045"/>
              <a:gd name="connsiteY2" fmla="*/ 0 h 2469878"/>
              <a:gd name="connsiteX0" fmla="*/ 172533 w 172533"/>
              <a:gd name="connsiteY0" fmla="*/ 2469878 h 2469878"/>
              <a:gd name="connsiteX1" fmla="*/ 0 w 172533"/>
              <a:gd name="connsiteY1" fmla="*/ 1243427 h 2469878"/>
              <a:gd name="connsiteX2" fmla="*/ 167240 w 172533"/>
              <a:gd name="connsiteY2" fmla="*/ 0 h 2469878"/>
              <a:gd name="connsiteX0" fmla="*/ 177717 w 177717"/>
              <a:gd name="connsiteY0" fmla="*/ 2469878 h 2469878"/>
              <a:gd name="connsiteX1" fmla="*/ 5184 w 177717"/>
              <a:gd name="connsiteY1" fmla="*/ 1243427 h 2469878"/>
              <a:gd name="connsiteX2" fmla="*/ 56387 w 177717"/>
              <a:gd name="connsiteY2" fmla="*/ 482265 h 2469878"/>
              <a:gd name="connsiteX3" fmla="*/ 172424 w 177717"/>
              <a:gd name="connsiteY3" fmla="*/ 0 h 2469878"/>
              <a:gd name="connsiteX0" fmla="*/ 177717 w 177717"/>
              <a:gd name="connsiteY0" fmla="*/ 2469878 h 2469878"/>
              <a:gd name="connsiteX1" fmla="*/ 5184 w 177717"/>
              <a:gd name="connsiteY1" fmla="*/ 1243427 h 2469878"/>
              <a:gd name="connsiteX2" fmla="*/ 56387 w 177717"/>
              <a:gd name="connsiteY2" fmla="*/ 482265 h 2469878"/>
              <a:gd name="connsiteX3" fmla="*/ 172424 w 177717"/>
              <a:gd name="connsiteY3" fmla="*/ 0 h 2469878"/>
              <a:gd name="connsiteX0" fmla="*/ 180807 w 180807"/>
              <a:gd name="connsiteY0" fmla="*/ 2469878 h 2469878"/>
              <a:gd name="connsiteX1" fmla="*/ 8274 w 180807"/>
              <a:gd name="connsiteY1" fmla="*/ 1243427 h 2469878"/>
              <a:gd name="connsiteX2" fmla="*/ 42599 w 180807"/>
              <a:gd name="connsiteY2" fmla="*/ 311342 h 2469878"/>
              <a:gd name="connsiteX3" fmla="*/ 175514 w 180807"/>
              <a:gd name="connsiteY3" fmla="*/ 0 h 2469878"/>
              <a:gd name="connsiteX0" fmla="*/ 180807 w 180807"/>
              <a:gd name="connsiteY0" fmla="*/ 2469878 h 2469878"/>
              <a:gd name="connsiteX1" fmla="*/ 8274 w 180807"/>
              <a:gd name="connsiteY1" fmla="*/ 1243427 h 2469878"/>
              <a:gd name="connsiteX2" fmla="*/ 42599 w 180807"/>
              <a:gd name="connsiteY2" fmla="*/ 311342 h 2469878"/>
              <a:gd name="connsiteX3" fmla="*/ 175514 w 180807"/>
              <a:gd name="connsiteY3" fmla="*/ 0 h 2469878"/>
              <a:gd name="connsiteX0" fmla="*/ 180807 w 180807"/>
              <a:gd name="connsiteY0" fmla="*/ 2469878 h 2469878"/>
              <a:gd name="connsiteX1" fmla="*/ 8274 w 180807"/>
              <a:gd name="connsiteY1" fmla="*/ 1243427 h 2469878"/>
              <a:gd name="connsiteX2" fmla="*/ 42599 w 180807"/>
              <a:gd name="connsiteY2" fmla="*/ 311342 h 2469878"/>
              <a:gd name="connsiteX3" fmla="*/ 175514 w 180807"/>
              <a:gd name="connsiteY3" fmla="*/ 0 h 2469878"/>
              <a:gd name="connsiteX0" fmla="*/ 182203 w 182203"/>
              <a:gd name="connsiteY0" fmla="*/ 2469878 h 2469878"/>
              <a:gd name="connsiteX1" fmla="*/ 9670 w 182203"/>
              <a:gd name="connsiteY1" fmla="*/ 1243427 h 2469878"/>
              <a:gd name="connsiteX2" fmla="*/ 38369 w 182203"/>
              <a:gd name="connsiteY2" fmla="*/ 407951 h 2469878"/>
              <a:gd name="connsiteX3" fmla="*/ 176910 w 182203"/>
              <a:gd name="connsiteY3" fmla="*/ 0 h 2469878"/>
              <a:gd name="connsiteX0" fmla="*/ 172538 w 172538"/>
              <a:gd name="connsiteY0" fmla="*/ 2469878 h 2469878"/>
              <a:gd name="connsiteX1" fmla="*/ 5 w 172538"/>
              <a:gd name="connsiteY1" fmla="*/ 1243427 h 2469878"/>
              <a:gd name="connsiteX2" fmla="*/ 167245 w 172538"/>
              <a:gd name="connsiteY2" fmla="*/ 0 h 2469878"/>
              <a:gd name="connsiteX0" fmla="*/ 172538 w 172538"/>
              <a:gd name="connsiteY0" fmla="*/ 2469878 h 2469878"/>
              <a:gd name="connsiteX1" fmla="*/ 5 w 172538"/>
              <a:gd name="connsiteY1" fmla="*/ 1243427 h 2469878"/>
              <a:gd name="connsiteX2" fmla="*/ 167245 w 172538"/>
              <a:gd name="connsiteY2" fmla="*/ 0 h 2469878"/>
              <a:gd name="connsiteX0" fmla="*/ 166911 w 166911"/>
              <a:gd name="connsiteY0" fmla="*/ 2469878 h 2469878"/>
              <a:gd name="connsiteX1" fmla="*/ 5 w 166911"/>
              <a:gd name="connsiteY1" fmla="*/ 1094799 h 2469878"/>
              <a:gd name="connsiteX2" fmla="*/ 161618 w 166911"/>
              <a:gd name="connsiteY2" fmla="*/ 0 h 2469878"/>
              <a:gd name="connsiteX0" fmla="*/ 168068 w 168068"/>
              <a:gd name="connsiteY0" fmla="*/ 2469878 h 2469878"/>
              <a:gd name="connsiteX1" fmla="*/ 1162 w 168068"/>
              <a:gd name="connsiteY1" fmla="*/ 1094799 h 2469878"/>
              <a:gd name="connsiteX2" fmla="*/ 97374 w 168068"/>
              <a:gd name="connsiteY2" fmla="*/ 363362 h 2469878"/>
              <a:gd name="connsiteX3" fmla="*/ 162775 w 168068"/>
              <a:gd name="connsiteY3" fmla="*/ 0 h 2469878"/>
              <a:gd name="connsiteX0" fmla="*/ 170965 w 170965"/>
              <a:gd name="connsiteY0" fmla="*/ 2469878 h 2469878"/>
              <a:gd name="connsiteX1" fmla="*/ 4059 w 170965"/>
              <a:gd name="connsiteY1" fmla="*/ 1094799 h 2469878"/>
              <a:gd name="connsiteX2" fmla="*/ 60888 w 170965"/>
              <a:gd name="connsiteY2" fmla="*/ 341068 h 2469878"/>
              <a:gd name="connsiteX3" fmla="*/ 165672 w 170965"/>
              <a:gd name="connsiteY3" fmla="*/ 0 h 2469878"/>
              <a:gd name="connsiteX0" fmla="*/ 170965 w 170965"/>
              <a:gd name="connsiteY0" fmla="*/ 2469878 h 2469878"/>
              <a:gd name="connsiteX1" fmla="*/ 4059 w 170965"/>
              <a:gd name="connsiteY1" fmla="*/ 1094799 h 2469878"/>
              <a:gd name="connsiteX2" fmla="*/ 60888 w 170965"/>
              <a:gd name="connsiteY2" fmla="*/ 341068 h 2469878"/>
              <a:gd name="connsiteX3" fmla="*/ 165672 w 170965"/>
              <a:gd name="connsiteY3" fmla="*/ 0 h 2469878"/>
              <a:gd name="connsiteX0" fmla="*/ 173518 w 173518"/>
              <a:gd name="connsiteY0" fmla="*/ 2469878 h 2469878"/>
              <a:gd name="connsiteX1" fmla="*/ 6612 w 173518"/>
              <a:gd name="connsiteY1" fmla="*/ 1094799 h 2469878"/>
              <a:gd name="connsiteX2" fmla="*/ 63441 w 173518"/>
              <a:gd name="connsiteY2" fmla="*/ 341068 h 2469878"/>
              <a:gd name="connsiteX3" fmla="*/ 168225 w 173518"/>
              <a:gd name="connsiteY3" fmla="*/ 0 h 2469878"/>
              <a:gd name="connsiteX0" fmla="*/ 168963 w 168963"/>
              <a:gd name="connsiteY0" fmla="*/ 2469878 h 2469878"/>
              <a:gd name="connsiteX1" fmla="*/ 2057 w 168963"/>
              <a:gd name="connsiteY1" fmla="*/ 1094799 h 2469878"/>
              <a:gd name="connsiteX2" fmla="*/ 92644 w 168963"/>
              <a:gd name="connsiteY2" fmla="*/ 177577 h 2469878"/>
              <a:gd name="connsiteX3" fmla="*/ 163670 w 168963"/>
              <a:gd name="connsiteY3" fmla="*/ 0 h 2469878"/>
            </a:gdLst>
            <a:ahLst/>
            <a:cxnLst>
              <a:cxn ang="0">
                <a:pos x="connsiteX0" y="connsiteY0"/>
              </a:cxn>
              <a:cxn ang="0">
                <a:pos x="connsiteX1" y="connsiteY1"/>
              </a:cxn>
              <a:cxn ang="0">
                <a:pos x="connsiteX2" y="connsiteY2"/>
              </a:cxn>
              <a:cxn ang="0">
                <a:pos x="connsiteX3" y="connsiteY3"/>
              </a:cxn>
            </a:cxnLst>
            <a:rect l="l" t="t" r="r" b="b"/>
            <a:pathLst>
              <a:path w="168963" h="2469878">
                <a:moveTo>
                  <a:pt x="168963" y="2469878"/>
                </a:moveTo>
                <a:cubicBezTo>
                  <a:pt x="36384" y="2100763"/>
                  <a:pt x="14777" y="1476849"/>
                  <a:pt x="2057" y="1094799"/>
                </a:cubicBezTo>
                <a:cubicBezTo>
                  <a:pt x="-10663" y="712749"/>
                  <a:pt x="37578" y="337749"/>
                  <a:pt x="92644" y="177577"/>
                </a:cubicBezTo>
                <a:cubicBezTo>
                  <a:pt x="147710" y="17405"/>
                  <a:pt x="152770" y="60560"/>
                  <a:pt x="163670" y="0"/>
                </a:cubicBezTo>
              </a:path>
            </a:pathLst>
          </a:custGeom>
          <a:noFill/>
          <a:ln w="31750">
            <a:solidFill>
              <a:schemeClr val="tx2">
                <a:lumMod val="60000"/>
                <a:lumOff val="40000"/>
              </a:schemeClr>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7" name="弧形 6"/>
          <p:cNvSpPr/>
          <p:nvPr/>
        </p:nvSpPr>
        <p:spPr bwMode="auto">
          <a:xfrm rot="10056762" flipV="1">
            <a:off x="4454525" y="134938"/>
            <a:ext cx="193675" cy="747712"/>
          </a:xfrm>
          <a:prstGeom prst="arc">
            <a:avLst>
              <a:gd name="adj1" fmla="val 16831102"/>
              <a:gd name="adj2" fmla="val 5229498"/>
            </a:avLst>
          </a:prstGeom>
          <a:ln w="31750">
            <a:solidFill>
              <a:schemeClr val="tx2">
                <a:lumMod val="60000"/>
                <a:lumOff val="40000"/>
              </a:schemeClr>
            </a:solidFill>
            <a:headEnd type="stealth" w="lg"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cxnSp>
        <p:nvCxnSpPr>
          <p:cNvPr id="9" name="直接连接符 8"/>
          <p:cNvCxnSpPr/>
          <p:nvPr/>
        </p:nvCxnSpPr>
        <p:spPr bwMode="auto">
          <a:xfrm rot="10800000">
            <a:off x="4240213" y="5018088"/>
            <a:ext cx="323850" cy="1587"/>
          </a:xfrm>
          <a:prstGeom prst="line">
            <a:avLst/>
          </a:prstGeom>
          <a:ln w="25400">
            <a:solidFill>
              <a:schemeClr val="tx2">
                <a:lumMod val="60000"/>
                <a:lumOff val="4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81957" name="Rectangle 5"/>
          <p:cNvSpPr>
            <a:spLocks noChangeArrowheads="1"/>
          </p:cNvSpPr>
          <p:nvPr/>
        </p:nvSpPr>
        <p:spPr bwMode="auto">
          <a:xfrm>
            <a:off x="3500438" y="4746625"/>
            <a:ext cx="10001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spcBef>
                <a:spcPct val="0"/>
              </a:spcBef>
              <a:buClrTx/>
              <a:buSzTx/>
              <a:buFontTx/>
              <a:buNone/>
            </a:pPr>
            <a:r>
              <a:rPr lang="en-US" altLang="zh-CN" sz="1800" i="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top</a:t>
            </a:r>
            <a:endParaRPr lang="zh-CN" altLang="en-US" sz="1800">
              <a:solidFill>
                <a:srgbClr val="2D83F4"/>
              </a:solidFill>
              <a:latin typeface="楷体" panose="02010609060101010101" pitchFamily="49" charset="-122"/>
              <a:ea typeface="楷体" panose="02010609060101010101" pitchFamily="49" charset="-122"/>
              <a:cs typeface="Times New Roman" panose="02020603050405020304" pitchFamily="18" charset="0"/>
            </a:endParaRPr>
          </a:p>
        </p:txBody>
      </p:sp>
      <p:cxnSp>
        <p:nvCxnSpPr>
          <p:cNvPr id="12" name="直接连接符 11"/>
          <p:cNvCxnSpPr/>
          <p:nvPr/>
        </p:nvCxnSpPr>
        <p:spPr bwMode="auto">
          <a:xfrm rot="16200000" flipV="1">
            <a:off x="7304087" y="3975101"/>
            <a:ext cx="936625" cy="0"/>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81959" name="Rectangle 5"/>
          <p:cNvSpPr>
            <a:spLocks noChangeArrowheads="1"/>
          </p:cNvSpPr>
          <p:nvPr/>
        </p:nvSpPr>
        <p:spPr bwMode="auto">
          <a:xfrm>
            <a:off x="7237413" y="3727450"/>
            <a:ext cx="1222375" cy="5000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82800"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lnSpc>
                <a:spcPts val="1800"/>
              </a:lnSpc>
              <a:spcBef>
                <a:spcPct val="0"/>
              </a:spcBef>
              <a:buClrTx/>
              <a:buSzTx/>
              <a:buFont typeface="Symbol" panose="05050102010706020507" pitchFamily="18" charset="2"/>
              <a:buNone/>
            </a:pPr>
            <a:r>
              <a:rPr lang="zh-CN" altLang="en-US" sz="1500">
                <a:solidFill>
                  <a:srgbClr val="2D83F4"/>
                </a:solidFill>
                <a:latin typeface="楷体" panose="02010609060101010101" pitchFamily="49" charset="-122"/>
                <a:ea typeface="楷体" panose="02010609060101010101" pitchFamily="49" charset="-122"/>
                <a:cs typeface="Times New Roman" panose="02020603050405020304" pitchFamily="18" charset="0"/>
              </a:rPr>
              <a:t>被调用者</a:t>
            </a:r>
            <a:r>
              <a:rPr lang="en-US" altLang="zh-CN" sz="1500" i="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q</a:t>
            </a:r>
            <a:r>
              <a:rPr lang="zh-CN" altLang="en-US" sz="1500">
                <a:solidFill>
                  <a:srgbClr val="2D83F4"/>
                </a:solidFill>
                <a:latin typeface="楷体" panose="02010609060101010101" pitchFamily="49" charset="-122"/>
                <a:ea typeface="楷体" panose="02010609060101010101" pitchFamily="49" charset="-122"/>
                <a:cs typeface="Times New Roman" panose="02020603050405020304" pitchFamily="18" charset="0"/>
              </a:rPr>
              <a:t>的活动记录</a:t>
            </a:r>
          </a:p>
        </p:txBody>
      </p:sp>
      <p:cxnSp>
        <p:nvCxnSpPr>
          <p:cNvPr id="14" name="直接连接符 13"/>
          <p:cNvCxnSpPr/>
          <p:nvPr/>
        </p:nvCxnSpPr>
        <p:spPr bwMode="auto">
          <a:xfrm flipV="1">
            <a:off x="7772400" y="401638"/>
            <a:ext cx="0" cy="2136775"/>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81961" name="Rectangle 5"/>
          <p:cNvSpPr>
            <a:spLocks noChangeArrowheads="1"/>
          </p:cNvSpPr>
          <p:nvPr/>
        </p:nvSpPr>
        <p:spPr bwMode="auto">
          <a:xfrm>
            <a:off x="7275513" y="1131888"/>
            <a:ext cx="1057275" cy="7350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82800"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spcBef>
                <a:spcPct val="0"/>
              </a:spcBef>
              <a:buClrTx/>
              <a:buSzTx/>
              <a:buFontTx/>
              <a:buNone/>
            </a:pPr>
            <a:r>
              <a:rPr lang="zh-CN" altLang="en-US" sz="1500">
                <a:solidFill>
                  <a:srgbClr val="2D83F4"/>
                </a:solidFill>
                <a:latin typeface="Times New Roman" panose="02020603050405020304" pitchFamily="18" charset="0"/>
                <a:ea typeface="楷体" panose="02010609060101010101" pitchFamily="49" charset="-122"/>
                <a:cs typeface="Times New Roman" panose="02020603050405020304" pitchFamily="18" charset="0"/>
              </a:rPr>
              <a:t>调用者</a:t>
            </a:r>
            <a:r>
              <a:rPr lang="en-US" altLang="zh-CN" sz="1500" i="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sz="1500">
                <a:solidFill>
                  <a:srgbClr val="2D83F4"/>
                </a:solidFill>
                <a:latin typeface="楷体" panose="02010609060101010101" pitchFamily="49" charset="-122"/>
                <a:ea typeface="楷体" panose="02010609060101010101" pitchFamily="49" charset="-122"/>
                <a:cs typeface="Times New Roman" panose="02020603050405020304" pitchFamily="18" charset="0"/>
              </a:rPr>
              <a:t>的活动记录</a:t>
            </a:r>
          </a:p>
        </p:txBody>
      </p:sp>
      <p:cxnSp>
        <p:nvCxnSpPr>
          <p:cNvPr id="16" name="直接连接符 15"/>
          <p:cNvCxnSpPr/>
          <p:nvPr/>
        </p:nvCxnSpPr>
        <p:spPr bwMode="auto">
          <a:xfrm flipV="1">
            <a:off x="7772400" y="4438650"/>
            <a:ext cx="0" cy="581025"/>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81963" name="Rectangle 5"/>
          <p:cNvSpPr>
            <a:spLocks noChangeArrowheads="1"/>
          </p:cNvSpPr>
          <p:nvPr/>
        </p:nvSpPr>
        <p:spPr bwMode="auto">
          <a:xfrm>
            <a:off x="7361238" y="4587875"/>
            <a:ext cx="985837" cy="2174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82800"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spcBef>
                <a:spcPct val="0"/>
              </a:spcBef>
              <a:buClrTx/>
              <a:buSzTx/>
              <a:buFontTx/>
              <a:buNone/>
            </a:pPr>
            <a:r>
              <a:rPr lang="en-US" altLang="zh-CN" sz="1500" i="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q</a:t>
            </a:r>
            <a:r>
              <a:rPr lang="zh-CN" altLang="en-US" sz="1500">
                <a:solidFill>
                  <a:srgbClr val="2D83F4"/>
                </a:solidFill>
                <a:latin typeface="楷体" panose="02010609060101010101" pitchFamily="49" charset="-122"/>
                <a:ea typeface="楷体" panose="02010609060101010101" pitchFamily="49" charset="-122"/>
                <a:cs typeface="Times New Roman" panose="02020603050405020304" pitchFamily="18" charset="0"/>
              </a:rPr>
              <a:t>的数组</a:t>
            </a:r>
          </a:p>
        </p:txBody>
      </p:sp>
      <p:cxnSp>
        <p:nvCxnSpPr>
          <p:cNvPr id="18" name="直接连接符 17"/>
          <p:cNvCxnSpPr/>
          <p:nvPr/>
        </p:nvCxnSpPr>
        <p:spPr bwMode="auto">
          <a:xfrm rot="10800000">
            <a:off x="7612063" y="401638"/>
            <a:ext cx="323850" cy="1587"/>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auto">
          <a:xfrm rot="10800000">
            <a:off x="7608888" y="2571750"/>
            <a:ext cx="323850" cy="1588"/>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auto">
          <a:xfrm rot="10800000">
            <a:off x="7608888" y="5018088"/>
            <a:ext cx="323850" cy="1587"/>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auto">
          <a:xfrm rot="10800000">
            <a:off x="7620000" y="4441825"/>
            <a:ext cx="323850" cy="1588"/>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auto">
          <a:xfrm rot="10800000">
            <a:off x="7629525" y="3506788"/>
            <a:ext cx="323850" cy="1587"/>
          </a:xfrm>
          <a:prstGeom prst="line">
            <a:avLst/>
          </a:prstGeom>
          <a:ln w="38100">
            <a:solidFill>
              <a:schemeClr val="tx2">
                <a:lumMod val="60000"/>
                <a:lumOff val="4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auto">
          <a:xfrm flipV="1">
            <a:off x="7772400" y="2597150"/>
            <a:ext cx="0" cy="909638"/>
          </a:xfrm>
          <a:prstGeom prst="line">
            <a:avLst/>
          </a:prstGeom>
          <a:ln w="38100">
            <a:solidFill>
              <a:schemeClr val="tx2">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81970" name="Rectangle 5"/>
          <p:cNvSpPr>
            <a:spLocks noChangeArrowheads="1"/>
          </p:cNvSpPr>
          <p:nvPr/>
        </p:nvSpPr>
        <p:spPr bwMode="auto">
          <a:xfrm>
            <a:off x="7316788" y="2933700"/>
            <a:ext cx="1000125"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82800"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spcBef>
                <a:spcPct val="0"/>
              </a:spcBef>
              <a:buClrTx/>
              <a:buSzTx/>
              <a:buFontTx/>
              <a:buNone/>
            </a:pPr>
            <a:r>
              <a:rPr lang="en-US" altLang="zh-CN" sz="1500" i="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p</a:t>
            </a:r>
            <a:r>
              <a:rPr lang="zh-CN" altLang="en-US" sz="1500">
                <a:solidFill>
                  <a:srgbClr val="2D83F4"/>
                </a:solidFill>
                <a:latin typeface="楷体" panose="02010609060101010101" pitchFamily="49" charset="-122"/>
                <a:ea typeface="楷体" panose="02010609060101010101" pitchFamily="49" charset="-122"/>
                <a:cs typeface="Times New Roman" panose="02020603050405020304" pitchFamily="18" charset="0"/>
              </a:rPr>
              <a:t>的数组</a:t>
            </a:r>
          </a:p>
        </p:txBody>
      </p:sp>
      <p:sp>
        <p:nvSpPr>
          <p:cNvPr id="25" name="弧形 24"/>
          <p:cNvSpPr/>
          <p:nvPr/>
        </p:nvSpPr>
        <p:spPr bwMode="auto">
          <a:xfrm rot="20520607" flipV="1">
            <a:off x="6673850" y="1087438"/>
            <a:ext cx="633413" cy="1520825"/>
          </a:xfrm>
          <a:prstGeom prst="arc">
            <a:avLst>
              <a:gd name="adj1" fmla="val 15968576"/>
              <a:gd name="adj2" fmla="val 2057466"/>
            </a:avLst>
          </a:prstGeom>
          <a:ln w="31750">
            <a:solidFill>
              <a:schemeClr val="tx2">
                <a:lumMod val="60000"/>
                <a:lumOff val="40000"/>
              </a:schemeClr>
            </a:solidFill>
            <a:head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sp>
        <p:nvSpPr>
          <p:cNvPr id="26" name="弧形 25"/>
          <p:cNvSpPr/>
          <p:nvPr/>
        </p:nvSpPr>
        <p:spPr bwMode="auto">
          <a:xfrm rot="20520607" flipV="1">
            <a:off x="6673850" y="1458913"/>
            <a:ext cx="633413" cy="1520825"/>
          </a:xfrm>
          <a:prstGeom prst="arc">
            <a:avLst>
              <a:gd name="adj1" fmla="val 16018017"/>
              <a:gd name="adj2" fmla="val 2866918"/>
            </a:avLst>
          </a:prstGeom>
          <a:ln w="31750">
            <a:solidFill>
              <a:schemeClr val="tx2">
                <a:lumMod val="60000"/>
                <a:lumOff val="40000"/>
              </a:schemeClr>
            </a:solidFill>
            <a:head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sp>
        <p:nvSpPr>
          <p:cNvPr id="81973" name="标题 1"/>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访问动态分配的数组</a:t>
            </a:r>
          </a:p>
        </p:txBody>
      </p:sp>
      <p:cxnSp>
        <p:nvCxnSpPr>
          <p:cNvPr id="27" name="直接连接符 26"/>
          <p:cNvCxnSpPr/>
          <p:nvPr/>
        </p:nvCxnSpPr>
        <p:spPr bwMode="auto">
          <a:xfrm flipH="1" flipV="1">
            <a:off x="3767138" y="1039813"/>
            <a:ext cx="792162" cy="3108325"/>
          </a:xfrm>
          <a:prstGeom prst="line">
            <a:avLst/>
          </a:prstGeom>
          <a:ln w="38100">
            <a:solidFill>
              <a:schemeClr val="tx2">
                <a:lumMod val="60000"/>
                <a:lumOff val="40000"/>
              </a:schemeClr>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auto">
          <a:xfrm flipH="1" flipV="1">
            <a:off x="3767138" y="1003300"/>
            <a:ext cx="815975" cy="0"/>
          </a:xfrm>
          <a:prstGeom prst="line">
            <a:avLst/>
          </a:prstGeom>
          <a:ln w="38100">
            <a:solidFill>
              <a:schemeClr val="tx2">
                <a:lumMod val="60000"/>
                <a:lumOff val="4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81976" name="Rectangle 5"/>
          <p:cNvSpPr>
            <a:spLocks noChangeArrowheads="1"/>
          </p:cNvSpPr>
          <p:nvPr/>
        </p:nvSpPr>
        <p:spPr bwMode="auto">
          <a:xfrm>
            <a:off x="2970213" y="755650"/>
            <a:ext cx="925512"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a:spcBef>
                <a:spcPct val="0"/>
              </a:spcBef>
              <a:buClrTx/>
              <a:buSzTx/>
              <a:buFontTx/>
              <a:buNone/>
            </a:pPr>
            <a:r>
              <a:rPr lang="en-US" altLang="zh-CN" sz="1800" i="1">
                <a:solidFill>
                  <a:srgbClr val="2D83F4"/>
                </a:solidFill>
                <a:latin typeface="Times New Roman" panose="02020603050405020304" pitchFamily="18" charset="0"/>
                <a:ea typeface="楷体" panose="02010609060101010101" pitchFamily="49" charset="-122"/>
                <a:cs typeface="Times New Roman" panose="02020603050405020304" pitchFamily="18" charset="0"/>
              </a:rPr>
              <a:t>top_sp</a:t>
            </a:r>
            <a:endParaRPr lang="zh-CN" altLang="en-US" sz="1800">
              <a:solidFill>
                <a:srgbClr val="2D83F4"/>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11" name="弧形 10"/>
          <p:cNvSpPr/>
          <p:nvPr/>
        </p:nvSpPr>
        <p:spPr bwMode="auto">
          <a:xfrm rot="20520607" flipV="1">
            <a:off x="6672263" y="1782763"/>
            <a:ext cx="633412" cy="1520825"/>
          </a:xfrm>
          <a:prstGeom prst="arc">
            <a:avLst>
              <a:gd name="adj1" fmla="val 16193764"/>
              <a:gd name="adj2" fmla="val 2559890"/>
            </a:avLst>
          </a:prstGeom>
          <a:ln w="31750">
            <a:solidFill>
              <a:schemeClr val="tx2">
                <a:lumMod val="60000"/>
                <a:lumOff val="40000"/>
              </a:schemeClr>
            </a:solidFill>
            <a:head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100">
              <a:solidFill>
                <a:prstClr val="black"/>
              </a:solidFill>
            </a:endParaRPr>
          </a:p>
        </p:txBody>
      </p:sp>
      <p:sp>
        <p:nvSpPr>
          <p:cNvPr id="2" name="灯片编号占位符 1"/>
          <p:cNvSpPr>
            <a:spLocks noGrp="1"/>
          </p:cNvSpPr>
          <p:nvPr>
            <p:ph type="sldNum" sz="quarter" idx="12"/>
          </p:nvPr>
        </p:nvSpPr>
        <p:spPr/>
        <p:txBody>
          <a:bodyPr/>
          <a:lstStyle/>
          <a:p>
            <a:pPr>
              <a:defRPr/>
            </a:pPr>
            <a:fld id="{2C516656-6A91-4411-867F-424DB4C895AF}" type="slidenum">
              <a:rPr lang="zh-CN" altLang="en-US" smtClean="0"/>
              <a:pPr>
                <a:defRPr/>
              </a:pPr>
              <a:t>22</a:t>
            </a:fld>
            <a:endParaRPr lang="en-US" altLang="zh-CN"/>
          </a:p>
        </p:txBody>
      </p:sp>
    </p:spTree>
    <p:extLst>
      <p:ext uri="{BB962C8B-B14F-4D97-AF65-F5344CB8AC3E}">
        <p14:creationId xmlns:p14="http://schemas.microsoft.com/office/powerpoint/2010/main" val="267910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AFD6114-D9FF-4423-9631-5885ECDF3F83}"/>
              </a:ext>
            </a:extLst>
          </p:cNvPr>
          <p:cNvSpPr>
            <a:spLocks noGrp="1"/>
          </p:cNvSpPr>
          <p:nvPr>
            <p:ph idx="1"/>
          </p:nvPr>
        </p:nvSpPr>
        <p:spPr/>
        <p:txBody>
          <a:bodyPr/>
          <a:lstStyle/>
          <a:p>
            <a:endParaRPr lang="zh-CN" altLang="en-US"/>
          </a:p>
        </p:txBody>
      </p:sp>
      <p:sp>
        <p:nvSpPr>
          <p:cNvPr id="3" name="标题 2">
            <a:extLst>
              <a:ext uri="{FF2B5EF4-FFF2-40B4-BE49-F238E27FC236}">
                <a16:creationId xmlns:a16="http://schemas.microsoft.com/office/drawing/2014/main" id="{FA35817C-4592-44D6-8E01-013E4D62F4C6}"/>
              </a:ext>
            </a:extLst>
          </p:cNvPr>
          <p:cNvSpPr>
            <a:spLocks noGrp="1"/>
          </p:cNvSpPr>
          <p:nvPr>
            <p:ph type="title"/>
          </p:nvPr>
        </p:nvSpPr>
        <p:spPr/>
        <p:txBody>
          <a:bodyPr/>
          <a:lstStyle/>
          <a:p>
            <a:endParaRPr lang="zh-CN" altLang="en-US"/>
          </a:p>
        </p:txBody>
      </p:sp>
      <p:sp>
        <p:nvSpPr>
          <p:cNvPr id="4" name="灯片编号占位符 3">
            <a:extLst>
              <a:ext uri="{FF2B5EF4-FFF2-40B4-BE49-F238E27FC236}">
                <a16:creationId xmlns:a16="http://schemas.microsoft.com/office/drawing/2014/main" id="{23C3FF8C-04FB-4558-8650-135E63140AAD}"/>
              </a:ext>
            </a:extLst>
          </p:cNvPr>
          <p:cNvSpPr>
            <a:spLocks noGrp="1"/>
          </p:cNvSpPr>
          <p:nvPr>
            <p:ph type="sldNum" sz="quarter" idx="12"/>
          </p:nvPr>
        </p:nvSpPr>
        <p:spPr/>
        <p:txBody>
          <a:bodyPr/>
          <a:lstStyle/>
          <a:p>
            <a:pPr>
              <a:defRPr/>
            </a:pPr>
            <a:fld id="{2C516656-6A91-4411-867F-424DB4C895AF}" type="slidenum">
              <a:rPr lang="zh-CN" altLang="en-US" smtClean="0"/>
              <a:pPr>
                <a:defRPr/>
              </a:pPr>
              <a:t>23</a:t>
            </a:fld>
            <a:endParaRPr lang="en-US" altLang="zh-CN"/>
          </a:p>
        </p:txBody>
      </p:sp>
    </p:spTree>
    <p:extLst>
      <p:ext uri="{BB962C8B-B14F-4D97-AF65-F5344CB8AC3E}">
        <p14:creationId xmlns:p14="http://schemas.microsoft.com/office/powerpoint/2010/main" val="171919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428625" y="839788"/>
            <a:ext cx="8286750" cy="4089400"/>
          </a:xfrm>
        </p:spPr>
        <p:txBody>
          <a:bodyPr/>
          <a:lstStyle/>
          <a:p>
            <a:pPr eaLnBrk="1" hangingPunct="1">
              <a:lnSpc>
                <a:spcPts val="3000"/>
              </a:lnSpc>
              <a:buClrTx/>
              <a:buFont typeface="Wingdings" pitchFamily="2" charset="2"/>
              <a:buChar char="Ø"/>
              <a:defRPr/>
            </a:pPr>
            <a:r>
              <a:rPr lang="zh-CN" altLang="en-US" sz="2800" b="1" dirty="0">
                <a:solidFill>
                  <a:schemeClr val="tx1"/>
                </a:solidFill>
                <a:latin typeface="楷体" pitchFamily="49" charset="-122"/>
              </a:rPr>
              <a:t>一个过程除了可以使用过程自身定义的</a:t>
            </a:r>
            <a:r>
              <a:rPr lang="zh-CN" altLang="en-US" sz="2800" b="1" dirty="0">
                <a:solidFill>
                  <a:schemeClr val="tx2">
                    <a:lumMod val="60000"/>
                    <a:lumOff val="40000"/>
                  </a:schemeClr>
                </a:solidFill>
                <a:latin typeface="楷体" pitchFamily="49" charset="-122"/>
              </a:rPr>
              <a:t>局部数据</a:t>
            </a:r>
            <a:r>
              <a:rPr lang="zh-CN" altLang="en-US" sz="2800" b="1" dirty="0">
                <a:solidFill>
                  <a:schemeClr val="tx1"/>
                </a:solidFill>
                <a:latin typeface="楷体" pitchFamily="49" charset="-122"/>
              </a:rPr>
              <a:t>以外，还可以使用过程外定义的</a:t>
            </a:r>
            <a:r>
              <a:rPr lang="zh-CN" altLang="en-US" sz="2800" b="1" dirty="0">
                <a:solidFill>
                  <a:schemeClr val="tx2">
                    <a:lumMod val="60000"/>
                    <a:lumOff val="40000"/>
                  </a:schemeClr>
                </a:solidFill>
                <a:latin typeface="楷体" pitchFamily="49" charset="-122"/>
              </a:rPr>
              <a:t>非局部数据</a:t>
            </a:r>
            <a:endParaRPr lang="en-US" altLang="zh-CN" sz="2800" b="1" dirty="0">
              <a:solidFill>
                <a:schemeClr val="tx2">
                  <a:lumMod val="60000"/>
                  <a:lumOff val="40000"/>
                </a:schemeClr>
              </a:solidFill>
              <a:latin typeface="楷体" pitchFamily="49" charset="-122"/>
            </a:endParaRPr>
          </a:p>
          <a:p>
            <a:pPr eaLnBrk="1" hangingPunct="1">
              <a:lnSpc>
                <a:spcPts val="3000"/>
              </a:lnSpc>
              <a:buClrTx/>
              <a:buFont typeface="Wingdings" pitchFamily="2" charset="2"/>
              <a:buChar char="Ø"/>
              <a:defRPr/>
            </a:pPr>
            <a:r>
              <a:rPr lang="zh-CN" altLang="en-US" sz="2800" b="1" dirty="0">
                <a:solidFill>
                  <a:schemeClr val="tx1"/>
                </a:solidFill>
                <a:latin typeface="楷体" pitchFamily="49" charset="-122"/>
              </a:rPr>
              <a:t>语言可以分为两种类型</a:t>
            </a:r>
            <a:endParaRPr lang="en-US" altLang="zh-CN" sz="2800" b="1" dirty="0">
              <a:solidFill>
                <a:schemeClr val="tx1"/>
              </a:solidFill>
              <a:latin typeface="楷体" pitchFamily="49" charset="-122"/>
            </a:endParaRPr>
          </a:p>
          <a:p>
            <a:pPr lvl="1" eaLnBrk="1" hangingPunct="1">
              <a:lnSpc>
                <a:spcPts val="3000"/>
              </a:lnSpc>
              <a:buClrTx/>
              <a:buFont typeface="Wingdings" pitchFamily="2" charset="2"/>
              <a:buChar char="Ø"/>
              <a:defRPr/>
            </a:pPr>
            <a:r>
              <a:rPr lang="zh-CN" altLang="en-US" sz="2500" b="1" dirty="0">
                <a:solidFill>
                  <a:schemeClr val="tx1"/>
                </a:solidFill>
                <a:cs typeface="Times New Roman" pitchFamily="18" charset="0"/>
              </a:rPr>
              <a:t> </a:t>
            </a:r>
            <a:r>
              <a:rPr lang="zh-CN" altLang="en-US" sz="2500" b="1" dirty="0">
                <a:solidFill>
                  <a:schemeClr val="tx2">
                    <a:lumMod val="60000"/>
                    <a:lumOff val="40000"/>
                  </a:schemeClr>
                </a:solidFill>
                <a:cs typeface="Times New Roman" pitchFamily="18" charset="0"/>
              </a:rPr>
              <a:t>支持</a:t>
            </a:r>
            <a:r>
              <a:rPr lang="zh-CN" altLang="en-US" sz="2500" b="1" dirty="0">
                <a:solidFill>
                  <a:schemeClr val="tx1"/>
                </a:solidFill>
                <a:cs typeface="Times New Roman" pitchFamily="18" charset="0"/>
              </a:rPr>
              <a:t>过程嵌套声明的语言</a:t>
            </a:r>
            <a:endParaRPr lang="en-US" altLang="zh-CN" sz="2500" b="1" dirty="0">
              <a:solidFill>
                <a:schemeClr val="tx1"/>
              </a:solidFill>
              <a:cs typeface="Times New Roman" pitchFamily="18" charset="0"/>
            </a:endParaRPr>
          </a:p>
          <a:p>
            <a:pPr lvl="2" eaLnBrk="1" hangingPunct="1">
              <a:lnSpc>
                <a:spcPts val="3000"/>
              </a:lnSpc>
              <a:buClrTx/>
              <a:buFont typeface="Wingdings" pitchFamily="2" charset="2"/>
              <a:buChar char="Ø"/>
              <a:defRPr/>
            </a:pPr>
            <a:r>
              <a:rPr lang="zh-CN" altLang="en-US" sz="2600" b="1" dirty="0">
                <a:solidFill>
                  <a:schemeClr val="tx1"/>
                </a:solidFill>
                <a:latin typeface="楷体" panose="02010609060101010101" pitchFamily="49" charset="-122"/>
              </a:rPr>
              <a:t>可以在一个过程中声明另一个过程</a:t>
            </a:r>
            <a:endParaRPr lang="en-US" altLang="zh-CN" sz="2500" b="1" dirty="0">
              <a:solidFill>
                <a:schemeClr val="tx1"/>
              </a:solidFill>
              <a:cs typeface="Times New Roman" pitchFamily="18" charset="0"/>
            </a:endParaRPr>
          </a:p>
          <a:p>
            <a:pPr lvl="2" eaLnBrk="1" hangingPunct="1">
              <a:lnSpc>
                <a:spcPts val="3000"/>
              </a:lnSpc>
              <a:buClrTx/>
              <a:buFont typeface="Wingdings" pitchFamily="2" charset="2"/>
              <a:buChar char="Ø"/>
              <a:defRPr/>
            </a:pPr>
            <a:r>
              <a:rPr lang="zh-CN" altLang="en-US" sz="2500" b="1" dirty="0">
                <a:solidFill>
                  <a:schemeClr val="tx1"/>
                </a:solidFill>
                <a:cs typeface="Times New Roman" pitchFamily="18" charset="0"/>
              </a:rPr>
              <a:t>例</a:t>
            </a:r>
            <a:r>
              <a:rPr lang="en-US" altLang="zh-CN" sz="2500" b="1" dirty="0">
                <a:solidFill>
                  <a:schemeClr val="tx1"/>
                </a:solidFill>
                <a:cs typeface="Times New Roman" pitchFamily="18" charset="0"/>
              </a:rPr>
              <a:t>: </a:t>
            </a:r>
            <a:r>
              <a:rPr lang="en-US" altLang="zh-CN" sz="2500" b="1" i="1" dirty="0">
                <a:solidFill>
                  <a:schemeClr val="tx1"/>
                </a:solidFill>
                <a:ea typeface="楷体_GB2312"/>
                <a:cs typeface="Times New Roman" pitchFamily="18" charset="0"/>
              </a:rPr>
              <a:t>Pascal</a:t>
            </a:r>
            <a:endParaRPr lang="en-US" altLang="zh-CN" sz="2500" b="1" dirty="0">
              <a:solidFill>
                <a:schemeClr val="tx1"/>
              </a:solidFill>
              <a:cs typeface="Times New Roman" pitchFamily="18" charset="0"/>
            </a:endParaRPr>
          </a:p>
          <a:p>
            <a:pPr lvl="1" eaLnBrk="1" hangingPunct="1">
              <a:lnSpc>
                <a:spcPts val="3000"/>
              </a:lnSpc>
              <a:buClrTx/>
              <a:buFont typeface="Wingdings" pitchFamily="2" charset="2"/>
              <a:buChar char="Ø"/>
              <a:defRPr/>
            </a:pPr>
            <a:r>
              <a:rPr lang="zh-CN" altLang="en-US" sz="2500" b="1" dirty="0">
                <a:solidFill>
                  <a:schemeClr val="tx1"/>
                </a:solidFill>
                <a:cs typeface="Times New Roman" pitchFamily="18" charset="0"/>
              </a:rPr>
              <a:t> </a:t>
            </a:r>
            <a:r>
              <a:rPr lang="zh-CN" altLang="en-US" sz="2500" b="1" dirty="0">
                <a:solidFill>
                  <a:schemeClr val="tx2">
                    <a:lumMod val="60000"/>
                    <a:lumOff val="40000"/>
                  </a:schemeClr>
                </a:solidFill>
                <a:cs typeface="Times New Roman" pitchFamily="18" charset="0"/>
              </a:rPr>
              <a:t>不支持</a:t>
            </a:r>
            <a:r>
              <a:rPr lang="zh-CN" altLang="en-US" sz="2500" b="1" dirty="0">
                <a:solidFill>
                  <a:schemeClr val="tx1"/>
                </a:solidFill>
                <a:cs typeface="Times New Roman" pitchFamily="18" charset="0"/>
              </a:rPr>
              <a:t>过程嵌套声明的语言</a:t>
            </a:r>
            <a:endParaRPr lang="en-US" altLang="zh-CN" sz="2500" b="1" dirty="0">
              <a:solidFill>
                <a:schemeClr val="tx1"/>
              </a:solidFill>
              <a:cs typeface="Times New Roman" pitchFamily="18" charset="0"/>
            </a:endParaRPr>
          </a:p>
          <a:p>
            <a:pPr lvl="2" eaLnBrk="1" hangingPunct="1">
              <a:lnSpc>
                <a:spcPts val="3000"/>
              </a:lnSpc>
              <a:buClrTx/>
              <a:buFont typeface="Wingdings" pitchFamily="2" charset="2"/>
              <a:buChar char="Ø"/>
              <a:defRPr/>
            </a:pPr>
            <a:r>
              <a:rPr lang="zh-CN" altLang="en-US" sz="2400" b="1" dirty="0">
                <a:solidFill>
                  <a:schemeClr val="tx1"/>
                </a:solidFill>
                <a:latin typeface="楷体" panose="02010609060101010101" pitchFamily="49" charset="-122"/>
              </a:rPr>
              <a:t>不可以在一个过程中声明另一个过程</a:t>
            </a:r>
            <a:endParaRPr lang="en-US" altLang="zh-CN" sz="2300" b="1" dirty="0">
              <a:solidFill>
                <a:schemeClr val="tx1"/>
              </a:solidFill>
              <a:cs typeface="Times New Roman" pitchFamily="18" charset="0"/>
            </a:endParaRPr>
          </a:p>
          <a:p>
            <a:pPr lvl="2" eaLnBrk="1" hangingPunct="1">
              <a:lnSpc>
                <a:spcPts val="3000"/>
              </a:lnSpc>
              <a:buClrTx/>
              <a:buFont typeface="Wingdings" pitchFamily="2" charset="2"/>
              <a:buChar char="Ø"/>
              <a:defRPr/>
            </a:pPr>
            <a:r>
              <a:rPr lang="zh-CN" altLang="en-US" sz="2500" b="1" dirty="0">
                <a:solidFill>
                  <a:schemeClr val="tx1"/>
                </a:solidFill>
              </a:rPr>
              <a:t>例：</a:t>
            </a:r>
            <a:r>
              <a:rPr lang="en-US" altLang="zh-CN" sz="2500" b="1" i="1" dirty="0">
                <a:solidFill>
                  <a:schemeClr val="tx1"/>
                </a:solidFill>
              </a:rPr>
              <a:t>C</a:t>
            </a:r>
          </a:p>
          <a:p>
            <a:pPr lvl="1" eaLnBrk="1" hangingPunct="1">
              <a:lnSpc>
                <a:spcPts val="3000"/>
              </a:lnSpc>
              <a:defRPr/>
            </a:pPr>
            <a:endParaRPr lang="zh-CN" altLang="en-US" sz="2500" b="1" dirty="0">
              <a:solidFill>
                <a:schemeClr val="tx1"/>
              </a:solidFill>
              <a:ea typeface="楷体_GB2312"/>
              <a:cs typeface="楷体_GB2312"/>
            </a:endParaRPr>
          </a:p>
          <a:p>
            <a:pPr eaLnBrk="1" hangingPunct="1">
              <a:lnSpc>
                <a:spcPts val="3000"/>
              </a:lnSpc>
              <a:defRPr/>
            </a:pPr>
            <a:endParaRPr lang="en-US" altLang="zh-CN" sz="2800" b="1" dirty="0">
              <a:solidFill>
                <a:schemeClr val="tx1"/>
              </a:solidFill>
              <a:latin typeface="楷体" pitchFamily="49" charset="-122"/>
            </a:endParaRPr>
          </a:p>
        </p:txBody>
      </p:sp>
      <p:sp>
        <p:nvSpPr>
          <p:cNvPr id="88067" name="标题 1"/>
          <p:cNvSpPr>
            <a:spLocks noGrp="1"/>
          </p:cNvSpPr>
          <p:nvPr>
            <p:ph type="title"/>
          </p:nvPr>
        </p:nvSpPr>
        <p:spPr>
          <a:xfrm>
            <a:off x="755650" y="268288"/>
            <a:ext cx="7931150" cy="358775"/>
          </a:xfrm>
        </p:spPr>
        <p:txBody>
          <a:bodyPr/>
          <a:lstStyle/>
          <a:p>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非局部数据的访问</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24</a:t>
            </a:fld>
            <a:endParaRPr lang="en-US" altLang="zh-CN" dirty="0"/>
          </a:p>
        </p:txBody>
      </p:sp>
    </p:spTree>
    <p:extLst>
      <p:ext uri="{BB962C8B-B14F-4D97-AF65-F5344CB8AC3E}">
        <p14:creationId xmlns:p14="http://schemas.microsoft.com/office/powerpoint/2010/main" val="407872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anim calcmode="lin" valueType="num">
                                      <p:cBhvr>
                                        <p:cTn id="7" dur="500" fill="hold"/>
                                        <p:tgtEl>
                                          <p:spTgt spid="3993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993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9939">
                                            <p:txEl>
                                              <p:pRg st="1" end="1"/>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39939">
                                            <p:txEl>
                                              <p:pRg st="2" end="2"/>
                                            </p:txEl>
                                          </p:spTgt>
                                        </p:tgtEl>
                                        <p:attrNameLst>
                                          <p:attrName>style.visibility</p:attrName>
                                        </p:attrNameLst>
                                      </p:cBhvr>
                                      <p:to>
                                        <p:strVal val="visible"/>
                                      </p:to>
                                    </p:set>
                                    <p:anim calcmode="lin" valueType="num">
                                      <p:cBhvr>
                                        <p:cTn id="12" dur="500" fill="hold"/>
                                        <p:tgtEl>
                                          <p:spTgt spid="39939">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39939">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39939">
                                            <p:txEl>
                                              <p:pRg st="2" end="2"/>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39939">
                                            <p:txEl>
                                              <p:pRg st="5" end="5"/>
                                            </p:txEl>
                                          </p:spTgt>
                                        </p:tgtEl>
                                        <p:attrNameLst>
                                          <p:attrName>style.visibility</p:attrName>
                                        </p:attrNameLst>
                                      </p:cBhvr>
                                      <p:to>
                                        <p:strVal val="visible"/>
                                      </p:to>
                                    </p:set>
                                    <p:anim calcmode="lin" valueType="num">
                                      <p:cBhvr>
                                        <p:cTn id="17" dur="500" fill="hold"/>
                                        <p:tgtEl>
                                          <p:spTgt spid="39939">
                                            <p:txEl>
                                              <p:pRg st="5" end="5"/>
                                            </p:txEl>
                                          </p:spTgt>
                                        </p:tgtEl>
                                        <p:attrNameLst>
                                          <p:attrName>ppt_w</p:attrName>
                                        </p:attrNameLst>
                                      </p:cBhvr>
                                      <p:tavLst>
                                        <p:tav tm="0">
                                          <p:val>
                                            <p:fltVal val="0"/>
                                          </p:val>
                                        </p:tav>
                                        <p:tav tm="100000">
                                          <p:val>
                                            <p:strVal val="#ppt_w"/>
                                          </p:val>
                                        </p:tav>
                                      </p:tavLst>
                                    </p:anim>
                                    <p:anim calcmode="lin" valueType="num">
                                      <p:cBhvr>
                                        <p:cTn id="18" dur="500" fill="hold"/>
                                        <p:tgtEl>
                                          <p:spTgt spid="39939">
                                            <p:txEl>
                                              <p:pRg st="5" end="5"/>
                                            </p:txEl>
                                          </p:spTgt>
                                        </p:tgtEl>
                                        <p:attrNameLst>
                                          <p:attrName>ppt_h</p:attrName>
                                        </p:attrNameLst>
                                      </p:cBhvr>
                                      <p:tavLst>
                                        <p:tav tm="0">
                                          <p:val>
                                            <p:fltVal val="0"/>
                                          </p:val>
                                        </p:tav>
                                        <p:tav tm="100000">
                                          <p:val>
                                            <p:strVal val="#ppt_h"/>
                                          </p:val>
                                        </p:tav>
                                      </p:tavLst>
                                    </p:anim>
                                    <p:animEffect transition="in" filter="fade">
                                      <p:cBhvr>
                                        <p:cTn id="19" dur="500"/>
                                        <p:tgtEl>
                                          <p:spTgt spid="39939">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nodeType="clickEffect">
                                  <p:stCondLst>
                                    <p:cond delay="0"/>
                                  </p:stCondLst>
                                  <p:childTnLst>
                                    <p:set>
                                      <p:cBhvr>
                                        <p:cTn id="23" dur="1" fill="hold">
                                          <p:stCondLst>
                                            <p:cond delay="0"/>
                                          </p:stCondLst>
                                        </p:cTn>
                                        <p:tgtEl>
                                          <p:spTgt spid="39939">
                                            <p:txEl>
                                              <p:pRg st="3" end="3"/>
                                            </p:txEl>
                                          </p:spTgt>
                                        </p:tgtEl>
                                        <p:attrNameLst>
                                          <p:attrName>style.visibility</p:attrName>
                                        </p:attrNameLst>
                                      </p:cBhvr>
                                      <p:to>
                                        <p:strVal val="visible"/>
                                      </p:to>
                                    </p:set>
                                    <p:anim calcmode="lin" valueType="num">
                                      <p:cBhvr>
                                        <p:cTn id="24" dur="500" fill="hold"/>
                                        <p:tgtEl>
                                          <p:spTgt spid="39939">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39939">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39939">
                                            <p:txEl>
                                              <p:pRg st="3" end="3"/>
                                            </p:txEl>
                                          </p:spTgt>
                                        </p:tgtEl>
                                      </p:cBhvr>
                                    </p:animEffect>
                                  </p:childTnLst>
                                </p:cTn>
                              </p:par>
                              <p:par>
                                <p:cTn id="27" presetID="53" presetClass="entr" presetSubtype="0" fill="hold" nodeType="withEffect">
                                  <p:stCondLst>
                                    <p:cond delay="0"/>
                                  </p:stCondLst>
                                  <p:childTnLst>
                                    <p:set>
                                      <p:cBhvr>
                                        <p:cTn id="28" dur="1" fill="hold">
                                          <p:stCondLst>
                                            <p:cond delay="0"/>
                                          </p:stCondLst>
                                        </p:cTn>
                                        <p:tgtEl>
                                          <p:spTgt spid="39939">
                                            <p:txEl>
                                              <p:pRg st="4" end="4"/>
                                            </p:txEl>
                                          </p:spTgt>
                                        </p:tgtEl>
                                        <p:attrNameLst>
                                          <p:attrName>style.visibility</p:attrName>
                                        </p:attrNameLst>
                                      </p:cBhvr>
                                      <p:to>
                                        <p:strVal val="visible"/>
                                      </p:to>
                                    </p:set>
                                    <p:anim calcmode="lin" valueType="num">
                                      <p:cBhvr>
                                        <p:cTn id="29" dur="500" fill="hold"/>
                                        <p:tgtEl>
                                          <p:spTgt spid="39939">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39939">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39939">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3" presetClass="entr" presetSubtype="0" fill="hold" nodeType="clickEffect">
                                  <p:stCondLst>
                                    <p:cond delay="0"/>
                                  </p:stCondLst>
                                  <p:childTnLst>
                                    <p:set>
                                      <p:cBhvr>
                                        <p:cTn id="35" dur="1" fill="hold">
                                          <p:stCondLst>
                                            <p:cond delay="0"/>
                                          </p:stCondLst>
                                        </p:cTn>
                                        <p:tgtEl>
                                          <p:spTgt spid="39939">
                                            <p:txEl>
                                              <p:pRg st="6" end="6"/>
                                            </p:txEl>
                                          </p:spTgt>
                                        </p:tgtEl>
                                        <p:attrNameLst>
                                          <p:attrName>style.visibility</p:attrName>
                                        </p:attrNameLst>
                                      </p:cBhvr>
                                      <p:to>
                                        <p:strVal val="visible"/>
                                      </p:to>
                                    </p:set>
                                    <p:anim calcmode="lin" valueType="num">
                                      <p:cBhvr>
                                        <p:cTn id="36" dur="500" fill="hold"/>
                                        <p:tgtEl>
                                          <p:spTgt spid="39939">
                                            <p:txEl>
                                              <p:pRg st="6" end="6"/>
                                            </p:txEl>
                                          </p:spTgt>
                                        </p:tgtEl>
                                        <p:attrNameLst>
                                          <p:attrName>ppt_w</p:attrName>
                                        </p:attrNameLst>
                                      </p:cBhvr>
                                      <p:tavLst>
                                        <p:tav tm="0">
                                          <p:val>
                                            <p:fltVal val="0"/>
                                          </p:val>
                                        </p:tav>
                                        <p:tav tm="100000">
                                          <p:val>
                                            <p:strVal val="#ppt_w"/>
                                          </p:val>
                                        </p:tav>
                                      </p:tavLst>
                                    </p:anim>
                                    <p:anim calcmode="lin" valueType="num">
                                      <p:cBhvr>
                                        <p:cTn id="37" dur="500" fill="hold"/>
                                        <p:tgtEl>
                                          <p:spTgt spid="39939">
                                            <p:txEl>
                                              <p:pRg st="6" end="6"/>
                                            </p:txEl>
                                          </p:spTgt>
                                        </p:tgtEl>
                                        <p:attrNameLst>
                                          <p:attrName>ppt_h</p:attrName>
                                        </p:attrNameLst>
                                      </p:cBhvr>
                                      <p:tavLst>
                                        <p:tav tm="0">
                                          <p:val>
                                            <p:fltVal val="0"/>
                                          </p:val>
                                        </p:tav>
                                        <p:tav tm="100000">
                                          <p:val>
                                            <p:strVal val="#ppt_h"/>
                                          </p:val>
                                        </p:tav>
                                      </p:tavLst>
                                    </p:anim>
                                    <p:animEffect transition="in" filter="fade">
                                      <p:cBhvr>
                                        <p:cTn id="38" dur="500"/>
                                        <p:tgtEl>
                                          <p:spTgt spid="39939">
                                            <p:txEl>
                                              <p:pRg st="6" end="6"/>
                                            </p:txEl>
                                          </p:spTgt>
                                        </p:tgtEl>
                                      </p:cBhvr>
                                    </p:animEffect>
                                  </p:childTnLst>
                                </p:cTn>
                              </p:par>
                              <p:par>
                                <p:cTn id="39" presetID="53" presetClass="entr" presetSubtype="0" fill="hold" nodeType="withEffect">
                                  <p:stCondLst>
                                    <p:cond delay="0"/>
                                  </p:stCondLst>
                                  <p:childTnLst>
                                    <p:set>
                                      <p:cBhvr>
                                        <p:cTn id="40" dur="1" fill="hold">
                                          <p:stCondLst>
                                            <p:cond delay="0"/>
                                          </p:stCondLst>
                                        </p:cTn>
                                        <p:tgtEl>
                                          <p:spTgt spid="39939">
                                            <p:txEl>
                                              <p:pRg st="7" end="7"/>
                                            </p:txEl>
                                          </p:spTgt>
                                        </p:tgtEl>
                                        <p:attrNameLst>
                                          <p:attrName>style.visibility</p:attrName>
                                        </p:attrNameLst>
                                      </p:cBhvr>
                                      <p:to>
                                        <p:strVal val="visible"/>
                                      </p:to>
                                    </p:set>
                                    <p:anim calcmode="lin" valueType="num">
                                      <p:cBhvr>
                                        <p:cTn id="41" dur="500" fill="hold"/>
                                        <p:tgtEl>
                                          <p:spTgt spid="39939">
                                            <p:txEl>
                                              <p:pRg st="7" end="7"/>
                                            </p:txEl>
                                          </p:spTgt>
                                        </p:tgtEl>
                                        <p:attrNameLst>
                                          <p:attrName>ppt_w</p:attrName>
                                        </p:attrNameLst>
                                      </p:cBhvr>
                                      <p:tavLst>
                                        <p:tav tm="0">
                                          <p:val>
                                            <p:fltVal val="0"/>
                                          </p:val>
                                        </p:tav>
                                        <p:tav tm="100000">
                                          <p:val>
                                            <p:strVal val="#ppt_w"/>
                                          </p:val>
                                        </p:tav>
                                      </p:tavLst>
                                    </p:anim>
                                    <p:anim calcmode="lin" valueType="num">
                                      <p:cBhvr>
                                        <p:cTn id="42" dur="500" fill="hold"/>
                                        <p:tgtEl>
                                          <p:spTgt spid="39939">
                                            <p:txEl>
                                              <p:pRg st="7" end="7"/>
                                            </p:txEl>
                                          </p:spTgt>
                                        </p:tgtEl>
                                        <p:attrNameLst>
                                          <p:attrName>ppt_h</p:attrName>
                                        </p:attrNameLst>
                                      </p:cBhvr>
                                      <p:tavLst>
                                        <p:tav tm="0">
                                          <p:val>
                                            <p:fltVal val="0"/>
                                          </p:val>
                                        </p:tav>
                                        <p:tav tm="100000">
                                          <p:val>
                                            <p:strVal val="#ppt_h"/>
                                          </p:val>
                                        </p:tav>
                                      </p:tavLst>
                                    </p:anim>
                                    <p:animEffect transition="in" filter="fade">
                                      <p:cBhvr>
                                        <p:cTn id="43" dur="500"/>
                                        <p:tgtEl>
                                          <p:spTgt spid="399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内容占位符 2"/>
          <p:cNvSpPr>
            <a:spLocks noGrp="1"/>
          </p:cNvSpPr>
          <p:nvPr>
            <p:ph idx="1"/>
          </p:nvPr>
        </p:nvSpPr>
        <p:spPr>
          <a:xfrm>
            <a:off x="428625" y="703263"/>
            <a:ext cx="5927725" cy="3225800"/>
          </a:xfrm>
        </p:spPr>
        <p:txBody>
          <a:bodyPr/>
          <a:lstStyle/>
          <a:p>
            <a:pPr eaLnBrk="1" hangingPunct="1">
              <a:buClrTx/>
              <a:buFont typeface="Wingdings" panose="05000000000000000000" pitchFamily="2" charset="2"/>
              <a:buChar char="Ø"/>
            </a:pPr>
            <a:r>
              <a:rPr lang="zh-CN" altLang="en-US" sz="2500" b="1">
                <a:solidFill>
                  <a:schemeClr val="tx1"/>
                </a:solidFill>
                <a:cs typeface="Times New Roman" panose="02020603050405020304" pitchFamily="18" charset="0"/>
              </a:rPr>
              <a:t>例</a:t>
            </a:r>
            <a:r>
              <a:rPr lang="en-US" altLang="zh-CN" sz="2500" b="1">
                <a:solidFill>
                  <a:schemeClr val="tx1"/>
                </a:solidFill>
                <a:cs typeface="Times New Roman" panose="02020603050405020304" pitchFamily="18" charset="0"/>
              </a:rPr>
              <a:t>: </a:t>
            </a:r>
            <a:r>
              <a:rPr lang="en-US" altLang="zh-CN" sz="2500" b="1" i="1">
                <a:solidFill>
                  <a:schemeClr val="tx1"/>
                </a:solidFill>
                <a:ea typeface="楷体_GB2312"/>
                <a:cs typeface="Times New Roman" panose="02020603050405020304" pitchFamily="18" charset="0"/>
              </a:rPr>
              <a:t>Pascal</a:t>
            </a:r>
            <a:endParaRPr lang="zh-CN" altLang="en-US" sz="2500" b="1" i="1">
              <a:solidFill>
                <a:schemeClr val="tx1"/>
              </a:solidFill>
              <a:ea typeface="楷体_GB2312"/>
              <a:cs typeface="Times New Roman" panose="02020603050405020304" pitchFamily="18" charset="0"/>
            </a:endParaRPr>
          </a:p>
        </p:txBody>
      </p:sp>
      <p:sp>
        <p:nvSpPr>
          <p:cNvPr id="90115" name="标题 1"/>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支持过程嵌套声明的语言</a:t>
            </a:r>
          </a:p>
        </p:txBody>
      </p:sp>
      <p:sp>
        <p:nvSpPr>
          <p:cNvPr id="2" name="矩形 1"/>
          <p:cNvSpPr/>
          <p:nvPr/>
        </p:nvSpPr>
        <p:spPr>
          <a:xfrm>
            <a:off x="785813" y="1143000"/>
            <a:ext cx="7751762" cy="3857625"/>
          </a:xfrm>
          <a:prstGeom prst="rect">
            <a:avLst/>
          </a:prstGeom>
          <a:solidFill>
            <a:schemeClr val="accent2">
              <a:lumMod val="40000"/>
              <a:lumOff val="60000"/>
            </a:schemeClr>
          </a:solidFill>
          <a:ln>
            <a:solidFill>
              <a:schemeClr val="tx1"/>
            </a:solid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i="1" kern="0" dirty="0">
                <a:solidFill>
                  <a:srgbClr val="000000"/>
                </a:solidFill>
                <a:latin typeface="Times New Roman" panose="02020603050405020304" pitchFamily="18" charset="0"/>
                <a:ea typeface="楷体_GB2312" pitchFamily="49" charset="-122"/>
              </a:rPr>
              <a:t>program</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FF0000"/>
                </a:solidFill>
                <a:latin typeface="Times New Roman" panose="02020603050405020304" pitchFamily="18" charset="0"/>
                <a:ea typeface="楷体_GB2312" pitchFamily="49" charset="-122"/>
              </a:rPr>
              <a:t>sort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input</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output</a:t>
            </a:r>
            <a:r>
              <a:rPr lang="en-US" altLang="zh-CN"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var</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array</a:t>
            </a:r>
            <a:r>
              <a:rPr lang="en-US" altLang="zh-CN" kern="0" dirty="0">
                <a:solidFill>
                  <a:srgbClr val="000000"/>
                </a:solidFill>
                <a:latin typeface="Times New Roman" panose="02020603050405020304" pitchFamily="18" charset="0"/>
                <a:ea typeface="楷体_GB2312" pitchFamily="49" charset="-122"/>
              </a:rPr>
              <a:t>[0..10] </a:t>
            </a:r>
            <a:r>
              <a:rPr lang="en-US" altLang="zh-CN" i="1" kern="0" dirty="0">
                <a:solidFill>
                  <a:srgbClr val="000000"/>
                </a:solidFill>
                <a:latin typeface="Times New Roman" panose="02020603050405020304" pitchFamily="18" charset="0"/>
                <a:ea typeface="楷体_GB2312" pitchFamily="49" charset="-122"/>
              </a:rPr>
              <a:t>of integer</a:t>
            </a:r>
            <a:r>
              <a:rPr lang="en-US" altLang="zh-CN"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i="1" kern="0" dirty="0">
                <a:solidFill>
                  <a:srgbClr val="000000"/>
                </a:solidFill>
                <a:latin typeface="Times New Roman" panose="02020603050405020304" pitchFamily="18" charset="0"/>
                <a:ea typeface="楷体_GB2312" pitchFamily="49" charset="-122"/>
              </a:rPr>
              <a:t>           x</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procedure</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FF0000"/>
                </a:solidFill>
                <a:latin typeface="Times New Roman" panose="02020603050405020304" pitchFamily="18" charset="0"/>
                <a:ea typeface="楷体_GB2312" pitchFamily="49" charset="-122"/>
              </a:rPr>
              <a:t>readarray</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var</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00"/>
                </a:solidFill>
                <a:latin typeface="Times New Roman" panose="02020603050405020304" pitchFamily="18" charset="0"/>
                <a:ea typeface="楷体_GB2312" pitchFamily="49" charset="-122"/>
              </a:rPr>
              <a:t>end</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FF"/>
                </a:solidFill>
                <a:latin typeface="Times New Roman" panose="02020603050405020304" pitchFamily="18" charset="0"/>
                <a:ea typeface="楷体_GB2312" pitchFamily="49" charset="-122"/>
              </a:rPr>
              <a:t>readarray</a:t>
            </a:r>
            <a:r>
              <a:rPr lang="en-US" altLang="zh-CN" kern="0" dirty="0">
                <a:solidFill>
                  <a:srgbClr val="000000"/>
                </a:solidFill>
                <a:latin typeface="Times New Roman" panose="02020603050405020304" pitchFamily="18" charset="0"/>
                <a:ea typeface="楷体_GB2312" pitchFamily="49" charset="-122"/>
              </a:rPr>
              <a:t>} </a:t>
            </a:r>
            <a:r>
              <a:rPr lang="zh-CN" altLang="en-US"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procedure</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FF0000"/>
                </a:solidFill>
                <a:latin typeface="Times New Roman" panose="02020603050405020304" pitchFamily="18" charset="0"/>
                <a:ea typeface="楷体_GB2312" pitchFamily="49" charset="-122"/>
              </a:rPr>
              <a:t>exchang</a:t>
            </a:r>
            <a:r>
              <a:rPr lang="en-US" altLang="zh-CN" kern="0" dirty="0">
                <a:solidFill>
                  <a:srgbClr val="FF0000"/>
                </a:solidFill>
                <a:latin typeface="Times New Roman" panose="02020603050405020304" pitchFamily="18" charset="0"/>
                <a:ea typeface="楷体_GB2312" pitchFamily="49" charset="-122"/>
              </a:rPr>
              <a:t>e</a:t>
            </a:r>
            <a:r>
              <a:rPr lang="en-US" altLang="zh-CN" kern="0" dirty="0">
                <a:solidFill>
                  <a:prstClr val="black"/>
                </a:solidFill>
                <a:latin typeface="Times New Roman" panose="02020603050405020304" pitchFamily="18" charset="0"/>
                <a:ea typeface="楷体_GB2312" pitchFamily="49" charset="-122"/>
              </a:rPr>
              <a:t>(</a:t>
            </a:r>
            <a:r>
              <a:rPr lang="en-US" altLang="zh-CN" i="1" kern="0" dirty="0" err="1">
                <a:solidFill>
                  <a:prstClr val="black"/>
                </a:solidFill>
                <a:latin typeface="Times New Roman" panose="02020603050405020304" pitchFamily="18" charset="0"/>
                <a:ea typeface="楷体_GB2312" pitchFamily="49" charset="-122"/>
              </a:rPr>
              <a:t>i</a:t>
            </a:r>
            <a:r>
              <a:rPr lang="en-US" altLang="zh-CN" kern="0" dirty="0">
                <a:solidFill>
                  <a:prstClr val="black"/>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j</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x</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j</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j</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x</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end</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exchang</a:t>
            </a:r>
            <a:r>
              <a:rPr lang="en-US" altLang="zh-CN" kern="0" dirty="0">
                <a:solidFill>
                  <a:srgbClr val="0000FF"/>
                </a:solidFill>
                <a:latin typeface="Times New Roman" panose="02020603050405020304" pitchFamily="18" charset="0"/>
                <a:ea typeface="楷体_GB2312" pitchFamily="49" charset="-122"/>
              </a:rPr>
              <a:t>e</a:t>
            </a:r>
            <a:r>
              <a:rPr lang="en-US" altLang="zh-CN" kern="0" dirty="0">
                <a:solidFill>
                  <a:srgbClr val="000000"/>
                </a:solidFill>
                <a:latin typeface="Times New Roman" panose="02020603050405020304" pitchFamily="18" charset="0"/>
                <a:ea typeface="楷体_GB2312" pitchFamily="49" charset="-122"/>
              </a:rPr>
              <a:t>} </a:t>
            </a:r>
            <a:r>
              <a:rPr lang="zh-CN" altLang="en-US"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procedure</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FF0000"/>
                </a:solidFill>
                <a:latin typeface="Times New Roman" panose="02020603050405020304" pitchFamily="18" charset="0"/>
                <a:ea typeface="楷体_GB2312" pitchFamily="49" charset="-122"/>
              </a:rPr>
              <a:t>quicksort</a:t>
            </a:r>
            <a:r>
              <a:rPr lang="en-US" altLang="zh-CN" kern="0" dirty="0">
                <a:solidFill>
                  <a:prstClr val="black"/>
                </a:solidFill>
                <a:latin typeface="Times New Roman" panose="02020603050405020304" pitchFamily="18" charset="0"/>
                <a:ea typeface="楷体_GB2312" pitchFamily="49" charset="-122"/>
              </a:rPr>
              <a:t>(</a:t>
            </a:r>
            <a:r>
              <a:rPr lang="en-US" altLang="zh-CN" i="1" kern="0" dirty="0">
                <a:solidFill>
                  <a:prstClr val="black"/>
                </a:solidFill>
                <a:latin typeface="Times New Roman" panose="02020603050405020304" pitchFamily="18" charset="0"/>
                <a:ea typeface="楷体_GB2312" pitchFamily="49" charset="-122"/>
              </a:rPr>
              <a:t>m</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n</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var</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k</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v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function</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FF0000"/>
                </a:solidFill>
                <a:latin typeface="Times New Roman" panose="02020603050405020304" pitchFamily="18" charset="0"/>
                <a:ea typeface="楷体_GB2312" pitchFamily="49" charset="-122"/>
              </a:rPr>
              <a:t>partition</a:t>
            </a:r>
            <a:r>
              <a:rPr lang="en-US" altLang="zh-CN" kern="0" dirty="0">
                <a:solidFill>
                  <a:prstClr val="black"/>
                </a:solidFill>
                <a:latin typeface="Times New Roman" panose="02020603050405020304" pitchFamily="18" charset="0"/>
                <a:ea typeface="楷体_GB2312" pitchFamily="49" charset="-122"/>
              </a:rPr>
              <a:t>(</a:t>
            </a:r>
            <a:r>
              <a:rPr lang="en-US" altLang="zh-CN" i="1" kern="0" dirty="0">
                <a:solidFill>
                  <a:prstClr val="black"/>
                </a:solidFill>
                <a:latin typeface="Times New Roman" panose="02020603050405020304" pitchFamily="18" charset="0"/>
                <a:ea typeface="楷体_GB2312" pitchFamily="49" charset="-122"/>
              </a:rPr>
              <a:t>y</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z</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00"/>
                </a:solidFill>
                <a:latin typeface="Times New Roman" panose="02020603050405020304" pitchFamily="18" charset="0"/>
                <a:ea typeface="楷体_GB2312" pitchFamily="49" charset="-122"/>
              </a:rPr>
              <a:t>intege</a:t>
            </a:r>
            <a:r>
              <a:rPr lang="en-US" altLang="zh-CN"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var</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err="1">
                <a:solidFill>
                  <a:srgbClr val="000000"/>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j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integer</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v</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exchange</a:t>
            </a:r>
            <a:r>
              <a:rPr lang="en-US" altLang="zh-CN" kern="0" dirty="0">
                <a:solidFill>
                  <a:srgbClr val="0000FF"/>
                </a:solidFill>
                <a:latin typeface="Times New Roman" panose="02020603050405020304" pitchFamily="18" charset="0"/>
                <a:ea typeface="楷体_GB2312" pitchFamily="49" charset="-122"/>
              </a:rPr>
              <a:t>(</a:t>
            </a:r>
            <a:r>
              <a:rPr lang="en-US" altLang="zh-CN" i="1" kern="0" dirty="0" err="1">
                <a:solidFill>
                  <a:srgbClr val="0000FF"/>
                </a:solidFill>
                <a:latin typeface="Times New Roman" panose="02020603050405020304" pitchFamily="18" charset="0"/>
                <a:ea typeface="楷体_GB2312" pitchFamily="49" charset="-122"/>
              </a:rPr>
              <a:t>i</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j</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00"/>
                </a:solidFill>
                <a:latin typeface="Times New Roman" panose="02020603050405020304" pitchFamily="18" charset="0"/>
                <a:ea typeface="楷体_GB2312" pitchFamily="49" charset="-122"/>
              </a:rPr>
              <a:t>end </a:t>
            </a:r>
            <a:r>
              <a:rPr lang="en-US" altLang="zh-CN" kern="0" dirty="0">
                <a:solidFill>
                  <a:srgbClr val="000000"/>
                </a:solidFill>
                <a:latin typeface="Times New Roman" panose="02020603050405020304" pitchFamily="18" charset="0"/>
                <a:ea typeface="楷体_GB2312" pitchFamily="49" charset="-122"/>
              </a:rPr>
              <a:t>{</a:t>
            </a:r>
            <a:r>
              <a:rPr lang="en-US" altLang="zh-CN" i="1" kern="0" dirty="0">
                <a:solidFill>
                  <a:srgbClr val="0000FF"/>
                </a:solidFill>
                <a:latin typeface="Times New Roman" panose="02020603050405020304" pitchFamily="18" charset="0"/>
                <a:ea typeface="楷体_GB2312" pitchFamily="49" charset="-122"/>
              </a:rPr>
              <a:t>partition</a:t>
            </a:r>
            <a:r>
              <a:rPr lang="en-US" altLang="zh-CN"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v</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FF"/>
                </a:solidFill>
                <a:latin typeface="Times New Roman" panose="02020603050405020304" pitchFamily="18" charset="0"/>
                <a:ea typeface="楷体_GB2312" pitchFamily="49" charset="-122"/>
              </a:rPr>
              <a:t>partition</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quicksort</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end</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quicksort</a:t>
            </a:r>
            <a:r>
              <a:rPr lang="en-US" altLang="zh-CN" kern="0" dirty="0">
                <a:solidFill>
                  <a:srgbClr val="000000"/>
                </a:solidFill>
                <a:latin typeface="Times New Roman" panose="02020603050405020304" pitchFamily="18" charset="0"/>
                <a:ea typeface="楷体_GB2312" pitchFamily="49" charset="-122"/>
              </a:rPr>
              <a:t>} </a:t>
            </a:r>
            <a:r>
              <a:rPr lang="zh-CN" altLang="en-US"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begin</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a:solidFill>
                  <a:srgbClr val="000000"/>
                </a:solidFill>
                <a:latin typeface="Times New Roman" panose="02020603050405020304" pitchFamily="18" charset="0"/>
                <a:ea typeface="楷体_GB2312" pitchFamily="49" charset="-122"/>
              </a:rPr>
              <a:t>a</a:t>
            </a:r>
            <a:r>
              <a:rPr lang="en-US" altLang="zh-CN" kern="0" dirty="0">
                <a:solidFill>
                  <a:srgbClr val="000000"/>
                </a:solidFill>
                <a:latin typeface="Times New Roman" panose="02020603050405020304" pitchFamily="18" charset="0"/>
                <a:ea typeface="楷体_GB2312" pitchFamily="49" charset="-122"/>
              </a:rPr>
              <a:t> … </a:t>
            </a:r>
            <a:r>
              <a:rPr lang="en-US" altLang="zh-CN" i="1" kern="0" dirty="0" err="1">
                <a:solidFill>
                  <a:srgbClr val="0000FF"/>
                </a:solidFill>
                <a:latin typeface="Times New Roman" panose="02020603050405020304" pitchFamily="18" charset="0"/>
                <a:ea typeface="楷体_GB2312" pitchFamily="49" charset="-122"/>
              </a:rPr>
              <a:t>readarray</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quicksort</a:t>
            </a:r>
            <a:r>
              <a:rPr lang="en-US" altLang="zh-CN" kern="0" dirty="0">
                <a:solidFill>
                  <a:srgbClr val="0000FF"/>
                </a:solidFill>
                <a:latin typeface="Times New Roman" panose="02020603050405020304" pitchFamily="18" charset="0"/>
                <a:ea typeface="楷体_GB2312" pitchFamily="49" charset="-122"/>
              </a:rPr>
              <a:t> </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00"/>
                </a:solidFill>
                <a:latin typeface="Times New Roman" panose="02020603050405020304" pitchFamily="18" charset="0"/>
                <a:ea typeface="楷体_GB2312" pitchFamily="49" charset="-122"/>
              </a:rPr>
              <a:t>end</a:t>
            </a:r>
            <a:r>
              <a:rPr lang="en-US" altLang="zh-CN" kern="0" dirty="0">
                <a:solidFill>
                  <a:srgbClr val="000000"/>
                </a:solidFill>
                <a:latin typeface="Times New Roman" panose="02020603050405020304" pitchFamily="18" charset="0"/>
                <a:ea typeface="楷体_GB2312" pitchFamily="49" charset="-122"/>
              </a:rPr>
              <a:t> {</a:t>
            </a:r>
            <a:r>
              <a:rPr lang="en-US" altLang="zh-CN" i="1" kern="0" dirty="0">
                <a:solidFill>
                  <a:srgbClr val="0000FF"/>
                </a:solidFill>
                <a:latin typeface="Times New Roman" panose="02020603050405020304" pitchFamily="18" charset="0"/>
                <a:ea typeface="楷体_GB2312" pitchFamily="49" charset="-122"/>
              </a:rPr>
              <a:t>sort</a:t>
            </a:r>
            <a:r>
              <a:rPr lang="en-US" altLang="zh-CN" kern="0" dirty="0">
                <a:solidFill>
                  <a:srgbClr val="000000"/>
                </a:solidFill>
                <a:latin typeface="Times New Roman" panose="02020603050405020304" pitchFamily="18" charset="0"/>
                <a:ea typeface="楷体_GB2312" pitchFamily="49" charset="-122"/>
              </a:rPr>
              <a:t>}</a:t>
            </a:r>
            <a:r>
              <a:rPr lang="zh-CN" altLang="en-US" kern="0" dirty="0">
                <a:solidFill>
                  <a:srgbClr val="000000"/>
                </a:solidFill>
                <a:latin typeface="Times New Roman" panose="02020603050405020304" pitchFamily="18" charset="0"/>
                <a:ea typeface="楷体_GB2312" pitchFamily="49" charset="-122"/>
              </a:rPr>
              <a:t>；</a:t>
            </a:r>
            <a:endParaRPr lang="en-US" altLang="zh-CN" kern="0" dirty="0">
              <a:solidFill>
                <a:srgbClr val="000000"/>
              </a:solidFill>
              <a:latin typeface="Times New Roman" panose="02020603050405020304" pitchFamily="18" charset="0"/>
              <a:ea typeface="楷体_GB2312" pitchFamily="49" charset="-122"/>
            </a:endParaRPr>
          </a:p>
        </p:txBody>
      </p:sp>
      <p:sp>
        <p:nvSpPr>
          <p:cNvPr id="4" name="矩形 3"/>
          <p:cNvSpPr/>
          <p:nvPr/>
        </p:nvSpPr>
        <p:spPr>
          <a:xfrm>
            <a:off x="4284663" y="1165225"/>
            <a:ext cx="4252912" cy="1016000"/>
          </a:xfrm>
          <a:prstGeom prst="rect">
            <a:avLst/>
          </a:prstGeom>
          <a:solidFill>
            <a:schemeClr val="accent5">
              <a:lumMod val="60000"/>
              <a:lumOff val="40000"/>
            </a:schemeClr>
          </a:solidFill>
          <a:ln>
            <a:solidFill>
              <a:schemeClr val="tx1"/>
            </a:solidFill>
          </a:ln>
        </p:spPr>
        <p:txBody>
          <a:bodyPr>
            <a:spAutoFit/>
          </a:bodyPr>
          <a:lstStyle/>
          <a:p>
            <a:pPr>
              <a:defRPr/>
            </a:pPr>
            <a:r>
              <a:rPr lang="zh-CN" altLang="en-US" sz="2000" dirty="0">
                <a:solidFill>
                  <a:srgbClr val="000000"/>
                </a:solidFill>
                <a:latin typeface="华文楷体" panose="02010600040101010101" pitchFamily="2" charset="-122"/>
                <a:ea typeface="华文楷体" panose="02010600040101010101" pitchFamily="2" charset="-122"/>
              </a:rPr>
              <a:t>一个过程除</a:t>
            </a:r>
            <a:r>
              <a:rPr lang="zh-CN" altLang="en-US" sz="2000" dirty="0">
                <a:solidFill>
                  <a:srgbClr val="0000FF"/>
                </a:solidFill>
                <a:latin typeface="华文楷体" panose="02010600040101010101" pitchFamily="2" charset="-122"/>
                <a:ea typeface="华文楷体" panose="02010600040101010101" pitchFamily="2" charset="-122"/>
              </a:rPr>
              <a:t>自身定义的局部数据</a:t>
            </a:r>
            <a:r>
              <a:rPr lang="zh-CN" altLang="en-US" sz="2000" dirty="0">
                <a:solidFill>
                  <a:srgbClr val="000000"/>
                </a:solidFill>
                <a:latin typeface="华文楷体" panose="02010600040101010101" pitchFamily="2" charset="-122"/>
                <a:ea typeface="华文楷体" panose="02010600040101010101" pitchFamily="2" charset="-122"/>
              </a:rPr>
              <a:t>和</a:t>
            </a:r>
            <a:r>
              <a:rPr lang="zh-CN" altLang="en-US" sz="2000" dirty="0">
                <a:solidFill>
                  <a:srgbClr val="0000FF"/>
                </a:solidFill>
                <a:latin typeface="华文楷体" panose="02010600040101010101" pitchFamily="2" charset="-122"/>
                <a:ea typeface="华文楷体" panose="02010600040101010101" pitchFamily="2" charset="-122"/>
              </a:rPr>
              <a:t>全局定义的数据</a:t>
            </a:r>
            <a:r>
              <a:rPr lang="zh-CN" altLang="en-US" sz="2000" dirty="0">
                <a:solidFill>
                  <a:srgbClr val="000000"/>
                </a:solidFill>
                <a:latin typeface="华文楷体" panose="02010600040101010101" pitchFamily="2" charset="-122"/>
                <a:ea typeface="华文楷体" panose="02010600040101010101" pitchFamily="2" charset="-122"/>
              </a:rPr>
              <a:t>以外，还可以使用</a:t>
            </a:r>
            <a:r>
              <a:rPr lang="zh-CN" altLang="en-US" sz="2000" dirty="0">
                <a:solidFill>
                  <a:srgbClr val="0000FF"/>
                </a:solidFill>
                <a:latin typeface="华文楷体" panose="02010600040101010101" pitchFamily="2" charset="-122"/>
                <a:ea typeface="华文楷体" panose="02010600040101010101" pitchFamily="2" charset="-122"/>
              </a:rPr>
              <a:t>外围过程中声明的对象</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25</a:t>
            </a:fld>
            <a:endParaRPr lang="en-US" altLang="zh-CN" dirty="0"/>
          </a:p>
        </p:txBody>
      </p:sp>
    </p:spTree>
    <p:extLst>
      <p:ext uri="{BB962C8B-B14F-4D97-AF65-F5344CB8AC3E}">
        <p14:creationId xmlns:p14="http://schemas.microsoft.com/office/powerpoint/2010/main" val="3134049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2"/>
          <p:cNvSpPr>
            <a:spLocks noGrp="1"/>
          </p:cNvSpPr>
          <p:nvPr>
            <p:ph idx="1"/>
          </p:nvPr>
        </p:nvSpPr>
        <p:spPr>
          <a:xfrm>
            <a:off x="684213" y="771525"/>
            <a:ext cx="1584325" cy="647700"/>
          </a:xfrm>
        </p:spPr>
        <p:txBody>
          <a:bodyPr/>
          <a:lstStyle/>
          <a:p>
            <a:pPr eaLnBrk="1" hangingPunct="1">
              <a:buClrTx/>
              <a:buFont typeface="Wingdings" panose="05000000000000000000" pitchFamily="2" charset="2"/>
              <a:buChar char="Ø"/>
            </a:pPr>
            <a:r>
              <a:rPr lang="zh-CN" altLang="en-US" b="1">
                <a:solidFill>
                  <a:schemeClr val="tx1"/>
                </a:solidFill>
              </a:rPr>
              <a:t>例：</a:t>
            </a:r>
            <a:r>
              <a:rPr lang="en-US" altLang="zh-CN" b="1" i="1">
                <a:solidFill>
                  <a:schemeClr val="tx1"/>
                </a:solidFill>
              </a:rPr>
              <a:t>C</a:t>
            </a:r>
            <a:endParaRPr lang="zh-CN" altLang="en-US" b="1">
              <a:solidFill>
                <a:schemeClr val="tx1"/>
              </a:solidFill>
              <a:ea typeface="楷体_GB2312"/>
              <a:cs typeface="楷体_GB2312"/>
            </a:endParaRPr>
          </a:p>
        </p:txBody>
      </p:sp>
      <p:sp>
        <p:nvSpPr>
          <p:cNvPr id="92163" name="标题 1"/>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不支持过程嵌套声明的语言</a:t>
            </a:r>
          </a:p>
        </p:txBody>
      </p:sp>
      <p:sp>
        <p:nvSpPr>
          <p:cNvPr id="101380" name="Rectangle 2"/>
          <p:cNvSpPr txBox="1">
            <a:spLocks noChangeArrowheads="1"/>
          </p:cNvSpPr>
          <p:nvPr/>
        </p:nvSpPr>
        <p:spPr bwMode="auto">
          <a:xfrm>
            <a:off x="2028825" y="700088"/>
            <a:ext cx="6646863" cy="4443412"/>
          </a:xfrm>
          <a:prstGeom prst="rect">
            <a:avLst/>
          </a:prstGeom>
          <a:solidFill>
            <a:schemeClr val="accent2">
              <a:lumMod val="40000"/>
              <a:lumOff val="60000"/>
            </a:schemeClr>
          </a:solidFill>
          <a:ln>
            <a:solidFill>
              <a:schemeClr val="tx1"/>
            </a:solidFill>
          </a:ln>
        </p:spPr>
        <p:txBody>
          <a:bodyPr/>
          <a:lstStyle/>
          <a:p>
            <a:pPr>
              <a:lnSpc>
                <a:spcPts val="1400"/>
              </a:lnSpc>
              <a:defRPr/>
            </a:pPr>
            <a:r>
              <a:rPr kumimoji="1" lang="en-US" altLang="zh-CN" sz="1600" i="1" dirty="0" err="1">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[11]</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void   </a:t>
            </a:r>
            <a:r>
              <a:rPr kumimoji="1" lang="en-US" altLang="zh-CN" sz="1600" i="1" dirty="0" err="1">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readArray</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 /</a:t>
            </a:r>
            <a:r>
              <a:rPr kumimoji="1" lang="zh-CN" altLang="en-US"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将</a:t>
            </a:r>
            <a:r>
              <a:rPr kumimoji="1" lang="en-US" altLang="zh-CN"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9</a:t>
            </a:r>
            <a:r>
              <a:rPr kumimoji="1" lang="zh-CN" altLang="en-US" sz="16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sym typeface="Symbol" panose="05050102010706020507" pitchFamily="18" charset="2"/>
              </a:rPr>
              <a:t>个整数读入到</a:t>
            </a:r>
            <a:r>
              <a:rPr kumimoji="1" lang="en-US" altLang="zh-CN" sz="1600" i="1"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[1]</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i="1"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a:t>
            </a:r>
            <a:r>
              <a:rPr lang="en-US" altLang="zh-CN" sz="1600" dirty="0">
                <a:solidFill>
                  <a:srgbClr val="000000"/>
                </a:solidFill>
                <a:latin typeface="Times New Roman" panose="02020603050405020304" pitchFamily="18" charset="0"/>
                <a:ea typeface="楷体_GB2312" pitchFamily="49" charset="-122"/>
              </a:rPr>
              <a:t>[9]</a:t>
            </a:r>
            <a:r>
              <a:rPr kumimoji="1" lang="zh-CN" altLang="en-US" sz="1600" dirty="0">
                <a:solidFill>
                  <a:srgbClr val="000000"/>
                </a:solidFill>
                <a:latin typeface="华文楷体" panose="02010600040101010101" pitchFamily="2" charset="-122"/>
                <a:ea typeface="华文楷体" panose="02010600040101010101" pitchFamily="2" charset="-122"/>
              </a:rPr>
              <a:t>中</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zh-CN" altLang="en-US"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endPar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1600" i="1" dirty="0" err="1">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1600" i="1" dirty="0" err="1">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i</a:t>
            </a: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a:t>
            </a:r>
          </a:p>
          <a:p>
            <a:pPr>
              <a:lnSpc>
                <a:spcPts val="1400"/>
              </a:lnSpc>
              <a:defRPr/>
            </a:pP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partition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m,  </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endPar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endParaRP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选择一个分割值</a:t>
            </a:r>
            <a:r>
              <a:rPr kumimoji="1" lang="en-US" altLang="zh-CN" sz="1600" i="1" dirty="0">
                <a:solidFill>
                  <a:srgbClr val="000000"/>
                </a:solidFill>
                <a:latin typeface="Times New Roman" panose="02020603050405020304" pitchFamily="18" charset="0"/>
                <a:ea typeface="华文楷体" panose="02010600040101010101" pitchFamily="2" charset="-122"/>
                <a:sym typeface="Symbol" panose="05050102010706020507" pitchFamily="18" charset="2"/>
              </a:rPr>
              <a:t>v</a:t>
            </a:r>
            <a:r>
              <a:rPr kumimoji="1" lang="zh-CN" altLang="en-US" sz="1600" i="1"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划分</a:t>
            </a:r>
            <a:r>
              <a:rPr kumimoji="1" lang="en-US" altLang="zh-CN" sz="1600" i="1" dirty="0">
                <a:solidFill>
                  <a:srgbClr val="0000FF"/>
                </a:solidFill>
                <a:latin typeface="Times New Roman" panose="02020603050405020304" pitchFamily="18" charset="0"/>
                <a:ea typeface="楷体_GB2312" pitchFamily="49" charset="-122"/>
                <a:sym typeface="Symbol" panose="05050102010706020507" pitchFamily="18" charset="2"/>
              </a:rPr>
              <a:t>a</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m…n</a:t>
            </a:r>
            <a:r>
              <a:rPr lang="en-US" altLang="zh-CN" sz="1600" dirty="0">
                <a:solidFill>
                  <a:srgbClr val="000000"/>
                </a:solidFill>
                <a:latin typeface="Times New Roman" panose="02020603050405020304" pitchFamily="18" charset="0"/>
                <a:ea typeface="楷体_GB2312" pitchFamily="49" charset="-122"/>
              </a:rPr>
              <a:t>]</a:t>
            </a:r>
            <a:r>
              <a:rPr kumimoji="1" lang="zh-CN" altLang="en-US" sz="1600" dirty="0">
                <a:solidFill>
                  <a:srgbClr val="000000"/>
                </a:solidFill>
                <a:latin typeface="Times New Roman" panose="02020603050405020304" pitchFamily="18" charset="0"/>
                <a:ea typeface="楷体_GB2312" pitchFamily="49" charset="-122"/>
              </a:rPr>
              <a:t>，</a:t>
            </a:r>
            <a:r>
              <a:rPr kumimoji="1" lang="zh-CN" altLang="en-US" sz="1600" dirty="0">
                <a:solidFill>
                  <a:srgbClr val="000000"/>
                </a:solidFill>
                <a:latin typeface="华文楷体" panose="02010600040101010101" pitchFamily="2" charset="-122"/>
                <a:ea typeface="华文楷体" panose="02010600040101010101" pitchFamily="2" charset="-122"/>
              </a:rPr>
              <a:t>使得</a:t>
            </a:r>
            <a:r>
              <a:rPr kumimoji="1" lang="en-US" altLang="zh-CN" sz="1600" i="1" dirty="0">
                <a:solidFill>
                  <a:srgbClr val="0000FF"/>
                </a:solidFill>
                <a:latin typeface="Times New Roman" panose="02020603050405020304" pitchFamily="18" charset="0"/>
                <a:ea typeface="楷体_GB2312" pitchFamily="49" charset="-122"/>
                <a:sym typeface="Symbol" panose="05050102010706020507" pitchFamily="18" charset="2"/>
              </a:rPr>
              <a:t>a</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m…p-</a:t>
            </a:r>
            <a:r>
              <a:rPr lang="en-US" altLang="zh-CN" sz="1600" dirty="0">
                <a:solidFill>
                  <a:srgbClr val="000000"/>
                </a:solidFill>
                <a:latin typeface="Times New Roman" panose="02020603050405020304" pitchFamily="18" charset="0"/>
                <a:ea typeface="楷体_GB2312" pitchFamily="49" charset="-122"/>
              </a:rPr>
              <a:t>1]</a:t>
            </a:r>
            <a:r>
              <a:rPr kumimoji="1" lang="zh-CN" altLang="en-US" sz="1600" dirty="0">
                <a:solidFill>
                  <a:srgbClr val="000000"/>
                </a:solidFill>
                <a:latin typeface="华文楷体" panose="02010600040101010101" pitchFamily="2" charset="-122"/>
                <a:ea typeface="华文楷体" panose="02010600040101010101" pitchFamily="2" charset="-122"/>
              </a:rPr>
              <a:t>小于</a:t>
            </a:r>
            <a:r>
              <a:rPr lang="en-US" altLang="zh-CN" sz="1600" i="1" dirty="0">
                <a:solidFill>
                  <a:srgbClr val="000000"/>
                </a:solidFill>
                <a:latin typeface="Times New Roman" panose="02020603050405020304" pitchFamily="18" charset="0"/>
                <a:ea typeface="楷体_GB2312" pitchFamily="49" charset="-122"/>
              </a:rPr>
              <a:t>v,  </a:t>
            </a:r>
            <a:r>
              <a:rPr lang="en-US" altLang="zh-CN" sz="1600" i="1" dirty="0">
                <a:solidFill>
                  <a:srgbClr val="0000FF"/>
                </a:solidFill>
                <a:latin typeface="Times New Roman" panose="02020603050405020304" pitchFamily="18" charset="0"/>
                <a:ea typeface="楷体_GB2312" pitchFamily="49" charset="-122"/>
              </a:rPr>
              <a:t>a</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p</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 v , </a:t>
            </a:r>
          </a:p>
          <a:p>
            <a:pPr>
              <a:lnSpc>
                <a:spcPts val="1400"/>
              </a:lnSpc>
              <a:defRPr/>
            </a:pPr>
            <a:r>
              <a:rPr lang="en-US" altLang="zh-CN" sz="1600" i="1" dirty="0">
                <a:solidFill>
                  <a:srgbClr val="000000"/>
                </a:solidFill>
                <a:latin typeface="Times New Roman" panose="02020603050405020304" pitchFamily="18" charset="0"/>
                <a:ea typeface="楷体_GB2312" pitchFamily="49" charset="-122"/>
              </a:rPr>
              <a:t>               a</a:t>
            </a:r>
            <a:r>
              <a:rPr lang="en-US" altLang="zh-CN" sz="1600" dirty="0">
                <a:solidFill>
                  <a:srgbClr val="000000"/>
                </a:solidFill>
                <a:latin typeface="Times New Roman" panose="02020603050405020304" pitchFamily="18" charset="0"/>
                <a:ea typeface="楷体_GB2312" pitchFamily="49" charset="-122"/>
              </a:rPr>
              <a:t>[</a:t>
            </a:r>
            <a:r>
              <a:rPr lang="en-US" altLang="zh-CN" sz="1600" i="1" dirty="0">
                <a:solidFill>
                  <a:srgbClr val="000000"/>
                </a:solidFill>
                <a:latin typeface="Times New Roman" panose="02020603050405020304" pitchFamily="18" charset="0"/>
                <a:ea typeface="楷体_GB2312" pitchFamily="49" charset="-122"/>
              </a:rPr>
              <a:t>p+</a:t>
            </a:r>
            <a:r>
              <a:rPr lang="en-US" altLang="zh-CN" sz="1600" dirty="0">
                <a:solidFill>
                  <a:srgbClr val="000000"/>
                </a:solidFill>
                <a:latin typeface="Times New Roman" panose="02020603050405020304" pitchFamily="18" charset="0"/>
                <a:ea typeface="楷体_GB2312" pitchFamily="49" charset="-122"/>
              </a:rPr>
              <a:t>1</a:t>
            </a:r>
            <a:r>
              <a:rPr lang="en-US" altLang="zh-CN" sz="1600" i="1" dirty="0">
                <a:solidFill>
                  <a:srgbClr val="000000"/>
                </a:solidFill>
                <a:latin typeface="Times New Roman" panose="02020603050405020304" pitchFamily="18" charset="0"/>
                <a:ea typeface="楷体_GB2312" pitchFamily="49" charset="-122"/>
              </a:rPr>
              <a:t>…n</a:t>
            </a:r>
            <a:r>
              <a:rPr lang="en-US" altLang="zh-CN" sz="1600" dirty="0">
                <a:solidFill>
                  <a:srgbClr val="000000"/>
                </a:solidFill>
                <a:latin typeface="Times New Roman" panose="02020603050405020304" pitchFamily="18" charset="0"/>
                <a:ea typeface="楷体_GB2312" pitchFamily="49" charset="-122"/>
              </a:rPr>
              <a:t>]</a:t>
            </a:r>
            <a:r>
              <a:rPr kumimoji="1" lang="zh-CN" altLang="en-US" sz="1600" dirty="0">
                <a:solidFill>
                  <a:srgbClr val="000000"/>
                </a:solidFill>
                <a:latin typeface="华文楷体" panose="02010600040101010101" pitchFamily="2" charset="-122"/>
                <a:ea typeface="华文楷体" panose="02010600040101010101" pitchFamily="2" charset="-122"/>
              </a:rPr>
              <a:t>大于等于</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v</a:t>
            </a:r>
            <a:r>
              <a:rPr kumimoji="1" lang="zh-CN" altLang="en-US" sz="1600"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。返回</a:t>
            </a:r>
            <a:r>
              <a:rPr kumimoji="1" lang="en-US" altLang="zh-CN" sz="1600" i="1" dirty="0">
                <a:solidFill>
                  <a:srgbClr val="000000"/>
                </a:solidFill>
                <a:latin typeface="华文楷体" panose="02010600040101010101" pitchFamily="2" charset="-122"/>
                <a:ea typeface="华文楷体" panose="02010600040101010101" pitchFamily="2"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p </a:t>
            </a:r>
            <a:r>
              <a:rPr kumimoji="1" lang="zh-CN" altLang="en-US"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rPr>
              <a:t>} </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void   quicksort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m,  </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int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endPar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endParaRP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sz="1600" i="1" dirty="0">
                <a:solidFill>
                  <a:srgbClr val="000000"/>
                </a:solidFill>
                <a:latin typeface="Times New Roman" panose="02020603050405020304" pitchFamily="18" charset="0"/>
                <a:ea typeface="楷体_GB2312" pitchFamily="49" charset="-122"/>
              </a:rPr>
              <a:t>          </a:t>
            </a:r>
            <a:r>
              <a:rPr lang="en-US" altLang="zh-CN" sz="1600" i="1" dirty="0" err="1">
                <a:solidFill>
                  <a:srgbClr val="000000"/>
                </a:solidFill>
                <a:latin typeface="Times New Roman" panose="02020603050405020304" pitchFamily="18" charset="0"/>
                <a:ea typeface="楷体_GB2312" pitchFamily="49" charset="-122"/>
              </a:rPr>
              <a:t>int</a:t>
            </a:r>
            <a:r>
              <a:rPr lang="en-US" altLang="zh-CN" sz="1600" i="1" dirty="0">
                <a:solidFill>
                  <a:srgbClr val="000000"/>
                </a:solidFill>
                <a:latin typeface="Times New Roman" panose="02020603050405020304" pitchFamily="18" charset="0"/>
                <a:ea typeface="楷体_GB2312" pitchFamily="49" charset="-122"/>
              </a:rPr>
              <a:t>   </a:t>
            </a:r>
            <a:r>
              <a:rPr lang="en-US" altLang="zh-CN" sz="1600" i="1" dirty="0" err="1">
                <a:solidFill>
                  <a:srgbClr val="000000"/>
                </a:solidFill>
                <a:latin typeface="Times New Roman" panose="02020603050405020304" pitchFamily="18" charset="0"/>
                <a:ea typeface="楷体_GB2312" pitchFamily="49" charset="-122"/>
              </a:rPr>
              <a:t>i</a:t>
            </a:r>
            <a:r>
              <a:rPr lang="en-US" altLang="zh-CN" sz="1600" i="1" dirty="0">
                <a:solidFill>
                  <a:srgbClr val="000000"/>
                </a:solidFill>
                <a:latin typeface="Times New Roman" panose="02020603050405020304" pitchFamily="18" charset="0"/>
                <a:ea typeface="楷体_GB2312" pitchFamily="49" charset="-122"/>
              </a:rPr>
              <a:t>;           </a:t>
            </a:r>
            <a:endPar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endParaRP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if </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n</a:t>
            </a:r>
            <a:r>
              <a:rPr kumimoji="1" lang="zh-CN" altLang="en-US" sz="1600" dirty="0">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 </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i</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=partition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m,  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endPar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endParaRP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quicksort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m</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i</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-1);</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quicksort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i</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+1,</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rPr>
              <a:t>          }</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rPr>
              <a:t>}</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main</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  </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err="1">
                <a:solidFill>
                  <a:srgbClr val="000000"/>
                </a:solidFill>
                <a:latin typeface="Times New Roman" panose="02020603050405020304" pitchFamily="18" charset="0"/>
                <a:ea typeface="楷体_GB2312" pitchFamily="49" charset="-122"/>
                <a:sym typeface="Symbol" panose="05050102010706020507" pitchFamily="18" charset="2"/>
              </a:rPr>
              <a:t>readArray</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 );</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a:t>
            </a:r>
            <a:r>
              <a:rPr kumimoji="1" lang="en-US" altLang="zh-CN" sz="1600" i="1" dirty="0">
                <a:solidFill>
                  <a:srgbClr val="0000FF"/>
                </a:solidFill>
                <a:latin typeface="Times New Roman" panose="02020603050405020304" pitchFamily="18" charset="0"/>
                <a:ea typeface="楷体_GB2312" pitchFamily="49" charset="-122"/>
                <a:sym typeface="Symbol" panose="05050102010706020507" pitchFamily="18" charset="2"/>
              </a:rPr>
              <a:t>a</a:t>
            </a:r>
            <a:r>
              <a:rPr lang="en-US" altLang="zh-CN" sz="1600" dirty="0">
                <a:solidFill>
                  <a:prstClr val="black"/>
                </a:solidFill>
                <a:latin typeface="Times New Roman" panose="02020603050405020304" pitchFamily="18" charset="0"/>
                <a:ea typeface="楷体_GB2312" pitchFamily="49" charset="-122"/>
              </a:rPr>
              <a:t>[0] = -9999;</a:t>
            </a:r>
          </a:p>
          <a:p>
            <a:pPr>
              <a:lnSpc>
                <a:spcPts val="1400"/>
              </a:lnSpc>
              <a:defRPr/>
            </a:pPr>
            <a:r>
              <a:rPr kumimoji="1" lang="en-US" altLang="zh-CN" sz="1600" i="1" dirty="0">
                <a:solidFill>
                  <a:srgbClr val="0000FF"/>
                </a:solidFill>
                <a:latin typeface="Times New Roman" panose="02020603050405020304" pitchFamily="18" charset="0"/>
                <a:ea typeface="楷体_GB2312" pitchFamily="49" charset="-122"/>
                <a:sym typeface="Symbol" panose="05050102010706020507" pitchFamily="18" charset="2"/>
              </a:rPr>
              <a:t>           a</a:t>
            </a:r>
            <a:r>
              <a:rPr lang="en-US" altLang="zh-CN" sz="1600" dirty="0">
                <a:solidFill>
                  <a:srgbClr val="000000"/>
                </a:solidFill>
                <a:latin typeface="Times New Roman" panose="02020603050405020304" pitchFamily="18" charset="0"/>
                <a:ea typeface="楷体_GB2312" pitchFamily="49" charset="-122"/>
              </a:rPr>
              <a:t>[10] = 9999;</a:t>
            </a:r>
          </a:p>
          <a:p>
            <a:pPr>
              <a:lnSpc>
                <a:spcPts val="1400"/>
              </a:lnSpc>
              <a:defRPr/>
            </a:pPr>
            <a:r>
              <a:rPr kumimoji="1" lang="en-US" altLang="zh-CN" sz="1600" i="1" dirty="0">
                <a:solidFill>
                  <a:srgbClr val="000000"/>
                </a:solidFill>
                <a:latin typeface="Times New Roman" panose="02020603050405020304" pitchFamily="18" charset="0"/>
                <a:ea typeface="楷体_GB2312" pitchFamily="49" charset="-122"/>
                <a:sym typeface="Symbol" panose="05050102010706020507" pitchFamily="18" charset="2"/>
              </a:rPr>
              <a:t>           quicksort</a:t>
            </a:r>
            <a:r>
              <a:rPr kumimoji="1" lang="en-US" altLang="zh-CN" sz="1600" dirty="0">
                <a:solidFill>
                  <a:srgbClr val="000000"/>
                </a:solidFill>
                <a:latin typeface="Times New Roman" panose="02020603050405020304" pitchFamily="18" charset="0"/>
                <a:ea typeface="楷体_GB2312" pitchFamily="49" charset="-122"/>
                <a:sym typeface="Symbol" panose="05050102010706020507" pitchFamily="18" charset="2"/>
              </a:rPr>
              <a:t> (1, 9);</a:t>
            </a:r>
          </a:p>
          <a:p>
            <a:pPr>
              <a:lnSpc>
                <a:spcPts val="1400"/>
              </a:lnSpc>
              <a:defRPr/>
            </a:pPr>
            <a:r>
              <a:rPr kumimoji="1" lang="en-US" altLang="zh-CN" sz="1600" dirty="0">
                <a:solidFill>
                  <a:srgbClr val="000000"/>
                </a:solidFill>
                <a:latin typeface="Times New Roman" panose="02020603050405020304" pitchFamily="18" charset="0"/>
                <a:ea typeface="楷体_GB2312" pitchFamily="49" charset="-122"/>
              </a:rPr>
              <a:t>}</a:t>
            </a:r>
          </a:p>
        </p:txBody>
      </p:sp>
      <p:sp>
        <p:nvSpPr>
          <p:cNvPr id="2" name="矩形 1"/>
          <p:cNvSpPr/>
          <p:nvPr/>
        </p:nvSpPr>
        <p:spPr>
          <a:xfrm>
            <a:off x="5126038" y="4108450"/>
            <a:ext cx="3529012" cy="1016000"/>
          </a:xfrm>
          <a:prstGeom prst="rect">
            <a:avLst/>
          </a:prstGeom>
          <a:solidFill>
            <a:schemeClr val="accent5">
              <a:lumMod val="60000"/>
              <a:lumOff val="40000"/>
            </a:schemeClr>
          </a:solidFill>
          <a:ln>
            <a:solidFill>
              <a:schemeClr val="tx1"/>
            </a:solidFill>
          </a:ln>
        </p:spPr>
        <p:txBody>
          <a:bodyPr>
            <a:spAutoFit/>
          </a:bodyPr>
          <a:lstStyle/>
          <a:p>
            <a:pPr>
              <a:defRPr/>
            </a:pPr>
            <a:r>
              <a:rPr lang="zh-CN" altLang="en-US" sz="2000" dirty="0">
                <a:solidFill>
                  <a:srgbClr val="000000"/>
                </a:solidFill>
                <a:latin typeface="华文楷体" panose="02010600040101010101" pitchFamily="2" charset="-122"/>
                <a:ea typeface="华文楷体" panose="02010600040101010101" pitchFamily="2" charset="-122"/>
              </a:rPr>
              <a:t>过程中使用的数据要么是自身定义的</a:t>
            </a:r>
            <a:r>
              <a:rPr lang="zh-CN" altLang="en-US" sz="2000" dirty="0">
                <a:solidFill>
                  <a:srgbClr val="0000FF"/>
                </a:solidFill>
                <a:latin typeface="华文楷体" panose="02010600040101010101" pitchFamily="2" charset="-122"/>
                <a:ea typeface="华文楷体" panose="02010600040101010101" pitchFamily="2" charset="-122"/>
              </a:rPr>
              <a:t>局部数据</a:t>
            </a:r>
            <a:r>
              <a:rPr lang="zh-CN" altLang="en-US" sz="2000" dirty="0">
                <a:solidFill>
                  <a:srgbClr val="000000"/>
                </a:solidFill>
                <a:latin typeface="华文楷体" panose="02010600040101010101" pitchFamily="2" charset="-122"/>
                <a:ea typeface="华文楷体" panose="02010600040101010101" pitchFamily="2" charset="-122"/>
              </a:rPr>
              <a:t>，要么是在所有过程之外定义的</a:t>
            </a:r>
            <a:r>
              <a:rPr lang="zh-CN" altLang="en-US" sz="2000" dirty="0">
                <a:solidFill>
                  <a:srgbClr val="0000FF"/>
                </a:solidFill>
                <a:latin typeface="华文楷体" panose="02010600040101010101" pitchFamily="2" charset="-122"/>
                <a:ea typeface="华文楷体" panose="02010600040101010101" pitchFamily="2" charset="-122"/>
              </a:rPr>
              <a:t>全局数据</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26</a:t>
            </a:fld>
            <a:endParaRPr lang="en-US" altLang="zh-CN" dirty="0"/>
          </a:p>
        </p:txBody>
      </p:sp>
    </p:spTree>
    <p:extLst>
      <p:ext uri="{BB962C8B-B14F-4D97-AF65-F5344CB8AC3E}">
        <p14:creationId xmlns:p14="http://schemas.microsoft.com/office/powerpoint/2010/main" val="509952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内容占位符 2"/>
          <p:cNvSpPr>
            <a:spLocks noGrp="1"/>
          </p:cNvSpPr>
          <p:nvPr>
            <p:ph idx="1"/>
          </p:nvPr>
        </p:nvSpPr>
        <p:spPr>
          <a:xfrm>
            <a:off x="644525" y="785813"/>
            <a:ext cx="7642225" cy="3225800"/>
          </a:xfrm>
        </p:spPr>
        <p:txBody>
          <a:bodyPr/>
          <a:lstStyle/>
          <a:p>
            <a:pPr algn="just" eaLnBrk="1" hangingPunct="1">
              <a:lnSpc>
                <a:spcPts val="3500"/>
              </a:lnSpc>
              <a:buClrTx/>
              <a:buFont typeface="Wingdings" pitchFamily="2" charset="2"/>
              <a:buChar char="Ø"/>
              <a:defRPr/>
            </a:pPr>
            <a:r>
              <a:rPr lang="zh-CN" altLang="en-US" sz="2800" b="1" dirty="0">
                <a:solidFill>
                  <a:schemeClr val="tx1"/>
                </a:solidFill>
                <a:cs typeface="Times New Roman" pitchFamily="18" charset="0"/>
              </a:rPr>
              <a:t>变量的存储分配和访问</a:t>
            </a:r>
            <a:endParaRPr lang="zh-CN" altLang="en-US" sz="2800" b="1" dirty="0">
              <a:solidFill>
                <a:schemeClr val="tx1"/>
              </a:solidFill>
              <a:ea typeface="楷体_GB2312"/>
              <a:cs typeface="Times New Roman" pitchFamily="18" charset="0"/>
            </a:endParaRPr>
          </a:p>
          <a:p>
            <a:pPr lvl="1" algn="just" eaLnBrk="1" hangingPunct="1">
              <a:lnSpc>
                <a:spcPts val="3500"/>
              </a:lnSpc>
              <a:buClrTx/>
              <a:buFont typeface="Wingdings" pitchFamily="2" charset="2"/>
              <a:buChar char="Ø"/>
              <a:defRPr/>
            </a:pPr>
            <a:r>
              <a:rPr lang="zh-CN" altLang="en-US" sz="2500" b="1" dirty="0">
                <a:solidFill>
                  <a:schemeClr val="tx1"/>
                </a:solidFill>
                <a:cs typeface="Times New Roman" pitchFamily="18" charset="0"/>
              </a:rPr>
              <a:t>全局变量被分配在静态区，使用</a:t>
            </a:r>
            <a:r>
              <a:rPr lang="zh-CN" altLang="en-US" sz="2500" b="1" dirty="0">
                <a:solidFill>
                  <a:schemeClr val="tx2">
                    <a:lumMod val="60000"/>
                    <a:lumOff val="40000"/>
                  </a:schemeClr>
                </a:solidFill>
                <a:cs typeface="Times New Roman" pitchFamily="18" charset="0"/>
              </a:rPr>
              <a:t>静态确定的地址</a:t>
            </a:r>
            <a:r>
              <a:rPr lang="zh-CN" altLang="en-US" sz="2500" b="1" dirty="0">
                <a:solidFill>
                  <a:schemeClr val="tx1"/>
                </a:solidFill>
                <a:cs typeface="Times New Roman" pitchFamily="18" charset="0"/>
              </a:rPr>
              <a:t>访问它们</a:t>
            </a:r>
            <a:endParaRPr lang="en-US" altLang="zh-CN" sz="2500" b="1" dirty="0">
              <a:solidFill>
                <a:schemeClr val="tx1"/>
              </a:solidFill>
              <a:cs typeface="Times New Roman" pitchFamily="18" charset="0"/>
            </a:endParaRPr>
          </a:p>
          <a:p>
            <a:pPr lvl="1">
              <a:lnSpc>
                <a:spcPts val="3500"/>
              </a:lnSpc>
              <a:buClrTx/>
              <a:buFont typeface="Wingdings" pitchFamily="2" charset="2"/>
              <a:buChar char="Ø"/>
              <a:defRPr/>
            </a:pPr>
            <a:r>
              <a:rPr lang="zh-CN" altLang="en-US" sz="2500" b="1" dirty="0">
                <a:solidFill>
                  <a:schemeClr val="tx1"/>
                </a:solidFill>
                <a:cs typeface="Times New Roman" pitchFamily="18" charset="0"/>
              </a:rPr>
              <a:t>其它变量一定是栈顶活动的局部变量。可以通过运行时刻栈的</a:t>
            </a:r>
            <a:r>
              <a:rPr lang="en-US" altLang="zh-CN" sz="2500" b="1" i="1" dirty="0" err="1">
                <a:solidFill>
                  <a:schemeClr val="tx2">
                    <a:lumMod val="60000"/>
                    <a:lumOff val="40000"/>
                  </a:schemeClr>
                </a:solidFill>
                <a:cs typeface="Times New Roman" pitchFamily="18" charset="0"/>
              </a:rPr>
              <a:t>top</a:t>
            </a:r>
            <a:r>
              <a:rPr lang="en-US" altLang="zh-CN" sz="2500" b="1" dirty="0" err="1">
                <a:solidFill>
                  <a:schemeClr val="tx2">
                    <a:lumMod val="60000"/>
                    <a:lumOff val="40000"/>
                  </a:schemeClr>
                </a:solidFill>
                <a:cs typeface="Times New Roman" pitchFamily="18" charset="0"/>
              </a:rPr>
              <a:t>_</a:t>
            </a:r>
            <a:r>
              <a:rPr lang="en-US" altLang="zh-CN" sz="2500" b="1" i="1" dirty="0" err="1">
                <a:solidFill>
                  <a:schemeClr val="tx2">
                    <a:lumMod val="60000"/>
                    <a:lumOff val="40000"/>
                  </a:schemeClr>
                </a:solidFill>
                <a:cs typeface="Times New Roman" pitchFamily="18" charset="0"/>
              </a:rPr>
              <a:t>sp</a:t>
            </a:r>
            <a:r>
              <a:rPr lang="zh-CN" altLang="en-US" sz="2500" b="1" dirty="0">
                <a:solidFill>
                  <a:schemeClr val="tx1"/>
                </a:solidFill>
                <a:cs typeface="Times New Roman" pitchFamily="18" charset="0"/>
              </a:rPr>
              <a:t>指针访问它们</a:t>
            </a:r>
            <a:endParaRPr lang="en-US" altLang="zh-CN" sz="2500" b="1" dirty="0">
              <a:solidFill>
                <a:schemeClr val="tx1"/>
              </a:solidFill>
              <a:cs typeface="Times New Roman" pitchFamily="18" charset="0"/>
            </a:endParaRPr>
          </a:p>
          <a:p>
            <a:pPr>
              <a:defRPr/>
            </a:pPr>
            <a:endParaRPr lang="zh-CN" altLang="en-US" sz="2500" b="1" dirty="0">
              <a:solidFill>
                <a:schemeClr val="tx1"/>
              </a:solidFill>
            </a:endParaRPr>
          </a:p>
        </p:txBody>
      </p:sp>
      <p:sp>
        <p:nvSpPr>
          <p:cNvPr id="94211"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无过程嵌套声明时的数据访问</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27</a:t>
            </a:fld>
            <a:endParaRPr lang="en-US" altLang="zh-CN" dirty="0"/>
          </a:p>
        </p:txBody>
      </p:sp>
    </p:spTree>
    <p:extLst>
      <p:ext uri="{BB962C8B-B14F-4D97-AF65-F5344CB8AC3E}">
        <p14:creationId xmlns:p14="http://schemas.microsoft.com/office/powerpoint/2010/main" val="962436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5" name="Rectangle 3"/>
          <p:cNvSpPr>
            <a:spLocks noGrp="1" noChangeArrowheads="1"/>
          </p:cNvSpPr>
          <p:nvPr>
            <p:ph idx="1"/>
          </p:nvPr>
        </p:nvSpPr>
        <p:spPr>
          <a:xfrm>
            <a:off x="430213" y="858838"/>
            <a:ext cx="8428037" cy="3729037"/>
          </a:xfrm>
        </p:spPr>
        <p:txBody>
          <a:bodyPr/>
          <a:lstStyle/>
          <a:p>
            <a:pPr eaLnBrk="1" hangingPunct="1">
              <a:lnSpc>
                <a:spcPts val="3500"/>
              </a:lnSpc>
              <a:buClrTx/>
              <a:buFont typeface="Wingdings" panose="05000000000000000000" pitchFamily="2" charset="2"/>
              <a:buChar char="Ø"/>
            </a:pPr>
            <a:r>
              <a:rPr lang="zh-CN" altLang="en-US" sz="2800" b="1">
                <a:solidFill>
                  <a:schemeClr val="tx1"/>
                </a:solidFill>
                <a:ea typeface="楷体" panose="02010609060101010101" pitchFamily="49" charset="-122"/>
                <a:cs typeface="Times New Roman" panose="02020603050405020304" pitchFamily="18" charset="0"/>
              </a:rPr>
              <a:t>嵌套深度</a:t>
            </a:r>
            <a:endParaRPr lang="en-US" altLang="zh-CN" sz="2800" b="1">
              <a:solidFill>
                <a:schemeClr val="tx1"/>
              </a:solidFill>
              <a:ea typeface="楷体" panose="02010609060101010101" pitchFamily="49" charset="-122"/>
              <a:cs typeface="Times New Roman" panose="02020603050405020304" pitchFamily="18" charset="0"/>
            </a:endParaRPr>
          </a:p>
          <a:p>
            <a:pPr lvl="1" eaLnBrk="1" hangingPunct="1">
              <a:lnSpc>
                <a:spcPts val="3500"/>
              </a:lnSpc>
              <a:buClrTx/>
              <a:buFont typeface="Wingdings" panose="05000000000000000000" pitchFamily="2" charset="2"/>
              <a:buChar char="Ø"/>
            </a:pPr>
            <a:r>
              <a:rPr lang="zh-CN" altLang="en-US" sz="2600" b="1">
                <a:solidFill>
                  <a:schemeClr val="tx1"/>
                </a:solidFill>
                <a:ea typeface="楷体" panose="02010609060101010101" pitchFamily="49" charset="-122"/>
                <a:cs typeface="Times New Roman" panose="02020603050405020304" pitchFamily="18" charset="0"/>
              </a:rPr>
              <a:t>过程的嵌套深度</a:t>
            </a:r>
          </a:p>
          <a:p>
            <a:pPr lvl="2">
              <a:lnSpc>
                <a:spcPts val="3500"/>
              </a:lnSpc>
              <a:buClrTx/>
              <a:buFont typeface="Wingdings" panose="05000000000000000000" pitchFamily="2" charset="2"/>
              <a:buChar char="Ø"/>
            </a:pPr>
            <a:r>
              <a:rPr lang="zh-CN" altLang="en-US" sz="2300" b="1">
                <a:solidFill>
                  <a:schemeClr val="tx1"/>
                </a:solidFill>
                <a:ea typeface="楷体" panose="02010609060101010101" pitchFamily="49" charset="-122"/>
                <a:cs typeface="Times New Roman" panose="02020603050405020304" pitchFamily="18" charset="0"/>
              </a:rPr>
              <a:t>不内嵌在任何其它过程中的过程，设其嵌套深度为</a:t>
            </a:r>
            <a:r>
              <a:rPr lang="en-US" altLang="zh-CN" sz="2300" b="1">
                <a:solidFill>
                  <a:schemeClr val="tx1"/>
                </a:solidFill>
                <a:ea typeface="楷体" panose="02010609060101010101" pitchFamily="49" charset="-122"/>
                <a:cs typeface="Times New Roman" panose="02020603050405020304" pitchFamily="18" charset="0"/>
              </a:rPr>
              <a:t>1</a:t>
            </a:r>
          </a:p>
          <a:p>
            <a:pPr lvl="2">
              <a:lnSpc>
                <a:spcPts val="3500"/>
              </a:lnSpc>
              <a:buClrTx/>
              <a:buFont typeface="Wingdings" panose="05000000000000000000" pitchFamily="2" charset="2"/>
              <a:buChar char="Ø"/>
            </a:pPr>
            <a:r>
              <a:rPr lang="zh-CN" altLang="en-US" sz="2300" b="1">
                <a:solidFill>
                  <a:schemeClr val="tx1"/>
                </a:solidFill>
                <a:ea typeface="楷体" panose="02010609060101010101" pitchFamily="49" charset="-122"/>
                <a:cs typeface="Times New Roman" panose="02020603050405020304" pitchFamily="18" charset="0"/>
              </a:rPr>
              <a:t>如果一个过程</a:t>
            </a:r>
            <a:r>
              <a:rPr lang="en-US" altLang="zh-CN" sz="2300" b="1" i="1">
                <a:solidFill>
                  <a:schemeClr val="tx1"/>
                </a:solidFill>
                <a:ea typeface="楷体" panose="02010609060101010101" pitchFamily="49" charset="-122"/>
                <a:cs typeface="Times New Roman" panose="02020603050405020304" pitchFamily="18" charset="0"/>
              </a:rPr>
              <a:t>p</a:t>
            </a:r>
            <a:r>
              <a:rPr lang="zh-CN" altLang="en-US" sz="2300" b="1">
                <a:solidFill>
                  <a:schemeClr val="tx1"/>
                </a:solidFill>
                <a:ea typeface="楷体" panose="02010609060101010101" pitchFamily="49" charset="-122"/>
                <a:cs typeface="Times New Roman" panose="02020603050405020304" pitchFamily="18" charset="0"/>
              </a:rPr>
              <a:t>在一个嵌套深度为</a:t>
            </a:r>
            <a:r>
              <a:rPr lang="en-US" altLang="zh-CN" sz="2300" b="1" i="1">
                <a:solidFill>
                  <a:schemeClr val="tx1"/>
                </a:solidFill>
                <a:ea typeface="楷体" panose="02010609060101010101" pitchFamily="49" charset="-122"/>
                <a:cs typeface="Times New Roman" panose="02020603050405020304" pitchFamily="18" charset="0"/>
              </a:rPr>
              <a:t>i</a:t>
            </a:r>
            <a:r>
              <a:rPr lang="zh-CN" altLang="en-US" sz="2300" b="1">
                <a:solidFill>
                  <a:schemeClr val="tx1"/>
                </a:solidFill>
                <a:ea typeface="楷体" panose="02010609060101010101" pitchFamily="49" charset="-122"/>
                <a:cs typeface="Times New Roman" panose="02020603050405020304" pitchFamily="18" charset="0"/>
              </a:rPr>
              <a:t>的过程中定义，则设定</a:t>
            </a:r>
            <a:r>
              <a:rPr lang="en-US" altLang="zh-CN" sz="2300" b="1" i="1">
                <a:solidFill>
                  <a:schemeClr val="tx1"/>
                </a:solidFill>
                <a:ea typeface="楷体" panose="02010609060101010101" pitchFamily="49" charset="-122"/>
                <a:cs typeface="Times New Roman" panose="02020603050405020304" pitchFamily="18" charset="0"/>
              </a:rPr>
              <a:t>p</a:t>
            </a:r>
            <a:r>
              <a:rPr lang="zh-CN" altLang="en-US" sz="2300" b="1">
                <a:solidFill>
                  <a:schemeClr val="tx1"/>
                </a:solidFill>
                <a:ea typeface="楷体" panose="02010609060101010101" pitchFamily="49" charset="-122"/>
                <a:cs typeface="Times New Roman" panose="02020603050405020304" pitchFamily="18" charset="0"/>
              </a:rPr>
              <a:t>的嵌套深度为</a:t>
            </a:r>
            <a:r>
              <a:rPr lang="en-US" altLang="zh-CN" sz="2300" b="1" i="1">
                <a:solidFill>
                  <a:schemeClr val="tx1"/>
                </a:solidFill>
                <a:ea typeface="楷体" panose="02010609060101010101" pitchFamily="49" charset="-122"/>
                <a:cs typeface="Times New Roman" panose="02020603050405020304" pitchFamily="18" charset="0"/>
              </a:rPr>
              <a:t>i</a:t>
            </a:r>
            <a:r>
              <a:rPr lang="en-US" altLang="zh-CN" sz="2300" b="1">
                <a:solidFill>
                  <a:schemeClr val="tx1"/>
                </a:solidFill>
                <a:ea typeface="楷体" panose="02010609060101010101" pitchFamily="49" charset="-122"/>
                <a:cs typeface="Times New Roman" panose="02020603050405020304" pitchFamily="18" charset="0"/>
              </a:rPr>
              <a:t> +1</a:t>
            </a:r>
          </a:p>
          <a:p>
            <a:pPr lvl="1" eaLnBrk="1" hangingPunct="1">
              <a:lnSpc>
                <a:spcPts val="3500"/>
              </a:lnSpc>
              <a:buClrTx/>
              <a:buFont typeface="Wingdings" panose="05000000000000000000" pitchFamily="2" charset="2"/>
              <a:buChar char="Ø"/>
            </a:pPr>
            <a:r>
              <a:rPr lang="zh-CN" altLang="en-US" sz="2600" b="1">
                <a:solidFill>
                  <a:schemeClr val="tx1"/>
                </a:solidFill>
                <a:ea typeface="楷体" panose="02010609060101010101" pitchFamily="49" charset="-122"/>
                <a:cs typeface="Times New Roman" panose="02020603050405020304" pitchFamily="18" charset="0"/>
              </a:rPr>
              <a:t>变量的嵌套深度</a:t>
            </a:r>
          </a:p>
          <a:p>
            <a:pPr lvl="2" eaLnBrk="1" hangingPunct="1">
              <a:lnSpc>
                <a:spcPts val="3500"/>
              </a:lnSpc>
              <a:buClrTx/>
              <a:buFont typeface="Wingdings" panose="05000000000000000000" pitchFamily="2" charset="2"/>
              <a:buChar char="Ø"/>
            </a:pPr>
            <a:r>
              <a:rPr lang="zh-CN" altLang="en-US" sz="2300" b="1">
                <a:solidFill>
                  <a:schemeClr val="tx1"/>
                </a:solidFill>
                <a:ea typeface="楷体" panose="02010609060101010101" pitchFamily="49" charset="-122"/>
                <a:cs typeface="Times New Roman" panose="02020603050405020304" pitchFamily="18" charset="0"/>
              </a:rPr>
              <a:t>将变量声明所在过程的嵌套深度作为该变量的嵌套深度</a:t>
            </a:r>
          </a:p>
        </p:txBody>
      </p:sp>
      <p:sp>
        <p:nvSpPr>
          <p:cNvPr id="96259"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有过程嵌套声明时的数据访问</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28</a:t>
            </a:fld>
            <a:endParaRPr lang="en-US" altLang="zh-CN" dirty="0"/>
          </a:p>
        </p:txBody>
      </p:sp>
    </p:spTree>
    <p:extLst>
      <p:ext uri="{BB962C8B-B14F-4D97-AF65-F5344CB8AC3E}">
        <p14:creationId xmlns:p14="http://schemas.microsoft.com/office/powerpoint/2010/main" val="73923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694275">
                                            <p:txEl>
                                              <p:pRg st="0" end="0"/>
                                            </p:txEl>
                                          </p:spTgt>
                                        </p:tgtEl>
                                        <p:attrNameLst>
                                          <p:attrName>style.visibility</p:attrName>
                                        </p:attrNameLst>
                                      </p:cBhvr>
                                      <p:to>
                                        <p:strVal val="visible"/>
                                      </p:to>
                                    </p:set>
                                    <p:anim calcmode="lin" valueType="num">
                                      <p:cBhvr>
                                        <p:cTn id="7" dur="500" fill="hold"/>
                                        <p:tgtEl>
                                          <p:spTgt spid="6942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9427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94275">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694275">
                                            <p:txEl>
                                              <p:pRg st="1" end="1"/>
                                            </p:txEl>
                                          </p:spTgt>
                                        </p:tgtEl>
                                        <p:attrNameLst>
                                          <p:attrName>style.visibility</p:attrName>
                                        </p:attrNameLst>
                                      </p:cBhvr>
                                      <p:to>
                                        <p:strVal val="visible"/>
                                      </p:to>
                                    </p:set>
                                    <p:anim calcmode="lin" valueType="num">
                                      <p:cBhvr>
                                        <p:cTn id="14" dur="500" fill="hold"/>
                                        <p:tgtEl>
                                          <p:spTgt spid="694275">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694275">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694275">
                                            <p:txEl>
                                              <p:pRg st="1" end="1"/>
                                            </p:txEl>
                                          </p:spTgt>
                                        </p:tgtEl>
                                      </p:cBhvr>
                                    </p:animEffect>
                                  </p:childTnLst>
                                </p:cTn>
                              </p:par>
                              <p:par>
                                <p:cTn id="17" presetID="53" presetClass="entr" presetSubtype="0" fill="hold" nodeType="withEffect">
                                  <p:stCondLst>
                                    <p:cond delay="0"/>
                                  </p:stCondLst>
                                  <p:childTnLst>
                                    <p:set>
                                      <p:cBhvr>
                                        <p:cTn id="18" dur="1" fill="hold">
                                          <p:stCondLst>
                                            <p:cond delay="0"/>
                                          </p:stCondLst>
                                        </p:cTn>
                                        <p:tgtEl>
                                          <p:spTgt spid="694275">
                                            <p:txEl>
                                              <p:pRg st="2" end="2"/>
                                            </p:txEl>
                                          </p:spTgt>
                                        </p:tgtEl>
                                        <p:attrNameLst>
                                          <p:attrName>style.visibility</p:attrName>
                                        </p:attrNameLst>
                                      </p:cBhvr>
                                      <p:to>
                                        <p:strVal val="visible"/>
                                      </p:to>
                                    </p:set>
                                    <p:anim calcmode="lin" valueType="num">
                                      <p:cBhvr>
                                        <p:cTn id="19" dur="500" fill="hold"/>
                                        <p:tgtEl>
                                          <p:spTgt spid="69427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694275">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694275">
                                            <p:txEl>
                                              <p:pRg st="2" end="2"/>
                                            </p:txEl>
                                          </p:spTgt>
                                        </p:tgtEl>
                                      </p:cBhvr>
                                    </p:animEffect>
                                  </p:childTnLst>
                                </p:cTn>
                              </p:par>
                              <p:par>
                                <p:cTn id="22" presetID="53" presetClass="entr" presetSubtype="0" fill="hold" nodeType="withEffect">
                                  <p:stCondLst>
                                    <p:cond delay="0"/>
                                  </p:stCondLst>
                                  <p:childTnLst>
                                    <p:set>
                                      <p:cBhvr>
                                        <p:cTn id="23" dur="1" fill="hold">
                                          <p:stCondLst>
                                            <p:cond delay="0"/>
                                          </p:stCondLst>
                                        </p:cTn>
                                        <p:tgtEl>
                                          <p:spTgt spid="694275">
                                            <p:txEl>
                                              <p:pRg st="3" end="3"/>
                                            </p:txEl>
                                          </p:spTgt>
                                        </p:tgtEl>
                                        <p:attrNameLst>
                                          <p:attrName>style.visibility</p:attrName>
                                        </p:attrNameLst>
                                      </p:cBhvr>
                                      <p:to>
                                        <p:strVal val="visible"/>
                                      </p:to>
                                    </p:set>
                                    <p:anim calcmode="lin" valueType="num">
                                      <p:cBhvr>
                                        <p:cTn id="24" dur="500" fill="hold"/>
                                        <p:tgtEl>
                                          <p:spTgt spid="694275">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694275">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694275">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0" fill="hold" nodeType="clickEffect">
                                  <p:stCondLst>
                                    <p:cond delay="0"/>
                                  </p:stCondLst>
                                  <p:childTnLst>
                                    <p:set>
                                      <p:cBhvr>
                                        <p:cTn id="30" dur="1" fill="hold">
                                          <p:stCondLst>
                                            <p:cond delay="0"/>
                                          </p:stCondLst>
                                        </p:cTn>
                                        <p:tgtEl>
                                          <p:spTgt spid="694275">
                                            <p:txEl>
                                              <p:pRg st="4" end="4"/>
                                            </p:txEl>
                                          </p:spTgt>
                                        </p:tgtEl>
                                        <p:attrNameLst>
                                          <p:attrName>style.visibility</p:attrName>
                                        </p:attrNameLst>
                                      </p:cBhvr>
                                      <p:to>
                                        <p:strVal val="visible"/>
                                      </p:to>
                                    </p:set>
                                    <p:anim calcmode="lin" valueType="num">
                                      <p:cBhvr>
                                        <p:cTn id="31" dur="500" fill="hold"/>
                                        <p:tgtEl>
                                          <p:spTgt spid="694275">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694275">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694275">
                                            <p:txEl>
                                              <p:pRg st="4" end="4"/>
                                            </p:txEl>
                                          </p:spTgt>
                                        </p:tgtEl>
                                      </p:cBhvr>
                                    </p:animEffect>
                                  </p:childTnLst>
                                </p:cTn>
                              </p:par>
                              <p:par>
                                <p:cTn id="34" presetID="53" presetClass="entr" presetSubtype="0" fill="hold" nodeType="withEffect">
                                  <p:stCondLst>
                                    <p:cond delay="0"/>
                                  </p:stCondLst>
                                  <p:childTnLst>
                                    <p:set>
                                      <p:cBhvr>
                                        <p:cTn id="35" dur="1" fill="hold">
                                          <p:stCondLst>
                                            <p:cond delay="0"/>
                                          </p:stCondLst>
                                        </p:cTn>
                                        <p:tgtEl>
                                          <p:spTgt spid="694275">
                                            <p:txEl>
                                              <p:pRg st="5" end="5"/>
                                            </p:txEl>
                                          </p:spTgt>
                                        </p:tgtEl>
                                        <p:attrNameLst>
                                          <p:attrName>style.visibility</p:attrName>
                                        </p:attrNameLst>
                                      </p:cBhvr>
                                      <p:to>
                                        <p:strVal val="visible"/>
                                      </p:to>
                                    </p:set>
                                    <p:anim calcmode="lin" valueType="num">
                                      <p:cBhvr>
                                        <p:cTn id="36" dur="500" fill="hold"/>
                                        <p:tgtEl>
                                          <p:spTgt spid="694275">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694275">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6942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p:cNvGrpSpPr>
            <a:grpSpLocks/>
          </p:cNvGrpSpPr>
          <p:nvPr/>
        </p:nvGrpSpPr>
        <p:grpSpPr bwMode="auto">
          <a:xfrm>
            <a:off x="4427538" y="123825"/>
            <a:ext cx="3282950" cy="2087563"/>
            <a:chOff x="4500563" y="500063"/>
            <a:chExt cx="3282950" cy="2087562"/>
          </a:xfrm>
        </p:grpSpPr>
        <p:sp>
          <p:nvSpPr>
            <p:cNvPr id="696324" name="Rectangle 4"/>
            <p:cNvSpPr>
              <a:spLocks noChangeArrowheads="1"/>
            </p:cNvSpPr>
            <p:nvPr/>
          </p:nvSpPr>
          <p:spPr bwMode="auto">
            <a:xfrm>
              <a:off x="4500563" y="500063"/>
              <a:ext cx="3282950" cy="2071687"/>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3" name="直接连接符 2"/>
            <p:cNvCxnSpPr/>
            <p:nvPr/>
          </p:nvCxnSpPr>
          <p:spPr>
            <a:xfrm>
              <a:off x="4500563" y="857251"/>
              <a:ext cx="3276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640513" y="500063"/>
              <a:ext cx="0" cy="2087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矩形 8"/>
          <p:cNvSpPr/>
          <p:nvPr/>
        </p:nvSpPr>
        <p:spPr>
          <a:xfrm>
            <a:off x="155575" y="828675"/>
            <a:ext cx="8177213" cy="4279900"/>
          </a:xfrm>
          <a:prstGeom prst="rect">
            <a:avLst/>
          </a:prstGeom>
          <a:noFill/>
          <a:ln>
            <a:no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program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sort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input</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output</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array</a:t>
            </a:r>
            <a:r>
              <a:rPr lang="en-US" altLang="zh-CN" sz="2000" kern="0" dirty="0">
                <a:solidFill>
                  <a:srgbClr val="000000"/>
                </a:solidFill>
                <a:latin typeface="Times New Roman" panose="02020603050405020304" pitchFamily="18" charset="0"/>
                <a:ea typeface="楷体_GB2312" pitchFamily="49" charset="-122"/>
              </a:rPr>
              <a:t>[0..10] </a:t>
            </a:r>
            <a:r>
              <a:rPr lang="en-US" altLang="zh-CN" sz="2000" i="1" kern="0" dirty="0">
                <a:solidFill>
                  <a:srgbClr val="000000"/>
                </a:solidFill>
                <a:latin typeface="Times New Roman" panose="02020603050405020304" pitchFamily="18" charset="0"/>
                <a:ea typeface="楷体_GB2312" pitchFamily="49" charset="-122"/>
              </a:rPr>
              <a:t>of 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           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FF0000"/>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exchang</a:t>
            </a:r>
            <a:r>
              <a:rPr lang="en-US" altLang="zh-CN" sz="2000" kern="0" dirty="0">
                <a:solidFill>
                  <a:srgbClr val="FF0000"/>
                </a:solidFill>
                <a:latin typeface="Times New Roman" panose="02020603050405020304" pitchFamily="18" charset="0"/>
                <a:ea typeface="楷体_GB2312" pitchFamily="49" charset="-122"/>
              </a:rPr>
              <a:t>e</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err="1">
                <a:solidFill>
                  <a:prstClr val="black"/>
                </a:solidFill>
                <a:latin typeface="Times New Roman" panose="02020603050405020304" pitchFamily="18" charset="0"/>
                <a:ea typeface="楷体_GB2312" pitchFamily="49" charset="-122"/>
              </a:rPr>
              <a:t>i</a:t>
            </a:r>
            <a:r>
              <a:rPr lang="en-US" altLang="zh-CN" sz="2000" kern="0" dirty="0">
                <a:solidFill>
                  <a:prstClr val="black"/>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a:t>
            </a:r>
            <a:r>
              <a:rPr lang="en-US" altLang="zh-CN" sz="2000" kern="0" dirty="0">
                <a:solidFill>
                  <a:srgbClr val="0000FF"/>
                </a:solidFill>
                <a:latin typeface="Times New Roman" panose="02020603050405020304" pitchFamily="18" charset="0"/>
                <a:ea typeface="楷体_GB2312" pitchFamily="49" charset="-122"/>
              </a:rPr>
              <a:t>e</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quicksort</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n</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k</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v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function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partition</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y</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z</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a:t>
            </a:r>
            <a:r>
              <a:rPr lang="en-US" altLang="zh-CN" sz="2000"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exchange</a:t>
            </a:r>
            <a:r>
              <a:rPr lang="en-US" altLang="zh-CN" sz="2000" kern="0" dirty="0">
                <a:solidFill>
                  <a:srgbClr val="0000FF"/>
                </a:solidFill>
                <a:latin typeface="Times New Roman" panose="02020603050405020304" pitchFamily="18" charset="0"/>
                <a:ea typeface="楷体_GB2312" pitchFamily="49" charset="-122"/>
              </a:rPr>
              <a:t>(</a:t>
            </a:r>
            <a:r>
              <a:rPr lang="en-US" altLang="zh-CN" sz="2000" i="1" kern="0" dirty="0" err="1">
                <a:solidFill>
                  <a:srgbClr val="0000FF"/>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 </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sort</a:t>
            </a:r>
            <a:r>
              <a:rPr lang="en-US" altLang="zh-CN" sz="2000" kern="0" dirty="0">
                <a:solidFill>
                  <a:srgbClr val="000000"/>
                </a:solidFill>
                <a:latin typeface="Times New Roman" panose="02020603050405020304" pitchFamily="18" charset="0"/>
                <a:ea typeface="楷体_GB2312" pitchFamily="49" charset="-122"/>
              </a:rPr>
              <a:t>}</a:t>
            </a:r>
            <a:r>
              <a:rPr lang="zh-CN" altLang="en-US" sz="2000" kern="0" dirty="0">
                <a:solidFill>
                  <a:srgbClr val="000000"/>
                </a:solidFill>
                <a:latin typeface="Times New Roman" panose="02020603050405020304" pitchFamily="18" charset="0"/>
                <a:ea typeface="楷体_GB2312" pitchFamily="49" charset="-122"/>
              </a:rPr>
              <a:t>；</a:t>
            </a:r>
            <a:endParaRPr lang="en-US" altLang="zh-CN" sz="2000" kern="0" dirty="0">
              <a:solidFill>
                <a:srgbClr val="000000"/>
              </a:solidFill>
              <a:latin typeface="Times New Roman" panose="02020603050405020304" pitchFamily="18" charset="0"/>
              <a:ea typeface="楷体_GB2312" pitchFamily="49" charset="-122"/>
            </a:endParaRPr>
          </a:p>
        </p:txBody>
      </p:sp>
      <p:sp>
        <p:nvSpPr>
          <p:cNvPr id="4" name="灯片编号占位符 3"/>
          <p:cNvSpPr>
            <a:spLocks noGrp="1"/>
          </p:cNvSpPr>
          <p:nvPr>
            <p:ph type="sldNum" sz="quarter" idx="12"/>
          </p:nvPr>
        </p:nvSpPr>
        <p:spPr/>
        <p:txBody>
          <a:bodyPr/>
          <a:lstStyle/>
          <a:p>
            <a:pPr>
              <a:defRPr/>
            </a:pPr>
            <a:fld id="{64CF1D47-2B30-44A6-81DA-EC28584A641A}" type="slidenum">
              <a:rPr lang="zh-CN" altLang="en-US" smtClean="0"/>
              <a:pPr>
                <a:defRPr/>
              </a:pPr>
              <a:t>29</a:t>
            </a:fld>
            <a:endParaRPr lang="en-US" altLang="zh-CN" dirty="0"/>
          </a:p>
        </p:txBody>
      </p:sp>
    </p:spTree>
    <p:extLst>
      <p:ext uri="{BB962C8B-B14F-4D97-AF65-F5344CB8AC3E}">
        <p14:creationId xmlns:p14="http://schemas.microsoft.com/office/powerpoint/2010/main" val="4946290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428625" y="785813"/>
            <a:ext cx="8391525" cy="4368800"/>
          </a:xfrm>
        </p:spPr>
        <p:txBody>
          <a:bodyPr/>
          <a:lstStyle/>
          <a:p>
            <a:pPr>
              <a:lnSpc>
                <a:spcPts val="3800"/>
              </a:lnSpc>
              <a:buClrTx/>
              <a:buFont typeface="Wingdings" pitchFamily="2" charset="2"/>
              <a:buChar char="Ø"/>
              <a:defRPr/>
            </a:pPr>
            <a:r>
              <a:rPr lang="zh-CN" altLang="en-US" sz="2800" b="1" dirty="0">
                <a:solidFill>
                  <a:schemeClr val="tx1"/>
                </a:solidFill>
                <a:cs typeface="Times New Roman" pitchFamily="18" charset="0"/>
              </a:rPr>
              <a:t>静态作用域规则：只要过程</a:t>
            </a:r>
            <a:r>
              <a:rPr lang="en-US" altLang="zh-CN" sz="2800" b="1" i="1" dirty="0">
                <a:solidFill>
                  <a:schemeClr val="tx1"/>
                </a:solidFill>
                <a:cs typeface="Times New Roman" pitchFamily="18" charset="0"/>
              </a:rPr>
              <a:t>b</a:t>
            </a:r>
            <a:r>
              <a:rPr lang="zh-CN" altLang="en-US" sz="2800" b="1" dirty="0">
                <a:solidFill>
                  <a:schemeClr val="tx1"/>
                </a:solidFill>
                <a:cs typeface="Times New Roman" pitchFamily="18" charset="0"/>
              </a:rPr>
              <a:t>的声明嵌套在过程</a:t>
            </a:r>
            <a:r>
              <a:rPr lang="en-US" altLang="zh-CN" sz="2800" b="1" i="1" dirty="0">
                <a:solidFill>
                  <a:schemeClr val="tx1"/>
                </a:solidFill>
                <a:cs typeface="Times New Roman" pitchFamily="18" charset="0"/>
              </a:rPr>
              <a:t>a</a:t>
            </a:r>
            <a:r>
              <a:rPr lang="zh-CN" altLang="en-US" sz="2800" b="1" dirty="0">
                <a:solidFill>
                  <a:schemeClr val="tx1"/>
                </a:solidFill>
                <a:cs typeface="Times New Roman" pitchFamily="18" charset="0"/>
              </a:rPr>
              <a:t>的声明中，过程</a:t>
            </a:r>
            <a:r>
              <a:rPr lang="en-US" altLang="zh-CN" sz="2800" b="1" i="1" dirty="0">
                <a:solidFill>
                  <a:schemeClr val="tx1"/>
                </a:solidFill>
                <a:cs typeface="Times New Roman" pitchFamily="18" charset="0"/>
              </a:rPr>
              <a:t>b</a:t>
            </a:r>
            <a:r>
              <a:rPr lang="zh-CN" altLang="en-US" sz="2800" b="1" dirty="0">
                <a:solidFill>
                  <a:schemeClr val="tx1"/>
                </a:solidFill>
                <a:cs typeface="Times New Roman" pitchFamily="18" charset="0"/>
              </a:rPr>
              <a:t>就可以访问过程</a:t>
            </a:r>
            <a:r>
              <a:rPr lang="en-US" altLang="zh-CN" sz="2800" b="1" i="1" dirty="0">
                <a:solidFill>
                  <a:schemeClr val="tx1"/>
                </a:solidFill>
                <a:cs typeface="Times New Roman" pitchFamily="18" charset="0"/>
              </a:rPr>
              <a:t>a</a:t>
            </a:r>
            <a:r>
              <a:rPr lang="zh-CN" altLang="en-US" sz="2800" b="1" dirty="0">
                <a:solidFill>
                  <a:schemeClr val="tx1"/>
                </a:solidFill>
                <a:cs typeface="Times New Roman" pitchFamily="18" charset="0"/>
              </a:rPr>
              <a:t>中声明的对象</a:t>
            </a:r>
            <a:endParaRPr lang="en-US" altLang="zh-CN" sz="2800" b="1" dirty="0">
              <a:solidFill>
                <a:schemeClr val="tx1"/>
              </a:solidFill>
              <a:cs typeface="Times New Roman" pitchFamily="18" charset="0"/>
            </a:endParaRPr>
          </a:p>
          <a:p>
            <a:pPr>
              <a:lnSpc>
                <a:spcPts val="3800"/>
              </a:lnSpc>
              <a:buClrTx/>
              <a:buFont typeface="Wingdings" pitchFamily="2" charset="2"/>
              <a:buChar char="Ø"/>
              <a:defRPr/>
            </a:pPr>
            <a:r>
              <a:rPr lang="zh-CN" altLang="en-US" sz="2800" b="1" dirty="0">
                <a:solidFill>
                  <a:schemeClr val="tx1"/>
                </a:solidFill>
                <a:cs typeface="Times New Roman" pitchFamily="18" charset="0"/>
              </a:rPr>
              <a:t>可以在相互嵌套的过程的活动记录之间建立一种称为</a:t>
            </a:r>
            <a:r>
              <a:rPr lang="zh-CN" altLang="en-US" sz="2800" b="1" dirty="0">
                <a:solidFill>
                  <a:srgbClr val="FF0000"/>
                </a:solidFill>
                <a:cs typeface="Times New Roman" pitchFamily="18" charset="0"/>
              </a:rPr>
              <a:t>访问链</a:t>
            </a:r>
            <a:r>
              <a:rPr lang="en-US" altLang="zh-CN" sz="2000" b="1" dirty="0">
                <a:solidFill>
                  <a:prstClr val="black"/>
                </a:solidFill>
                <a:cs typeface="Times New Roman" pitchFamily="18" charset="0"/>
              </a:rPr>
              <a:t>(</a:t>
            </a:r>
            <a:r>
              <a:rPr lang="en-US" altLang="zh-CN" sz="2000" b="1" i="1" dirty="0">
                <a:solidFill>
                  <a:prstClr val="black"/>
                </a:solidFill>
                <a:cs typeface="Times New Roman" pitchFamily="18" charset="0"/>
              </a:rPr>
              <a:t>Access link</a:t>
            </a:r>
            <a:r>
              <a:rPr lang="en-US" altLang="zh-CN" sz="2000" b="1" dirty="0">
                <a:solidFill>
                  <a:prstClr val="black"/>
                </a:solidFill>
                <a:ea typeface="楷体_GB2312"/>
                <a:cs typeface="Times New Roman" pitchFamily="18" charset="0"/>
              </a:rPr>
              <a:t>)</a:t>
            </a:r>
            <a:r>
              <a:rPr lang="zh-CN" altLang="en-US" sz="2800" b="1" dirty="0">
                <a:solidFill>
                  <a:schemeClr val="tx1"/>
                </a:solidFill>
                <a:cs typeface="Times New Roman" pitchFamily="18" charset="0"/>
              </a:rPr>
              <a:t>的指针，使得内嵌的过程可以访问外层过程中声明的对象</a:t>
            </a:r>
            <a:endParaRPr lang="en-US" altLang="zh-CN" sz="2800" b="1" dirty="0">
              <a:solidFill>
                <a:schemeClr val="tx1"/>
              </a:solidFill>
              <a:cs typeface="Times New Roman" pitchFamily="18" charset="0"/>
            </a:endParaRPr>
          </a:p>
          <a:p>
            <a:pPr lvl="1">
              <a:lnSpc>
                <a:spcPts val="3800"/>
              </a:lnSpc>
              <a:buClrTx/>
              <a:buFont typeface="Wingdings" pitchFamily="2" charset="2"/>
              <a:buChar char="Ø"/>
              <a:defRPr/>
            </a:pPr>
            <a:r>
              <a:rPr lang="zh-CN" altLang="en-US" sz="2500" b="1" dirty="0">
                <a:solidFill>
                  <a:schemeClr val="tx1"/>
                </a:solidFill>
                <a:cs typeface="Times New Roman" pitchFamily="18" charset="0"/>
              </a:rPr>
              <a:t>如果过程</a:t>
            </a:r>
            <a:r>
              <a:rPr lang="en-US" altLang="zh-CN" sz="2500" b="1" i="1" dirty="0">
                <a:solidFill>
                  <a:schemeClr val="tx1"/>
                </a:solidFill>
                <a:cs typeface="Times New Roman" pitchFamily="18" charset="0"/>
              </a:rPr>
              <a:t>b</a:t>
            </a:r>
            <a:r>
              <a:rPr lang="zh-CN" altLang="en-US" sz="2500" b="1" dirty="0">
                <a:solidFill>
                  <a:schemeClr val="tx1"/>
                </a:solidFill>
                <a:cs typeface="Times New Roman" pitchFamily="18" charset="0"/>
              </a:rPr>
              <a:t>在源代码中</a:t>
            </a:r>
            <a:r>
              <a:rPr lang="zh-CN" altLang="en-US" sz="2500" b="1" dirty="0">
                <a:solidFill>
                  <a:schemeClr val="tx2">
                    <a:lumMod val="60000"/>
                    <a:lumOff val="40000"/>
                  </a:schemeClr>
                </a:solidFill>
                <a:cs typeface="Times New Roman" pitchFamily="18" charset="0"/>
              </a:rPr>
              <a:t>直接嵌套</a:t>
            </a:r>
            <a:r>
              <a:rPr lang="zh-CN" altLang="en-US" sz="2500" b="1" dirty="0">
                <a:solidFill>
                  <a:schemeClr val="tx1"/>
                </a:solidFill>
                <a:cs typeface="Times New Roman" pitchFamily="18" charset="0"/>
              </a:rPr>
              <a:t>在过程</a:t>
            </a:r>
            <a:r>
              <a:rPr lang="en-US" altLang="zh-CN" sz="2500" b="1" i="1" dirty="0">
                <a:solidFill>
                  <a:schemeClr val="tx1"/>
                </a:solidFill>
                <a:cs typeface="Times New Roman" pitchFamily="18" charset="0"/>
              </a:rPr>
              <a:t>a</a:t>
            </a:r>
            <a:r>
              <a:rPr lang="zh-CN" altLang="en-US" sz="2500" b="1" dirty="0">
                <a:solidFill>
                  <a:schemeClr val="tx1"/>
                </a:solidFill>
                <a:cs typeface="Times New Roman" pitchFamily="18" charset="0"/>
              </a:rPr>
              <a:t>中</a:t>
            </a:r>
            <a:r>
              <a:rPr lang="en-US" altLang="zh-CN" sz="2500" b="1" dirty="0">
                <a:solidFill>
                  <a:schemeClr val="tx1"/>
                </a:solidFill>
                <a:cs typeface="Times New Roman" pitchFamily="18" charset="0"/>
              </a:rPr>
              <a:t>(</a:t>
            </a:r>
            <a:r>
              <a:rPr lang="en-US" altLang="zh-CN" sz="2500" b="1" i="1" dirty="0">
                <a:solidFill>
                  <a:schemeClr val="tx1"/>
                </a:solidFill>
                <a:cs typeface="Times New Roman" pitchFamily="18" charset="0"/>
              </a:rPr>
              <a:t>b</a:t>
            </a:r>
            <a:r>
              <a:rPr lang="zh-CN" altLang="en-US" sz="2500" b="1" dirty="0">
                <a:solidFill>
                  <a:schemeClr val="tx1"/>
                </a:solidFill>
                <a:cs typeface="Times New Roman" pitchFamily="18" charset="0"/>
              </a:rPr>
              <a:t>的嵌套深度比</a:t>
            </a:r>
            <a:r>
              <a:rPr lang="en-US" altLang="zh-CN" sz="2500" b="1" i="1" dirty="0">
                <a:solidFill>
                  <a:schemeClr val="tx1"/>
                </a:solidFill>
                <a:cs typeface="Times New Roman" pitchFamily="18" charset="0"/>
              </a:rPr>
              <a:t>a</a:t>
            </a:r>
            <a:r>
              <a:rPr lang="zh-CN" altLang="en-US" sz="2500" b="1" dirty="0">
                <a:solidFill>
                  <a:schemeClr val="tx1"/>
                </a:solidFill>
                <a:cs typeface="Times New Roman" pitchFamily="18" charset="0"/>
              </a:rPr>
              <a:t>的嵌套深度多</a:t>
            </a:r>
            <a:r>
              <a:rPr lang="en-US" altLang="zh-CN" sz="2500" b="1" dirty="0">
                <a:solidFill>
                  <a:schemeClr val="tx1"/>
                </a:solidFill>
                <a:cs typeface="Times New Roman" pitchFamily="18" charset="0"/>
              </a:rPr>
              <a:t>1)</a:t>
            </a:r>
            <a:r>
              <a:rPr lang="zh-CN" altLang="en-US" sz="2500" b="1" dirty="0">
                <a:solidFill>
                  <a:schemeClr val="tx1"/>
                </a:solidFill>
                <a:cs typeface="Times New Roman" pitchFamily="18" charset="0"/>
              </a:rPr>
              <a:t>，那么</a:t>
            </a:r>
            <a:r>
              <a:rPr lang="en-US" altLang="zh-CN" sz="2500" b="1" i="1" dirty="0">
                <a:solidFill>
                  <a:schemeClr val="tx1"/>
                </a:solidFill>
                <a:cs typeface="Times New Roman" pitchFamily="18" charset="0"/>
              </a:rPr>
              <a:t>b</a:t>
            </a:r>
            <a:r>
              <a:rPr lang="zh-CN" altLang="en-US" sz="2500" b="1" dirty="0">
                <a:solidFill>
                  <a:schemeClr val="tx1"/>
                </a:solidFill>
                <a:cs typeface="Times New Roman" pitchFamily="18" charset="0"/>
              </a:rPr>
              <a:t>的</a:t>
            </a:r>
            <a:r>
              <a:rPr lang="zh-CN" altLang="en-US" sz="2500" b="1" dirty="0">
                <a:solidFill>
                  <a:schemeClr val="tx2">
                    <a:lumMod val="60000"/>
                    <a:lumOff val="40000"/>
                  </a:schemeClr>
                </a:solidFill>
                <a:cs typeface="Times New Roman" pitchFamily="18" charset="0"/>
              </a:rPr>
              <a:t>任何</a:t>
            </a:r>
            <a:r>
              <a:rPr lang="zh-CN" altLang="en-US" sz="2500" b="1" dirty="0">
                <a:solidFill>
                  <a:schemeClr val="tx1"/>
                </a:solidFill>
                <a:cs typeface="Times New Roman" pitchFamily="18" charset="0"/>
              </a:rPr>
              <a:t>活动中的访问链都指向</a:t>
            </a:r>
            <a:r>
              <a:rPr lang="zh-CN" altLang="en-US" sz="2500" b="1" dirty="0">
                <a:solidFill>
                  <a:schemeClr val="tx2">
                    <a:lumMod val="60000"/>
                    <a:lumOff val="40000"/>
                  </a:schemeClr>
                </a:solidFill>
                <a:cs typeface="Times New Roman" pitchFamily="18" charset="0"/>
              </a:rPr>
              <a:t>最近的</a:t>
            </a:r>
            <a:r>
              <a:rPr lang="en-US" altLang="zh-CN" sz="2500" b="1" i="1" dirty="0">
                <a:solidFill>
                  <a:schemeClr val="tx1"/>
                </a:solidFill>
                <a:cs typeface="Times New Roman" pitchFamily="18" charset="0"/>
              </a:rPr>
              <a:t>a</a:t>
            </a:r>
            <a:r>
              <a:rPr lang="zh-CN" altLang="en-US" sz="2500" b="1" dirty="0">
                <a:solidFill>
                  <a:schemeClr val="tx1"/>
                </a:solidFill>
                <a:cs typeface="Times New Roman" pitchFamily="18" charset="0"/>
              </a:rPr>
              <a:t>的活动</a:t>
            </a:r>
            <a:endParaRPr lang="en-US" altLang="zh-CN" sz="2500" b="1" dirty="0">
              <a:solidFill>
                <a:schemeClr val="tx1"/>
              </a:solidFill>
              <a:cs typeface="Times New Roman" pitchFamily="18" charset="0"/>
            </a:endParaRPr>
          </a:p>
          <a:p>
            <a:pPr lvl="1">
              <a:lnSpc>
                <a:spcPts val="4000"/>
              </a:lnSpc>
              <a:buClrTx/>
              <a:buFont typeface="Wingdings" pitchFamily="2" charset="2"/>
              <a:buChar char="Ø"/>
              <a:defRPr/>
            </a:pPr>
            <a:endParaRPr lang="en-US" altLang="zh-CN" sz="2500" b="1" dirty="0">
              <a:solidFill>
                <a:schemeClr val="tx1"/>
              </a:solidFill>
              <a:cs typeface="Times New Roman" pitchFamily="18" charset="0"/>
            </a:endParaRPr>
          </a:p>
        </p:txBody>
      </p:sp>
      <p:sp>
        <p:nvSpPr>
          <p:cNvPr id="100355"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访问链</a:t>
            </a:r>
            <a:r>
              <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500">
                <a:solidFill>
                  <a:schemeClr val="tx1"/>
                </a:solidFill>
                <a:ea typeface="微软雅黑" panose="020B0503020204020204" pitchFamily="34" charset="-122"/>
                <a:cs typeface="Times New Roman" panose="02020603050405020304" pitchFamily="18" charset="0"/>
              </a:rPr>
              <a:t>(</a:t>
            </a:r>
            <a:r>
              <a:rPr lang="en-US" altLang="zh-CN" sz="2500" i="1">
                <a:solidFill>
                  <a:schemeClr val="tx1"/>
                </a:solidFill>
                <a:ea typeface="微软雅黑" panose="020B0503020204020204" pitchFamily="34" charset="-122"/>
                <a:cs typeface="Times New Roman" panose="02020603050405020304" pitchFamily="18" charset="0"/>
              </a:rPr>
              <a:t>Access Links</a:t>
            </a:r>
            <a:r>
              <a:rPr lang="en-US" altLang="zh-CN" sz="2500">
                <a:solidFill>
                  <a:schemeClr val="tx1"/>
                </a:solidFill>
                <a:ea typeface="楷体_GB2312"/>
                <a:cs typeface="Times New Roman" panose="02020603050405020304" pitchFamily="18" charset="0"/>
              </a:rPr>
              <a:t>)</a:t>
            </a:r>
            <a:endParaRPr lang="zh-CN" altLang="en-US" sz="2500">
              <a:solidFill>
                <a:schemeClr val="tx1"/>
              </a:solidFill>
              <a:ea typeface="楷体_GB231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30</a:t>
            </a:fld>
            <a:endParaRPr lang="en-US" altLang="zh-CN" dirty="0"/>
          </a:p>
        </p:txBody>
      </p:sp>
    </p:spTree>
    <p:extLst>
      <p:ext uri="{BB962C8B-B14F-4D97-AF65-F5344CB8AC3E}">
        <p14:creationId xmlns:p14="http://schemas.microsoft.com/office/powerpoint/2010/main" val="2120173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5059">
                                            <p:txEl>
                                              <p:pRg st="1" end="1"/>
                                            </p:txEl>
                                          </p:spTgt>
                                        </p:tgtEl>
                                        <p:attrNameLst>
                                          <p:attrName>style.visibility</p:attrName>
                                        </p:attrNameLst>
                                      </p:cBhvr>
                                      <p:to>
                                        <p:strVal val="visible"/>
                                      </p:to>
                                    </p:set>
                                    <p:anim calcmode="lin" valueType="num">
                                      <p:cBhvr>
                                        <p:cTn id="7" dur="500" fill="hold"/>
                                        <p:tgtEl>
                                          <p:spTgt spid="4505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505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5059">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45059">
                                            <p:txEl>
                                              <p:pRg st="2" end="2"/>
                                            </p:txEl>
                                          </p:spTgt>
                                        </p:tgtEl>
                                        <p:attrNameLst>
                                          <p:attrName>style.visibility</p:attrName>
                                        </p:attrNameLst>
                                      </p:cBhvr>
                                      <p:to>
                                        <p:strVal val="visible"/>
                                      </p:to>
                                    </p:set>
                                    <p:anim calcmode="lin" valueType="num">
                                      <p:cBhvr>
                                        <p:cTn id="14" dur="500" fill="hold"/>
                                        <p:tgtEl>
                                          <p:spTgt spid="45059">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45059">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450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p:cNvGrpSpPr>
            <a:grpSpLocks/>
          </p:cNvGrpSpPr>
          <p:nvPr/>
        </p:nvGrpSpPr>
        <p:grpSpPr bwMode="auto">
          <a:xfrm>
            <a:off x="5219700" y="123825"/>
            <a:ext cx="3582988" cy="2517775"/>
            <a:chOff x="4667922" y="165101"/>
            <a:chExt cx="4777897" cy="3357562"/>
          </a:xfrm>
        </p:grpSpPr>
        <p:sp>
          <p:nvSpPr>
            <p:cNvPr id="102405" name="Rectangle 4"/>
            <p:cNvSpPr>
              <a:spLocks noChangeArrowheads="1"/>
            </p:cNvSpPr>
            <p:nvPr/>
          </p:nvSpPr>
          <p:spPr bwMode="auto">
            <a:xfrm>
              <a:off x="6712870" y="165101"/>
              <a:ext cx="378930" cy="33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srgbClr val="2D83F4"/>
                  </a:solidFill>
                  <a:ea typeface="宋体" panose="02010600030101010101" pitchFamily="2" charset="-122"/>
                </a:rPr>
                <a:t>s</a:t>
              </a:r>
            </a:p>
          </p:txBody>
        </p:sp>
        <p:sp>
          <p:nvSpPr>
            <p:cNvPr id="75783" name="Rectangle 5"/>
            <p:cNvSpPr>
              <a:spLocks noChangeArrowheads="1"/>
            </p:cNvSpPr>
            <p:nvPr/>
          </p:nvSpPr>
          <p:spPr bwMode="auto">
            <a:xfrm>
              <a:off x="6285252" y="823489"/>
              <a:ext cx="1062696" cy="414932"/>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(1,9)</a:t>
              </a:r>
            </a:p>
          </p:txBody>
        </p:sp>
        <p:sp>
          <p:nvSpPr>
            <p:cNvPr id="102407" name="Rectangle 6"/>
            <p:cNvSpPr>
              <a:spLocks noChangeArrowheads="1"/>
            </p:cNvSpPr>
            <p:nvPr/>
          </p:nvSpPr>
          <p:spPr bwMode="auto">
            <a:xfrm>
              <a:off x="5012981" y="1001317"/>
              <a:ext cx="580037" cy="6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srgbClr val="2D83F4"/>
                  </a:solidFill>
                  <a:ea typeface="宋体" panose="02010600030101010101" pitchFamily="2" charset="-122"/>
                </a:rPr>
                <a:t>r</a:t>
              </a:r>
            </a:p>
          </p:txBody>
        </p:sp>
        <p:sp>
          <p:nvSpPr>
            <p:cNvPr id="102408" name="Line 7"/>
            <p:cNvSpPr>
              <a:spLocks noChangeShapeType="1"/>
            </p:cNvSpPr>
            <p:nvPr/>
          </p:nvSpPr>
          <p:spPr bwMode="auto">
            <a:xfrm flipH="1">
              <a:off x="6894114" y="631826"/>
              <a:ext cx="1" cy="330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09" name="Line 8"/>
            <p:cNvSpPr>
              <a:spLocks noChangeShapeType="1"/>
            </p:cNvSpPr>
            <p:nvPr/>
          </p:nvSpPr>
          <p:spPr bwMode="auto">
            <a:xfrm flipH="1">
              <a:off x="5333080" y="640588"/>
              <a:ext cx="1571625" cy="54610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10" name="Line 9"/>
            <p:cNvSpPr>
              <a:spLocks noChangeShapeType="1"/>
            </p:cNvSpPr>
            <p:nvPr/>
          </p:nvSpPr>
          <p:spPr bwMode="auto">
            <a:xfrm flipH="1">
              <a:off x="5219303" y="1292226"/>
              <a:ext cx="1728788" cy="503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11" name="Line 10"/>
            <p:cNvSpPr>
              <a:spLocks noChangeShapeType="1"/>
            </p:cNvSpPr>
            <p:nvPr/>
          </p:nvSpPr>
          <p:spPr bwMode="auto">
            <a:xfrm flipH="1">
              <a:off x="6894116" y="1322388"/>
              <a:ext cx="0" cy="360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5789" name="Rectangle 11"/>
            <p:cNvSpPr>
              <a:spLocks noChangeArrowheads="1"/>
            </p:cNvSpPr>
            <p:nvPr/>
          </p:nvSpPr>
          <p:spPr bwMode="auto">
            <a:xfrm>
              <a:off x="4667922" y="1714745"/>
              <a:ext cx="1141022" cy="694376"/>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p</a:t>
              </a:r>
              <a:r>
                <a:rPr lang="en-US" altLang="zh-CN" sz="2000" dirty="0">
                  <a:solidFill>
                    <a:srgbClr val="073E87">
                      <a:lumMod val="60000"/>
                      <a:lumOff val="40000"/>
                    </a:srgbClr>
                  </a:solidFill>
                  <a:latin typeface="Times New Roman" panose="02020603050405020304" pitchFamily="18" charset="0"/>
                </a:rPr>
                <a:t>(1,9)</a:t>
              </a:r>
            </a:p>
          </p:txBody>
        </p:sp>
        <p:sp>
          <p:nvSpPr>
            <p:cNvPr id="75790" name="Rectangle 13"/>
            <p:cNvSpPr>
              <a:spLocks noChangeArrowheads="1"/>
            </p:cNvSpPr>
            <p:nvPr/>
          </p:nvSpPr>
          <p:spPr bwMode="auto">
            <a:xfrm>
              <a:off x="6285252" y="1619481"/>
              <a:ext cx="1253219" cy="359890"/>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(1,3)</a:t>
              </a:r>
            </a:p>
          </p:txBody>
        </p:sp>
        <p:sp>
          <p:nvSpPr>
            <p:cNvPr id="102414" name="Line 14"/>
            <p:cNvSpPr>
              <a:spLocks noChangeShapeType="1"/>
            </p:cNvSpPr>
            <p:nvPr/>
          </p:nvSpPr>
          <p:spPr bwMode="auto">
            <a:xfrm flipH="1">
              <a:off x="6894116" y="2114551"/>
              <a:ext cx="0" cy="2873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5792" name="Rectangle 15"/>
            <p:cNvSpPr>
              <a:spLocks noChangeArrowheads="1"/>
            </p:cNvSpPr>
            <p:nvPr/>
          </p:nvSpPr>
          <p:spPr bwMode="auto">
            <a:xfrm>
              <a:off x="6367812" y="2330793"/>
              <a:ext cx="1170658" cy="414932"/>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(1,0)</a:t>
              </a:r>
            </a:p>
          </p:txBody>
        </p:sp>
        <p:sp>
          <p:nvSpPr>
            <p:cNvPr id="75793" name="Rectangle 16"/>
            <p:cNvSpPr>
              <a:spLocks noChangeArrowheads="1"/>
            </p:cNvSpPr>
            <p:nvPr/>
          </p:nvSpPr>
          <p:spPr bwMode="auto">
            <a:xfrm>
              <a:off x="5434248" y="2351963"/>
              <a:ext cx="1136789" cy="410698"/>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p</a:t>
              </a:r>
              <a:r>
                <a:rPr lang="en-US" altLang="zh-CN" sz="2000" dirty="0">
                  <a:solidFill>
                    <a:srgbClr val="073E87">
                      <a:lumMod val="60000"/>
                      <a:lumOff val="40000"/>
                    </a:srgbClr>
                  </a:solidFill>
                  <a:latin typeface="Times New Roman" panose="02020603050405020304" pitchFamily="18" charset="0"/>
                </a:rPr>
                <a:t>(1,3)</a:t>
              </a:r>
            </a:p>
          </p:txBody>
        </p:sp>
        <p:sp>
          <p:nvSpPr>
            <p:cNvPr id="102417" name="Line 17"/>
            <p:cNvSpPr>
              <a:spLocks noChangeShapeType="1"/>
            </p:cNvSpPr>
            <p:nvPr/>
          </p:nvSpPr>
          <p:spPr bwMode="auto">
            <a:xfrm flipH="1">
              <a:off x="6190335" y="2095796"/>
              <a:ext cx="712787" cy="360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5795" name="Rectangle 18"/>
            <p:cNvSpPr>
              <a:spLocks noChangeArrowheads="1"/>
            </p:cNvSpPr>
            <p:nvPr/>
          </p:nvSpPr>
          <p:spPr bwMode="auto">
            <a:xfrm>
              <a:off x="7428390" y="2286335"/>
              <a:ext cx="1143139" cy="357774"/>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(2,3)</a:t>
              </a:r>
            </a:p>
          </p:txBody>
        </p:sp>
        <p:sp>
          <p:nvSpPr>
            <p:cNvPr id="102419" name="Line 19"/>
            <p:cNvSpPr>
              <a:spLocks noChangeShapeType="1"/>
            </p:cNvSpPr>
            <p:nvPr/>
          </p:nvSpPr>
          <p:spPr bwMode="auto">
            <a:xfrm>
              <a:off x="6899903" y="2095796"/>
              <a:ext cx="731839" cy="32067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75797" name="Rectangle 26"/>
            <p:cNvSpPr>
              <a:spLocks noChangeArrowheads="1"/>
            </p:cNvSpPr>
            <p:nvPr/>
          </p:nvSpPr>
          <p:spPr bwMode="auto">
            <a:xfrm>
              <a:off x="8285745" y="1714745"/>
              <a:ext cx="1160074" cy="395880"/>
            </a:xfrm>
            <a:prstGeom prst="rect">
              <a:avLst/>
            </a:prstGeom>
            <a:noFill/>
            <a:ln w="9525">
              <a:noFill/>
              <a:miter lim="800000"/>
              <a:headEnd/>
              <a:tailEnd/>
            </a:ln>
          </p:spPr>
          <p:txBody>
            <a:bodyPr/>
            <a:lstStyle/>
            <a:p>
              <a:pPr algn="just">
                <a:defRPr/>
              </a:pPr>
              <a:r>
                <a:rPr lang="en-US" altLang="zh-CN" sz="2000" i="1" dirty="0">
                  <a:solidFill>
                    <a:srgbClr val="073E87">
                      <a:lumMod val="60000"/>
                      <a:lumOff val="40000"/>
                    </a:srgbClr>
                  </a:solidFill>
                  <a:latin typeface="Times New Roman" panose="02020603050405020304" pitchFamily="18" charset="0"/>
                </a:rPr>
                <a:t>q</a:t>
              </a:r>
              <a:r>
                <a:rPr lang="en-US" altLang="zh-CN" sz="2000" dirty="0">
                  <a:solidFill>
                    <a:srgbClr val="073E87">
                      <a:lumMod val="60000"/>
                      <a:lumOff val="40000"/>
                    </a:srgbClr>
                  </a:solidFill>
                  <a:latin typeface="Times New Roman" panose="02020603050405020304" pitchFamily="18" charset="0"/>
                </a:rPr>
                <a:t>(5,9)</a:t>
              </a:r>
            </a:p>
          </p:txBody>
        </p:sp>
        <p:sp>
          <p:nvSpPr>
            <p:cNvPr id="102421" name="Line 38"/>
            <p:cNvSpPr>
              <a:spLocks noChangeShapeType="1"/>
            </p:cNvSpPr>
            <p:nvPr/>
          </p:nvSpPr>
          <p:spPr bwMode="auto">
            <a:xfrm>
              <a:off x="6875066" y="1292226"/>
              <a:ext cx="1944687" cy="503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22" name="Line 12"/>
            <p:cNvSpPr>
              <a:spLocks noChangeShapeType="1"/>
            </p:cNvSpPr>
            <p:nvPr/>
          </p:nvSpPr>
          <p:spPr bwMode="auto">
            <a:xfrm flipH="1">
              <a:off x="5265341" y="2204864"/>
              <a:ext cx="0" cy="392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23" name="Rectangle 22"/>
            <p:cNvSpPr>
              <a:spLocks noChangeArrowheads="1"/>
            </p:cNvSpPr>
            <p:nvPr/>
          </p:nvSpPr>
          <p:spPr bwMode="auto">
            <a:xfrm>
              <a:off x="5046852" y="2404887"/>
              <a:ext cx="359877" cy="357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srgbClr val="2D83F4"/>
                  </a:solidFill>
                  <a:ea typeface="宋体" panose="02010600030101010101" pitchFamily="2" charset="-122"/>
                </a:rPr>
                <a:t>e</a:t>
              </a:r>
            </a:p>
          </p:txBody>
        </p:sp>
        <p:sp>
          <p:nvSpPr>
            <p:cNvPr id="102424" name="Line 12"/>
            <p:cNvSpPr>
              <a:spLocks noChangeShapeType="1"/>
            </p:cNvSpPr>
            <p:nvPr/>
          </p:nvSpPr>
          <p:spPr bwMode="auto">
            <a:xfrm flipH="1">
              <a:off x="5895578" y="2841626"/>
              <a:ext cx="0" cy="392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102425" name="Rectangle 22"/>
            <p:cNvSpPr>
              <a:spLocks noChangeArrowheads="1"/>
            </p:cNvSpPr>
            <p:nvPr/>
          </p:nvSpPr>
          <p:spPr bwMode="auto">
            <a:xfrm>
              <a:off x="5724267" y="3164891"/>
              <a:ext cx="359877" cy="35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srgbClr val="2D83F4"/>
                  </a:solidFill>
                  <a:ea typeface="宋体" panose="02010600030101010101" pitchFamily="2" charset="-122"/>
                </a:rPr>
                <a:t>e</a:t>
              </a:r>
            </a:p>
          </p:txBody>
        </p:sp>
      </p:grpSp>
      <p:sp>
        <p:nvSpPr>
          <p:cNvPr id="30" name="矩形 29"/>
          <p:cNvSpPr/>
          <p:nvPr/>
        </p:nvSpPr>
        <p:spPr>
          <a:xfrm>
            <a:off x="155575" y="828675"/>
            <a:ext cx="8177213" cy="4279900"/>
          </a:xfrm>
          <a:prstGeom prst="rect">
            <a:avLst/>
          </a:prstGeom>
          <a:noFill/>
          <a:ln>
            <a:no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program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sort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input</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output</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array</a:t>
            </a:r>
            <a:r>
              <a:rPr lang="en-US" altLang="zh-CN" sz="2000" kern="0" dirty="0">
                <a:solidFill>
                  <a:srgbClr val="000000"/>
                </a:solidFill>
                <a:latin typeface="Times New Roman" panose="02020603050405020304" pitchFamily="18" charset="0"/>
                <a:ea typeface="楷体_GB2312" pitchFamily="49" charset="-122"/>
              </a:rPr>
              <a:t>[0..10] </a:t>
            </a:r>
            <a:r>
              <a:rPr lang="en-US" altLang="zh-CN" sz="2000" i="1" kern="0" dirty="0">
                <a:solidFill>
                  <a:srgbClr val="000000"/>
                </a:solidFill>
                <a:latin typeface="Times New Roman" panose="02020603050405020304" pitchFamily="18" charset="0"/>
                <a:ea typeface="楷体_GB2312" pitchFamily="49" charset="-122"/>
              </a:rPr>
              <a:t>of 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           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FF0000"/>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exchang</a:t>
            </a:r>
            <a:r>
              <a:rPr lang="en-US" altLang="zh-CN" sz="2000" kern="0" dirty="0">
                <a:solidFill>
                  <a:srgbClr val="FF0000"/>
                </a:solidFill>
                <a:latin typeface="Times New Roman" panose="02020603050405020304" pitchFamily="18" charset="0"/>
                <a:ea typeface="楷体_GB2312" pitchFamily="49" charset="-122"/>
              </a:rPr>
              <a:t>e</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err="1">
                <a:solidFill>
                  <a:prstClr val="black"/>
                </a:solidFill>
                <a:latin typeface="Times New Roman" panose="02020603050405020304" pitchFamily="18" charset="0"/>
                <a:ea typeface="楷体_GB2312" pitchFamily="49" charset="-122"/>
              </a:rPr>
              <a:t>i</a:t>
            </a:r>
            <a:r>
              <a:rPr lang="en-US" altLang="zh-CN" sz="2000" kern="0" dirty="0">
                <a:solidFill>
                  <a:prstClr val="black"/>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a:t>
            </a:r>
            <a:r>
              <a:rPr lang="en-US" altLang="zh-CN" sz="2000" kern="0" dirty="0">
                <a:solidFill>
                  <a:srgbClr val="0000FF"/>
                </a:solidFill>
                <a:latin typeface="Times New Roman" panose="02020603050405020304" pitchFamily="18" charset="0"/>
                <a:ea typeface="楷体_GB2312" pitchFamily="49" charset="-122"/>
              </a:rPr>
              <a:t>e</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quicksort</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n</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k</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v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function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partition</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y</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z</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a:t>
            </a:r>
            <a:r>
              <a:rPr lang="en-US" altLang="zh-CN" sz="2000"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exchange</a:t>
            </a:r>
            <a:r>
              <a:rPr lang="en-US" altLang="zh-CN" sz="2000" kern="0" dirty="0">
                <a:solidFill>
                  <a:srgbClr val="0000FF"/>
                </a:solidFill>
                <a:latin typeface="Times New Roman" panose="02020603050405020304" pitchFamily="18" charset="0"/>
                <a:ea typeface="楷体_GB2312" pitchFamily="49" charset="-122"/>
              </a:rPr>
              <a:t>(</a:t>
            </a:r>
            <a:r>
              <a:rPr lang="en-US" altLang="zh-CN" sz="2000" i="1" kern="0" dirty="0" err="1">
                <a:solidFill>
                  <a:srgbClr val="0000FF"/>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 </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sort</a:t>
            </a:r>
            <a:r>
              <a:rPr lang="en-US" altLang="zh-CN" sz="2000" kern="0" dirty="0">
                <a:solidFill>
                  <a:srgbClr val="000000"/>
                </a:solidFill>
                <a:latin typeface="Times New Roman" panose="02020603050405020304" pitchFamily="18" charset="0"/>
                <a:ea typeface="楷体_GB2312" pitchFamily="49" charset="-122"/>
              </a:rPr>
              <a:t>}</a:t>
            </a:r>
            <a:r>
              <a:rPr lang="zh-CN" altLang="en-US" sz="2000" kern="0" dirty="0">
                <a:solidFill>
                  <a:srgbClr val="000000"/>
                </a:solidFill>
                <a:latin typeface="Times New Roman" panose="02020603050405020304" pitchFamily="18" charset="0"/>
                <a:ea typeface="楷体_GB2312" pitchFamily="49" charset="-122"/>
              </a:rPr>
              <a:t>；</a:t>
            </a:r>
            <a:endParaRPr lang="en-US" altLang="zh-CN" sz="2000" kern="0" dirty="0">
              <a:solidFill>
                <a:srgbClr val="000000"/>
              </a:solidFill>
              <a:latin typeface="Times New Roman" panose="02020603050405020304" pitchFamily="18" charset="0"/>
              <a:ea typeface="楷体_GB2312" pitchFamily="49" charset="-122"/>
            </a:endParaRP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31</a:t>
            </a:fld>
            <a:endParaRPr lang="en-US" altLang="zh-CN" dirty="0"/>
          </a:p>
        </p:txBody>
      </p:sp>
    </p:spTree>
    <p:extLst>
      <p:ext uri="{BB962C8B-B14F-4D97-AF65-F5344CB8AC3E}">
        <p14:creationId xmlns:p14="http://schemas.microsoft.com/office/powerpoint/2010/main" val="33909096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7"/>
          <p:cNvSpPr>
            <a:spLocks noChangeArrowheads="1"/>
          </p:cNvSpPr>
          <p:nvPr/>
        </p:nvSpPr>
        <p:spPr bwMode="auto">
          <a:xfrm>
            <a:off x="6553200" y="1381125"/>
            <a:ext cx="1011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rPr>
              <a:t>s</a:t>
            </a:r>
          </a:p>
        </p:txBody>
      </p:sp>
      <p:sp>
        <p:nvSpPr>
          <p:cNvPr id="104451" name="Rectangle 31"/>
          <p:cNvSpPr>
            <a:spLocks noChangeArrowheads="1"/>
          </p:cNvSpPr>
          <p:nvPr/>
        </p:nvSpPr>
        <p:spPr bwMode="auto">
          <a:xfrm>
            <a:off x="5753100" y="928688"/>
            <a:ext cx="21050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grpSp>
        <p:nvGrpSpPr>
          <p:cNvPr id="104452" name="Group 99"/>
          <p:cNvGrpSpPr>
            <a:grpSpLocks/>
          </p:cNvGrpSpPr>
          <p:nvPr/>
        </p:nvGrpSpPr>
        <p:grpSpPr bwMode="auto">
          <a:xfrm>
            <a:off x="3898900" y="444500"/>
            <a:ext cx="923925" cy="647700"/>
            <a:chOff x="975" y="2750"/>
            <a:chExt cx="776" cy="544"/>
          </a:xfrm>
        </p:grpSpPr>
        <p:sp>
          <p:nvSpPr>
            <p:cNvPr id="18"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4459"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04460"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04461"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22"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3"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04453" name="Rectangle 32"/>
          <p:cNvSpPr>
            <a:spLocks noChangeArrowheads="1"/>
          </p:cNvSpPr>
          <p:nvPr/>
        </p:nvSpPr>
        <p:spPr bwMode="auto">
          <a:xfrm>
            <a:off x="3708400" y="-73025"/>
            <a:ext cx="12493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pSp>
        <p:nvGrpSpPr>
          <p:cNvPr id="104454" name="组合 113"/>
          <p:cNvGrpSpPr>
            <a:grpSpLocks/>
          </p:cNvGrpSpPr>
          <p:nvPr/>
        </p:nvGrpSpPr>
        <p:grpSpPr bwMode="auto">
          <a:xfrm>
            <a:off x="179388" y="2787650"/>
            <a:ext cx="3140075" cy="1728788"/>
            <a:chOff x="5003799" y="500048"/>
            <a:chExt cx="3282977" cy="1803794"/>
          </a:xfrm>
        </p:grpSpPr>
        <p:sp>
          <p:nvSpPr>
            <p:cNvPr id="26" name="Rectangle 4"/>
            <p:cNvSpPr>
              <a:spLocks noChangeArrowheads="1"/>
            </p:cNvSpPr>
            <p:nvPr/>
          </p:nvSpPr>
          <p:spPr bwMode="auto">
            <a:xfrm>
              <a:off x="5003799" y="500048"/>
              <a:ext cx="3282977" cy="1788886"/>
            </a:xfrm>
            <a:prstGeom prst="rect">
              <a:avLst/>
            </a:prstGeom>
            <a:solidFill>
              <a:schemeClr val="accent5">
                <a:lumMod val="60000"/>
                <a:lumOff val="40000"/>
                <a:alpha val="99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27" name="直接连接符 26"/>
            <p:cNvCxnSpPr/>
            <p:nvPr/>
          </p:nvCxnSpPr>
          <p:spPr>
            <a:xfrm>
              <a:off x="5003799" y="798196"/>
              <a:ext cx="327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143211" y="500048"/>
              <a:ext cx="0" cy="1803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32</a:t>
            </a:fld>
            <a:endParaRPr lang="en-US" altLang="zh-CN" dirty="0"/>
          </a:p>
        </p:txBody>
      </p:sp>
    </p:spTree>
    <p:extLst>
      <p:ext uri="{BB962C8B-B14F-4D97-AF65-F5344CB8AC3E}">
        <p14:creationId xmlns:p14="http://schemas.microsoft.com/office/powerpoint/2010/main" val="706707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7"/>
          <p:cNvSpPr>
            <a:spLocks noChangeArrowheads="1"/>
          </p:cNvSpPr>
          <p:nvPr/>
        </p:nvSpPr>
        <p:spPr bwMode="auto">
          <a:xfrm>
            <a:off x="6553200" y="1381125"/>
            <a:ext cx="1011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s</a:t>
            </a:r>
          </a:p>
        </p:txBody>
      </p:sp>
      <p:sp>
        <p:nvSpPr>
          <p:cNvPr id="234500" name="Rectangle 19"/>
          <p:cNvSpPr>
            <a:spLocks noChangeArrowheads="1"/>
          </p:cNvSpPr>
          <p:nvPr/>
        </p:nvSpPr>
        <p:spPr bwMode="auto">
          <a:xfrm>
            <a:off x="5495925" y="2019300"/>
            <a:ext cx="490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234502" name="Line 21"/>
          <p:cNvSpPr>
            <a:spLocks noChangeShapeType="1"/>
          </p:cNvSpPr>
          <p:nvPr/>
        </p:nvSpPr>
        <p:spPr bwMode="auto">
          <a:xfrm flipH="1">
            <a:off x="5684838" y="1735138"/>
            <a:ext cx="933450" cy="39052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06501" name="Rectangle 31"/>
          <p:cNvSpPr>
            <a:spLocks noChangeArrowheads="1"/>
          </p:cNvSpPr>
          <p:nvPr/>
        </p:nvSpPr>
        <p:spPr bwMode="auto">
          <a:xfrm>
            <a:off x="5753100" y="928688"/>
            <a:ext cx="21050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sp>
        <p:nvSpPr>
          <p:cNvPr id="106502" name="Rectangle 32"/>
          <p:cNvSpPr>
            <a:spLocks noChangeArrowheads="1"/>
          </p:cNvSpPr>
          <p:nvPr/>
        </p:nvSpPr>
        <p:spPr bwMode="auto">
          <a:xfrm>
            <a:off x="3708400" y="-73025"/>
            <a:ext cx="12493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pSp>
        <p:nvGrpSpPr>
          <p:cNvPr id="106503" name="组合 113"/>
          <p:cNvGrpSpPr>
            <a:grpSpLocks/>
          </p:cNvGrpSpPr>
          <p:nvPr/>
        </p:nvGrpSpPr>
        <p:grpSpPr bwMode="auto">
          <a:xfrm>
            <a:off x="179388" y="2787650"/>
            <a:ext cx="3140075" cy="1728788"/>
            <a:chOff x="5003799" y="500048"/>
            <a:chExt cx="3282977" cy="1803794"/>
          </a:xfrm>
        </p:grpSpPr>
        <p:sp>
          <p:nvSpPr>
            <p:cNvPr id="12" name="Rectangle 4"/>
            <p:cNvSpPr>
              <a:spLocks noChangeArrowheads="1"/>
            </p:cNvSpPr>
            <p:nvPr/>
          </p:nvSpPr>
          <p:spPr bwMode="auto">
            <a:xfrm>
              <a:off x="5003799" y="500048"/>
              <a:ext cx="3282977" cy="1788886"/>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13" name="直接连接符 12"/>
            <p:cNvCxnSpPr/>
            <p:nvPr/>
          </p:nvCxnSpPr>
          <p:spPr>
            <a:xfrm>
              <a:off x="5003799" y="798196"/>
              <a:ext cx="327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143211" y="500048"/>
              <a:ext cx="0" cy="1803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6504" name="Group 99"/>
          <p:cNvGrpSpPr>
            <a:grpSpLocks/>
          </p:cNvGrpSpPr>
          <p:nvPr/>
        </p:nvGrpSpPr>
        <p:grpSpPr bwMode="auto">
          <a:xfrm>
            <a:off x="3898900" y="444500"/>
            <a:ext cx="923925" cy="647700"/>
            <a:chOff x="975" y="2750"/>
            <a:chExt cx="776" cy="544"/>
          </a:xfrm>
        </p:grpSpPr>
        <p:sp>
          <p:nvSpPr>
            <p:cNvPr id="26"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651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0651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0651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30"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1"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4" name="Group 99"/>
          <p:cNvGrpSpPr>
            <a:grpSpLocks/>
          </p:cNvGrpSpPr>
          <p:nvPr/>
        </p:nvGrpSpPr>
        <p:grpSpPr bwMode="auto">
          <a:xfrm>
            <a:off x="3898900" y="1058863"/>
            <a:ext cx="923925" cy="647700"/>
            <a:chOff x="975" y="2750"/>
            <a:chExt cx="776" cy="544"/>
          </a:xfrm>
        </p:grpSpPr>
        <p:sp>
          <p:nvSpPr>
            <p:cNvPr id="33"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650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r</a:t>
              </a:r>
            </a:p>
          </p:txBody>
        </p:sp>
        <p:sp>
          <p:nvSpPr>
            <p:cNvPr id="10650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a:t>
              </a:r>
            </a:p>
          </p:txBody>
        </p:sp>
        <p:sp>
          <p:nvSpPr>
            <p:cNvPr id="10651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37"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8"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41" name="Freeform 56"/>
          <p:cNvSpPr>
            <a:spLocks/>
          </p:cNvSpPr>
          <p:nvPr/>
        </p:nvSpPr>
        <p:spPr bwMode="auto">
          <a:xfrm rot="-511685">
            <a:off x="4824413" y="873125"/>
            <a:ext cx="184150"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33</a:t>
            </a:fld>
            <a:endParaRPr lang="en-US" altLang="zh-CN" dirty="0"/>
          </a:p>
        </p:txBody>
      </p:sp>
    </p:spTree>
    <p:extLst>
      <p:ext uri="{BB962C8B-B14F-4D97-AF65-F5344CB8AC3E}">
        <p14:creationId xmlns:p14="http://schemas.microsoft.com/office/powerpoint/2010/main" val="1081739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34502"/>
                                        </p:tgtEl>
                                        <p:attrNameLst>
                                          <p:attrName>style.visibility</p:attrName>
                                        </p:attrNameLst>
                                      </p:cBhvr>
                                      <p:to>
                                        <p:strVal val="visible"/>
                                      </p:to>
                                    </p:set>
                                    <p:anim calcmode="lin" valueType="num">
                                      <p:cBhvr>
                                        <p:cTn id="7" dur="500" fill="hold"/>
                                        <p:tgtEl>
                                          <p:spTgt spid="234502"/>
                                        </p:tgtEl>
                                        <p:attrNameLst>
                                          <p:attrName>ppt_w</p:attrName>
                                        </p:attrNameLst>
                                      </p:cBhvr>
                                      <p:tavLst>
                                        <p:tav tm="0">
                                          <p:val>
                                            <p:fltVal val="0"/>
                                          </p:val>
                                        </p:tav>
                                        <p:tav tm="100000">
                                          <p:val>
                                            <p:strVal val="#ppt_w"/>
                                          </p:val>
                                        </p:tav>
                                      </p:tavLst>
                                    </p:anim>
                                    <p:anim calcmode="lin" valueType="num">
                                      <p:cBhvr>
                                        <p:cTn id="8" dur="500" fill="hold"/>
                                        <p:tgtEl>
                                          <p:spTgt spid="234502"/>
                                        </p:tgtEl>
                                        <p:attrNameLst>
                                          <p:attrName>ppt_h</p:attrName>
                                        </p:attrNameLst>
                                      </p:cBhvr>
                                      <p:tavLst>
                                        <p:tav tm="0">
                                          <p:val>
                                            <p:fltVal val="0"/>
                                          </p:val>
                                        </p:tav>
                                        <p:tav tm="100000">
                                          <p:val>
                                            <p:strVal val="#ppt_h"/>
                                          </p:val>
                                        </p:tav>
                                      </p:tavLst>
                                    </p:anim>
                                    <p:animEffect transition="in" filter="fade">
                                      <p:cBhvr>
                                        <p:cTn id="9" dur="500"/>
                                        <p:tgtEl>
                                          <p:spTgt spid="234502"/>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234500"/>
                                        </p:tgtEl>
                                        <p:attrNameLst>
                                          <p:attrName>style.visibility</p:attrName>
                                        </p:attrNameLst>
                                      </p:cBhvr>
                                      <p:to>
                                        <p:strVal val="visible"/>
                                      </p:to>
                                    </p:set>
                                    <p:anim calcmode="lin" valueType="num">
                                      <p:cBhvr>
                                        <p:cTn id="12" dur="500" fill="hold"/>
                                        <p:tgtEl>
                                          <p:spTgt spid="234500"/>
                                        </p:tgtEl>
                                        <p:attrNameLst>
                                          <p:attrName>ppt_w</p:attrName>
                                        </p:attrNameLst>
                                      </p:cBhvr>
                                      <p:tavLst>
                                        <p:tav tm="0">
                                          <p:val>
                                            <p:fltVal val="0"/>
                                          </p:val>
                                        </p:tav>
                                        <p:tav tm="100000">
                                          <p:val>
                                            <p:strVal val="#ppt_w"/>
                                          </p:val>
                                        </p:tav>
                                      </p:tavLst>
                                    </p:anim>
                                    <p:anim calcmode="lin" valueType="num">
                                      <p:cBhvr>
                                        <p:cTn id="13" dur="500" fill="hold"/>
                                        <p:tgtEl>
                                          <p:spTgt spid="234500"/>
                                        </p:tgtEl>
                                        <p:attrNameLst>
                                          <p:attrName>ppt_h</p:attrName>
                                        </p:attrNameLst>
                                      </p:cBhvr>
                                      <p:tavLst>
                                        <p:tav tm="0">
                                          <p:val>
                                            <p:fltVal val="0"/>
                                          </p:val>
                                        </p:tav>
                                        <p:tav tm="100000">
                                          <p:val>
                                            <p:strVal val="#ppt_h"/>
                                          </p:val>
                                        </p:tav>
                                      </p:tavLst>
                                    </p:anim>
                                    <p:animEffect transition="in" filter="fade">
                                      <p:cBhvr>
                                        <p:cTn id="14" dur="500"/>
                                        <p:tgtEl>
                                          <p:spTgt spid="23450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41"/>
                                        </p:tgtEl>
                                        <p:attrNameLst>
                                          <p:attrName>style.visibility</p:attrName>
                                        </p:attrNameLst>
                                      </p:cBhvr>
                                      <p:to>
                                        <p:strVal val="visible"/>
                                      </p:to>
                                    </p:set>
                                    <p:anim calcmode="lin" valueType="num">
                                      <p:cBhvr>
                                        <p:cTn id="26" dur="500" fill="hold"/>
                                        <p:tgtEl>
                                          <p:spTgt spid="41"/>
                                        </p:tgtEl>
                                        <p:attrNameLst>
                                          <p:attrName>ppt_w</p:attrName>
                                        </p:attrNameLst>
                                      </p:cBhvr>
                                      <p:tavLst>
                                        <p:tav tm="0">
                                          <p:val>
                                            <p:fltVal val="0"/>
                                          </p:val>
                                        </p:tav>
                                        <p:tav tm="100000">
                                          <p:val>
                                            <p:strVal val="#ppt_w"/>
                                          </p:val>
                                        </p:tav>
                                      </p:tavLst>
                                    </p:anim>
                                    <p:anim calcmode="lin" valueType="num">
                                      <p:cBhvr>
                                        <p:cTn id="27" dur="500" fill="hold"/>
                                        <p:tgtEl>
                                          <p:spTgt spid="41"/>
                                        </p:tgtEl>
                                        <p:attrNameLst>
                                          <p:attrName>ppt_h</p:attrName>
                                        </p:attrNameLst>
                                      </p:cBhvr>
                                      <p:tavLst>
                                        <p:tav tm="0">
                                          <p:val>
                                            <p:fltVal val="0"/>
                                          </p:val>
                                        </p:tav>
                                        <p:tav tm="100000">
                                          <p:val>
                                            <p:strVal val="#ppt_h"/>
                                          </p:val>
                                        </p:tav>
                                      </p:tavLst>
                                    </p:anim>
                                    <p:animEffect transition="in" filter="fade">
                                      <p:cBhvr>
                                        <p:cTn id="28" dur="500"/>
                                        <p:tgtEl>
                                          <p:spTgt spid="4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xit" presetSubtype="32" fill="hold" nodeType="clickEffect">
                                  <p:stCondLst>
                                    <p:cond delay="0"/>
                                  </p:stCondLst>
                                  <p:childTnLst>
                                    <p:anim calcmode="lin" valueType="num">
                                      <p:cBhvr>
                                        <p:cTn id="32" dur="500"/>
                                        <p:tgtEl>
                                          <p:spTgt spid="4"/>
                                        </p:tgtEl>
                                        <p:attrNameLst>
                                          <p:attrName>ppt_w</p:attrName>
                                        </p:attrNameLst>
                                      </p:cBhvr>
                                      <p:tavLst>
                                        <p:tav tm="0">
                                          <p:val>
                                            <p:strVal val="ppt_w"/>
                                          </p:val>
                                        </p:tav>
                                        <p:tav tm="100000">
                                          <p:val>
                                            <p:fltVal val="0"/>
                                          </p:val>
                                        </p:tav>
                                      </p:tavLst>
                                    </p:anim>
                                    <p:anim calcmode="lin" valueType="num">
                                      <p:cBhvr>
                                        <p:cTn id="33" dur="500"/>
                                        <p:tgtEl>
                                          <p:spTgt spid="4"/>
                                        </p:tgtEl>
                                        <p:attrNameLst>
                                          <p:attrName>ppt_h</p:attrName>
                                        </p:attrNameLst>
                                      </p:cBhvr>
                                      <p:tavLst>
                                        <p:tav tm="0">
                                          <p:val>
                                            <p:strVal val="ppt_h"/>
                                          </p:val>
                                        </p:tav>
                                        <p:tav tm="100000">
                                          <p:val>
                                            <p:fltVal val="0"/>
                                          </p:val>
                                        </p:tav>
                                      </p:tavLst>
                                    </p:anim>
                                    <p:animEffect transition="out" filter="fade">
                                      <p:cBhvr>
                                        <p:cTn id="34" dur="500"/>
                                        <p:tgtEl>
                                          <p:spTgt spid="4"/>
                                        </p:tgtEl>
                                      </p:cBhvr>
                                    </p:animEffect>
                                    <p:set>
                                      <p:cBhvr>
                                        <p:cTn id="35" dur="1" fill="hold">
                                          <p:stCondLst>
                                            <p:cond delay="499"/>
                                          </p:stCondLst>
                                        </p:cTn>
                                        <p:tgtEl>
                                          <p:spTgt spid="4"/>
                                        </p:tgtEl>
                                        <p:attrNameLst>
                                          <p:attrName>style.visibility</p:attrName>
                                        </p:attrNameLst>
                                      </p:cBhvr>
                                      <p:to>
                                        <p:strVal val="hidden"/>
                                      </p:to>
                                    </p:set>
                                  </p:childTnLst>
                                </p:cTn>
                              </p:par>
                              <p:par>
                                <p:cTn id="36" presetID="53" presetClass="exit" presetSubtype="32" fill="hold" grpId="1" nodeType="withEffect">
                                  <p:stCondLst>
                                    <p:cond delay="0"/>
                                  </p:stCondLst>
                                  <p:childTnLst>
                                    <p:anim calcmode="lin" valueType="num">
                                      <p:cBhvr>
                                        <p:cTn id="37" dur="500"/>
                                        <p:tgtEl>
                                          <p:spTgt spid="41"/>
                                        </p:tgtEl>
                                        <p:attrNameLst>
                                          <p:attrName>ppt_w</p:attrName>
                                        </p:attrNameLst>
                                      </p:cBhvr>
                                      <p:tavLst>
                                        <p:tav tm="0">
                                          <p:val>
                                            <p:strVal val="ppt_w"/>
                                          </p:val>
                                        </p:tav>
                                        <p:tav tm="100000">
                                          <p:val>
                                            <p:fltVal val="0"/>
                                          </p:val>
                                        </p:tav>
                                      </p:tavLst>
                                    </p:anim>
                                    <p:anim calcmode="lin" valueType="num">
                                      <p:cBhvr>
                                        <p:cTn id="38" dur="500"/>
                                        <p:tgtEl>
                                          <p:spTgt spid="41"/>
                                        </p:tgtEl>
                                        <p:attrNameLst>
                                          <p:attrName>ppt_h</p:attrName>
                                        </p:attrNameLst>
                                      </p:cBhvr>
                                      <p:tavLst>
                                        <p:tav tm="0">
                                          <p:val>
                                            <p:strVal val="ppt_h"/>
                                          </p:val>
                                        </p:tav>
                                        <p:tav tm="100000">
                                          <p:val>
                                            <p:fltVal val="0"/>
                                          </p:val>
                                        </p:tav>
                                      </p:tavLst>
                                    </p:anim>
                                    <p:animEffect transition="out" filter="fade">
                                      <p:cBhvr>
                                        <p:cTn id="39" dur="500"/>
                                        <p:tgtEl>
                                          <p:spTgt spid="41"/>
                                        </p:tgtEl>
                                      </p:cBhvr>
                                    </p:animEffect>
                                    <p:set>
                                      <p:cBhvr>
                                        <p:cTn id="40"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0" grpId="0"/>
      <p:bldP spid="234502" grpId="0" animBg="1"/>
      <p:bldP spid="41" grpId="0" animBg="1"/>
      <p:bldP spid="41"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17"/>
          <p:cNvSpPr>
            <a:spLocks noChangeArrowheads="1"/>
          </p:cNvSpPr>
          <p:nvPr/>
        </p:nvSpPr>
        <p:spPr bwMode="auto">
          <a:xfrm>
            <a:off x="6553200" y="1381125"/>
            <a:ext cx="1011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s</a:t>
            </a:r>
          </a:p>
        </p:txBody>
      </p:sp>
      <p:sp>
        <p:nvSpPr>
          <p:cNvPr id="238595" name="Rectangle 18"/>
          <p:cNvSpPr>
            <a:spLocks noChangeArrowheads="1"/>
          </p:cNvSpPr>
          <p:nvPr/>
        </p:nvSpPr>
        <p:spPr bwMode="auto">
          <a:xfrm>
            <a:off x="6284913" y="2000250"/>
            <a:ext cx="9636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108548" name="Rectangle 19"/>
          <p:cNvSpPr>
            <a:spLocks noChangeArrowheads="1"/>
          </p:cNvSpPr>
          <p:nvPr/>
        </p:nvSpPr>
        <p:spPr bwMode="auto">
          <a:xfrm>
            <a:off x="5495925" y="2019300"/>
            <a:ext cx="490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238597" name="Line 20"/>
          <p:cNvSpPr>
            <a:spLocks noChangeShapeType="1"/>
          </p:cNvSpPr>
          <p:nvPr/>
        </p:nvSpPr>
        <p:spPr bwMode="auto">
          <a:xfrm flipH="1">
            <a:off x="6732588" y="1714500"/>
            <a:ext cx="0" cy="30162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45062" name="Line 21"/>
          <p:cNvSpPr>
            <a:spLocks noChangeShapeType="1"/>
          </p:cNvSpPr>
          <p:nvPr/>
        </p:nvSpPr>
        <p:spPr bwMode="auto">
          <a:xfrm flipH="1">
            <a:off x="5684838" y="1735138"/>
            <a:ext cx="933450" cy="3905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38599" name="Line 22"/>
          <p:cNvSpPr>
            <a:spLocks noChangeShapeType="1"/>
          </p:cNvSpPr>
          <p:nvPr/>
        </p:nvSpPr>
        <p:spPr bwMode="auto">
          <a:xfrm flipH="1">
            <a:off x="5688013" y="2355850"/>
            <a:ext cx="709612" cy="354013"/>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38601" name="Rectangle 24"/>
          <p:cNvSpPr>
            <a:spLocks noChangeArrowheads="1"/>
          </p:cNvSpPr>
          <p:nvPr/>
        </p:nvSpPr>
        <p:spPr bwMode="auto">
          <a:xfrm>
            <a:off x="5337175" y="2692400"/>
            <a:ext cx="96678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108553" name="Rectangle 31"/>
          <p:cNvSpPr>
            <a:spLocks noChangeArrowheads="1"/>
          </p:cNvSpPr>
          <p:nvPr/>
        </p:nvSpPr>
        <p:spPr bwMode="auto">
          <a:xfrm>
            <a:off x="5753100" y="928688"/>
            <a:ext cx="21050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grpSp>
        <p:nvGrpSpPr>
          <p:cNvPr id="108554" name="Group 99"/>
          <p:cNvGrpSpPr>
            <a:grpSpLocks/>
          </p:cNvGrpSpPr>
          <p:nvPr/>
        </p:nvGrpSpPr>
        <p:grpSpPr bwMode="auto">
          <a:xfrm>
            <a:off x="3898900" y="444500"/>
            <a:ext cx="923925" cy="647700"/>
            <a:chOff x="975" y="2750"/>
            <a:chExt cx="776" cy="544"/>
          </a:xfrm>
        </p:grpSpPr>
        <p:sp>
          <p:nvSpPr>
            <p:cNvPr id="16"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8587"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08588"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08589"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20"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08555" name="Rectangle 32"/>
          <p:cNvSpPr>
            <a:spLocks noChangeArrowheads="1"/>
          </p:cNvSpPr>
          <p:nvPr/>
        </p:nvSpPr>
        <p:spPr bwMode="auto">
          <a:xfrm>
            <a:off x="3708400" y="-73025"/>
            <a:ext cx="12493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pSp>
        <p:nvGrpSpPr>
          <p:cNvPr id="108556" name="组合 113"/>
          <p:cNvGrpSpPr>
            <a:grpSpLocks/>
          </p:cNvGrpSpPr>
          <p:nvPr/>
        </p:nvGrpSpPr>
        <p:grpSpPr bwMode="auto">
          <a:xfrm>
            <a:off x="179388" y="2787650"/>
            <a:ext cx="3140075" cy="1728788"/>
            <a:chOff x="5003799" y="500048"/>
            <a:chExt cx="3282977" cy="1803794"/>
          </a:xfrm>
        </p:grpSpPr>
        <p:sp>
          <p:nvSpPr>
            <p:cNvPr id="24" name="Rectangle 4"/>
            <p:cNvSpPr>
              <a:spLocks noChangeArrowheads="1"/>
            </p:cNvSpPr>
            <p:nvPr/>
          </p:nvSpPr>
          <p:spPr bwMode="auto">
            <a:xfrm>
              <a:off x="5003799" y="500048"/>
              <a:ext cx="3282977" cy="1788886"/>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25" name="直接连接符 24"/>
            <p:cNvCxnSpPr/>
            <p:nvPr/>
          </p:nvCxnSpPr>
          <p:spPr>
            <a:xfrm>
              <a:off x="5003799" y="798196"/>
              <a:ext cx="327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143211" y="500048"/>
              <a:ext cx="0" cy="1803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99"/>
          <p:cNvGrpSpPr>
            <a:grpSpLocks/>
          </p:cNvGrpSpPr>
          <p:nvPr/>
        </p:nvGrpSpPr>
        <p:grpSpPr bwMode="auto">
          <a:xfrm>
            <a:off x="3905250" y="1071563"/>
            <a:ext cx="954088" cy="636587"/>
            <a:chOff x="948" y="2750"/>
            <a:chExt cx="802" cy="534"/>
          </a:xfrm>
        </p:grpSpPr>
        <p:sp>
          <p:nvSpPr>
            <p:cNvPr id="28"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857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(1, 9)</a:t>
              </a:r>
            </a:p>
          </p:txBody>
        </p:sp>
        <p:sp>
          <p:nvSpPr>
            <p:cNvPr id="10857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0858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32"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3"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5" name="Group 99"/>
          <p:cNvGrpSpPr>
            <a:grpSpLocks/>
          </p:cNvGrpSpPr>
          <p:nvPr/>
        </p:nvGrpSpPr>
        <p:grpSpPr bwMode="auto">
          <a:xfrm>
            <a:off x="3905250" y="1708150"/>
            <a:ext cx="954088" cy="635000"/>
            <a:chOff x="948" y="2750"/>
            <a:chExt cx="802" cy="534"/>
          </a:xfrm>
        </p:grpSpPr>
        <p:sp>
          <p:nvSpPr>
            <p:cNvPr id="36"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857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p</a:t>
              </a:r>
              <a:r>
                <a:rPr lang="en-US" altLang="zh-CN" sz="1200">
                  <a:solidFill>
                    <a:prstClr val="black"/>
                  </a:solidFill>
                  <a:cs typeface="Times New Roman" panose="02020603050405020304" pitchFamily="18" charset="0"/>
                </a:rPr>
                <a:t> (1, 9)</a:t>
              </a:r>
            </a:p>
          </p:txBody>
        </p:sp>
        <p:sp>
          <p:nvSpPr>
            <p:cNvPr id="10857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 j</a:t>
              </a:r>
            </a:p>
          </p:txBody>
        </p:sp>
        <p:sp>
          <p:nvSpPr>
            <p:cNvPr id="10857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40"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41"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43" name="Line 12"/>
          <p:cNvSpPr>
            <a:spLocks noChangeShapeType="1"/>
          </p:cNvSpPr>
          <p:nvPr/>
        </p:nvSpPr>
        <p:spPr bwMode="auto">
          <a:xfrm flipH="1">
            <a:off x="5632450" y="3027363"/>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44" name="Rectangle 22"/>
          <p:cNvSpPr>
            <a:spLocks noChangeArrowheads="1"/>
          </p:cNvSpPr>
          <p:nvPr/>
        </p:nvSpPr>
        <p:spPr bwMode="auto">
          <a:xfrm>
            <a:off x="5468938" y="3243263"/>
            <a:ext cx="2698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prstClr val="black"/>
                </a:solidFill>
                <a:ea typeface="宋体" panose="02010600030101010101" pitchFamily="2" charset="-122"/>
              </a:rPr>
              <a:t>e</a:t>
            </a:r>
          </a:p>
        </p:txBody>
      </p:sp>
      <p:grpSp>
        <p:nvGrpSpPr>
          <p:cNvPr id="6" name="Group 99"/>
          <p:cNvGrpSpPr>
            <a:grpSpLocks/>
          </p:cNvGrpSpPr>
          <p:nvPr/>
        </p:nvGrpSpPr>
        <p:grpSpPr bwMode="auto">
          <a:xfrm>
            <a:off x="3905250" y="2355850"/>
            <a:ext cx="954088" cy="635000"/>
            <a:chOff x="948" y="2750"/>
            <a:chExt cx="802" cy="534"/>
          </a:xfrm>
        </p:grpSpPr>
        <p:sp>
          <p:nvSpPr>
            <p:cNvPr id="46"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08566"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e</a:t>
              </a:r>
              <a:endParaRPr lang="en-US" altLang="zh-CN" sz="1200">
                <a:solidFill>
                  <a:prstClr val="black"/>
                </a:solidFill>
                <a:cs typeface="Times New Roman" panose="02020603050405020304" pitchFamily="18" charset="0"/>
              </a:endParaRPr>
            </a:p>
          </p:txBody>
        </p:sp>
        <p:sp>
          <p:nvSpPr>
            <p:cNvPr id="108567"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prstClr val="black"/>
                </a:solidFill>
                <a:cs typeface="Times New Roman" panose="02020603050405020304" pitchFamily="18" charset="0"/>
              </a:endParaRPr>
            </a:p>
          </p:txBody>
        </p:sp>
        <p:sp>
          <p:nvSpPr>
            <p:cNvPr id="108568"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0"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1"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52" name="任意多边形 51"/>
          <p:cNvSpPr/>
          <p:nvPr/>
        </p:nvSpPr>
        <p:spPr>
          <a:xfrm>
            <a:off x="4824413" y="854075"/>
            <a:ext cx="460375" cy="1838325"/>
          </a:xfrm>
          <a:custGeom>
            <a:avLst/>
            <a:gdLst>
              <a:gd name="connsiteX0" fmla="*/ 0 w 460464"/>
              <a:gd name="connsiteY0" fmla="*/ 1768642 h 1768642"/>
              <a:gd name="connsiteX1" fmla="*/ 433137 w 460464"/>
              <a:gd name="connsiteY1" fmla="*/ 902369 h 1768642"/>
              <a:gd name="connsiteX2" fmla="*/ 372979 w 460464"/>
              <a:gd name="connsiteY2" fmla="*/ 156411 h 1768642"/>
              <a:gd name="connsiteX3" fmla="*/ 24063 w 460464"/>
              <a:gd name="connsiteY3" fmla="*/ 0 h 1768642"/>
            </a:gdLst>
            <a:ahLst/>
            <a:cxnLst>
              <a:cxn ang="0">
                <a:pos x="connsiteX0" y="connsiteY0"/>
              </a:cxn>
              <a:cxn ang="0">
                <a:pos x="connsiteX1" y="connsiteY1"/>
              </a:cxn>
              <a:cxn ang="0">
                <a:pos x="connsiteX2" y="connsiteY2"/>
              </a:cxn>
              <a:cxn ang="0">
                <a:pos x="connsiteX3" y="connsiteY3"/>
              </a:cxn>
            </a:cxnLst>
            <a:rect l="l" t="t" r="r" b="b"/>
            <a:pathLst>
              <a:path w="460464" h="1768642">
                <a:moveTo>
                  <a:pt x="0" y="1768642"/>
                </a:moveTo>
                <a:cubicBezTo>
                  <a:pt x="185487" y="1469858"/>
                  <a:pt x="370974" y="1171074"/>
                  <a:pt x="433137" y="902369"/>
                </a:cubicBezTo>
                <a:cubicBezTo>
                  <a:pt x="495300" y="633664"/>
                  <a:pt x="441158" y="306806"/>
                  <a:pt x="372979" y="156411"/>
                </a:cubicBezTo>
                <a:cubicBezTo>
                  <a:pt x="304800" y="6016"/>
                  <a:pt x="164431" y="3008"/>
                  <a:pt x="24063"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53" name="Freeform 56"/>
          <p:cNvSpPr>
            <a:spLocks/>
          </p:cNvSpPr>
          <p:nvPr/>
        </p:nvSpPr>
        <p:spPr bwMode="auto">
          <a:xfrm rot="-511685">
            <a:off x="4819650" y="1509713"/>
            <a:ext cx="276225" cy="454025"/>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56" name="Freeform 56"/>
          <p:cNvSpPr>
            <a:spLocks/>
          </p:cNvSpPr>
          <p:nvPr/>
        </p:nvSpPr>
        <p:spPr bwMode="auto">
          <a:xfrm rot="-511685">
            <a:off x="4824413" y="877888"/>
            <a:ext cx="128587" cy="496887"/>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34</a:t>
            </a:fld>
            <a:endParaRPr lang="en-US" altLang="zh-CN" dirty="0"/>
          </a:p>
        </p:txBody>
      </p:sp>
    </p:spTree>
    <p:extLst>
      <p:ext uri="{BB962C8B-B14F-4D97-AF65-F5344CB8AC3E}">
        <p14:creationId xmlns:p14="http://schemas.microsoft.com/office/powerpoint/2010/main" val="37720588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38597"/>
                                        </p:tgtEl>
                                        <p:attrNameLst>
                                          <p:attrName>style.visibility</p:attrName>
                                        </p:attrNameLst>
                                      </p:cBhvr>
                                      <p:to>
                                        <p:strVal val="visible"/>
                                      </p:to>
                                    </p:set>
                                    <p:anim calcmode="lin" valueType="num">
                                      <p:cBhvr>
                                        <p:cTn id="7" dur="500" fill="hold"/>
                                        <p:tgtEl>
                                          <p:spTgt spid="238597"/>
                                        </p:tgtEl>
                                        <p:attrNameLst>
                                          <p:attrName>ppt_w</p:attrName>
                                        </p:attrNameLst>
                                      </p:cBhvr>
                                      <p:tavLst>
                                        <p:tav tm="0">
                                          <p:val>
                                            <p:fltVal val="0"/>
                                          </p:val>
                                        </p:tav>
                                        <p:tav tm="100000">
                                          <p:val>
                                            <p:strVal val="#ppt_w"/>
                                          </p:val>
                                        </p:tav>
                                      </p:tavLst>
                                    </p:anim>
                                    <p:anim calcmode="lin" valueType="num">
                                      <p:cBhvr>
                                        <p:cTn id="8" dur="500" fill="hold"/>
                                        <p:tgtEl>
                                          <p:spTgt spid="238597"/>
                                        </p:tgtEl>
                                        <p:attrNameLst>
                                          <p:attrName>ppt_h</p:attrName>
                                        </p:attrNameLst>
                                      </p:cBhvr>
                                      <p:tavLst>
                                        <p:tav tm="0">
                                          <p:val>
                                            <p:fltVal val="0"/>
                                          </p:val>
                                        </p:tav>
                                        <p:tav tm="100000">
                                          <p:val>
                                            <p:strVal val="#ppt_h"/>
                                          </p:val>
                                        </p:tav>
                                      </p:tavLst>
                                    </p:anim>
                                    <p:animEffect transition="in" filter="fade">
                                      <p:cBhvr>
                                        <p:cTn id="9" dur="500"/>
                                        <p:tgtEl>
                                          <p:spTgt spid="238597"/>
                                        </p:tgtEl>
                                      </p:cBhvr>
                                    </p:animEffect>
                                  </p:childTnLst>
                                </p:cTn>
                              </p:par>
                              <p:par>
                                <p:cTn id="10" presetID="53" presetClass="entr" presetSubtype="0" fill="hold" nodeType="withEffect">
                                  <p:stCondLst>
                                    <p:cond delay="0"/>
                                  </p:stCondLst>
                                  <p:childTnLst>
                                    <p:set>
                                      <p:cBhvr>
                                        <p:cTn id="11" dur="1" fill="hold">
                                          <p:stCondLst>
                                            <p:cond delay="0"/>
                                          </p:stCondLst>
                                        </p:cTn>
                                        <p:tgtEl>
                                          <p:spTgt spid="238595"/>
                                        </p:tgtEl>
                                        <p:attrNameLst>
                                          <p:attrName>style.visibility</p:attrName>
                                        </p:attrNameLst>
                                      </p:cBhvr>
                                      <p:to>
                                        <p:strVal val="visible"/>
                                      </p:to>
                                    </p:set>
                                    <p:anim calcmode="lin" valueType="num">
                                      <p:cBhvr>
                                        <p:cTn id="12" dur="500" fill="hold"/>
                                        <p:tgtEl>
                                          <p:spTgt spid="238595"/>
                                        </p:tgtEl>
                                        <p:attrNameLst>
                                          <p:attrName>ppt_w</p:attrName>
                                        </p:attrNameLst>
                                      </p:cBhvr>
                                      <p:tavLst>
                                        <p:tav tm="0">
                                          <p:val>
                                            <p:fltVal val="0"/>
                                          </p:val>
                                        </p:tav>
                                        <p:tav tm="100000">
                                          <p:val>
                                            <p:strVal val="#ppt_w"/>
                                          </p:val>
                                        </p:tav>
                                      </p:tavLst>
                                    </p:anim>
                                    <p:anim calcmode="lin" valueType="num">
                                      <p:cBhvr>
                                        <p:cTn id="13" dur="500" fill="hold"/>
                                        <p:tgtEl>
                                          <p:spTgt spid="238595"/>
                                        </p:tgtEl>
                                        <p:attrNameLst>
                                          <p:attrName>ppt_h</p:attrName>
                                        </p:attrNameLst>
                                      </p:cBhvr>
                                      <p:tavLst>
                                        <p:tav tm="0">
                                          <p:val>
                                            <p:fltVal val="0"/>
                                          </p:val>
                                        </p:tav>
                                        <p:tav tm="100000">
                                          <p:val>
                                            <p:strVal val="#ppt_h"/>
                                          </p:val>
                                        </p:tav>
                                      </p:tavLst>
                                    </p:anim>
                                    <p:animEffect transition="in" filter="fade">
                                      <p:cBhvr>
                                        <p:cTn id="14" dur="500"/>
                                        <p:tgtEl>
                                          <p:spTgt spid="23859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6"/>
                                        </p:tgtEl>
                                        <p:attrNameLst>
                                          <p:attrName>style.visibility</p:attrName>
                                        </p:attrNameLst>
                                      </p:cBhvr>
                                      <p:to>
                                        <p:strVal val="visible"/>
                                      </p:to>
                                    </p:set>
                                    <p:anim calcmode="lin" valueType="num">
                                      <p:cBhvr>
                                        <p:cTn id="26" dur="500" fill="hold"/>
                                        <p:tgtEl>
                                          <p:spTgt spid="56"/>
                                        </p:tgtEl>
                                        <p:attrNameLst>
                                          <p:attrName>ppt_w</p:attrName>
                                        </p:attrNameLst>
                                      </p:cBhvr>
                                      <p:tavLst>
                                        <p:tav tm="0">
                                          <p:val>
                                            <p:fltVal val="0"/>
                                          </p:val>
                                        </p:tav>
                                        <p:tav tm="100000">
                                          <p:val>
                                            <p:strVal val="#ppt_w"/>
                                          </p:val>
                                        </p:tav>
                                      </p:tavLst>
                                    </p:anim>
                                    <p:anim calcmode="lin" valueType="num">
                                      <p:cBhvr>
                                        <p:cTn id="27" dur="500" fill="hold"/>
                                        <p:tgtEl>
                                          <p:spTgt spid="56"/>
                                        </p:tgtEl>
                                        <p:attrNameLst>
                                          <p:attrName>ppt_h</p:attrName>
                                        </p:attrNameLst>
                                      </p:cBhvr>
                                      <p:tavLst>
                                        <p:tav tm="0">
                                          <p:val>
                                            <p:fltVal val="0"/>
                                          </p:val>
                                        </p:tav>
                                        <p:tav tm="100000">
                                          <p:val>
                                            <p:strVal val="#ppt_h"/>
                                          </p:val>
                                        </p:tav>
                                      </p:tavLst>
                                    </p:anim>
                                    <p:animEffect transition="in" filter="fade">
                                      <p:cBhvr>
                                        <p:cTn id="28" dur="500"/>
                                        <p:tgtEl>
                                          <p:spTgt spid="5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238599"/>
                                        </p:tgtEl>
                                        <p:attrNameLst>
                                          <p:attrName>style.visibility</p:attrName>
                                        </p:attrNameLst>
                                      </p:cBhvr>
                                      <p:to>
                                        <p:strVal val="visible"/>
                                      </p:to>
                                    </p:set>
                                    <p:anim calcmode="lin" valueType="num">
                                      <p:cBhvr>
                                        <p:cTn id="33" dur="500" fill="hold"/>
                                        <p:tgtEl>
                                          <p:spTgt spid="238599"/>
                                        </p:tgtEl>
                                        <p:attrNameLst>
                                          <p:attrName>ppt_w</p:attrName>
                                        </p:attrNameLst>
                                      </p:cBhvr>
                                      <p:tavLst>
                                        <p:tav tm="0">
                                          <p:val>
                                            <p:fltVal val="0"/>
                                          </p:val>
                                        </p:tav>
                                        <p:tav tm="100000">
                                          <p:val>
                                            <p:strVal val="#ppt_w"/>
                                          </p:val>
                                        </p:tav>
                                      </p:tavLst>
                                    </p:anim>
                                    <p:anim calcmode="lin" valueType="num">
                                      <p:cBhvr>
                                        <p:cTn id="34" dur="500" fill="hold"/>
                                        <p:tgtEl>
                                          <p:spTgt spid="238599"/>
                                        </p:tgtEl>
                                        <p:attrNameLst>
                                          <p:attrName>ppt_h</p:attrName>
                                        </p:attrNameLst>
                                      </p:cBhvr>
                                      <p:tavLst>
                                        <p:tav tm="0">
                                          <p:val>
                                            <p:fltVal val="0"/>
                                          </p:val>
                                        </p:tav>
                                        <p:tav tm="100000">
                                          <p:val>
                                            <p:strVal val="#ppt_h"/>
                                          </p:val>
                                        </p:tav>
                                      </p:tavLst>
                                    </p:anim>
                                    <p:animEffect transition="in" filter="fade">
                                      <p:cBhvr>
                                        <p:cTn id="35" dur="500"/>
                                        <p:tgtEl>
                                          <p:spTgt spid="238599"/>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238601"/>
                                        </p:tgtEl>
                                        <p:attrNameLst>
                                          <p:attrName>style.visibility</p:attrName>
                                        </p:attrNameLst>
                                      </p:cBhvr>
                                      <p:to>
                                        <p:strVal val="visible"/>
                                      </p:to>
                                    </p:set>
                                    <p:anim calcmode="lin" valueType="num">
                                      <p:cBhvr>
                                        <p:cTn id="38" dur="500" fill="hold"/>
                                        <p:tgtEl>
                                          <p:spTgt spid="238601"/>
                                        </p:tgtEl>
                                        <p:attrNameLst>
                                          <p:attrName>ppt_w</p:attrName>
                                        </p:attrNameLst>
                                      </p:cBhvr>
                                      <p:tavLst>
                                        <p:tav tm="0">
                                          <p:val>
                                            <p:fltVal val="0"/>
                                          </p:val>
                                        </p:tav>
                                        <p:tav tm="100000">
                                          <p:val>
                                            <p:strVal val="#ppt_w"/>
                                          </p:val>
                                        </p:tav>
                                      </p:tavLst>
                                    </p:anim>
                                    <p:anim calcmode="lin" valueType="num">
                                      <p:cBhvr>
                                        <p:cTn id="39" dur="500" fill="hold"/>
                                        <p:tgtEl>
                                          <p:spTgt spid="238601"/>
                                        </p:tgtEl>
                                        <p:attrNameLst>
                                          <p:attrName>ppt_h</p:attrName>
                                        </p:attrNameLst>
                                      </p:cBhvr>
                                      <p:tavLst>
                                        <p:tav tm="0">
                                          <p:val>
                                            <p:fltVal val="0"/>
                                          </p:val>
                                        </p:tav>
                                        <p:tav tm="100000">
                                          <p:val>
                                            <p:strVal val="#ppt_h"/>
                                          </p:val>
                                        </p:tav>
                                      </p:tavLst>
                                    </p:anim>
                                    <p:animEffect transition="in" filter="fade">
                                      <p:cBhvr>
                                        <p:cTn id="40" dur="500"/>
                                        <p:tgtEl>
                                          <p:spTgt spid="23860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p:cTn id="45" dur="500" fill="hold"/>
                                        <p:tgtEl>
                                          <p:spTgt spid="5"/>
                                        </p:tgtEl>
                                        <p:attrNameLst>
                                          <p:attrName>ppt_w</p:attrName>
                                        </p:attrNameLst>
                                      </p:cBhvr>
                                      <p:tavLst>
                                        <p:tav tm="0">
                                          <p:val>
                                            <p:fltVal val="0"/>
                                          </p:val>
                                        </p:tav>
                                        <p:tav tm="100000">
                                          <p:val>
                                            <p:strVal val="#ppt_w"/>
                                          </p:val>
                                        </p:tav>
                                      </p:tavLst>
                                    </p:anim>
                                    <p:anim calcmode="lin" valueType="num">
                                      <p:cBhvr>
                                        <p:cTn id="46" dur="500" fill="hold"/>
                                        <p:tgtEl>
                                          <p:spTgt spid="5"/>
                                        </p:tgtEl>
                                        <p:attrNameLst>
                                          <p:attrName>ppt_h</p:attrName>
                                        </p:attrNameLst>
                                      </p:cBhvr>
                                      <p:tavLst>
                                        <p:tav tm="0">
                                          <p:val>
                                            <p:fltVal val="0"/>
                                          </p:val>
                                        </p:tav>
                                        <p:tav tm="100000">
                                          <p:val>
                                            <p:strVal val="#ppt_h"/>
                                          </p:val>
                                        </p:tav>
                                      </p:tavLst>
                                    </p:anim>
                                    <p:animEffect transition="in" filter="fade">
                                      <p:cBhvr>
                                        <p:cTn id="47" dur="500"/>
                                        <p:tgtEl>
                                          <p:spTgt spid="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53"/>
                                        </p:tgtEl>
                                        <p:attrNameLst>
                                          <p:attrName>style.visibility</p:attrName>
                                        </p:attrNameLst>
                                      </p:cBhvr>
                                      <p:to>
                                        <p:strVal val="visible"/>
                                      </p:to>
                                    </p:set>
                                    <p:anim calcmode="lin" valueType="num">
                                      <p:cBhvr>
                                        <p:cTn id="52" dur="500" fill="hold"/>
                                        <p:tgtEl>
                                          <p:spTgt spid="53"/>
                                        </p:tgtEl>
                                        <p:attrNameLst>
                                          <p:attrName>ppt_w</p:attrName>
                                        </p:attrNameLst>
                                      </p:cBhvr>
                                      <p:tavLst>
                                        <p:tav tm="0">
                                          <p:val>
                                            <p:fltVal val="0"/>
                                          </p:val>
                                        </p:tav>
                                        <p:tav tm="100000">
                                          <p:val>
                                            <p:strVal val="#ppt_w"/>
                                          </p:val>
                                        </p:tav>
                                      </p:tavLst>
                                    </p:anim>
                                    <p:anim calcmode="lin" valueType="num">
                                      <p:cBhvr>
                                        <p:cTn id="53" dur="500" fill="hold"/>
                                        <p:tgtEl>
                                          <p:spTgt spid="53"/>
                                        </p:tgtEl>
                                        <p:attrNameLst>
                                          <p:attrName>ppt_h</p:attrName>
                                        </p:attrNameLst>
                                      </p:cBhvr>
                                      <p:tavLst>
                                        <p:tav tm="0">
                                          <p:val>
                                            <p:fltVal val="0"/>
                                          </p:val>
                                        </p:tav>
                                        <p:tav tm="100000">
                                          <p:val>
                                            <p:strVal val="#ppt_h"/>
                                          </p:val>
                                        </p:tav>
                                      </p:tavLst>
                                    </p:anim>
                                    <p:animEffect transition="in" filter="fade">
                                      <p:cBhvr>
                                        <p:cTn id="54" dur="500"/>
                                        <p:tgtEl>
                                          <p:spTgt spid="5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43"/>
                                        </p:tgtEl>
                                        <p:attrNameLst>
                                          <p:attrName>style.visibility</p:attrName>
                                        </p:attrNameLst>
                                      </p:cBhvr>
                                      <p:to>
                                        <p:strVal val="visible"/>
                                      </p:to>
                                    </p:set>
                                    <p:anim calcmode="lin" valueType="num">
                                      <p:cBhvr>
                                        <p:cTn id="59" dur="500" fill="hold"/>
                                        <p:tgtEl>
                                          <p:spTgt spid="43"/>
                                        </p:tgtEl>
                                        <p:attrNameLst>
                                          <p:attrName>ppt_w</p:attrName>
                                        </p:attrNameLst>
                                      </p:cBhvr>
                                      <p:tavLst>
                                        <p:tav tm="0">
                                          <p:val>
                                            <p:fltVal val="0"/>
                                          </p:val>
                                        </p:tav>
                                        <p:tav tm="100000">
                                          <p:val>
                                            <p:strVal val="#ppt_w"/>
                                          </p:val>
                                        </p:tav>
                                      </p:tavLst>
                                    </p:anim>
                                    <p:anim calcmode="lin" valueType="num">
                                      <p:cBhvr>
                                        <p:cTn id="60" dur="500" fill="hold"/>
                                        <p:tgtEl>
                                          <p:spTgt spid="43"/>
                                        </p:tgtEl>
                                        <p:attrNameLst>
                                          <p:attrName>ppt_h</p:attrName>
                                        </p:attrNameLst>
                                      </p:cBhvr>
                                      <p:tavLst>
                                        <p:tav tm="0">
                                          <p:val>
                                            <p:fltVal val="0"/>
                                          </p:val>
                                        </p:tav>
                                        <p:tav tm="100000">
                                          <p:val>
                                            <p:strVal val="#ppt_h"/>
                                          </p:val>
                                        </p:tav>
                                      </p:tavLst>
                                    </p:anim>
                                    <p:animEffect transition="in" filter="fade">
                                      <p:cBhvr>
                                        <p:cTn id="61" dur="500"/>
                                        <p:tgtEl>
                                          <p:spTgt spid="43"/>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 calcmode="lin" valueType="num">
                                      <p:cBhvr>
                                        <p:cTn id="64" dur="500" fill="hold"/>
                                        <p:tgtEl>
                                          <p:spTgt spid="44"/>
                                        </p:tgtEl>
                                        <p:attrNameLst>
                                          <p:attrName>ppt_w</p:attrName>
                                        </p:attrNameLst>
                                      </p:cBhvr>
                                      <p:tavLst>
                                        <p:tav tm="0">
                                          <p:val>
                                            <p:fltVal val="0"/>
                                          </p:val>
                                        </p:tav>
                                        <p:tav tm="100000">
                                          <p:val>
                                            <p:strVal val="#ppt_w"/>
                                          </p:val>
                                        </p:tav>
                                      </p:tavLst>
                                    </p:anim>
                                    <p:anim calcmode="lin" valueType="num">
                                      <p:cBhvr>
                                        <p:cTn id="65" dur="500" fill="hold"/>
                                        <p:tgtEl>
                                          <p:spTgt spid="44"/>
                                        </p:tgtEl>
                                        <p:attrNameLst>
                                          <p:attrName>ppt_h</p:attrName>
                                        </p:attrNameLst>
                                      </p:cBhvr>
                                      <p:tavLst>
                                        <p:tav tm="0">
                                          <p:val>
                                            <p:fltVal val="0"/>
                                          </p:val>
                                        </p:tav>
                                        <p:tav tm="100000">
                                          <p:val>
                                            <p:strVal val="#ppt_h"/>
                                          </p:val>
                                        </p:tav>
                                      </p:tavLst>
                                    </p:anim>
                                    <p:animEffect transition="in" filter="fade">
                                      <p:cBhvr>
                                        <p:cTn id="66" dur="500"/>
                                        <p:tgtEl>
                                          <p:spTgt spid="4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500" fill="hold"/>
                                        <p:tgtEl>
                                          <p:spTgt spid="6"/>
                                        </p:tgtEl>
                                        <p:attrNameLst>
                                          <p:attrName>ppt_w</p:attrName>
                                        </p:attrNameLst>
                                      </p:cBhvr>
                                      <p:tavLst>
                                        <p:tav tm="0">
                                          <p:val>
                                            <p:fltVal val="0"/>
                                          </p:val>
                                        </p:tav>
                                        <p:tav tm="100000">
                                          <p:val>
                                            <p:strVal val="#ppt_w"/>
                                          </p:val>
                                        </p:tav>
                                      </p:tavLst>
                                    </p:anim>
                                    <p:anim calcmode="lin" valueType="num">
                                      <p:cBhvr>
                                        <p:cTn id="72" dur="500" fill="hold"/>
                                        <p:tgtEl>
                                          <p:spTgt spid="6"/>
                                        </p:tgtEl>
                                        <p:attrNameLst>
                                          <p:attrName>ppt_h</p:attrName>
                                        </p:attrNameLst>
                                      </p:cBhvr>
                                      <p:tavLst>
                                        <p:tav tm="0">
                                          <p:val>
                                            <p:fltVal val="0"/>
                                          </p:val>
                                        </p:tav>
                                        <p:tav tm="100000">
                                          <p:val>
                                            <p:strVal val="#ppt_h"/>
                                          </p:val>
                                        </p:tav>
                                      </p:tavLst>
                                    </p:anim>
                                    <p:animEffect transition="in" filter="fade">
                                      <p:cBhvr>
                                        <p:cTn id="73" dur="500"/>
                                        <p:tgtEl>
                                          <p:spTgt spid="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53" presetClass="entr" presetSubtype="16"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 calcmode="lin" valueType="num">
                                      <p:cBhvr>
                                        <p:cTn id="78" dur="500" fill="hold"/>
                                        <p:tgtEl>
                                          <p:spTgt spid="52"/>
                                        </p:tgtEl>
                                        <p:attrNameLst>
                                          <p:attrName>ppt_w</p:attrName>
                                        </p:attrNameLst>
                                      </p:cBhvr>
                                      <p:tavLst>
                                        <p:tav tm="0">
                                          <p:val>
                                            <p:fltVal val="0"/>
                                          </p:val>
                                        </p:tav>
                                        <p:tav tm="100000">
                                          <p:val>
                                            <p:strVal val="#ppt_w"/>
                                          </p:val>
                                        </p:tav>
                                      </p:tavLst>
                                    </p:anim>
                                    <p:anim calcmode="lin" valueType="num">
                                      <p:cBhvr>
                                        <p:cTn id="79" dur="500" fill="hold"/>
                                        <p:tgtEl>
                                          <p:spTgt spid="52"/>
                                        </p:tgtEl>
                                        <p:attrNameLst>
                                          <p:attrName>ppt_h</p:attrName>
                                        </p:attrNameLst>
                                      </p:cBhvr>
                                      <p:tavLst>
                                        <p:tav tm="0">
                                          <p:val>
                                            <p:fltVal val="0"/>
                                          </p:val>
                                        </p:tav>
                                        <p:tav tm="100000">
                                          <p:val>
                                            <p:strVal val="#ppt_h"/>
                                          </p:val>
                                        </p:tav>
                                      </p:tavLst>
                                    </p:anim>
                                    <p:animEffect transition="in" filter="fade">
                                      <p:cBhvr>
                                        <p:cTn id="80" dur="500"/>
                                        <p:tgtEl>
                                          <p:spTgt spid="5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53" presetClass="exit" presetSubtype="32" fill="hold" nodeType="clickEffect">
                                  <p:stCondLst>
                                    <p:cond delay="0"/>
                                  </p:stCondLst>
                                  <p:childTnLst>
                                    <p:anim calcmode="lin" valueType="num">
                                      <p:cBhvr>
                                        <p:cTn id="84" dur="500"/>
                                        <p:tgtEl>
                                          <p:spTgt spid="6"/>
                                        </p:tgtEl>
                                        <p:attrNameLst>
                                          <p:attrName>ppt_w</p:attrName>
                                        </p:attrNameLst>
                                      </p:cBhvr>
                                      <p:tavLst>
                                        <p:tav tm="0">
                                          <p:val>
                                            <p:strVal val="ppt_w"/>
                                          </p:val>
                                        </p:tav>
                                        <p:tav tm="100000">
                                          <p:val>
                                            <p:fltVal val="0"/>
                                          </p:val>
                                        </p:tav>
                                      </p:tavLst>
                                    </p:anim>
                                    <p:anim calcmode="lin" valueType="num">
                                      <p:cBhvr>
                                        <p:cTn id="85" dur="500"/>
                                        <p:tgtEl>
                                          <p:spTgt spid="6"/>
                                        </p:tgtEl>
                                        <p:attrNameLst>
                                          <p:attrName>ppt_h</p:attrName>
                                        </p:attrNameLst>
                                      </p:cBhvr>
                                      <p:tavLst>
                                        <p:tav tm="0">
                                          <p:val>
                                            <p:strVal val="ppt_h"/>
                                          </p:val>
                                        </p:tav>
                                        <p:tav tm="100000">
                                          <p:val>
                                            <p:fltVal val="0"/>
                                          </p:val>
                                        </p:tav>
                                      </p:tavLst>
                                    </p:anim>
                                    <p:animEffect transition="out" filter="fade">
                                      <p:cBhvr>
                                        <p:cTn id="86" dur="500"/>
                                        <p:tgtEl>
                                          <p:spTgt spid="6"/>
                                        </p:tgtEl>
                                      </p:cBhvr>
                                    </p:animEffect>
                                    <p:set>
                                      <p:cBhvr>
                                        <p:cTn id="87" dur="1" fill="hold">
                                          <p:stCondLst>
                                            <p:cond delay="499"/>
                                          </p:stCondLst>
                                        </p:cTn>
                                        <p:tgtEl>
                                          <p:spTgt spid="6"/>
                                        </p:tgtEl>
                                        <p:attrNameLst>
                                          <p:attrName>style.visibility</p:attrName>
                                        </p:attrNameLst>
                                      </p:cBhvr>
                                      <p:to>
                                        <p:strVal val="hidden"/>
                                      </p:to>
                                    </p:set>
                                  </p:childTnLst>
                                </p:cTn>
                              </p:par>
                              <p:par>
                                <p:cTn id="88" presetID="53" presetClass="exit" presetSubtype="32" fill="hold" nodeType="withEffect">
                                  <p:stCondLst>
                                    <p:cond delay="0"/>
                                  </p:stCondLst>
                                  <p:childTnLst>
                                    <p:anim calcmode="lin" valueType="num">
                                      <p:cBhvr>
                                        <p:cTn id="89" dur="500"/>
                                        <p:tgtEl>
                                          <p:spTgt spid="52"/>
                                        </p:tgtEl>
                                        <p:attrNameLst>
                                          <p:attrName>ppt_w</p:attrName>
                                        </p:attrNameLst>
                                      </p:cBhvr>
                                      <p:tavLst>
                                        <p:tav tm="0">
                                          <p:val>
                                            <p:strVal val="ppt_w"/>
                                          </p:val>
                                        </p:tav>
                                        <p:tav tm="100000">
                                          <p:val>
                                            <p:fltVal val="0"/>
                                          </p:val>
                                        </p:tav>
                                      </p:tavLst>
                                    </p:anim>
                                    <p:anim calcmode="lin" valueType="num">
                                      <p:cBhvr>
                                        <p:cTn id="90" dur="500"/>
                                        <p:tgtEl>
                                          <p:spTgt spid="52"/>
                                        </p:tgtEl>
                                        <p:attrNameLst>
                                          <p:attrName>ppt_h</p:attrName>
                                        </p:attrNameLst>
                                      </p:cBhvr>
                                      <p:tavLst>
                                        <p:tav tm="0">
                                          <p:val>
                                            <p:strVal val="ppt_h"/>
                                          </p:val>
                                        </p:tav>
                                        <p:tav tm="100000">
                                          <p:val>
                                            <p:fltVal val="0"/>
                                          </p:val>
                                        </p:tav>
                                      </p:tavLst>
                                    </p:anim>
                                    <p:animEffect transition="out" filter="fade">
                                      <p:cBhvr>
                                        <p:cTn id="91" dur="500"/>
                                        <p:tgtEl>
                                          <p:spTgt spid="52"/>
                                        </p:tgtEl>
                                      </p:cBhvr>
                                    </p:animEffect>
                                    <p:set>
                                      <p:cBhvr>
                                        <p:cTn id="92" dur="1" fill="hold">
                                          <p:stCondLst>
                                            <p:cond delay="499"/>
                                          </p:stCondLst>
                                        </p:cTn>
                                        <p:tgtEl>
                                          <p:spTgt spid="52"/>
                                        </p:tgtEl>
                                        <p:attrNameLst>
                                          <p:attrName>style.visibility</p:attrName>
                                        </p:attrNameLst>
                                      </p:cBhvr>
                                      <p:to>
                                        <p:strVal val="hidden"/>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53" presetClass="exit" presetSubtype="32" fill="hold" nodeType="clickEffect">
                                  <p:stCondLst>
                                    <p:cond delay="0"/>
                                  </p:stCondLst>
                                  <p:childTnLst>
                                    <p:anim calcmode="lin" valueType="num">
                                      <p:cBhvr>
                                        <p:cTn id="96" dur="500"/>
                                        <p:tgtEl>
                                          <p:spTgt spid="5"/>
                                        </p:tgtEl>
                                        <p:attrNameLst>
                                          <p:attrName>ppt_w</p:attrName>
                                        </p:attrNameLst>
                                      </p:cBhvr>
                                      <p:tavLst>
                                        <p:tav tm="0">
                                          <p:val>
                                            <p:strVal val="ppt_w"/>
                                          </p:val>
                                        </p:tav>
                                        <p:tav tm="100000">
                                          <p:val>
                                            <p:fltVal val="0"/>
                                          </p:val>
                                        </p:tav>
                                      </p:tavLst>
                                    </p:anim>
                                    <p:anim calcmode="lin" valueType="num">
                                      <p:cBhvr>
                                        <p:cTn id="97" dur="500"/>
                                        <p:tgtEl>
                                          <p:spTgt spid="5"/>
                                        </p:tgtEl>
                                        <p:attrNameLst>
                                          <p:attrName>ppt_h</p:attrName>
                                        </p:attrNameLst>
                                      </p:cBhvr>
                                      <p:tavLst>
                                        <p:tav tm="0">
                                          <p:val>
                                            <p:strVal val="ppt_h"/>
                                          </p:val>
                                        </p:tav>
                                        <p:tav tm="100000">
                                          <p:val>
                                            <p:fltVal val="0"/>
                                          </p:val>
                                        </p:tav>
                                      </p:tavLst>
                                    </p:anim>
                                    <p:animEffect transition="out" filter="fade">
                                      <p:cBhvr>
                                        <p:cTn id="98" dur="500"/>
                                        <p:tgtEl>
                                          <p:spTgt spid="5"/>
                                        </p:tgtEl>
                                      </p:cBhvr>
                                    </p:animEffect>
                                    <p:set>
                                      <p:cBhvr>
                                        <p:cTn id="99" dur="1" fill="hold">
                                          <p:stCondLst>
                                            <p:cond delay="499"/>
                                          </p:stCondLst>
                                        </p:cTn>
                                        <p:tgtEl>
                                          <p:spTgt spid="5"/>
                                        </p:tgtEl>
                                        <p:attrNameLst>
                                          <p:attrName>style.visibility</p:attrName>
                                        </p:attrNameLst>
                                      </p:cBhvr>
                                      <p:to>
                                        <p:strVal val="hidden"/>
                                      </p:to>
                                    </p:set>
                                  </p:childTnLst>
                                </p:cTn>
                              </p:par>
                              <p:par>
                                <p:cTn id="100" presetID="53" presetClass="exit" presetSubtype="32" fill="hold" grpId="1" nodeType="withEffect">
                                  <p:stCondLst>
                                    <p:cond delay="0"/>
                                  </p:stCondLst>
                                  <p:childTnLst>
                                    <p:anim calcmode="lin" valueType="num">
                                      <p:cBhvr>
                                        <p:cTn id="101" dur="500"/>
                                        <p:tgtEl>
                                          <p:spTgt spid="53"/>
                                        </p:tgtEl>
                                        <p:attrNameLst>
                                          <p:attrName>ppt_w</p:attrName>
                                        </p:attrNameLst>
                                      </p:cBhvr>
                                      <p:tavLst>
                                        <p:tav tm="0">
                                          <p:val>
                                            <p:strVal val="ppt_w"/>
                                          </p:val>
                                        </p:tav>
                                        <p:tav tm="100000">
                                          <p:val>
                                            <p:fltVal val="0"/>
                                          </p:val>
                                        </p:tav>
                                      </p:tavLst>
                                    </p:anim>
                                    <p:anim calcmode="lin" valueType="num">
                                      <p:cBhvr>
                                        <p:cTn id="102" dur="500"/>
                                        <p:tgtEl>
                                          <p:spTgt spid="53"/>
                                        </p:tgtEl>
                                        <p:attrNameLst>
                                          <p:attrName>ppt_h</p:attrName>
                                        </p:attrNameLst>
                                      </p:cBhvr>
                                      <p:tavLst>
                                        <p:tav tm="0">
                                          <p:val>
                                            <p:strVal val="ppt_h"/>
                                          </p:val>
                                        </p:tav>
                                        <p:tav tm="100000">
                                          <p:val>
                                            <p:fltVal val="0"/>
                                          </p:val>
                                        </p:tav>
                                      </p:tavLst>
                                    </p:anim>
                                    <p:animEffect transition="out" filter="fade">
                                      <p:cBhvr>
                                        <p:cTn id="103" dur="500"/>
                                        <p:tgtEl>
                                          <p:spTgt spid="53"/>
                                        </p:tgtEl>
                                      </p:cBhvr>
                                    </p:animEffect>
                                    <p:set>
                                      <p:cBhvr>
                                        <p:cTn id="104"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7" grpId="0" animBg="1"/>
      <p:bldP spid="238599" grpId="0" animBg="1"/>
      <p:bldP spid="238601" grpId="0"/>
      <p:bldP spid="43" grpId="0" animBg="1"/>
      <p:bldP spid="44" grpId="0"/>
      <p:bldP spid="53" grpId="0" animBg="1"/>
      <p:bldP spid="53" grpId="1" animBg="1"/>
      <p:bldP spid="5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7"/>
          <p:cNvSpPr>
            <a:spLocks noChangeArrowheads="1"/>
          </p:cNvSpPr>
          <p:nvPr/>
        </p:nvSpPr>
        <p:spPr bwMode="auto">
          <a:xfrm>
            <a:off x="6553200" y="1381125"/>
            <a:ext cx="1011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s</a:t>
            </a:r>
          </a:p>
        </p:txBody>
      </p:sp>
      <p:sp>
        <p:nvSpPr>
          <p:cNvPr id="110595" name="Rectangle 18"/>
          <p:cNvSpPr>
            <a:spLocks noChangeArrowheads="1"/>
          </p:cNvSpPr>
          <p:nvPr/>
        </p:nvSpPr>
        <p:spPr bwMode="auto">
          <a:xfrm>
            <a:off x="6284913" y="2000250"/>
            <a:ext cx="9636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110596" name="Rectangle 19"/>
          <p:cNvSpPr>
            <a:spLocks noChangeArrowheads="1"/>
          </p:cNvSpPr>
          <p:nvPr/>
        </p:nvSpPr>
        <p:spPr bwMode="auto">
          <a:xfrm>
            <a:off x="5495925" y="2019300"/>
            <a:ext cx="490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r</a:t>
            </a:r>
          </a:p>
        </p:txBody>
      </p:sp>
      <p:sp>
        <p:nvSpPr>
          <p:cNvPr id="110597" name="Line 20"/>
          <p:cNvSpPr>
            <a:spLocks noChangeShapeType="1"/>
          </p:cNvSpPr>
          <p:nvPr/>
        </p:nvSpPr>
        <p:spPr bwMode="auto">
          <a:xfrm flipH="1">
            <a:off x="6732588" y="1714500"/>
            <a:ext cx="0" cy="30162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46086" name="Line 21"/>
          <p:cNvSpPr>
            <a:spLocks noChangeShapeType="1"/>
          </p:cNvSpPr>
          <p:nvPr/>
        </p:nvSpPr>
        <p:spPr bwMode="auto">
          <a:xfrm flipH="1">
            <a:off x="5684838" y="1735138"/>
            <a:ext cx="933450" cy="3905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46087" name="Line 22"/>
          <p:cNvSpPr>
            <a:spLocks noChangeShapeType="1"/>
          </p:cNvSpPr>
          <p:nvPr/>
        </p:nvSpPr>
        <p:spPr bwMode="auto">
          <a:xfrm flipH="1">
            <a:off x="5688013" y="2355850"/>
            <a:ext cx="709612" cy="354013"/>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44744" name="Line 23"/>
          <p:cNvSpPr>
            <a:spLocks noChangeShapeType="1"/>
          </p:cNvSpPr>
          <p:nvPr/>
        </p:nvSpPr>
        <p:spPr bwMode="auto">
          <a:xfrm flipH="1">
            <a:off x="6735763" y="2357438"/>
            <a:ext cx="0" cy="301625"/>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0601" name="Rectangle 24"/>
          <p:cNvSpPr>
            <a:spLocks noChangeArrowheads="1"/>
          </p:cNvSpPr>
          <p:nvPr/>
        </p:nvSpPr>
        <p:spPr bwMode="auto">
          <a:xfrm>
            <a:off x="5337175" y="2692400"/>
            <a:ext cx="96678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(1,9)</a:t>
            </a:r>
          </a:p>
        </p:txBody>
      </p:sp>
      <p:sp>
        <p:nvSpPr>
          <p:cNvPr id="244746" name="Rectangle 25"/>
          <p:cNvSpPr>
            <a:spLocks noChangeArrowheads="1"/>
          </p:cNvSpPr>
          <p:nvPr/>
        </p:nvSpPr>
        <p:spPr bwMode="auto">
          <a:xfrm>
            <a:off x="6300788" y="2709863"/>
            <a:ext cx="96520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q</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244749" name="Rectangle 28"/>
          <p:cNvSpPr>
            <a:spLocks noChangeArrowheads="1"/>
          </p:cNvSpPr>
          <p:nvPr/>
        </p:nvSpPr>
        <p:spPr bwMode="auto">
          <a:xfrm>
            <a:off x="5621338" y="3419475"/>
            <a:ext cx="96678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1800" i="1">
                <a:solidFill>
                  <a:srgbClr val="000000"/>
                </a:solidFill>
                <a:ea typeface="宋体" panose="02010600030101010101" pitchFamily="2" charset="-122"/>
                <a:cs typeface="Times New Roman" panose="02020603050405020304" pitchFamily="18" charset="0"/>
              </a:rPr>
              <a:t>p</a:t>
            </a:r>
            <a:r>
              <a:rPr lang="en-US" altLang="zh-CN" sz="1800">
                <a:solidFill>
                  <a:srgbClr val="000000"/>
                </a:solidFill>
                <a:ea typeface="宋体" panose="02010600030101010101" pitchFamily="2" charset="-122"/>
                <a:cs typeface="Times New Roman" panose="02020603050405020304" pitchFamily="18" charset="0"/>
              </a:rPr>
              <a:t>(1,3)</a:t>
            </a:r>
          </a:p>
        </p:txBody>
      </p:sp>
      <p:sp>
        <p:nvSpPr>
          <p:cNvPr id="244750" name="Line 29"/>
          <p:cNvSpPr>
            <a:spLocks noChangeShapeType="1"/>
          </p:cNvSpPr>
          <p:nvPr/>
        </p:nvSpPr>
        <p:spPr bwMode="auto">
          <a:xfrm flipH="1">
            <a:off x="5899150" y="3055938"/>
            <a:ext cx="601663" cy="4445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0605" name="Rectangle 31"/>
          <p:cNvSpPr>
            <a:spLocks noChangeArrowheads="1"/>
          </p:cNvSpPr>
          <p:nvPr/>
        </p:nvSpPr>
        <p:spPr bwMode="auto">
          <a:xfrm>
            <a:off x="5753100" y="928688"/>
            <a:ext cx="21050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活动树</a:t>
            </a:r>
          </a:p>
        </p:txBody>
      </p:sp>
      <p:grpSp>
        <p:nvGrpSpPr>
          <p:cNvPr id="110606" name="组合 113"/>
          <p:cNvGrpSpPr>
            <a:grpSpLocks/>
          </p:cNvGrpSpPr>
          <p:nvPr/>
        </p:nvGrpSpPr>
        <p:grpSpPr bwMode="auto">
          <a:xfrm>
            <a:off x="179388" y="2787650"/>
            <a:ext cx="3140075" cy="1728788"/>
            <a:chOff x="5003799" y="500048"/>
            <a:chExt cx="3282977" cy="1803794"/>
          </a:xfrm>
        </p:grpSpPr>
        <p:sp>
          <p:nvSpPr>
            <p:cNvPr id="21" name="Rectangle 4"/>
            <p:cNvSpPr>
              <a:spLocks noChangeArrowheads="1"/>
            </p:cNvSpPr>
            <p:nvPr/>
          </p:nvSpPr>
          <p:spPr bwMode="auto">
            <a:xfrm>
              <a:off x="5003799" y="500048"/>
              <a:ext cx="3282977" cy="1788886"/>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22" name="直接连接符 21"/>
            <p:cNvCxnSpPr/>
            <p:nvPr/>
          </p:nvCxnSpPr>
          <p:spPr>
            <a:xfrm>
              <a:off x="5003799" y="798196"/>
              <a:ext cx="3276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143211" y="500048"/>
              <a:ext cx="0" cy="1803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607" name="Group 99"/>
          <p:cNvGrpSpPr>
            <a:grpSpLocks/>
          </p:cNvGrpSpPr>
          <p:nvPr/>
        </p:nvGrpSpPr>
        <p:grpSpPr bwMode="auto">
          <a:xfrm>
            <a:off x="3898900" y="444500"/>
            <a:ext cx="923925" cy="647700"/>
            <a:chOff x="975" y="2750"/>
            <a:chExt cx="776" cy="544"/>
          </a:xfrm>
        </p:grpSpPr>
        <p:sp>
          <p:nvSpPr>
            <p:cNvPr id="25"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46"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10647"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10648"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29"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0"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10608" name="Rectangle 32"/>
          <p:cNvSpPr>
            <a:spLocks noChangeArrowheads="1"/>
          </p:cNvSpPr>
          <p:nvPr/>
        </p:nvSpPr>
        <p:spPr bwMode="auto">
          <a:xfrm>
            <a:off x="3708400" y="-73025"/>
            <a:ext cx="12493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eaLnBrk="1" hangingPunct="1"/>
            <a:r>
              <a:rPr lang="zh-CN" altLang="en-US" sz="2700">
                <a:solidFill>
                  <a:srgbClr val="2D83F4"/>
                </a:solidFill>
                <a:latin typeface="楷体" panose="02010609060101010101" pitchFamily="49" charset="-122"/>
                <a:ea typeface="楷体" panose="02010609060101010101" pitchFamily="49" charset="-122"/>
                <a:cs typeface="Times New Roman" panose="02020603050405020304" pitchFamily="18" charset="0"/>
              </a:rPr>
              <a:t>控制栈</a:t>
            </a:r>
          </a:p>
        </p:txBody>
      </p:sp>
      <p:grpSp>
        <p:nvGrpSpPr>
          <p:cNvPr id="110609" name="Group 99"/>
          <p:cNvGrpSpPr>
            <a:grpSpLocks/>
          </p:cNvGrpSpPr>
          <p:nvPr/>
        </p:nvGrpSpPr>
        <p:grpSpPr bwMode="auto">
          <a:xfrm>
            <a:off x="3905250" y="1071563"/>
            <a:ext cx="954088" cy="636587"/>
            <a:chOff x="948" y="2750"/>
            <a:chExt cx="802" cy="534"/>
          </a:xfrm>
        </p:grpSpPr>
        <p:sp>
          <p:nvSpPr>
            <p:cNvPr id="33"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40"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(1, 9)</a:t>
              </a:r>
            </a:p>
          </p:txBody>
        </p:sp>
        <p:sp>
          <p:nvSpPr>
            <p:cNvPr id="110641"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10642"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37"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38"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7" name="Group 99"/>
          <p:cNvGrpSpPr>
            <a:grpSpLocks/>
          </p:cNvGrpSpPr>
          <p:nvPr/>
        </p:nvGrpSpPr>
        <p:grpSpPr bwMode="auto">
          <a:xfrm>
            <a:off x="3905250" y="1708150"/>
            <a:ext cx="954088" cy="635000"/>
            <a:chOff x="948" y="2750"/>
            <a:chExt cx="802" cy="534"/>
          </a:xfrm>
        </p:grpSpPr>
        <p:sp>
          <p:nvSpPr>
            <p:cNvPr id="49"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3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(1, 3)</a:t>
              </a:r>
            </a:p>
          </p:txBody>
        </p:sp>
        <p:sp>
          <p:nvSpPr>
            <p:cNvPr id="11063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1063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3"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4"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8" name="Group 99"/>
          <p:cNvGrpSpPr>
            <a:grpSpLocks/>
          </p:cNvGrpSpPr>
          <p:nvPr/>
        </p:nvGrpSpPr>
        <p:grpSpPr bwMode="auto">
          <a:xfrm>
            <a:off x="3905250" y="2355850"/>
            <a:ext cx="954088" cy="635000"/>
            <a:chOff x="948" y="2750"/>
            <a:chExt cx="802" cy="534"/>
          </a:xfrm>
        </p:grpSpPr>
        <p:sp>
          <p:nvSpPr>
            <p:cNvPr id="56"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2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p</a:t>
              </a:r>
              <a:r>
                <a:rPr lang="en-US" altLang="zh-CN" sz="1200">
                  <a:solidFill>
                    <a:prstClr val="black"/>
                  </a:solidFill>
                  <a:cs typeface="Times New Roman" panose="02020603050405020304" pitchFamily="18" charset="0"/>
                </a:rPr>
                <a:t> (1, 3)</a:t>
              </a:r>
            </a:p>
          </p:txBody>
        </p:sp>
        <p:sp>
          <p:nvSpPr>
            <p:cNvPr id="11062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 j</a:t>
              </a:r>
            </a:p>
          </p:txBody>
        </p:sp>
        <p:sp>
          <p:nvSpPr>
            <p:cNvPr id="11063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60"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1"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62" name="Line 12"/>
          <p:cNvSpPr>
            <a:spLocks noChangeShapeType="1"/>
          </p:cNvSpPr>
          <p:nvPr/>
        </p:nvSpPr>
        <p:spPr bwMode="auto">
          <a:xfrm flipH="1">
            <a:off x="5632450" y="3027363"/>
            <a:ext cx="0" cy="293687"/>
          </a:xfrm>
          <a:prstGeom prst="line">
            <a:avLst/>
          </a:prstGeom>
          <a:noFill/>
          <a:ln w="25400">
            <a:solidFill>
              <a:schemeClr val="tx2">
                <a:lumMod val="60000"/>
                <a:lumOff val="40000"/>
              </a:schemeClr>
            </a:solidFill>
            <a:round/>
            <a:headEnd/>
            <a:tailEnd/>
          </a:ln>
        </p:spPr>
        <p:txBody>
          <a:bodyPr/>
          <a:lstStyle/>
          <a:p>
            <a:pPr eaLnBrk="1" hangingPunct="1">
              <a:defRPr/>
            </a:pPr>
            <a:endParaRPr lang="zh-CN" altLang="en-US" sz="1100">
              <a:solidFill>
                <a:prstClr val="black"/>
              </a:solidFill>
              <a:latin typeface="Times New Roman" panose="02020603050405020304" pitchFamily="18" charset="0"/>
            </a:endParaRPr>
          </a:p>
        </p:txBody>
      </p:sp>
      <p:sp>
        <p:nvSpPr>
          <p:cNvPr id="110613" name="Rectangle 22"/>
          <p:cNvSpPr>
            <a:spLocks noChangeArrowheads="1"/>
          </p:cNvSpPr>
          <p:nvPr/>
        </p:nvSpPr>
        <p:spPr bwMode="auto">
          <a:xfrm>
            <a:off x="5468938" y="3243263"/>
            <a:ext cx="2698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prstClr val="black"/>
                </a:solidFill>
                <a:ea typeface="宋体" panose="02010600030101010101" pitchFamily="2" charset="-122"/>
              </a:rPr>
              <a:t>e</a:t>
            </a:r>
          </a:p>
        </p:txBody>
      </p:sp>
      <p:sp>
        <p:nvSpPr>
          <p:cNvPr id="64" name="Freeform 56"/>
          <p:cNvSpPr>
            <a:spLocks/>
          </p:cNvSpPr>
          <p:nvPr/>
        </p:nvSpPr>
        <p:spPr bwMode="auto">
          <a:xfrm rot="-511685">
            <a:off x="4826000" y="2155825"/>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0615" name="Freeform 56"/>
          <p:cNvSpPr>
            <a:spLocks/>
          </p:cNvSpPr>
          <p:nvPr/>
        </p:nvSpPr>
        <p:spPr bwMode="auto">
          <a:xfrm rot="-511685">
            <a:off x="4824413" y="877888"/>
            <a:ext cx="128587" cy="496887"/>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67" name="Line 12"/>
          <p:cNvSpPr>
            <a:spLocks noChangeShapeType="1"/>
          </p:cNvSpPr>
          <p:nvPr/>
        </p:nvSpPr>
        <p:spPr bwMode="auto">
          <a:xfrm flipH="1">
            <a:off x="5834063" y="3741738"/>
            <a:ext cx="0" cy="29368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68" name="Rectangle 22"/>
          <p:cNvSpPr>
            <a:spLocks noChangeArrowheads="1"/>
          </p:cNvSpPr>
          <p:nvPr/>
        </p:nvSpPr>
        <p:spPr bwMode="auto">
          <a:xfrm>
            <a:off x="5670550" y="3957638"/>
            <a:ext cx="26987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just"/>
            <a:r>
              <a:rPr lang="en-US" altLang="zh-CN" sz="2000" i="1">
                <a:solidFill>
                  <a:prstClr val="black"/>
                </a:solidFill>
                <a:ea typeface="宋体" panose="02010600030101010101" pitchFamily="2" charset="-122"/>
              </a:rPr>
              <a:t>e</a:t>
            </a:r>
          </a:p>
        </p:txBody>
      </p:sp>
      <p:grpSp>
        <p:nvGrpSpPr>
          <p:cNvPr id="9" name="Group 99"/>
          <p:cNvGrpSpPr>
            <a:grpSpLocks/>
          </p:cNvGrpSpPr>
          <p:nvPr/>
        </p:nvGrpSpPr>
        <p:grpSpPr bwMode="auto">
          <a:xfrm>
            <a:off x="3905250" y="3003550"/>
            <a:ext cx="954088" cy="636588"/>
            <a:chOff x="948" y="2750"/>
            <a:chExt cx="802" cy="534"/>
          </a:xfrm>
        </p:grpSpPr>
        <p:sp>
          <p:nvSpPr>
            <p:cNvPr id="70"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062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e</a:t>
              </a:r>
              <a:endParaRPr lang="en-US" altLang="zh-CN" sz="1200">
                <a:solidFill>
                  <a:prstClr val="black"/>
                </a:solidFill>
                <a:cs typeface="Times New Roman" panose="02020603050405020304" pitchFamily="18" charset="0"/>
              </a:endParaRPr>
            </a:p>
          </p:txBody>
        </p:sp>
        <p:sp>
          <p:nvSpPr>
            <p:cNvPr id="11062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prstClr val="black"/>
                </a:solidFill>
                <a:cs typeface="Times New Roman" panose="02020603050405020304" pitchFamily="18" charset="0"/>
              </a:endParaRPr>
            </a:p>
          </p:txBody>
        </p:sp>
        <p:sp>
          <p:nvSpPr>
            <p:cNvPr id="11062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4"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5"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3" name="任意多边形 2"/>
          <p:cNvSpPr/>
          <p:nvPr/>
        </p:nvSpPr>
        <p:spPr>
          <a:xfrm>
            <a:off x="4824413" y="854075"/>
            <a:ext cx="439737" cy="2443163"/>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4" name="任意多边形 3"/>
          <p:cNvSpPr/>
          <p:nvPr/>
        </p:nvSpPr>
        <p:spPr>
          <a:xfrm>
            <a:off x="4800600" y="866775"/>
            <a:ext cx="252413" cy="1106488"/>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35</a:t>
            </a:fld>
            <a:endParaRPr lang="en-US" altLang="zh-CN" dirty="0"/>
          </a:p>
        </p:txBody>
      </p:sp>
    </p:spTree>
    <p:extLst>
      <p:ext uri="{BB962C8B-B14F-4D97-AF65-F5344CB8AC3E}">
        <p14:creationId xmlns:p14="http://schemas.microsoft.com/office/powerpoint/2010/main" val="2245151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44746"/>
                                        </p:tgtEl>
                                        <p:attrNameLst>
                                          <p:attrName>style.visibility</p:attrName>
                                        </p:attrNameLst>
                                      </p:cBhvr>
                                      <p:to>
                                        <p:strVal val="visible"/>
                                      </p:to>
                                    </p:set>
                                    <p:anim calcmode="lin" valueType="num">
                                      <p:cBhvr>
                                        <p:cTn id="7" dur="500" fill="hold"/>
                                        <p:tgtEl>
                                          <p:spTgt spid="244746"/>
                                        </p:tgtEl>
                                        <p:attrNameLst>
                                          <p:attrName>ppt_w</p:attrName>
                                        </p:attrNameLst>
                                      </p:cBhvr>
                                      <p:tavLst>
                                        <p:tav tm="0">
                                          <p:val>
                                            <p:fltVal val="0"/>
                                          </p:val>
                                        </p:tav>
                                        <p:tav tm="100000">
                                          <p:val>
                                            <p:strVal val="#ppt_w"/>
                                          </p:val>
                                        </p:tav>
                                      </p:tavLst>
                                    </p:anim>
                                    <p:anim calcmode="lin" valueType="num">
                                      <p:cBhvr>
                                        <p:cTn id="8" dur="500" fill="hold"/>
                                        <p:tgtEl>
                                          <p:spTgt spid="244746"/>
                                        </p:tgtEl>
                                        <p:attrNameLst>
                                          <p:attrName>ppt_h</p:attrName>
                                        </p:attrNameLst>
                                      </p:cBhvr>
                                      <p:tavLst>
                                        <p:tav tm="0">
                                          <p:val>
                                            <p:fltVal val="0"/>
                                          </p:val>
                                        </p:tav>
                                        <p:tav tm="100000">
                                          <p:val>
                                            <p:strVal val="#ppt_h"/>
                                          </p:val>
                                        </p:tav>
                                      </p:tavLst>
                                    </p:anim>
                                    <p:animEffect transition="in" filter="fade">
                                      <p:cBhvr>
                                        <p:cTn id="9" dur="500"/>
                                        <p:tgtEl>
                                          <p:spTgt spid="244746"/>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244744"/>
                                        </p:tgtEl>
                                        <p:attrNameLst>
                                          <p:attrName>style.visibility</p:attrName>
                                        </p:attrNameLst>
                                      </p:cBhvr>
                                      <p:to>
                                        <p:strVal val="visible"/>
                                      </p:to>
                                    </p:set>
                                    <p:anim calcmode="lin" valueType="num">
                                      <p:cBhvr>
                                        <p:cTn id="12" dur="500" fill="hold"/>
                                        <p:tgtEl>
                                          <p:spTgt spid="244744"/>
                                        </p:tgtEl>
                                        <p:attrNameLst>
                                          <p:attrName>ppt_w</p:attrName>
                                        </p:attrNameLst>
                                      </p:cBhvr>
                                      <p:tavLst>
                                        <p:tav tm="0">
                                          <p:val>
                                            <p:fltVal val="0"/>
                                          </p:val>
                                        </p:tav>
                                        <p:tav tm="100000">
                                          <p:val>
                                            <p:strVal val="#ppt_w"/>
                                          </p:val>
                                        </p:tav>
                                      </p:tavLst>
                                    </p:anim>
                                    <p:anim calcmode="lin" valueType="num">
                                      <p:cBhvr>
                                        <p:cTn id="13" dur="500" fill="hold"/>
                                        <p:tgtEl>
                                          <p:spTgt spid="244744"/>
                                        </p:tgtEl>
                                        <p:attrNameLst>
                                          <p:attrName>ppt_h</p:attrName>
                                        </p:attrNameLst>
                                      </p:cBhvr>
                                      <p:tavLst>
                                        <p:tav tm="0">
                                          <p:val>
                                            <p:fltVal val="0"/>
                                          </p:val>
                                        </p:tav>
                                        <p:tav tm="100000">
                                          <p:val>
                                            <p:strVal val="#ppt_h"/>
                                          </p:val>
                                        </p:tav>
                                      </p:tavLst>
                                    </p:anim>
                                    <p:animEffect transition="in" filter="fade">
                                      <p:cBhvr>
                                        <p:cTn id="14" dur="500"/>
                                        <p:tgtEl>
                                          <p:spTgt spid="24474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animEffect transition="in" filter="fade">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244750"/>
                                        </p:tgtEl>
                                        <p:attrNameLst>
                                          <p:attrName>style.visibility</p:attrName>
                                        </p:attrNameLst>
                                      </p:cBhvr>
                                      <p:to>
                                        <p:strVal val="visible"/>
                                      </p:to>
                                    </p:set>
                                    <p:anim calcmode="lin" valueType="num">
                                      <p:cBhvr>
                                        <p:cTn id="33" dur="500" fill="hold"/>
                                        <p:tgtEl>
                                          <p:spTgt spid="244750"/>
                                        </p:tgtEl>
                                        <p:attrNameLst>
                                          <p:attrName>ppt_w</p:attrName>
                                        </p:attrNameLst>
                                      </p:cBhvr>
                                      <p:tavLst>
                                        <p:tav tm="0">
                                          <p:val>
                                            <p:fltVal val="0"/>
                                          </p:val>
                                        </p:tav>
                                        <p:tav tm="100000">
                                          <p:val>
                                            <p:strVal val="#ppt_w"/>
                                          </p:val>
                                        </p:tav>
                                      </p:tavLst>
                                    </p:anim>
                                    <p:anim calcmode="lin" valueType="num">
                                      <p:cBhvr>
                                        <p:cTn id="34" dur="500" fill="hold"/>
                                        <p:tgtEl>
                                          <p:spTgt spid="244750"/>
                                        </p:tgtEl>
                                        <p:attrNameLst>
                                          <p:attrName>ppt_h</p:attrName>
                                        </p:attrNameLst>
                                      </p:cBhvr>
                                      <p:tavLst>
                                        <p:tav tm="0">
                                          <p:val>
                                            <p:fltVal val="0"/>
                                          </p:val>
                                        </p:tav>
                                        <p:tav tm="100000">
                                          <p:val>
                                            <p:strVal val="#ppt_h"/>
                                          </p:val>
                                        </p:tav>
                                      </p:tavLst>
                                    </p:anim>
                                    <p:animEffect transition="in" filter="fade">
                                      <p:cBhvr>
                                        <p:cTn id="35" dur="500"/>
                                        <p:tgtEl>
                                          <p:spTgt spid="244750"/>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244749"/>
                                        </p:tgtEl>
                                        <p:attrNameLst>
                                          <p:attrName>style.visibility</p:attrName>
                                        </p:attrNameLst>
                                      </p:cBhvr>
                                      <p:to>
                                        <p:strVal val="visible"/>
                                      </p:to>
                                    </p:set>
                                    <p:anim calcmode="lin" valueType="num">
                                      <p:cBhvr>
                                        <p:cTn id="38" dur="500" fill="hold"/>
                                        <p:tgtEl>
                                          <p:spTgt spid="244749"/>
                                        </p:tgtEl>
                                        <p:attrNameLst>
                                          <p:attrName>ppt_w</p:attrName>
                                        </p:attrNameLst>
                                      </p:cBhvr>
                                      <p:tavLst>
                                        <p:tav tm="0">
                                          <p:val>
                                            <p:fltVal val="0"/>
                                          </p:val>
                                        </p:tav>
                                        <p:tav tm="100000">
                                          <p:val>
                                            <p:strVal val="#ppt_w"/>
                                          </p:val>
                                        </p:tav>
                                      </p:tavLst>
                                    </p:anim>
                                    <p:anim calcmode="lin" valueType="num">
                                      <p:cBhvr>
                                        <p:cTn id="39" dur="500" fill="hold"/>
                                        <p:tgtEl>
                                          <p:spTgt spid="244749"/>
                                        </p:tgtEl>
                                        <p:attrNameLst>
                                          <p:attrName>ppt_h</p:attrName>
                                        </p:attrNameLst>
                                      </p:cBhvr>
                                      <p:tavLst>
                                        <p:tav tm="0">
                                          <p:val>
                                            <p:fltVal val="0"/>
                                          </p:val>
                                        </p:tav>
                                        <p:tav tm="100000">
                                          <p:val>
                                            <p:strVal val="#ppt_h"/>
                                          </p:val>
                                        </p:tav>
                                      </p:tavLst>
                                    </p:anim>
                                    <p:animEffect transition="in" filter="fade">
                                      <p:cBhvr>
                                        <p:cTn id="40" dur="500"/>
                                        <p:tgtEl>
                                          <p:spTgt spid="24474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64"/>
                                        </p:tgtEl>
                                        <p:attrNameLst>
                                          <p:attrName>style.visibility</p:attrName>
                                        </p:attrNameLst>
                                      </p:cBhvr>
                                      <p:to>
                                        <p:strVal val="visible"/>
                                      </p:to>
                                    </p:set>
                                    <p:anim calcmode="lin" valueType="num">
                                      <p:cBhvr>
                                        <p:cTn id="52" dur="500" fill="hold"/>
                                        <p:tgtEl>
                                          <p:spTgt spid="64"/>
                                        </p:tgtEl>
                                        <p:attrNameLst>
                                          <p:attrName>ppt_w</p:attrName>
                                        </p:attrNameLst>
                                      </p:cBhvr>
                                      <p:tavLst>
                                        <p:tav tm="0">
                                          <p:val>
                                            <p:fltVal val="0"/>
                                          </p:val>
                                        </p:tav>
                                        <p:tav tm="100000">
                                          <p:val>
                                            <p:strVal val="#ppt_w"/>
                                          </p:val>
                                        </p:tav>
                                      </p:tavLst>
                                    </p:anim>
                                    <p:anim calcmode="lin" valueType="num">
                                      <p:cBhvr>
                                        <p:cTn id="53" dur="500" fill="hold"/>
                                        <p:tgtEl>
                                          <p:spTgt spid="64"/>
                                        </p:tgtEl>
                                        <p:attrNameLst>
                                          <p:attrName>ppt_h</p:attrName>
                                        </p:attrNameLst>
                                      </p:cBhvr>
                                      <p:tavLst>
                                        <p:tav tm="0">
                                          <p:val>
                                            <p:fltVal val="0"/>
                                          </p:val>
                                        </p:tav>
                                        <p:tav tm="100000">
                                          <p:val>
                                            <p:strVal val="#ppt_h"/>
                                          </p:val>
                                        </p:tav>
                                      </p:tavLst>
                                    </p:anim>
                                    <p:animEffect transition="in" filter="fade">
                                      <p:cBhvr>
                                        <p:cTn id="54" dur="500"/>
                                        <p:tgtEl>
                                          <p:spTgt spid="6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67"/>
                                        </p:tgtEl>
                                        <p:attrNameLst>
                                          <p:attrName>style.visibility</p:attrName>
                                        </p:attrNameLst>
                                      </p:cBhvr>
                                      <p:to>
                                        <p:strVal val="visible"/>
                                      </p:to>
                                    </p:set>
                                    <p:anim calcmode="lin" valueType="num">
                                      <p:cBhvr>
                                        <p:cTn id="59" dur="500" fill="hold"/>
                                        <p:tgtEl>
                                          <p:spTgt spid="67"/>
                                        </p:tgtEl>
                                        <p:attrNameLst>
                                          <p:attrName>ppt_w</p:attrName>
                                        </p:attrNameLst>
                                      </p:cBhvr>
                                      <p:tavLst>
                                        <p:tav tm="0">
                                          <p:val>
                                            <p:fltVal val="0"/>
                                          </p:val>
                                        </p:tav>
                                        <p:tav tm="100000">
                                          <p:val>
                                            <p:strVal val="#ppt_w"/>
                                          </p:val>
                                        </p:tav>
                                      </p:tavLst>
                                    </p:anim>
                                    <p:anim calcmode="lin" valueType="num">
                                      <p:cBhvr>
                                        <p:cTn id="60" dur="500" fill="hold"/>
                                        <p:tgtEl>
                                          <p:spTgt spid="67"/>
                                        </p:tgtEl>
                                        <p:attrNameLst>
                                          <p:attrName>ppt_h</p:attrName>
                                        </p:attrNameLst>
                                      </p:cBhvr>
                                      <p:tavLst>
                                        <p:tav tm="0">
                                          <p:val>
                                            <p:fltVal val="0"/>
                                          </p:val>
                                        </p:tav>
                                        <p:tav tm="100000">
                                          <p:val>
                                            <p:strVal val="#ppt_h"/>
                                          </p:val>
                                        </p:tav>
                                      </p:tavLst>
                                    </p:anim>
                                    <p:animEffect transition="in" filter="fade">
                                      <p:cBhvr>
                                        <p:cTn id="61" dur="500"/>
                                        <p:tgtEl>
                                          <p:spTgt spid="67"/>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68"/>
                                        </p:tgtEl>
                                        <p:attrNameLst>
                                          <p:attrName>style.visibility</p:attrName>
                                        </p:attrNameLst>
                                      </p:cBhvr>
                                      <p:to>
                                        <p:strVal val="visible"/>
                                      </p:to>
                                    </p:set>
                                    <p:anim calcmode="lin" valueType="num">
                                      <p:cBhvr>
                                        <p:cTn id="64" dur="500" fill="hold"/>
                                        <p:tgtEl>
                                          <p:spTgt spid="68"/>
                                        </p:tgtEl>
                                        <p:attrNameLst>
                                          <p:attrName>ppt_w</p:attrName>
                                        </p:attrNameLst>
                                      </p:cBhvr>
                                      <p:tavLst>
                                        <p:tav tm="0">
                                          <p:val>
                                            <p:fltVal val="0"/>
                                          </p:val>
                                        </p:tav>
                                        <p:tav tm="100000">
                                          <p:val>
                                            <p:strVal val="#ppt_w"/>
                                          </p:val>
                                        </p:tav>
                                      </p:tavLst>
                                    </p:anim>
                                    <p:anim calcmode="lin" valueType="num">
                                      <p:cBhvr>
                                        <p:cTn id="65" dur="500" fill="hold"/>
                                        <p:tgtEl>
                                          <p:spTgt spid="68"/>
                                        </p:tgtEl>
                                        <p:attrNameLst>
                                          <p:attrName>ppt_h</p:attrName>
                                        </p:attrNameLst>
                                      </p:cBhvr>
                                      <p:tavLst>
                                        <p:tav tm="0">
                                          <p:val>
                                            <p:fltVal val="0"/>
                                          </p:val>
                                        </p:tav>
                                        <p:tav tm="100000">
                                          <p:val>
                                            <p:strVal val="#ppt_h"/>
                                          </p:val>
                                        </p:tav>
                                      </p:tavLst>
                                    </p:anim>
                                    <p:animEffect transition="in" filter="fade">
                                      <p:cBhvr>
                                        <p:cTn id="66" dur="500"/>
                                        <p:tgtEl>
                                          <p:spTgt spid="6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p:cTn id="71" dur="500" fill="hold"/>
                                        <p:tgtEl>
                                          <p:spTgt spid="9"/>
                                        </p:tgtEl>
                                        <p:attrNameLst>
                                          <p:attrName>ppt_w</p:attrName>
                                        </p:attrNameLst>
                                      </p:cBhvr>
                                      <p:tavLst>
                                        <p:tav tm="0">
                                          <p:val>
                                            <p:fltVal val="0"/>
                                          </p:val>
                                        </p:tav>
                                        <p:tav tm="100000">
                                          <p:val>
                                            <p:strVal val="#ppt_w"/>
                                          </p:val>
                                        </p:tav>
                                      </p:tavLst>
                                    </p:anim>
                                    <p:anim calcmode="lin" valueType="num">
                                      <p:cBhvr>
                                        <p:cTn id="72" dur="500" fill="hold"/>
                                        <p:tgtEl>
                                          <p:spTgt spid="9"/>
                                        </p:tgtEl>
                                        <p:attrNameLst>
                                          <p:attrName>ppt_h</p:attrName>
                                        </p:attrNameLst>
                                      </p:cBhvr>
                                      <p:tavLst>
                                        <p:tav tm="0">
                                          <p:val>
                                            <p:fltVal val="0"/>
                                          </p:val>
                                        </p:tav>
                                        <p:tav tm="100000">
                                          <p:val>
                                            <p:strVal val="#ppt_h"/>
                                          </p:val>
                                        </p:tav>
                                      </p:tavLst>
                                    </p:anim>
                                    <p:animEffect transition="in" filter="fade">
                                      <p:cBhvr>
                                        <p:cTn id="73" dur="500"/>
                                        <p:tgtEl>
                                          <p:spTgt spid="9"/>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53" presetClass="entr" presetSubtype="16" fill="hold" nodeType="clickEffect">
                                  <p:stCondLst>
                                    <p:cond delay="0"/>
                                  </p:stCondLst>
                                  <p:childTnLst>
                                    <p:set>
                                      <p:cBhvr>
                                        <p:cTn id="77" dur="1" fill="hold">
                                          <p:stCondLst>
                                            <p:cond delay="0"/>
                                          </p:stCondLst>
                                        </p:cTn>
                                        <p:tgtEl>
                                          <p:spTgt spid="3"/>
                                        </p:tgtEl>
                                        <p:attrNameLst>
                                          <p:attrName>style.visibility</p:attrName>
                                        </p:attrNameLst>
                                      </p:cBhvr>
                                      <p:to>
                                        <p:strVal val="visible"/>
                                      </p:to>
                                    </p:set>
                                    <p:anim calcmode="lin" valueType="num">
                                      <p:cBhvr>
                                        <p:cTn id="78" dur="500" fill="hold"/>
                                        <p:tgtEl>
                                          <p:spTgt spid="3"/>
                                        </p:tgtEl>
                                        <p:attrNameLst>
                                          <p:attrName>ppt_w</p:attrName>
                                        </p:attrNameLst>
                                      </p:cBhvr>
                                      <p:tavLst>
                                        <p:tav tm="0">
                                          <p:val>
                                            <p:fltVal val="0"/>
                                          </p:val>
                                        </p:tav>
                                        <p:tav tm="100000">
                                          <p:val>
                                            <p:strVal val="#ppt_w"/>
                                          </p:val>
                                        </p:tav>
                                      </p:tavLst>
                                    </p:anim>
                                    <p:anim calcmode="lin" valueType="num">
                                      <p:cBhvr>
                                        <p:cTn id="79" dur="500" fill="hold"/>
                                        <p:tgtEl>
                                          <p:spTgt spid="3"/>
                                        </p:tgtEl>
                                        <p:attrNameLst>
                                          <p:attrName>ppt_h</p:attrName>
                                        </p:attrNameLst>
                                      </p:cBhvr>
                                      <p:tavLst>
                                        <p:tav tm="0">
                                          <p:val>
                                            <p:fltVal val="0"/>
                                          </p:val>
                                        </p:tav>
                                        <p:tav tm="100000">
                                          <p:val>
                                            <p:strVal val="#ppt_h"/>
                                          </p:val>
                                        </p:tav>
                                      </p:tavLst>
                                    </p:anim>
                                    <p:animEffect transition="in" filter="fade">
                                      <p:cBhvr>
                                        <p:cTn id="8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4" grpId="0" animBg="1"/>
      <p:bldP spid="244746" grpId="0"/>
      <p:bldP spid="244749" grpId="0"/>
      <p:bldP spid="244750" grpId="0" animBg="1"/>
      <p:bldP spid="64" grpId="0" animBg="1"/>
      <p:bldP spid="67" grpId="0" animBg="1"/>
      <p:bldP spid="6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idx="1"/>
          </p:nvPr>
        </p:nvSpPr>
        <p:spPr>
          <a:xfrm>
            <a:off x="357188" y="714375"/>
            <a:ext cx="5786437" cy="3225800"/>
          </a:xfrm>
        </p:spPr>
        <p:txBody>
          <a:bodyPr/>
          <a:lstStyle/>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建立访问链的代码属于</a:t>
            </a:r>
            <a:r>
              <a:rPr lang="zh-CN" altLang="en-US" sz="2000" b="1" dirty="0">
                <a:solidFill>
                  <a:schemeClr val="tx2">
                    <a:lumMod val="60000"/>
                    <a:lumOff val="40000"/>
                  </a:schemeClr>
                </a:solidFill>
                <a:cs typeface="Times New Roman" pitchFamily="18" charset="0"/>
              </a:rPr>
              <a:t>调用序列</a:t>
            </a:r>
            <a:r>
              <a:rPr lang="zh-CN" altLang="en-US" sz="2000" b="1" dirty="0">
                <a:solidFill>
                  <a:schemeClr val="tx1"/>
                </a:solidFill>
                <a:cs typeface="Times New Roman" pitchFamily="18" charset="0"/>
              </a:rPr>
              <a:t>的一部分</a:t>
            </a:r>
            <a:endParaRPr lang="en-US" altLang="zh-CN" sz="2000" b="1" dirty="0">
              <a:solidFill>
                <a:schemeClr val="tx1"/>
              </a:solidFill>
              <a:cs typeface="Times New Roman" pitchFamily="18" charset="0"/>
            </a:endParaRPr>
          </a:p>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假设嵌套深度为</a:t>
            </a:r>
            <a:r>
              <a:rPr lang="en-US" altLang="zh-CN" sz="2000" b="1" i="1" dirty="0">
                <a:solidFill>
                  <a:schemeClr val="tx1"/>
                </a:solidFill>
                <a:ea typeface="楷体_GB2312"/>
                <a:cs typeface="Times New Roman" pitchFamily="18" charset="0"/>
              </a:rPr>
              <a:t>n</a:t>
            </a:r>
            <a:r>
              <a:rPr lang="en-US" altLang="zh-CN" sz="2000" b="1" i="1" baseline="-30000" dirty="0">
                <a:solidFill>
                  <a:schemeClr val="tx1"/>
                </a:solidFill>
                <a:ea typeface="楷体_GB2312"/>
                <a:cs typeface="Times New Roman" pitchFamily="18" charset="0"/>
              </a:rPr>
              <a:t>x</a:t>
            </a:r>
            <a:r>
              <a:rPr lang="zh-CN" altLang="en-US" sz="2000" b="1" dirty="0">
                <a:solidFill>
                  <a:schemeClr val="tx1"/>
                </a:solidFill>
                <a:cs typeface="Times New Roman" pitchFamily="18" charset="0"/>
              </a:rPr>
              <a:t>的过程</a:t>
            </a:r>
            <a:r>
              <a:rPr lang="en-US" altLang="zh-CN" sz="2000" b="1" i="1" dirty="0">
                <a:solidFill>
                  <a:schemeClr val="tx1"/>
                </a:solidFill>
                <a:cs typeface="Times New Roman" pitchFamily="18" charset="0"/>
              </a:rPr>
              <a:t>x</a:t>
            </a:r>
            <a:r>
              <a:rPr lang="zh-CN" altLang="en-US" sz="2000" b="1" dirty="0">
                <a:solidFill>
                  <a:schemeClr val="tx1"/>
                </a:solidFill>
                <a:cs typeface="Times New Roman" pitchFamily="18" charset="0"/>
              </a:rPr>
              <a:t>调用嵌套深度为</a:t>
            </a:r>
            <a:r>
              <a:rPr lang="en-US" altLang="zh-CN" sz="2000" b="1" i="1" dirty="0" err="1">
                <a:solidFill>
                  <a:schemeClr val="tx1"/>
                </a:solidFill>
                <a:ea typeface="楷体_GB2312"/>
                <a:cs typeface="楷体_GB2312"/>
              </a:rPr>
              <a:t>n</a:t>
            </a:r>
            <a:r>
              <a:rPr lang="en-US" altLang="zh-CN" sz="2000" b="1" i="1" baseline="-30000" dirty="0" err="1">
                <a:solidFill>
                  <a:schemeClr val="tx1"/>
                </a:solidFill>
                <a:ea typeface="楷体_GB2312"/>
                <a:cs typeface="楷体_GB2312"/>
              </a:rPr>
              <a:t>y</a:t>
            </a:r>
            <a:r>
              <a:rPr lang="zh-CN" altLang="en-US" sz="2000" b="1" dirty="0">
                <a:solidFill>
                  <a:schemeClr val="tx1"/>
                </a:solidFill>
              </a:rPr>
              <a:t>的过程</a:t>
            </a:r>
            <a:r>
              <a:rPr lang="en-US" altLang="zh-CN" sz="2000" b="1" i="1" dirty="0">
                <a:solidFill>
                  <a:schemeClr val="tx1"/>
                </a:solidFill>
              </a:rPr>
              <a:t>y</a:t>
            </a:r>
            <a:r>
              <a:rPr lang="zh-CN" altLang="en-US" sz="2000" b="1" dirty="0">
                <a:solidFill>
                  <a:schemeClr val="tx1"/>
                </a:solidFill>
              </a:rPr>
              <a:t> </a:t>
            </a:r>
            <a:r>
              <a:rPr lang="en-US" altLang="zh-CN" sz="2000" b="1" dirty="0">
                <a:solidFill>
                  <a:schemeClr val="tx1"/>
                </a:solidFill>
                <a:ea typeface="楷体_GB2312"/>
                <a:cs typeface="楷体_GB2312"/>
              </a:rPr>
              <a:t>(</a:t>
            </a:r>
            <a:r>
              <a:rPr lang="en-US" altLang="zh-CN" sz="2000" b="1" i="1" dirty="0" err="1">
                <a:solidFill>
                  <a:schemeClr val="tx1"/>
                </a:solidFill>
                <a:ea typeface="楷体_GB2312"/>
                <a:cs typeface="楷体_GB2312"/>
              </a:rPr>
              <a:t>x</a:t>
            </a:r>
            <a:r>
              <a:rPr lang="en-US" altLang="zh-CN" sz="2000" b="1" dirty="0" err="1">
                <a:solidFill>
                  <a:schemeClr val="tx1"/>
                </a:solidFill>
                <a:ea typeface="楷体_GB2312"/>
                <a:cs typeface="楷体_GB2312"/>
              </a:rPr>
              <a:t>→</a:t>
            </a:r>
            <a:r>
              <a:rPr lang="en-US" altLang="zh-CN" sz="2000" b="1" i="1" dirty="0" err="1">
                <a:solidFill>
                  <a:schemeClr val="tx1"/>
                </a:solidFill>
                <a:ea typeface="楷体_GB2312"/>
                <a:cs typeface="楷体_GB2312"/>
              </a:rPr>
              <a:t>y</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a:solidFill>
                  <a:schemeClr val="tx1"/>
                </a:solidFill>
                <a:ea typeface="楷体_GB2312"/>
                <a:cs typeface="楷体_GB2312"/>
              </a:rPr>
              <a:t>n</a:t>
            </a:r>
            <a:r>
              <a:rPr lang="en-US" altLang="zh-CN" sz="2000" b="1" i="1" baseline="-30000" dirty="0">
                <a:solidFill>
                  <a:schemeClr val="tx1"/>
                </a:solidFill>
                <a:ea typeface="楷体_GB2312"/>
                <a:cs typeface="楷体_GB2312"/>
              </a:rPr>
              <a:t>x </a:t>
            </a:r>
            <a:r>
              <a:rPr lang="en-US" altLang="zh-CN" sz="2000" b="1" dirty="0">
                <a:solidFill>
                  <a:schemeClr val="tx1"/>
                </a:solidFill>
                <a:ea typeface="楷体_GB2312"/>
                <a:cs typeface="楷体_GB2312"/>
              </a:rPr>
              <a:t>&lt; </a:t>
            </a:r>
            <a:r>
              <a:rPr lang="en-US" altLang="zh-CN" sz="2000" b="1" i="1" dirty="0" err="1">
                <a:solidFill>
                  <a:schemeClr val="tx1"/>
                </a:solidFill>
                <a:ea typeface="楷体_GB2312"/>
                <a:cs typeface="楷体_GB2312"/>
              </a:rPr>
              <a:t>n</a:t>
            </a:r>
            <a:r>
              <a:rPr lang="en-US" altLang="zh-CN" sz="1800" b="1" i="1" baseline="-30000" dirty="0" err="1">
                <a:solidFill>
                  <a:schemeClr val="tx1"/>
                </a:solidFill>
                <a:ea typeface="楷体_GB2312"/>
                <a:cs typeface="楷体_GB2312"/>
              </a:rPr>
              <a:t>y</a:t>
            </a:r>
            <a:r>
              <a:rPr lang="zh-CN" altLang="en-US" sz="2000" b="1" dirty="0">
                <a:solidFill>
                  <a:schemeClr val="tx1"/>
                </a:solidFill>
                <a:latin typeface="楷体" pitchFamily="49" charset="-122"/>
              </a:rPr>
              <a:t>的情况</a:t>
            </a:r>
            <a:r>
              <a:rPr lang="en-US" altLang="zh-CN" sz="2000" b="1" dirty="0">
                <a:solidFill>
                  <a:schemeClr val="tx1"/>
                </a:solidFill>
                <a:ea typeface="楷体_GB2312"/>
                <a:cs typeface="楷体_GB2312"/>
              </a:rPr>
              <a:t>(</a:t>
            </a:r>
            <a:r>
              <a:rPr lang="zh-CN" altLang="en-US" sz="2000" b="1" dirty="0">
                <a:solidFill>
                  <a:schemeClr val="tx1"/>
                </a:solidFill>
                <a:latin typeface="楷体" pitchFamily="49" charset="-122"/>
              </a:rPr>
              <a:t>外层调用内层</a:t>
            </a:r>
            <a:r>
              <a:rPr lang="en-US" altLang="zh-CN" sz="2000" b="1" dirty="0">
                <a:solidFill>
                  <a:schemeClr val="tx1"/>
                </a:solidFill>
                <a:ea typeface="楷体_GB2312"/>
                <a:cs typeface="楷体_GB2312"/>
              </a:rPr>
              <a:t>)</a:t>
            </a:r>
            <a:endParaRPr lang="zh-CN" altLang="en-US" sz="2000" b="1" dirty="0">
              <a:solidFill>
                <a:schemeClr val="tx1"/>
              </a:solidFill>
              <a:ea typeface="楷体_GB2312"/>
              <a:cs typeface="楷体_GB2312"/>
            </a:endParaRPr>
          </a:p>
          <a:p>
            <a:pPr lvl="2">
              <a:lnSpc>
                <a:spcPts val="2600"/>
              </a:lnSpc>
              <a:buClrTx/>
              <a:buFont typeface="Wingdings" pitchFamily="2" charset="2"/>
              <a:buChar char="Ø"/>
              <a:defRPr/>
            </a:pPr>
            <a:r>
              <a:rPr lang="en-US" altLang="zh-CN" sz="1800" b="1" i="1" dirty="0">
                <a:solidFill>
                  <a:schemeClr val="tx1"/>
                </a:solidFill>
              </a:rPr>
              <a:t>y</a:t>
            </a:r>
            <a:r>
              <a:rPr lang="zh-CN" altLang="en-US" sz="1800" b="1" dirty="0">
                <a:solidFill>
                  <a:schemeClr val="tx1"/>
                </a:solidFill>
              </a:rPr>
              <a:t>一定是</a:t>
            </a:r>
            <a:r>
              <a:rPr lang="zh-CN" altLang="en-US" sz="1800" b="1" dirty="0">
                <a:solidFill>
                  <a:schemeClr val="tx2">
                    <a:lumMod val="60000"/>
                    <a:lumOff val="40000"/>
                  </a:schemeClr>
                </a:solidFill>
              </a:rPr>
              <a:t>直接</a:t>
            </a:r>
            <a:r>
              <a:rPr lang="zh-CN" altLang="en-US" sz="1800" b="1" dirty="0">
                <a:solidFill>
                  <a:schemeClr val="tx1"/>
                </a:solidFill>
              </a:rPr>
              <a:t>在</a:t>
            </a:r>
            <a:r>
              <a:rPr lang="en-US" altLang="zh-CN" sz="1800" b="1" i="1" dirty="0">
                <a:solidFill>
                  <a:schemeClr val="tx1"/>
                </a:solidFill>
              </a:rPr>
              <a:t>x</a:t>
            </a:r>
            <a:r>
              <a:rPr lang="zh-CN" altLang="en-US" sz="1800" b="1" dirty="0">
                <a:solidFill>
                  <a:schemeClr val="tx1"/>
                </a:solidFill>
              </a:rPr>
              <a:t>中定义的 </a:t>
            </a:r>
            <a:r>
              <a:rPr lang="en-US" altLang="zh-CN" sz="1800" b="1" dirty="0">
                <a:solidFill>
                  <a:schemeClr val="tx1"/>
                </a:solidFill>
                <a:ea typeface="楷体_GB2312"/>
                <a:cs typeface="楷体_GB2312"/>
              </a:rPr>
              <a:t>(</a:t>
            </a:r>
            <a:r>
              <a:rPr lang="zh-CN" altLang="en-US" sz="1800" b="1" dirty="0">
                <a:solidFill>
                  <a:schemeClr val="tx1"/>
                </a:solidFill>
                <a:latin typeface="楷体" pitchFamily="49" charset="-122"/>
              </a:rPr>
              <a:t>例如</a:t>
            </a:r>
            <a:r>
              <a:rPr lang="zh-CN" altLang="en-US" sz="1800" b="1" dirty="0">
                <a:solidFill>
                  <a:schemeClr val="tx1"/>
                </a:solidFill>
                <a:ea typeface="楷体_GB2312"/>
                <a:cs typeface="楷体_GB2312"/>
              </a:rPr>
              <a:t>：</a:t>
            </a:r>
            <a:r>
              <a:rPr lang="en-US" altLang="zh-CN" sz="1800" b="1" i="1" dirty="0">
                <a:solidFill>
                  <a:schemeClr val="tx1"/>
                </a:solidFill>
                <a:ea typeface="楷体_GB2312"/>
                <a:cs typeface="楷体_GB2312"/>
              </a:rPr>
              <a:t>s</a:t>
            </a:r>
            <a:r>
              <a:rPr lang="zh-CN" altLang="en-US" sz="1800" b="1" dirty="0">
                <a:solidFill>
                  <a:schemeClr val="tx1"/>
                </a:solidFill>
                <a:ea typeface="楷体_GB2312"/>
                <a:cs typeface="楷体_GB2312"/>
              </a:rPr>
              <a:t>→</a:t>
            </a:r>
            <a:r>
              <a:rPr lang="en-US" altLang="zh-CN" sz="1800" b="1" i="1" dirty="0">
                <a:solidFill>
                  <a:schemeClr val="tx1"/>
                </a:solidFill>
                <a:ea typeface="楷体_GB2312"/>
                <a:cs typeface="楷体_GB2312"/>
              </a:rPr>
              <a:t>q</a:t>
            </a:r>
            <a:r>
              <a:rPr lang="en-US" altLang="zh-CN" sz="1800" b="1" dirty="0">
                <a:solidFill>
                  <a:schemeClr val="tx1"/>
                </a:solidFill>
                <a:ea typeface="楷体_GB2312"/>
                <a:cs typeface="楷体_GB2312"/>
              </a:rPr>
              <a:t>, </a:t>
            </a:r>
            <a:r>
              <a:rPr lang="zh-CN" altLang="en-US" sz="1800" b="1" dirty="0">
                <a:solidFill>
                  <a:schemeClr val="tx1"/>
                </a:solidFill>
                <a:ea typeface="楷体_GB2312"/>
                <a:cs typeface="楷体_GB2312"/>
              </a:rPr>
              <a:t> </a:t>
            </a:r>
            <a:r>
              <a:rPr lang="en-US" altLang="zh-CN" sz="1800" b="1" i="1" dirty="0" err="1">
                <a:solidFill>
                  <a:schemeClr val="tx1"/>
                </a:solidFill>
                <a:ea typeface="楷体_GB2312"/>
                <a:cs typeface="楷体_GB2312"/>
              </a:rPr>
              <a:t>q</a:t>
            </a:r>
            <a:r>
              <a:rPr lang="en-US" altLang="zh-CN" sz="1800" b="1" dirty="0" err="1">
                <a:solidFill>
                  <a:schemeClr val="tx1"/>
                </a:solidFill>
                <a:ea typeface="楷体_GB2312"/>
                <a:cs typeface="楷体_GB2312"/>
              </a:rPr>
              <a:t>→</a:t>
            </a:r>
            <a:r>
              <a:rPr lang="en-US" altLang="zh-CN" sz="1800" b="1" i="1" dirty="0" err="1">
                <a:solidFill>
                  <a:schemeClr val="tx1"/>
                </a:solidFill>
                <a:ea typeface="楷体_GB2312"/>
                <a:cs typeface="楷体_GB2312"/>
              </a:rPr>
              <a:t>p</a:t>
            </a:r>
            <a:r>
              <a:rPr lang="en-US" altLang="zh-CN" sz="1800" b="1" dirty="0">
                <a:solidFill>
                  <a:schemeClr val="tx1"/>
                </a:solidFill>
                <a:ea typeface="楷体_GB2312"/>
                <a:cs typeface="楷体_GB2312"/>
              </a:rPr>
              <a:t>) </a:t>
            </a:r>
            <a:r>
              <a:rPr lang="zh-CN" altLang="en-US" sz="1800" b="1" dirty="0">
                <a:solidFill>
                  <a:schemeClr val="tx1"/>
                </a:solidFill>
              </a:rPr>
              <a:t>，因此，</a:t>
            </a:r>
            <a:r>
              <a:rPr lang="en-US" altLang="zh-CN" sz="1800" b="1" i="1" dirty="0" err="1">
                <a:solidFill>
                  <a:schemeClr val="tx1"/>
                </a:solidFill>
                <a:ea typeface="楷体_GB2312"/>
                <a:cs typeface="楷体_GB2312"/>
              </a:rPr>
              <a:t>n</a:t>
            </a:r>
            <a:r>
              <a:rPr lang="en-US" altLang="zh-CN" sz="1800" b="1" i="1" baseline="-30000" dirty="0" err="1">
                <a:solidFill>
                  <a:schemeClr val="tx1"/>
                </a:solidFill>
                <a:ea typeface="楷体_GB2312"/>
                <a:cs typeface="楷体_GB2312"/>
              </a:rPr>
              <a:t>y</a:t>
            </a:r>
            <a:r>
              <a:rPr lang="en-US" altLang="zh-CN" sz="1800" b="1" dirty="0">
                <a:solidFill>
                  <a:schemeClr val="tx1"/>
                </a:solidFill>
                <a:ea typeface="楷体_GB2312"/>
                <a:cs typeface="楷体_GB2312"/>
              </a:rPr>
              <a:t>=</a:t>
            </a:r>
            <a:r>
              <a:rPr lang="en-US" altLang="zh-CN" sz="1800" b="1" i="1" dirty="0">
                <a:solidFill>
                  <a:schemeClr val="tx1"/>
                </a:solidFill>
                <a:ea typeface="楷体_GB2312"/>
                <a:cs typeface="楷体_GB2312"/>
              </a:rPr>
              <a:t>n</a:t>
            </a:r>
            <a:r>
              <a:rPr lang="en-US" altLang="zh-CN" sz="1800" b="1" i="1" baseline="-30000" dirty="0">
                <a:solidFill>
                  <a:schemeClr val="tx1"/>
                </a:solidFill>
                <a:ea typeface="楷体_GB2312"/>
                <a:cs typeface="楷体_GB2312"/>
              </a:rPr>
              <a:t>x </a:t>
            </a:r>
            <a:r>
              <a:rPr lang="en-US" altLang="zh-CN" sz="1800" b="1" dirty="0">
                <a:solidFill>
                  <a:schemeClr val="tx1"/>
                </a:solidFill>
                <a:ea typeface="楷体_GB2312"/>
                <a:cs typeface="楷体_GB2312"/>
              </a:rPr>
              <a:t>+1</a:t>
            </a:r>
          </a:p>
          <a:p>
            <a:pPr lvl="2">
              <a:lnSpc>
                <a:spcPts val="2600"/>
              </a:lnSpc>
              <a:buClrTx/>
              <a:buFont typeface="Wingdings" pitchFamily="2" charset="2"/>
              <a:buChar char="Ø"/>
              <a:defRPr/>
            </a:pPr>
            <a:r>
              <a:rPr lang="zh-CN" altLang="en-US" sz="1800" b="1" dirty="0">
                <a:solidFill>
                  <a:schemeClr val="tx1"/>
                </a:solidFill>
              </a:rPr>
              <a:t>在调用代码序列中增加一个步骤：在</a:t>
            </a:r>
            <a:r>
              <a:rPr lang="en-US" altLang="zh-CN" sz="1800" b="1" i="1" dirty="0">
                <a:solidFill>
                  <a:schemeClr val="tx1"/>
                </a:solidFill>
              </a:rPr>
              <a:t>y</a:t>
            </a:r>
            <a:r>
              <a:rPr lang="zh-CN" altLang="en-US" sz="1800" b="1" dirty="0">
                <a:solidFill>
                  <a:schemeClr val="tx1"/>
                </a:solidFill>
              </a:rPr>
              <a:t>的访问链中放置一个指向</a:t>
            </a:r>
            <a:r>
              <a:rPr lang="en-US" altLang="zh-CN" sz="1800" b="1" i="1" dirty="0">
                <a:solidFill>
                  <a:schemeClr val="tx1"/>
                </a:solidFill>
              </a:rPr>
              <a:t>x</a:t>
            </a:r>
            <a:r>
              <a:rPr lang="zh-CN" altLang="en-US" sz="1800" b="1" dirty="0">
                <a:solidFill>
                  <a:schemeClr val="tx1"/>
                </a:solidFill>
              </a:rPr>
              <a:t>的活动记录的指针</a:t>
            </a:r>
            <a:endParaRPr lang="en-US" altLang="zh-CN" sz="1800" b="1" dirty="0">
              <a:solidFill>
                <a:schemeClr val="tx1"/>
              </a:solidFill>
              <a:ea typeface="楷体_GB2312"/>
              <a:cs typeface="楷体_GB2312"/>
            </a:endParaRPr>
          </a:p>
        </p:txBody>
      </p:sp>
      <p:sp>
        <p:nvSpPr>
          <p:cNvPr id="112643" name="Rectangle 3"/>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访问链的建立</a:t>
            </a:r>
          </a:p>
        </p:txBody>
      </p:sp>
      <p:grpSp>
        <p:nvGrpSpPr>
          <p:cNvPr id="112644" name="Group 99"/>
          <p:cNvGrpSpPr>
            <a:grpSpLocks/>
          </p:cNvGrpSpPr>
          <p:nvPr/>
        </p:nvGrpSpPr>
        <p:grpSpPr bwMode="auto">
          <a:xfrm>
            <a:off x="6227763" y="96838"/>
            <a:ext cx="923925" cy="647700"/>
            <a:chOff x="975" y="2750"/>
            <a:chExt cx="776" cy="544"/>
          </a:xfrm>
        </p:grpSpPr>
        <p:sp>
          <p:nvSpPr>
            <p:cNvPr id="45"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8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s</a:t>
              </a:r>
            </a:p>
          </p:txBody>
        </p:sp>
        <p:sp>
          <p:nvSpPr>
            <p:cNvPr id="11268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a</a:t>
              </a:r>
            </a:p>
          </p:txBody>
        </p:sp>
        <p:sp>
          <p:nvSpPr>
            <p:cNvPr id="11268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49"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0"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2645" name="Group 99"/>
          <p:cNvGrpSpPr>
            <a:grpSpLocks/>
          </p:cNvGrpSpPr>
          <p:nvPr/>
        </p:nvGrpSpPr>
        <p:grpSpPr bwMode="auto">
          <a:xfrm>
            <a:off x="6234113" y="723900"/>
            <a:ext cx="954087" cy="636588"/>
            <a:chOff x="948" y="2750"/>
            <a:chExt cx="802" cy="534"/>
          </a:xfrm>
        </p:grpSpPr>
        <p:sp>
          <p:nvSpPr>
            <p:cNvPr id="52"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76"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(1, 9)</a:t>
              </a:r>
            </a:p>
          </p:txBody>
        </p:sp>
        <p:sp>
          <p:nvSpPr>
            <p:cNvPr id="112677"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12678"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6"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7"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2646" name="Group 99"/>
          <p:cNvGrpSpPr>
            <a:grpSpLocks/>
          </p:cNvGrpSpPr>
          <p:nvPr/>
        </p:nvGrpSpPr>
        <p:grpSpPr bwMode="auto">
          <a:xfrm>
            <a:off x="6234113" y="1360488"/>
            <a:ext cx="954087" cy="635000"/>
            <a:chOff x="948" y="2750"/>
            <a:chExt cx="802" cy="534"/>
          </a:xfrm>
        </p:grpSpPr>
        <p:sp>
          <p:nvSpPr>
            <p:cNvPr id="59"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70"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(1, 3)</a:t>
              </a:r>
            </a:p>
          </p:txBody>
        </p:sp>
        <p:sp>
          <p:nvSpPr>
            <p:cNvPr id="112671"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12672"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63"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4"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2647" name="Group 99"/>
          <p:cNvGrpSpPr>
            <a:grpSpLocks/>
          </p:cNvGrpSpPr>
          <p:nvPr/>
        </p:nvGrpSpPr>
        <p:grpSpPr bwMode="auto">
          <a:xfrm>
            <a:off x="6234113" y="2008188"/>
            <a:ext cx="954087" cy="635000"/>
            <a:chOff x="948" y="2750"/>
            <a:chExt cx="802" cy="534"/>
          </a:xfrm>
        </p:grpSpPr>
        <p:sp>
          <p:nvSpPr>
            <p:cNvPr id="66"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6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p</a:t>
              </a:r>
              <a:r>
                <a:rPr lang="en-US" altLang="zh-CN" sz="1200">
                  <a:solidFill>
                    <a:srgbClr val="000000"/>
                  </a:solidFill>
                  <a:cs typeface="Times New Roman" panose="02020603050405020304" pitchFamily="18" charset="0"/>
                </a:rPr>
                <a:t> (1, 3)</a:t>
              </a:r>
            </a:p>
          </p:txBody>
        </p:sp>
        <p:sp>
          <p:nvSpPr>
            <p:cNvPr id="11266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i, j</a:t>
              </a:r>
            </a:p>
          </p:txBody>
        </p:sp>
        <p:sp>
          <p:nvSpPr>
            <p:cNvPr id="11266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0"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1"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72" name="Freeform 56"/>
          <p:cNvSpPr>
            <a:spLocks/>
          </p:cNvSpPr>
          <p:nvPr/>
        </p:nvSpPr>
        <p:spPr bwMode="auto">
          <a:xfrm rot="-511685">
            <a:off x="7154863" y="1808163"/>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73" name="Freeform 56"/>
          <p:cNvSpPr>
            <a:spLocks/>
          </p:cNvSpPr>
          <p:nvPr/>
        </p:nvSpPr>
        <p:spPr bwMode="auto">
          <a:xfrm rot="-511685">
            <a:off x="7153275" y="530225"/>
            <a:ext cx="128588"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12650" name="Group 99"/>
          <p:cNvGrpSpPr>
            <a:grpSpLocks/>
          </p:cNvGrpSpPr>
          <p:nvPr/>
        </p:nvGrpSpPr>
        <p:grpSpPr bwMode="auto">
          <a:xfrm>
            <a:off x="6234113" y="2655888"/>
            <a:ext cx="954087" cy="636587"/>
            <a:chOff x="948" y="2750"/>
            <a:chExt cx="802" cy="534"/>
          </a:xfrm>
        </p:grpSpPr>
        <p:sp>
          <p:nvSpPr>
            <p:cNvPr id="75"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265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e</a:t>
              </a:r>
              <a:endParaRPr lang="en-US" altLang="zh-CN" sz="1200">
                <a:solidFill>
                  <a:srgbClr val="000000"/>
                </a:solidFill>
                <a:cs typeface="Times New Roman" panose="02020603050405020304" pitchFamily="18" charset="0"/>
              </a:endParaRPr>
            </a:p>
          </p:txBody>
        </p:sp>
        <p:sp>
          <p:nvSpPr>
            <p:cNvPr id="11265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srgbClr val="000000"/>
                </a:solidFill>
                <a:cs typeface="Times New Roman" panose="02020603050405020304" pitchFamily="18" charset="0"/>
              </a:endParaRPr>
            </a:p>
          </p:txBody>
        </p:sp>
        <p:sp>
          <p:nvSpPr>
            <p:cNvPr id="11266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9"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0"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81" name="任意多边形 80"/>
          <p:cNvSpPr/>
          <p:nvPr/>
        </p:nvSpPr>
        <p:spPr>
          <a:xfrm>
            <a:off x="7153275" y="506413"/>
            <a:ext cx="439738" cy="2443162"/>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82" name="任意多边形 81"/>
          <p:cNvSpPr/>
          <p:nvPr/>
        </p:nvSpPr>
        <p:spPr>
          <a:xfrm>
            <a:off x="7129463" y="519113"/>
            <a:ext cx="252412" cy="1106487"/>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grpSp>
        <p:nvGrpSpPr>
          <p:cNvPr id="112653" name="组合 82"/>
          <p:cNvGrpSpPr>
            <a:grpSpLocks/>
          </p:cNvGrpSpPr>
          <p:nvPr/>
        </p:nvGrpSpPr>
        <p:grpSpPr bwMode="auto">
          <a:xfrm>
            <a:off x="6234113" y="3344863"/>
            <a:ext cx="2262187" cy="1728787"/>
            <a:chOff x="78177" y="3363243"/>
            <a:chExt cx="2261575" cy="1728787"/>
          </a:xfrm>
        </p:grpSpPr>
        <p:sp>
          <p:nvSpPr>
            <p:cNvPr id="84" name="Rectangle 4"/>
            <p:cNvSpPr>
              <a:spLocks noChangeArrowheads="1"/>
            </p:cNvSpPr>
            <p:nvPr/>
          </p:nvSpPr>
          <p:spPr bwMode="auto">
            <a:xfrm>
              <a:off x="78177" y="3363243"/>
              <a:ext cx="2261575" cy="1714500"/>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i="1" dirty="0">
                  <a:solidFill>
                    <a:prstClr val="black"/>
                  </a:solidFill>
                  <a:latin typeface="Times New Roman" panose="02020603050405020304" pitchFamily="18" charset="0"/>
                  <a:ea typeface="楷体_GB2312"/>
                  <a:cs typeface="Times New Roman" pitchFamily="18" charset="0"/>
                </a:rPr>
                <a:t>	</a:t>
              </a:r>
              <a:r>
                <a:rPr lang="en-US" altLang="zh-CN" dirty="0">
                  <a:solidFill>
                    <a:prstClr val="black"/>
                  </a:solidFill>
                  <a:latin typeface="Times New Roman" panose="02020603050405020304" pitchFamily="18" charset="0"/>
                  <a:ea typeface="楷体_GB2312"/>
                  <a:cs typeface="Times New Roman" pitchFamily="18" charset="0"/>
                </a:rPr>
                <a:t>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85" name="直接连接符 84"/>
            <p:cNvCxnSpPr/>
            <p:nvPr/>
          </p:nvCxnSpPr>
          <p:spPr bwMode="auto">
            <a:xfrm>
              <a:off x="78177" y="3648993"/>
              <a:ext cx="2261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bwMode="auto">
            <a:xfrm>
              <a:off x="1331963" y="3363243"/>
              <a:ext cx="0" cy="1728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36</a:t>
            </a:fld>
            <a:endParaRPr lang="en-US" altLang="zh-CN" dirty="0"/>
          </a:p>
        </p:txBody>
      </p:sp>
    </p:spTree>
    <p:extLst>
      <p:ext uri="{BB962C8B-B14F-4D97-AF65-F5344CB8AC3E}">
        <p14:creationId xmlns:p14="http://schemas.microsoft.com/office/powerpoint/2010/main" val="24757825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715778">
                                            <p:txEl>
                                              <p:pRg st="0" end="0"/>
                                            </p:txEl>
                                          </p:spTgt>
                                        </p:tgtEl>
                                        <p:attrNameLst>
                                          <p:attrName>style.visibility</p:attrName>
                                        </p:attrNameLst>
                                      </p:cBhvr>
                                      <p:to>
                                        <p:strVal val="visible"/>
                                      </p:to>
                                    </p:set>
                                    <p:anim calcmode="lin" valueType="num">
                                      <p:cBhvr>
                                        <p:cTn id="7" dur="500" fill="hold"/>
                                        <p:tgtEl>
                                          <p:spTgt spid="71577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15778">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15778">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715778">
                                            <p:txEl>
                                              <p:pRg st="1" end="1"/>
                                            </p:txEl>
                                          </p:spTgt>
                                        </p:tgtEl>
                                        <p:attrNameLst>
                                          <p:attrName>style.visibility</p:attrName>
                                        </p:attrNameLst>
                                      </p:cBhvr>
                                      <p:to>
                                        <p:strVal val="visible"/>
                                      </p:to>
                                    </p:set>
                                    <p:anim calcmode="lin" valueType="num">
                                      <p:cBhvr>
                                        <p:cTn id="14" dur="500" fill="hold"/>
                                        <p:tgtEl>
                                          <p:spTgt spid="715778">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715778">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715778">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715778">
                                            <p:txEl>
                                              <p:pRg st="2" end="2"/>
                                            </p:txEl>
                                          </p:spTgt>
                                        </p:tgtEl>
                                        <p:attrNameLst>
                                          <p:attrName>style.visibility</p:attrName>
                                        </p:attrNameLst>
                                      </p:cBhvr>
                                      <p:to>
                                        <p:strVal val="visible"/>
                                      </p:to>
                                    </p:set>
                                    <p:anim calcmode="lin" valueType="num">
                                      <p:cBhvr>
                                        <p:cTn id="21" dur="500" fill="hold"/>
                                        <p:tgtEl>
                                          <p:spTgt spid="715778">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715778">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715778">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715778">
                                            <p:txEl>
                                              <p:pRg st="3" end="3"/>
                                            </p:txEl>
                                          </p:spTgt>
                                        </p:tgtEl>
                                        <p:attrNameLst>
                                          <p:attrName>style.visibility</p:attrName>
                                        </p:attrNameLst>
                                      </p:cBhvr>
                                      <p:to>
                                        <p:strVal val="visible"/>
                                      </p:to>
                                    </p:set>
                                    <p:anim calcmode="lin" valueType="num">
                                      <p:cBhvr>
                                        <p:cTn id="28" dur="500" fill="hold"/>
                                        <p:tgtEl>
                                          <p:spTgt spid="715778">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15778">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715778">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nodeType="clickEffect">
                                  <p:stCondLst>
                                    <p:cond delay="0"/>
                                  </p:stCondLst>
                                  <p:childTnLst>
                                    <p:set>
                                      <p:cBhvr>
                                        <p:cTn id="34" dur="1" fill="hold">
                                          <p:stCondLst>
                                            <p:cond delay="0"/>
                                          </p:stCondLst>
                                        </p:cTn>
                                        <p:tgtEl>
                                          <p:spTgt spid="715778">
                                            <p:txEl>
                                              <p:pRg st="4" end="4"/>
                                            </p:txEl>
                                          </p:spTgt>
                                        </p:tgtEl>
                                        <p:attrNameLst>
                                          <p:attrName>style.visibility</p:attrName>
                                        </p:attrNameLst>
                                      </p:cBhvr>
                                      <p:to>
                                        <p:strVal val="visible"/>
                                      </p:to>
                                    </p:set>
                                    <p:anim calcmode="lin" valueType="num">
                                      <p:cBhvr>
                                        <p:cTn id="35" dur="500" fill="hold"/>
                                        <p:tgtEl>
                                          <p:spTgt spid="715778">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715778">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715778">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7" presetClass="emph" presetSubtype="1" nodeType="clickEffect">
                                  <p:stCondLst>
                                    <p:cond delay="0"/>
                                  </p:stCondLst>
                                  <p:childTnLst>
                                    <p:set>
                                      <p:cBhvr>
                                        <p:cTn id="41" dur="indefinite"/>
                                        <p:tgtEl>
                                          <p:spTgt spid="73"/>
                                        </p:tgtEl>
                                        <p:attrNameLst>
                                          <p:attrName>stroke.color</p:attrName>
                                        </p:attrNameLst>
                                      </p:cBhvr>
                                      <p:to>
                                        <p:clrVal>
                                          <a:srgbClr val="FF0000"/>
                                        </p:clrVal>
                                      </p:to>
                                    </p:set>
                                    <p:set>
                                      <p:cBhvr>
                                        <p:cTn id="42" dur="indefinite"/>
                                        <p:tgtEl>
                                          <p:spTgt spid="73"/>
                                        </p:tgtEl>
                                        <p:attrNameLst>
                                          <p:attrName>stroke.on</p:attrName>
                                        </p:attrNameLst>
                                      </p:cBhvr>
                                      <p:to>
                                        <p:strVal val="true"/>
                                      </p:to>
                                    </p:set>
                                  </p:childTnLst>
                                </p:cTn>
                              </p:par>
                              <p:par>
                                <p:cTn id="43" presetID="7" presetClass="emph" presetSubtype="1" nodeType="withEffect">
                                  <p:stCondLst>
                                    <p:cond delay="0"/>
                                  </p:stCondLst>
                                  <p:childTnLst>
                                    <p:set>
                                      <p:cBhvr>
                                        <p:cTn id="44" dur="indefinite"/>
                                        <p:tgtEl>
                                          <p:spTgt spid="72"/>
                                        </p:tgtEl>
                                        <p:attrNameLst>
                                          <p:attrName>stroke.color</p:attrName>
                                        </p:attrNameLst>
                                      </p:cBhvr>
                                      <p:to>
                                        <p:clrVal>
                                          <a:srgbClr val="FF0000"/>
                                        </p:clrVal>
                                      </p:to>
                                    </p:set>
                                    <p:set>
                                      <p:cBhvr>
                                        <p:cTn id="45" dur="indefinite"/>
                                        <p:tgtEl>
                                          <p:spTgt spid="72"/>
                                        </p:tgtEl>
                                        <p:attrNameLst>
                                          <p:attrName>stroke.on</p:attrName>
                                        </p:attrNameLst>
                                      </p:cBhvr>
                                      <p:to>
                                        <p:strVal val="tru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xit" presetSubtype="0" fill="hold" nodeType="clickEffect">
                                  <p:stCondLst>
                                    <p:cond delay="0"/>
                                  </p:stCondLst>
                                  <p:childTnLst>
                                    <p:anim calcmode="lin" valueType="num">
                                      <p:cBhvr>
                                        <p:cTn id="49" dur="500"/>
                                        <p:tgtEl>
                                          <p:spTgt spid="715778">
                                            <p:txEl>
                                              <p:pRg st="3" end="3"/>
                                            </p:txEl>
                                          </p:spTgt>
                                        </p:tgtEl>
                                        <p:attrNameLst>
                                          <p:attrName>ppt_w</p:attrName>
                                        </p:attrNameLst>
                                      </p:cBhvr>
                                      <p:tavLst>
                                        <p:tav tm="0">
                                          <p:val>
                                            <p:strVal val="ppt_w"/>
                                          </p:val>
                                        </p:tav>
                                        <p:tav tm="100000">
                                          <p:val>
                                            <p:fltVal val="0"/>
                                          </p:val>
                                        </p:tav>
                                      </p:tavLst>
                                    </p:anim>
                                    <p:anim calcmode="lin" valueType="num">
                                      <p:cBhvr>
                                        <p:cTn id="50" dur="500"/>
                                        <p:tgtEl>
                                          <p:spTgt spid="715778">
                                            <p:txEl>
                                              <p:pRg st="3" end="3"/>
                                            </p:txEl>
                                          </p:spTgt>
                                        </p:tgtEl>
                                        <p:attrNameLst>
                                          <p:attrName>ppt_h</p:attrName>
                                        </p:attrNameLst>
                                      </p:cBhvr>
                                      <p:tavLst>
                                        <p:tav tm="0">
                                          <p:val>
                                            <p:strVal val="ppt_h"/>
                                          </p:val>
                                        </p:tav>
                                        <p:tav tm="100000">
                                          <p:val>
                                            <p:fltVal val="0"/>
                                          </p:val>
                                        </p:tav>
                                      </p:tavLst>
                                    </p:anim>
                                    <p:animEffect transition="out" filter="fade">
                                      <p:cBhvr>
                                        <p:cTn id="51" dur="500"/>
                                        <p:tgtEl>
                                          <p:spTgt spid="715778">
                                            <p:txEl>
                                              <p:pRg st="3" end="3"/>
                                            </p:txEl>
                                          </p:spTgt>
                                        </p:tgtEl>
                                      </p:cBhvr>
                                    </p:animEffect>
                                    <p:set>
                                      <p:cBhvr>
                                        <p:cTn id="52" dur="1" fill="hold">
                                          <p:stCondLst>
                                            <p:cond delay="499"/>
                                          </p:stCondLst>
                                        </p:cTn>
                                        <p:tgtEl>
                                          <p:spTgt spid="715778">
                                            <p:txEl>
                                              <p:pRg st="3" end="3"/>
                                            </p:txEl>
                                          </p:spTgt>
                                        </p:tgtEl>
                                        <p:attrNameLst>
                                          <p:attrName>style.visibility</p:attrName>
                                        </p:attrNameLst>
                                      </p:cBhvr>
                                      <p:to>
                                        <p:strVal val="hidden"/>
                                      </p:to>
                                    </p:set>
                                  </p:childTnLst>
                                </p:cTn>
                              </p:par>
                              <p:par>
                                <p:cTn id="53" presetID="53" presetClass="exit" presetSubtype="0" fill="hold" nodeType="withEffect">
                                  <p:stCondLst>
                                    <p:cond delay="0"/>
                                  </p:stCondLst>
                                  <p:childTnLst>
                                    <p:anim calcmode="lin" valueType="num">
                                      <p:cBhvr>
                                        <p:cTn id="54" dur="500"/>
                                        <p:tgtEl>
                                          <p:spTgt spid="715778">
                                            <p:txEl>
                                              <p:pRg st="4" end="4"/>
                                            </p:txEl>
                                          </p:spTgt>
                                        </p:tgtEl>
                                        <p:attrNameLst>
                                          <p:attrName>ppt_w</p:attrName>
                                        </p:attrNameLst>
                                      </p:cBhvr>
                                      <p:tavLst>
                                        <p:tav tm="0">
                                          <p:val>
                                            <p:strVal val="ppt_w"/>
                                          </p:val>
                                        </p:tav>
                                        <p:tav tm="100000">
                                          <p:val>
                                            <p:fltVal val="0"/>
                                          </p:val>
                                        </p:tav>
                                      </p:tavLst>
                                    </p:anim>
                                    <p:anim calcmode="lin" valueType="num">
                                      <p:cBhvr>
                                        <p:cTn id="55" dur="500"/>
                                        <p:tgtEl>
                                          <p:spTgt spid="715778">
                                            <p:txEl>
                                              <p:pRg st="4" end="4"/>
                                            </p:txEl>
                                          </p:spTgt>
                                        </p:tgtEl>
                                        <p:attrNameLst>
                                          <p:attrName>ppt_h</p:attrName>
                                        </p:attrNameLst>
                                      </p:cBhvr>
                                      <p:tavLst>
                                        <p:tav tm="0">
                                          <p:val>
                                            <p:strVal val="ppt_h"/>
                                          </p:val>
                                        </p:tav>
                                        <p:tav tm="100000">
                                          <p:val>
                                            <p:fltVal val="0"/>
                                          </p:val>
                                        </p:tav>
                                      </p:tavLst>
                                    </p:anim>
                                    <p:animEffect transition="out" filter="fade">
                                      <p:cBhvr>
                                        <p:cTn id="56" dur="500"/>
                                        <p:tgtEl>
                                          <p:spTgt spid="715778">
                                            <p:txEl>
                                              <p:pRg st="4" end="4"/>
                                            </p:txEl>
                                          </p:spTgt>
                                        </p:tgtEl>
                                      </p:cBhvr>
                                    </p:animEffect>
                                    <p:set>
                                      <p:cBhvr>
                                        <p:cTn id="57" dur="1" fill="hold">
                                          <p:stCondLst>
                                            <p:cond delay="499"/>
                                          </p:stCondLst>
                                        </p:cTn>
                                        <p:tgtEl>
                                          <p:spTgt spid="715778">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txBox="1">
            <a:spLocks noChangeArrowheads="1"/>
          </p:cNvSpPr>
          <p:nvPr/>
        </p:nvSpPr>
        <p:spPr bwMode="auto">
          <a:xfrm>
            <a:off x="339725" y="2962275"/>
            <a:ext cx="5214938"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342900" indent="-342900">
              <a:defRPr sz="1100" b="1">
                <a:solidFill>
                  <a:schemeClr val="tx1"/>
                </a:solidFill>
                <a:latin typeface="Times New Roman" panose="02020603050405020304" pitchFamily="18" charset="0"/>
                <a:ea typeface="楷体_GB2312"/>
                <a:cs typeface="楷体_GB2312"/>
              </a:defRPr>
            </a:lvl1pPr>
            <a:lvl2pPr marL="557213" indent="-214313">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lvl="1" eaLnBrk="1" hangingPunct="1">
              <a:lnSpc>
                <a:spcPts val="2600"/>
              </a:lnSpc>
              <a:spcBef>
                <a:spcPct val="20000"/>
              </a:spcBef>
              <a:buSzPct val="100000"/>
              <a:buFont typeface="Wingdings" panose="05000000000000000000" pitchFamily="2" charset="2"/>
              <a:buChar char="Ø"/>
            </a:pPr>
            <a:endParaRPr lang="zh-CN" altLang="en-US" sz="1800">
              <a:solidFill>
                <a:prstClr val="black"/>
              </a:solidFill>
              <a:ea typeface="楷体" panose="02010609060101010101" pitchFamily="49" charset="-122"/>
              <a:cs typeface="Times New Roman" panose="02020603050405020304" pitchFamily="18" charset="0"/>
            </a:endParaRPr>
          </a:p>
        </p:txBody>
      </p:sp>
      <p:grpSp>
        <p:nvGrpSpPr>
          <p:cNvPr id="114691" name="Group 99"/>
          <p:cNvGrpSpPr>
            <a:grpSpLocks/>
          </p:cNvGrpSpPr>
          <p:nvPr/>
        </p:nvGrpSpPr>
        <p:grpSpPr bwMode="auto">
          <a:xfrm>
            <a:off x="6227763" y="96838"/>
            <a:ext cx="923925" cy="647700"/>
            <a:chOff x="975" y="2750"/>
            <a:chExt cx="776" cy="544"/>
          </a:xfrm>
        </p:grpSpPr>
        <p:sp>
          <p:nvSpPr>
            <p:cNvPr id="47"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31"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14732"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14733"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1"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2"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4692" name="Group 99"/>
          <p:cNvGrpSpPr>
            <a:grpSpLocks/>
          </p:cNvGrpSpPr>
          <p:nvPr/>
        </p:nvGrpSpPr>
        <p:grpSpPr bwMode="auto">
          <a:xfrm>
            <a:off x="6234113" y="723900"/>
            <a:ext cx="954087" cy="636588"/>
            <a:chOff x="948" y="2750"/>
            <a:chExt cx="802" cy="534"/>
          </a:xfrm>
        </p:grpSpPr>
        <p:sp>
          <p:nvSpPr>
            <p:cNvPr id="54"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25"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(1, 9)</a:t>
              </a:r>
            </a:p>
          </p:txBody>
        </p:sp>
        <p:sp>
          <p:nvSpPr>
            <p:cNvPr id="114726"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14727"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8"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9"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4693" name="Group 99"/>
          <p:cNvGrpSpPr>
            <a:grpSpLocks/>
          </p:cNvGrpSpPr>
          <p:nvPr/>
        </p:nvGrpSpPr>
        <p:grpSpPr bwMode="auto">
          <a:xfrm>
            <a:off x="6234113" y="1360488"/>
            <a:ext cx="954087" cy="635000"/>
            <a:chOff x="948" y="2750"/>
            <a:chExt cx="802" cy="534"/>
          </a:xfrm>
        </p:grpSpPr>
        <p:sp>
          <p:nvSpPr>
            <p:cNvPr id="61"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19"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(1, 3)</a:t>
              </a:r>
            </a:p>
          </p:txBody>
        </p:sp>
        <p:sp>
          <p:nvSpPr>
            <p:cNvPr id="114720"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14721"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65"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6"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4694" name="Group 99"/>
          <p:cNvGrpSpPr>
            <a:grpSpLocks/>
          </p:cNvGrpSpPr>
          <p:nvPr/>
        </p:nvGrpSpPr>
        <p:grpSpPr bwMode="auto">
          <a:xfrm>
            <a:off x="6234113" y="2008188"/>
            <a:ext cx="954087" cy="635000"/>
            <a:chOff x="948" y="2750"/>
            <a:chExt cx="802" cy="534"/>
          </a:xfrm>
        </p:grpSpPr>
        <p:sp>
          <p:nvSpPr>
            <p:cNvPr id="68"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13"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p</a:t>
              </a:r>
              <a:r>
                <a:rPr lang="en-US" altLang="zh-CN" sz="1200">
                  <a:solidFill>
                    <a:prstClr val="black"/>
                  </a:solidFill>
                  <a:cs typeface="Times New Roman" panose="02020603050405020304" pitchFamily="18" charset="0"/>
                </a:rPr>
                <a:t> (1, 3)</a:t>
              </a:r>
            </a:p>
          </p:txBody>
        </p:sp>
        <p:sp>
          <p:nvSpPr>
            <p:cNvPr id="114714"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 j</a:t>
              </a:r>
            </a:p>
          </p:txBody>
        </p:sp>
        <p:sp>
          <p:nvSpPr>
            <p:cNvPr id="114715"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2"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3"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14695" name="Freeform 56"/>
          <p:cNvSpPr>
            <a:spLocks/>
          </p:cNvSpPr>
          <p:nvPr/>
        </p:nvSpPr>
        <p:spPr bwMode="auto">
          <a:xfrm rot="-511685">
            <a:off x="7154863" y="1808163"/>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4696" name="Freeform 56"/>
          <p:cNvSpPr>
            <a:spLocks/>
          </p:cNvSpPr>
          <p:nvPr/>
        </p:nvSpPr>
        <p:spPr bwMode="auto">
          <a:xfrm rot="-511685">
            <a:off x="7153275" y="530225"/>
            <a:ext cx="128588"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14697" name="Group 99"/>
          <p:cNvGrpSpPr>
            <a:grpSpLocks/>
          </p:cNvGrpSpPr>
          <p:nvPr/>
        </p:nvGrpSpPr>
        <p:grpSpPr bwMode="auto">
          <a:xfrm>
            <a:off x="6234113" y="2655888"/>
            <a:ext cx="954087" cy="636587"/>
            <a:chOff x="948" y="2750"/>
            <a:chExt cx="802" cy="534"/>
          </a:xfrm>
        </p:grpSpPr>
        <p:sp>
          <p:nvSpPr>
            <p:cNvPr id="77"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4707"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e</a:t>
              </a:r>
              <a:endParaRPr lang="en-US" altLang="zh-CN" sz="1200">
                <a:solidFill>
                  <a:prstClr val="black"/>
                </a:solidFill>
                <a:cs typeface="Times New Roman" panose="02020603050405020304" pitchFamily="18" charset="0"/>
              </a:endParaRPr>
            </a:p>
          </p:txBody>
        </p:sp>
        <p:sp>
          <p:nvSpPr>
            <p:cNvPr id="114708"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prstClr val="black"/>
                </a:solidFill>
                <a:cs typeface="Times New Roman" panose="02020603050405020304" pitchFamily="18" charset="0"/>
              </a:endParaRPr>
            </a:p>
          </p:txBody>
        </p:sp>
        <p:sp>
          <p:nvSpPr>
            <p:cNvPr id="114709"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81"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2"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83" name="任意多边形 82"/>
          <p:cNvSpPr/>
          <p:nvPr/>
        </p:nvSpPr>
        <p:spPr>
          <a:xfrm>
            <a:off x="7153275" y="506413"/>
            <a:ext cx="439738" cy="2443162"/>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84" name="任意多边形 83"/>
          <p:cNvSpPr/>
          <p:nvPr/>
        </p:nvSpPr>
        <p:spPr>
          <a:xfrm>
            <a:off x="7129463" y="519113"/>
            <a:ext cx="252412" cy="1106487"/>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grpSp>
        <p:nvGrpSpPr>
          <p:cNvPr id="114700" name="组合 84"/>
          <p:cNvGrpSpPr>
            <a:grpSpLocks/>
          </p:cNvGrpSpPr>
          <p:nvPr/>
        </p:nvGrpSpPr>
        <p:grpSpPr bwMode="auto">
          <a:xfrm>
            <a:off x="6234113" y="3344863"/>
            <a:ext cx="2262187" cy="1728787"/>
            <a:chOff x="78177" y="3363243"/>
            <a:chExt cx="2261575" cy="1728787"/>
          </a:xfrm>
        </p:grpSpPr>
        <p:sp>
          <p:nvSpPr>
            <p:cNvPr id="86" name="Rectangle 4"/>
            <p:cNvSpPr>
              <a:spLocks noChangeArrowheads="1"/>
            </p:cNvSpPr>
            <p:nvPr/>
          </p:nvSpPr>
          <p:spPr bwMode="auto">
            <a:xfrm>
              <a:off x="78177" y="3363243"/>
              <a:ext cx="2261575" cy="1714500"/>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i="1" dirty="0">
                  <a:solidFill>
                    <a:prstClr val="black"/>
                  </a:solidFill>
                  <a:latin typeface="Times New Roman" panose="02020603050405020304" pitchFamily="18" charset="0"/>
                  <a:ea typeface="楷体_GB2312"/>
                  <a:cs typeface="Times New Roman" pitchFamily="18" charset="0"/>
                </a:rPr>
                <a:t>	</a:t>
              </a:r>
              <a:r>
                <a:rPr lang="en-US" altLang="zh-CN" dirty="0">
                  <a:solidFill>
                    <a:prstClr val="black"/>
                  </a:solidFill>
                  <a:latin typeface="Times New Roman" panose="02020603050405020304" pitchFamily="18" charset="0"/>
                  <a:ea typeface="楷体_GB2312"/>
                  <a:cs typeface="Times New Roman" pitchFamily="18" charset="0"/>
                </a:rPr>
                <a:t>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87" name="直接连接符 86"/>
            <p:cNvCxnSpPr/>
            <p:nvPr/>
          </p:nvCxnSpPr>
          <p:spPr bwMode="auto">
            <a:xfrm>
              <a:off x="78177" y="3648993"/>
              <a:ext cx="2261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bwMode="auto">
            <a:xfrm>
              <a:off x="1331963" y="3363243"/>
              <a:ext cx="0" cy="1728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701" name="标题 1"/>
          <p:cNvSpPr>
            <a:spLocks noGrp="1"/>
          </p:cNvSpPr>
          <p:nvPr>
            <p:ph type="title"/>
          </p:nvPr>
        </p:nvSpPr>
        <p:spPr>
          <a:xfrm>
            <a:off x="755650" y="268288"/>
            <a:ext cx="7931150" cy="358775"/>
          </a:xfrm>
        </p:spPr>
        <p:txBody>
          <a:bodyPr/>
          <a:lstStyle/>
          <a:p>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访问链的建立</a:t>
            </a:r>
            <a:endParaRPr lang="zh-CN" altLang="en-US">
              <a:ea typeface="微软雅黑" panose="020B0503020204020204" pitchFamily="34" charset="-122"/>
              <a:cs typeface="Times New Roman" panose="02020603050405020304" pitchFamily="18" charset="0"/>
            </a:endParaRPr>
          </a:p>
        </p:txBody>
      </p:sp>
      <p:sp>
        <p:nvSpPr>
          <p:cNvPr id="89" name="Rectangle 2"/>
          <p:cNvSpPr>
            <a:spLocks noGrp="1" noChangeArrowheads="1"/>
          </p:cNvSpPr>
          <p:nvPr>
            <p:ph idx="1"/>
          </p:nvPr>
        </p:nvSpPr>
        <p:spPr>
          <a:xfrm>
            <a:off x="357188" y="714375"/>
            <a:ext cx="5588000" cy="3225800"/>
          </a:xfrm>
        </p:spPr>
        <p:txBody>
          <a:bodyPr/>
          <a:lstStyle/>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建立访问链的代码属于</a:t>
            </a:r>
            <a:r>
              <a:rPr lang="zh-CN" altLang="en-US" sz="2000" b="1" dirty="0">
                <a:solidFill>
                  <a:schemeClr val="tx2">
                    <a:lumMod val="60000"/>
                    <a:lumOff val="40000"/>
                  </a:schemeClr>
                </a:solidFill>
                <a:cs typeface="Times New Roman" pitchFamily="18" charset="0"/>
              </a:rPr>
              <a:t>调用序列</a:t>
            </a:r>
            <a:r>
              <a:rPr lang="zh-CN" altLang="en-US" sz="2000" b="1" dirty="0">
                <a:solidFill>
                  <a:schemeClr val="tx1"/>
                </a:solidFill>
                <a:cs typeface="Times New Roman" pitchFamily="18" charset="0"/>
              </a:rPr>
              <a:t>的一部分</a:t>
            </a:r>
            <a:endParaRPr lang="en-US" altLang="zh-CN" sz="2000" b="1" dirty="0">
              <a:solidFill>
                <a:schemeClr val="tx1"/>
              </a:solidFill>
              <a:cs typeface="Times New Roman" pitchFamily="18" charset="0"/>
            </a:endParaRPr>
          </a:p>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假设嵌套深度为</a:t>
            </a:r>
            <a:r>
              <a:rPr lang="en-US" altLang="zh-CN" sz="2000" b="1" i="1" dirty="0">
                <a:solidFill>
                  <a:schemeClr val="tx1"/>
                </a:solidFill>
                <a:ea typeface="楷体_GB2312"/>
                <a:cs typeface="Times New Roman" pitchFamily="18" charset="0"/>
              </a:rPr>
              <a:t>n</a:t>
            </a:r>
            <a:r>
              <a:rPr lang="en-US" altLang="zh-CN" sz="2000" b="1" i="1" baseline="-30000" dirty="0">
                <a:solidFill>
                  <a:schemeClr val="tx1"/>
                </a:solidFill>
                <a:ea typeface="楷体_GB2312"/>
                <a:cs typeface="Times New Roman" pitchFamily="18" charset="0"/>
              </a:rPr>
              <a:t>x</a:t>
            </a:r>
            <a:r>
              <a:rPr lang="zh-CN" altLang="en-US" sz="2000" b="1" dirty="0">
                <a:solidFill>
                  <a:schemeClr val="tx1"/>
                </a:solidFill>
                <a:cs typeface="Times New Roman" pitchFamily="18" charset="0"/>
              </a:rPr>
              <a:t>的过程</a:t>
            </a:r>
            <a:r>
              <a:rPr lang="en-US" altLang="zh-CN" sz="2000" b="1" i="1" dirty="0">
                <a:solidFill>
                  <a:schemeClr val="tx1"/>
                </a:solidFill>
                <a:cs typeface="Times New Roman" pitchFamily="18" charset="0"/>
              </a:rPr>
              <a:t>x</a:t>
            </a:r>
            <a:r>
              <a:rPr lang="zh-CN" altLang="en-US" sz="2000" b="1" dirty="0">
                <a:solidFill>
                  <a:schemeClr val="tx1"/>
                </a:solidFill>
                <a:cs typeface="Times New Roman" pitchFamily="18" charset="0"/>
              </a:rPr>
              <a:t>调用嵌套深度为</a:t>
            </a:r>
            <a:r>
              <a:rPr lang="en-US" altLang="zh-CN" sz="2000" b="1" i="1" dirty="0" err="1">
                <a:solidFill>
                  <a:schemeClr val="tx1"/>
                </a:solidFill>
                <a:ea typeface="楷体_GB2312"/>
                <a:cs typeface="楷体_GB2312"/>
              </a:rPr>
              <a:t>n</a:t>
            </a:r>
            <a:r>
              <a:rPr lang="en-US" altLang="zh-CN" sz="2000" b="1" i="1" baseline="-30000" dirty="0" err="1">
                <a:solidFill>
                  <a:schemeClr val="tx1"/>
                </a:solidFill>
                <a:ea typeface="楷体_GB2312"/>
                <a:cs typeface="楷体_GB2312"/>
              </a:rPr>
              <a:t>y</a:t>
            </a:r>
            <a:r>
              <a:rPr lang="zh-CN" altLang="en-US" sz="2000" b="1" dirty="0">
                <a:solidFill>
                  <a:schemeClr val="tx1"/>
                </a:solidFill>
              </a:rPr>
              <a:t>的过程</a:t>
            </a:r>
            <a:r>
              <a:rPr lang="en-US" altLang="zh-CN" sz="2000" b="1" i="1" dirty="0">
                <a:solidFill>
                  <a:schemeClr val="tx1"/>
                </a:solidFill>
              </a:rPr>
              <a:t>y</a:t>
            </a:r>
            <a:r>
              <a:rPr lang="zh-CN" altLang="en-US" sz="2000" b="1" dirty="0">
                <a:solidFill>
                  <a:schemeClr val="tx1"/>
                </a:solidFill>
              </a:rPr>
              <a:t> </a:t>
            </a:r>
            <a:r>
              <a:rPr lang="en-US" altLang="zh-CN" sz="2000" b="1" dirty="0">
                <a:solidFill>
                  <a:schemeClr val="tx1"/>
                </a:solidFill>
                <a:ea typeface="楷体_GB2312"/>
                <a:cs typeface="楷体_GB2312"/>
              </a:rPr>
              <a:t>(</a:t>
            </a:r>
            <a:r>
              <a:rPr lang="en-US" altLang="zh-CN" sz="2000" b="1" i="1" dirty="0" err="1">
                <a:solidFill>
                  <a:schemeClr val="tx1"/>
                </a:solidFill>
                <a:ea typeface="楷体_GB2312"/>
                <a:cs typeface="楷体_GB2312"/>
              </a:rPr>
              <a:t>x</a:t>
            </a:r>
            <a:r>
              <a:rPr lang="en-US" altLang="zh-CN" sz="2000" b="1" dirty="0" err="1">
                <a:solidFill>
                  <a:schemeClr val="tx1"/>
                </a:solidFill>
                <a:ea typeface="楷体_GB2312"/>
                <a:cs typeface="楷体_GB2312"/>
              </a:rPr>
              <a:t>→</a:t>
            </a:r>
            <a:r>
              <a:rPr lang="en-US" altLang="zh-CN" sz="2000" b="1" i="1" dirty="0" err="1">
                <a:solidFill>
                  <a:schemeClr val="tx1"/>
                </a:solidFill>
                <a:ea typeface="楷体_GB2312"/>
                <a:cs typeface="楷体_GB2312"/>
              </a:rPr>
              <a:t>y</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a:solidFill>
                  <a:schemeClr val="tx1"/>
                </a:solidFill>
                <a:ea typeface="楷体_GB2312"/>
                <a:cs typeface="楷体_GB2312"/>
              </a:rPr>
              <a:t>n</a:t>
            </a:r>
            <a:r>
              <a:rPr lang="en-US" altLang="zh-CN" sz="2000" b="1" i="1" baseline="-30000" dirty="0">
                <a:solidFill>
                  <a:schemeClr val="tx1"/>
                </a:solidFill>
                <a:ea typeface="楷体_GB2312"/>
                <a:cs typeface="楷体_GB2312"/>
              </a:rPr>
              <a:t>x </a:t>
            </a:r>
            <a:r>
              <a:rPr lang="en-US" altLang="zh-CN" sz="2000" b="1" dirty="0">
                <a:solidFill>
                  <a:schemeClr val="tx1"/>
                </a:solidFill>
                <a:ea typeface="楷体_GB2312"/>
                <a:cs typeface="楷体_GB2312"/>
              </a:rPr>
              <a:t>&lt; </a:t>
            </a:r>
            <a:r>
              <a:rPr lang="en-US" altLang="zh-CN" sz="2000" b="1" i="1" dirty="0" err="1">
                <a:solidFill>
                  <a:schemeClr val="tx1"/>
                </a:solidFill>
                <a:ea typeface="楷体_GB2312"/>
                <a:cs typeface="楷体_GB2312"/>
              </a:rPr>
              <a:t>n</a:t>
            </a:r>
            <a:r>
              <a:rPr lang="en-US" altLang="zh-CN" sz="1800" b="1" i="1" baseline="-30000" dirty="0" err="1">
                <a:solidFill>
                  <a:schemeClr val="tx1"/>
                </a:solidFill>
                <a:ea typeface="楷体_GB2312"/>
                <a:cs typeface="楷体_GB2312"/>
              </a:rPr>
              <a:t>y</a:t>
            </a:r>
            <a:r>
              <a:rPr lang="zh-CN" altLang="en-US" sz="2000" b="1" dirty="0">
                <a:solidFill>
                  <a:schemeClr val="tx1"/>
                </a:solidFill>
                <a:latin typeface="楷体" pitchFamily="49" charset="-122"/>
              </a:rPr>
              <a:t>的情况</a:t>
            </a:r>
            <a:r>
              <a:rPr lang="en-US" altLang="zh-CN" sz="2000" b="1" dirty="0">
                <a:solidFill>
                  <a:schemeClr val="tx1"/>
                </a:solidFill>
                <a:ea typeface="楷体_GB2312"/>
                <a:cs typeface="楷体_GB2312"/>
              </a:rPr>
              <a:t>(</a:t>
            </a:r>
            <a:r>
              <a:rPr lang="zh-CN" altLang="en-US" sz="2000" b="1" dirty="0">
                <a:solidFill>
                  <a:schemeClr val="tx1"/>
                </a:solidFill>
                <a:latin typeface="楷体" pitchFamily="49" charset="-122"/>
              </a:rPr>
              <a:t>外层调用内层</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err="1">
                <a:solidFill>
                  <a:prstClr val="black"/>
                </a:solidFill>
                <a:ea typeface="楷体_GB2312" pitchFamily="49" charset="-122"/>
              </a:rPr>
              <a:t>n</a:t>
            </a:r>
            <a:r>
              <a:rPr lang="en-US" altLang="zh-CN" sz="2000" b="1" i="1" baseline="-30000" dirty="0" err="1">
                <a:solidFill>
                  <a:prstClr val="black"/>
                </a:solidFill>
                <a:ea typeface="楷体" panose="02010609060101010101" pitchFamily="49" charset="-122"/>
                <a:cs typeface="Times New Roman" panose="02020603050405020304" pitchFamily="18" charset="0"/>
              </a:rPr>
              <a:t>x</a:t>
            </a:r>
            <a:r>
              <a:rPr lang="en-US" altLang="zh-CN" sz="2000" b="1" i="1" baseline="-30000" dirty="0">
                <a:solidFill>
                  <a:prstClr val="black"/>
                </a:solidFill>
                <a:ea typeface="楷体" panose="02010609060101010101" pitchFamily="49" charset="-122"/>
                <a:cs typeface="Times New Roman" panose="02020603050405020304" pitchFamily="18" charset="0"/>
              </a:rPr>
              <a:t> </a:t>
            </a:r>
            <a:r>
              <a:rPr lang="en-US" altLang="zh-CN" sz="2000" b="1" dirty="0">
                <a:solidFill>
                  <a:prstClr val="black"/>
                </a:solidFill>
                <a:ea typeface="楷体" panose="02010609060101010101" pitchFamily="49" charset="-122"/>
                <a:cs typeface="Times New Roman" panose="02020603050405020304" pitchFamily="18" charset="0"/>
              </a:rPr>
              <a:t>= </a:t>
            </a:r>
            <a:r>
              <a:rPr lang="en-US" altLang="zh-CN" sz="20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y</a:t>
            </a:r>
            <a:r>
              <a:rPr lang="zh-CN" altLang="en-US" sz="2000" b="1" dirty="0">
                <a:solidFill>
                  <a:prstClr val="black"/>
                </a:solidFill>
                <a:ea typeface="楷体" panose="02010609060101010101" pitchFamily="49" charset="-122"/>
                <a:cs typeface="Times New Roman" panose="02020603050405020304" pitchFamily="18" charset="0"/>
              </a:rPr>
              <a:t>的情况</a:t>
            </a:r>
            <a:r>
              <a:rPr lang="en-US" altLang="zh-CN" sz="2000" b="1" dirty="0">
                <a:solidFill>
                  <a:prstClr val="black"/>
                </a:solidFill>
                <a:ea typeface="楷体" panose="02010609060101010101" pitchFamily="49" charset="-122"/>
                <a:cs typeface="Times New Roman" panose="02020603050405020304" pitchFamily="18" charset="0"/>
              </a:rPr>
              <a:t>(</a:t>
            </a:r>
            <a:r>
              <a:rPr lang="zh-CN" altLang="en-US" sz="2000" b="1" dirty="0">
                <a:solidFill>
                  <a:schemeClr val="tx1"/>
                </a:solidFill>
                <a:latin typeface="楷体" pitchFamily="49" charset="-122"/>
              </a:rPr>
              <a:t>本层调用本层</a:t>
            </a:r>
            <a:r>
              <a:rPr lang="en-US" altLang="zh-CN" sz="2000" b="1" dirty="0">
                <a:solidFill>
                  <a:prstClr val="black"/>
                </a:solidFill>
                <a:ea typeface="楷体" panose="02010609060101010101" pitchFamily="49" charset="-122"/>
                <a:cs typeface="Times New Roman" panose="02020603050405020304" pitchFamily="18" charset="0"/>
              </a:rPr>
              <a:t> )</a:t>
            </a:r>
          </a:p>
          <a:p>
            <a:pPr marL="685800" lvl="2" indent="228600">
              <a:lnSpc>
                <a:spcPts val="2600"/>
              </a:lnSpc>
              <a:spcBef>
                <a:spcPct val="0"/>
              </a:spcBef>
              <a:buClrTx/>
              <a:buSzTx/>
              <a:buFont typeface="Wingdings" panose="05000000000000000000" pitchFamily="2" charset="2"/>
              <a:buChar char="Ø"/>
              <a:defRPr/>
            </a:pPr>
            <a:r>
              <a:rPr lang="zh-CN" altLang="en-US" sz="1800" b="1" dirty="0">
                <a:solidFill>
                  <a:prstClr val="black"/>
                </a:solidFill>
                <a:ea typeface="楷体" panose="02010609060101010101" pitchFamily="49" charset="-122"/>
                <a:cs typeface="Times New Roman" panose="02020603050405020304" pitchFamily="18" charset="0"/>
              </a:rPr>
              <a:t>递归调用</a:t>
            </a:r>
            <a:r>
              <a:rPr lang="en-US" altLang="zh-CN" sz="1800" b="1" dirty="0">
                <a:solidFill>
                  <a:prstClr val="black"/>
                </a:solidFill>
                <a:ea typeface="楷体" panose="02010609060101010101" pitchFamily="49" charset="-122"/>
                <a:cs typeface="Times New Roman" panose="02020603050405020304" pitchFamily="18" charset="0"/>
              </a:rPr>
              <a:t>(</a:t>
            </a:r>
            <a:r>
              <a:rPr lang="zh-CN" altLang="en-US" sz="1800" b="1" dirty="0">
                <a:solidFill>
                  <a:prstClr val="black"/>
                </a:solidFill>
                <a:ea typeface="楷体" panose="02010609060101010101" pitchFamily="49" charset="-122"/>
                <a:cs typeface="Times New Roman" panose="02020603050405020304" pitchFamily="18" charset="0"/>
              </a:rPr>
              <a:t>例如： </a:t>
            </a:r>
            <a:r>
              <a:rPr lang="en-US" altLang="zh-CN" sz="1800" b="1" i="1" dirty="0" err="1">
                <a:solidFill>
                  <a:prstClr val="black"/>
                </a:solidFill>
                <a:ea typeface="楷体" panose="02010609060101010101" pitchFamily="49" charset="-122"/>
                <a:cs typeface="Times New Roman" panose="02020603050405020304" pitchFamily="18" charset="0"/>
              </a:rPr>
              <a:t>q</a:t>
            </a:r>
            <a:r>
              <a:rPr lang="en-US" altLang="zh-CN" sz="1800" b="1" dirty="0" err="1">
                <a:solidFill>
                  <a:prstClr val="black"/>
                </a:solidFill>
                <a:ea typeface="楷体" panose="02010609060101010101" pitchFamily="49" charset="-122"/>
                <a:cs typeface="Times New Roman" panose="02020603050405020304" pitchFamily="18" charset="0"/>
              </a:rPr>
              <a:t>→</a:t>
            </a:r>
            <a:r>
              <a:rPr lang="en-US" altLang="zh-CN" sz="1800" b="1" i="1" dirty="0" err="1">
                <a:solidFill>
                  <a:prstClr val="black"/>
                </a:solidFill>
                <a:ea typeface="楷体" panose="02010609060101010101" pitchFamily="49" charset="-122"/>
                <a:cs typeface="Times New Roman" panose="02020603050405020304" pitchFamily="18" charset="0"/>
              </a:rPr>
              <a:t>q</a:t>
            </a:r>
            <a:r>
              <a:rPr lang="en-US" altLang="zh-CN" sz="1800" b="1" dirty="0">
                <a:solidFill>
                  <a:prstClr val="black"/>
                </a:solidFill>
                <a:ea typeface="楷体" panose="02010609060101010101" pitchFamily="49" charset="-122"/>
                <a:cs typeface="Times New Roman" panose="02020603050405020304" pitchFamily="18" charset="0"/>
              </a:rPr>
              <a:t> )</a:t>
            </a:r>
          </a:p>
          <a:p>
            <a:pPr marL="685800" lvl="2" indent="228600">
              <a:lnSpc>
                <a:spcPts val="2600"/>
              </a:lnSpc>
              <a:spcBef>
                <a:spcPct val="0"/>
              </a:spcBef>
              <a:buClrTx/>
              <a:buSzTx/>
              <a:buFont typeface="Wingdings" panose="05000000000000000000" pitchFamily="2" charset="2"/>
              <a:buChar char="Ø"/>
              <a:defRPr/>
            </a:pPr>
            <a:r>
              <a:rPr lang="zh-CN" altLang="en-US" sz="1800" b="1" dirty="0">
                <a:solidFill>
                  <a:prstClr val="black"/>
                </a:solidFill>
                <a:ea typeface="楷体" panose="02010609060101010101" pitchFamily="49" charset="-122"/>
                <a:cs typeface="Times New Roman" panose="02020603050405020304" pitchFamily="18" charset="0"/>
              </a:rPr>
              <a:t>被调用者的活动记录的访问链与调用者的活动记录的访问链是相同的，可以直接复制</a:t>
            </a:r>
          </a:p>
          <a:p>
            <a:pPr lvl="1" eaLnBrk="1" hangingPunct="1">
              <a:lnSpc>
                <a:spcPts val="2600"/>
              </a:lnSpc>
              <a:buClrTx/>
              <a:buFont typeface="Wingdings" pitchFamily="2" charset="2"/>
              <a:buChar char="Ø"/>
              <a:defRPr/>
            </a:pPr>
            <a:endParaRPr lang="zh-CN" altLang="en-US" sz="2000" b="1" dirty="0">
              <a:solidFill>
                <a:schemeClr val="tx1"/>
              </a:solidFill>
              <a:ea typeface="楷体_GB2312"/>
              <a:cs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37</a:t>
            </a:fld>
            <a:endParaRPr lang="en-US" altLang="zh-CN" dirty="0"/>
          </a:p>
        </p:txBody>
      </p:sp>
    </p:spTree>
    <p:extLst>
      <p:ext uri="{BB962C8B-B14F-4D97-AF65-F5344CB8AC3E}">
        <p14:creationId xmlns:p14="http://schemas.microsoft.com/office/powerpoint/2010/main" val="645117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89">
                                            <p:txEl>
                                              <p:pRg st="3" end="3"/>
                                            </p:txEl>
                                          </p:spTgt>
                                        </p:tgtEl>
                                        <p:attrNameLst>
                                          <p:attrName>style.visibility</p:attrName>
                                        </p:attrNameLst>
                                      </p:cBhvr>
                                      <p:to>
                                        <p:strVal val="visible"/>
                                      </p:to>
                                    </p:set>
                                    <p:anim calcmode="lin" valueType="num">
                                      <p:cBhvr>
                                        <p:cTn id="7" dur="500" fill="hold"/>
                                        <p:tgtEl>
                                          <p:spTgt spid="89">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89">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89">
                                            <p:txEl>
                                              <p:pRg st="3" end="3"/>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89">
                                            <p:txEl>
                                              <p:pRg st="4" end="4"/>
                                            </p:txEl>
                                          </p:spTgt>
                                        </p:tgtEl>
                                        <p:attrNameLst>
                                          <p:attrName>style.visibility</p:attrName>
                                        </p:attrNameLst>
                                      </p:cBhvr>
                                      <p:to>
                                        <p:strVal val="visible"/>
                                      </p:to>
                                    </p:set>
                                    <p:anim calcmode="lin" valueType="num">
                                      <p:cBhvr>
                                        <p:cTn id="14" dur="500" fill="hold"/>
                                        <p:tgtEl>
                                          <p:spTgt spid="89">
                                            <p:txEl>
                                              <p:pRg st="4" end="4"/>
                                            </p:txEl>
                                          </p:spTgt>
                                        </p:tgtEl>
                                        <p:attrNameLst>
                                          <p:attrName>ppt_w</p:attrName>
                                        </p:attrNameLst>
                                      </p:cBhvr>
                                      <p:tavLst>
                                        <p:tav tm="0">
                                          <p:val>
                                            <p:fltVal val="0"/>
                                          </p:val>
                                        </p:tav>
                                        <p:tav tm="100000">
                                          <p:val>
                                            <p:strVal val="#ppt_w"/>
                                          </p:val>
                                        </p:tav>
                                      </p:tavLst>
                                    </p:anim>
                                    <p:anim calcmode="lin" valueType="num">
                                      <p:cBhvr>
                                        <p:cTn id="15" dur="500" fill="hold"/>
                                        <p:tgtEl>
                                          <p:spTgt spid="89">
                                            <p:txEl>
                                              <p:pRg st="4" end="4"/>
                                            </p:txEl>
                                          </p:spTgt>
                                        </p:tgtEl>
                                        <p:attrNameLst>
                                          <p:attrName>ppt_h</p:attrName>
                                        </p:attrNameLst>
                                      </p:cBhvr>
                                      <p:tavLst>
                                        <p:tav tm="0">
                                          <p:val>
                                            <p:fltVal val="0"/>
                                          </p:val>
                                        </p:tav>
                                        <p:tav tm="100000">
                                          <p:val>
                                            <p:strVal val="#ppt_h"/>
                                          </p:val>
                                        </p:tav>
                                      </p:tavLst>
                                    </p:anim>
                                    <p:animEffect transition="in" filter="fade">
                                      <p:cBhvr>
                                        <p:cTn id="16" dur="500"/>
                                        <p:tgtEl>
                                          <p:spTgt spid="89">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89">
                                            <p:txEl>
                                              <p:pRg st="5" end="5"/>
                                            </p:txEl>
                                          </p:spTgt>
                                        </p:tgtEl>
                                        <p:attrNameLst>
                                          <p:attrName>style.visibility</p:attrName>
                                        </p:attrNameLst>
                                      </p:cBhvr>
                                      <p:to>
                                        <p:strVal val="visible"/>
                                      </p:to>
                                    </p:set>
                                    <p:anim calcmode="lin" valueType="num">
                                      <p:cBhvr>
                                        <p:cTn id="21" dur="500" fill="hold"/>
                                        <p:tgtEl>
                                          <p:spTgt spid="89">
                                            <p:txEl>
                                              <p:pRg st="5" end="5"/>
                                            </p:txEl>
                                          </p:spTgt>
                                        </p:tgtEl>
                                        <p:attrNameLst>
                                          <p:attrName>ppt_w</p:attrName>
                                        </p:attrNameLst>
                                      </p:cBhvr>
                                      <p:tavLst>
                                        <p:tav tm="0">
                                          <p:val>
                                            <p:fltVal val="0"/>
                                          </p:val>
                                        </p:tav>
                                        <p:tav tm="100000">
                                          <p:val>
                                            <p:strVal val="#ppt_w"/>
                                          </p:val>
                                        </p:tav>
                                      </p:tavLst>
                                    </p:anim>
                                    <p:anim calcmode="lin" valueType="num">
                                      <p:cBhvr>
                                        <p:cTn id="22" dur="500" fill="hold"/>
                                        <p:tgtEl>
                                          <p:spTgt spid="89">
                                            <p:txEl>
                                              <p:pRg st="5" end="5"/>
                                            </p:txEl>
                                          </p:spTgt>
                                        </p:tgtEl>
                                        <p:attrNameLst>
                                          <p:attrName>ppt_h</p:attrName>
                                        </p:attrNameLst>
                                      </p:cBhvr>
                                      <p:tavLst>
                                        <p:tav tm="0">
                                          <p:val>
                                            <p:fltVal val="0"/>
                                          </p:val>
                                        </p:tav>
                                        <p:tav tm="100000">
                                          <p:val>
                                            <p:strVal val="#ppt_h"/>
                                          </p:val>
                                        </p:tav>
                                      </p:tavLst>
                                    </p:anim>
                                    <p:animEffect transition="in" filter="fade">
                                      <p:cBhvr>
                                        <p:cTn id="23" dur="500"/>
                                        <p:tgtEl>
                                          <p:spTgt spid="89">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7" presetClass="emph" presetSubtype="1" nodeType="clickEffect">
                                  <p:stCondLst>
                                    <p:cond delay="0"/>
                                  </p:stCondLst>
                                  <p:childTnLst>
                                    <p:set>
                                      <p:cBhvr>
                                        <p:cTn id="27" dur="indefinite"/>
                                        <p:tgtEl>
                                          <p:spTgt spid="84"/>
                                        </p:tgtEl>
                                        <p:attrNameLst>
                                          <p:attrName>stroke.color</p:attrName>
                                        </p:attrNameLst>
                                      </p:cBhvr>
                                      <p:to>
                                        <p:clrVal>
                                          <a:schemeClr val="accent2"/>
                                        </p:clrVal>
                                      </p:to>
                                    </p:set>
                                    <p:set>
                                      <p:cBhvr>
                                        <p:cTn id="28" dur="indefinite"/>
                                        <p:tgtEl>
                                          <p:spTgt spid="84"/>
                                        </p:tgtEl>
                                        <p:attrNameLst>
                                          <p:attrName>stroke.on</p:attrName>
                                        </p:attrNameLst>
                                      </p:cBhvr>
                                      <p:to>
                                        <p:strVal val="tru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xit" presetSubtype="32" fill="hold" nodeType="clickEffect">
                                  <p:stCondLst>
                                    <p:cond delay="0"/>
                                  </p:stCondLst>
                                  <p:childTnLst>
                                    <p:anim calcmode="lin" valueType="num">
                                      <p:cBhvr>
                                        <p:cTn id="32" dur="500"/>
                                        <p:tgtEl>
                                          <p:spTgt spid="89">
                                            <p:txEl>
                                              <p:pRg st="4" end="4"/>
                                            </p:txEl>
                                          </p:spTgt>
                                        </p:tgtEl>
                                        <p:attrNameLst>
                                          <p:attrName>ppt_w</p:attrName>
                                        </p:attrNameLst>
                                      </p:cBhvr>
                                      <p:tavLst>
                                        <p:tav tm="0">
                                          <p:val>
                                            <p:strVal val="ppt_w"/>
                                          </p:val>
                                        </p:tav>
                                        <p:tav tm="100000">
                                          <p:val>
                                            <p:fltVal val="0"/>
                                          </p:val>
                                        </p:tav>
                                      </p:tavLst>
                                    </p:anim>
                                    <p:anim calcmode="lin" valueType="num">
                                      <p:cBhvr>
                                        <p:cTn id="33" dur="500"/>
                                        <p:tgtEl>
                                          <p:spTgt spid="89">
                                            <p:txEl>
                                              <p:pRg st="4" end="4"/>
                                            </p:txEl>
                                          </p:spTgt>
                                        </p:tgtEl>
                                        <p:attrNameLst>
                                          <p:attrName>ppt_h</p:attrName>
                                        </p:attrNameLst>
                                      </p:cBhvr>
                                      <p:tavLst>
                                        <p:tav tm="0">
                                          <p:val>
                                            <p:strVal val="ppt_h"/>
                                          </p:val>
                                        </p:tav>
                                        <p:tav tm="100000">
                                          <p:val>
                                            <p:fltVal val="0"/>
                                          </p:val>
                                        </p:tav>
                                      </p:tavLst>
                                    </p:anim>
                                    <p:animEffect transition="out" filter="fade">
                                      <p:cBhvr>
                                        <p:cTn id="34" dur="500"/>
                                        <p:tgtEl>
                                          <p:spTgt spid="89">
                                            <p:txEl>
                                              <p:pRg st="4" end="4"/>
                                            </p:txEl>
                                          </p:spTgt>
                                        </p:tgtEl>
                                      </p:cBhvr>
                                    </p:animEffect>
                                    <p:set>
                                      <p:cBhvr>
                                        <p:cTn id="35" dur="1" fill="hold">
                                          <p:stCondLst>
                                            <p:cond delay="499"/>
                                          </p:stCondLst>
                                        </p:cTn>
                                        <p:tgtEl>
                                          <p:spTgt spid="89">
                                            <p:txEl>
                                              <p:pRg st="4" end="4"/>
                                            </p:txEl>
                                          </p:spTgt>
                                        </p:tgtEl>
                                        <p:attrNameLst>
                                          <p:attrName>style.visibility</p:attrName>
                                        </p:attrNameLst>
                                      </p:cBhvr>
                                      <p:to>
                                        <p:strVal val="hidden"/>
                                      </p:to>
                                    </p:set>
                                  </p:childTnLst>
                                </p:cTn>
                              </p:par>
                              <p:par>
                                <p:cTn id="36" presetID="53" presetClass="exit" presetSubtype="32" fill="hold" nodeType="withEffect">
                                  <p:stCondLst>
                                    <p:cond delay="0"/>
                                  </p:stCondLst>
                                  <p:childTnLst>
                                    <p:anim calcmode="lin" valueType="num">
                                      <p:cBhvr>
                                        <p:cTn id="37" dur="500"/>
                                        <p:tgtEl>
                                          <p:spTgt spid="89">
                                            <p:txEl>
                                              <p:pRg st="5" end="5"/>
                                            </p:txEl>
                                          </p:spTgt>
                                        </p:tgtEl>
                                        <p:attrNameLst>
                                          <p:attrName>ppt_w</p:attrName>
                                        </p:attrNameLst>
                                      </p:cBhvr>
                                      <p:tavLst>
                                        <p:tav tm="0">
                                          <p:val>
                                            <p:strVal val="ppt_w"/>
                                          </p:val>
                                        </p:tav>
                                        <p:tav tm="100000">
                                          <p:val>
                                            <p:fltVal val="0"/>
                                          </p:val>
                                        </p:tav>
                                      </p:tavLst>
                                    </p:anim>
                                    <p:anim calcmode="lin" valueType="num">
                                      <p:cBhvr>
                                        <p:cTn id="38" dur="500"/>
                                        <p:tgtEl>
                                          <p:spTgt spid="89">
                                            <p:txEl>
                                              <p:pRg st="5" end="5"/>
                                            </p:txEl>
                                          </p:spTgt>
                                        </p:tgtEl>
                                        <p:attrNameLst>
                                          <p:attrName>ppt_h</p:attrName>
                                        </p:attrNameLst>
                                      </p:cBhvr>
                                      <p:tavLst>
                                        <p:tav tm="0">
                                          <p:val>
                                            <p:strVal val="ppt_h"/>
                                          </p:val>
                                        </p:tav>
                                        <p:tav tm="100000">
                                          <p:val>
                                            <p:fltVal val="0"/>
                                          </p:val>
                                        </p:tav>
                                      </p:tavLst>
                                    </p:anim>
                                    <p:animEffect transition="out" filter="fade">
                                      <p:cBhvr>
                                        <p:cTn id="39" dur="500"/>
                                        <p:tgtEl>
                                          <p:spTgt spid="89">
                                            <p:txEl>
                                              <p:pRg st="5" end="5"/>
                                            </p:txEl>
                                          </p:spTgt>
                                        </p:tgtEl>
                                      </p:cBhvr>
                                    </p:animEffect>
                                    <p:set>
                                      <p:cBhvr>
                                        <p:cTn id="40" dur="1" fill="hold">
                                          <p:stCondLst>
                                            <p:cond delay="499"/>
                                          </p:stCondLst>
                                        </p:cTn>
                                        <p:tgtEl>
                                          <p:spTgt spid="89">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txBox="1">
            <a:spLocks noChangeArrowheads="1"/>
          </p:cNvSpPr>
          <p:nvPr/>
        </p:nvSpPr>
        <p:spPr bwMode="auto">
          <a:xfrm>
            <a:off x="339725" y="2962275"/>
            <a:ext cx="5214938"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342900" indent="-342900">
              <a:defRPr sz="1100" b="1">
                <a:solidFill>
                  <a:schemeClr val="tx1"/>
                </a:solidFill>
                <a:latin typeface="Times New Roman" panose="02020603050405020304" pitchFamily="18" charset="0"/>
                <a:ea typeface="楷体_GB2312"/>
                <a:cs typeface="楷体_GB2312"/>
              </a:defRPr>
            </a:lvl1pPr>
            <a:lvl2pPr marL="557213" indent="-214313">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lvl="1" eaLnBrk="1" hangingPunct="1">
              <a:lnSpc>
                <a:spcPts val="2600"/>
              </a:lnSpc>
              <a:spcBef>
                <a:spcPct val="20000"/>
              </a:spcBef>
              <a:buSzPct val="100000"/>
              <a:buFont typeface="Wingdings" panose="05000000000000000000" pitchFamily="2" charset="2"/>
              <a:buChar char="Ø"/>
            </a:pPr>
            <a:endParaRPr lang="zh-CN" altLang="en-US" sz="1800">
              <a:solidFill>
                <a:srgbClr val="000000"/>
              </a:solidFill>
              <a:ea typeface="楷体" panose="02010609060101010101" pitchFamily="49" charset="-122"/>
              <a:cs typeface="Times New Roman" panose="02020603050405020304" pitchFamily="18" charset="0"/>
            </a:endParaRPr>
          </a:p>
        </p:txBody>
      </p:sp>
      <p:grpSp>
        <p:nvGrpSpPr>
          <p:cNvPr id="116739" name="Group 99"/>
          <p:cNvGrpSpPr>
            <a:grpSpLocks/>
          </p:cNvGrpSpPr>
          <p:nvPr/>
        </p:nvGrpSpPr>
        <p:grpSpPr bwMode="auto">
          <a:xfrm>
            <a:off x="6227763" y="96838"/>
            <a:ext cx="923925" cy="647700"/>
            <a:chOff x="975" y="2750"/>
            <a:chExt cx="776" cy="544"/>
          </a:xfrm>
        </p:grpSpPr>
        <p:sp>
          <p:nvSpPr>
            <p:cNvPr id="47" name="Rectangle 135"/>
            <p:cNvSpPr>
              <a:spLocks noChangeArrowheads="1"/>
            </p:cNvSpPr>
            <p:nvPr/>
          </p:nvSpPr>
          <p:spPr bwMode="auto">
            <a:xfrm>
              <a:off x="978" y="277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79"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s</a:t>
              </a:r>
            </a:p>
          </p:txBody>
        </p:sp>
        <p:sp>
          <p:nvSpPr>
            <p:cNvPr id="116780"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a</a:t>
              </a:r>
            </a:p>
          </p:txBody>
        </p:sp>
        <p:sp>
          <p:nvSpPr>
            <p:cNvPr id="116781"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1"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2"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6740" name="Group 99"/>
          <p:cNvGrpSpPr>
            <a:grpSpLocks/>
          </p:cNvGrpSpPr>
          <p:nvPr/>
        </p:nvGrpSpPr>
        <p:grpSpPr bwMode="auto">
          <a:xfrm>
            <a:off x="6234113" y="723900"/>
            <a:ext cx="954087" cy="636588"/>
            <a:chOff x="948" y="2750"/>
            <a:chExt cx="802" cy="534"/>
          </a:xfrm>
        </p:grpSpPr>
        <p:sp>
          <p:nvSpPr>
            <p:cNvPr id="54"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73"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(1, 9)</a:t>
              </a:r>
            </a:p>
          </p:txBody>
        </p:sp>
        <p:sp>
          <p:nvSpPr>
            <p:cNvPr id="116774"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16775"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58"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59"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6741" name="Group 99"/>
          <p:cNvGrpSpPr>
            <a:grpSpLocks/>
          </p:cNvGrpSpPr>
          <p:nvPr/>
        </p:nvGrpSpPr>
        <p:grpSpPr bwMode="auto">
          <a:xfrm>
            <a:off x="6234113" y="1360488"/>
            <a:ext cx="954087" cy="635000"/>
            <a:chOff x="948" y="2750"/>
            <a:chExt cx="802" cy="534"/>
          </a:xfrm>
        </p:grpSpPr>
        <p:sp>
          <p:nvSpPr>
            <p:cNvPr id="61"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67"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(1, 3)</a:t>
              </a:r>
            </a:p>
          </p:txBody>
        </p:sp>
        <p:sp>
          <p:nvSpPr>
            <p:cNvPr id="116768"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16769"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65"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66"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16742" name="Group 99"/>
          <p:cNvGrpSpPr>
            <a:grpSpLocks/>
          </p:cNvGrpSpPr>
          <p:nvPr/>
        </p:nvGrpSpPr>
        <p:grpSpPr bwMode="auto">
          <a:xfrm>
            <a:off x="6234113" y="2008188"/>
            <a:ext cx="954087" cy="635000"/>
            <a:chOff x="948" y="2750"/>
            <a:chExt cx="802" cy="534"/>
          </a:xfrm>
        </p:grpSpPr>
        <p:sp>
          <p:nvSpPr>
            <p:cNvPr id="68"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61"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p</a:t>
              </a:r>
              <a:r>
                <a:rPr lang="en-US" altLang="zh-CN" sz="1200">
                  <a:solidFill>
                    <a:srgbClr val="000000"/>
                  </a:solidFill>
                  <a:cs typeface="Times New Roman" panose="02020603050405020304" pitchFamily="18" charset="0"/>
                </a:rPr>
                <a:t> (1, 3)</a:t>
              </a:r>
            </a:p>
          </p:txBody>
        </p:sp>
        <p:sp>
          <p:nvSpPr>
            <p:cNvPr id="116762"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i, j</a:t>
              </a:r>
            </a:p>
          </p:txBody>
        </p:sp>
        <p:sp>
          <p:nvSpPr>
            <p:cNvPr id="116763"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72"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73"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16743" name="Freeform 56"/>
          <p:cNvSpPr>
            <a:spLocks/>
          </p:cNvSpPr>
          <p:nvPr/>
        </p:nvSpPr>
        <p:spPr bwMode="auto">
          <a:xfrm rot="-511685">
            <a:off x="7154863" y="1808163"/>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16744" name="Freeform 56"/>
          <p:cNvSpPr>
            <a:spLocks/>
          </p:cNvSpPr>
          <p:nvPr/>
        </p:nvSpPr>
        <p:spPr bwMode="auto">
          <a:xfrm rot="-511685">
            <a:off x="7153275" y="530225"/>
            <a:ext cx="128588"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16745" name="Group 99"/>
          <p:cNvGrpSpPr>
            <a:grpSpLocks/>
          </p:cNvGrpSpPr>
          <p:nvPr/>
        </p:nvGrpSpPr>
        <p:grpSpPr bwMode="auto">
          <a:xfrm>
            <a:off x="6234113" y="2655888"/>
            <a:ext cx="954087" cy="636587"/>
            <a:chOff x="948" y="2750"/>
            <a:chExt cx="802" cy="534"/>
          </a:xfrm>
        </p:grpSpPr>
        <p:sp>
          <p:nvSpPr>
            <p:cNvPr id="77" name="Rectangle 135"/>
            <p:cNvSpPr>
              <a:spLocks noChangeArrowheads="1"/>
            </p:cNvSpPr>
            <p:nvPr/>
          </p:nvSpPr>
          <p:spPr bwMode="auto">
            <a:xfrm>
              <a:off x="948" y="2765"/>
              <a:ext cx="773" cy="519"/>
            </a:xfrm>
            <a:prstGeom prst="rect">
              <a:avLst/>
            </a:prstGeom>
            <a:noFill/>
            <a:ln w="25400">
              <a:solidFill>
                <a:schemeClr val="tx2">
                  <a:lumMod val="60000"/>
                  <a:lumOff val="40000"/>
                </a:schemeClr>
              </a:solidFill>
              <a:miter lim="800000"/>
              <a:headEnd/>
              <a:tailEnd/>
            </a:ln>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Tx/>
                <a:buNone/>
                <a:defRPr/>
              </a:pPr>
              <a:endParaRPr lang="zh-CN" altLang="en-US" sz="1200" b="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116755"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e</a:t>
              </a:r>
              <a:endParaRPr lang="en-US" altLang="zh-CN" sz="1200">
                <a:solidFill>
                  <a:srgbClr val="000000"/>
                </a:solidFill>
                <a:cs typeface="Times New Roman" panose="02020603050405020304" pitchFamily="18" charset="0"/>
              </a:endParaRPr>
            </a:p>
          </p:txBody>
        </p:sp>
        <p:sp>
          <p:nvSpPr>
            <p:cNvPr id="116756"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srgbClr val="000000"/>
                </a:solidFill>
                <a:cs typeface="Times New Roman" panose="02020603050405020304" pitchFamily="18" charset="0"/>
              </a:endParaRPr>
            </a:p>
          </p:txBody>
        </p:sp>
        <p:sp>
          <p:nvSpPr>
            <p:cNvPr id="116757"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81"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2"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83" name="任意多边形 82"/>
          <p:cNvSpPr/>
          <p:nvPr/>
        </p:nvSpPr>
        <p:spPr>
          <a:xfrm>
            <a:off x="7153275" y="506413"/>
            <a:ext cx="439738" cy="2443162"/>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84" name="任意多边形 83"/>
          <p:cNvSpPr/>
          <p:nvPr/>
        </p:nvSpPr>
        <p:spPr>
          <a:xfrm>
            <a:off x="7129463" y="519113"/>
            <a:ext cx="252412" cy="1106487"/>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2">
                <a:lumMod val="60000"/>
                <a:lumOff val="40000"/>
              </a:schemeClr>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grpSp>
        <p:nvGrpSpPr>
          <p:cNvPr id="116748" name="组合 84"/>
          <p:cNvGrpSpPr>
            <a:grpSpLocks/>
          </p:cNvGrpSpPr>
          <p:nvPr/>
        </p:nvGrpSpPr>
        <p:grpSpPr bwMode="auto">
          <a:xfrm>
            <a:off x="6234113" y="3344863"/>
            <a:ext cx="2262187" cy="1728787"/>
            <a:chOff x="78177" y="3363243"/>
            <a:chExt cx="2261575" cy="1728787"/>
          </a:xfrm>
        </p:grpSpPr>
        <p:sp>
          <p:nvSpPr>
            <p:cNvPr id="86" name="Rectangle 4"/>
            <p:cNvSpPr>
              <a:spLocks noChangeArrowheads="1"/>
            </p:cNvSpPr>
            <p:nvPr/>
          </p:nvSpPr>
          <p:spPr bwMode="auto">
            <a:xfrm>
              <a:off x="78177" y="3363243"/>
              <a:ext cx="2261575" cy="1714500"/>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lstStyle/>
            <a:p>
              <a:pPr marL="257175" indent="-257175" eaLnBrk="1" hangingPunct="1">
                <a:lnSpc>
                  <a:spcPts val="1800"/>
                </a:lnSpc>
                <a:spcBef>
                  <a:spcPct val="20000"/>
                </a:spcBef>
                <a:buClr>
                  <a:srgbClr val="5EAEFF"/>
                </a:buClr>
                <a:buSzPct val="60000"/>
                <a:defRPr/>
              </a:pPr>
              <a:r>
                <a:rPr lang="zh-CN" altLang="en-US" sz="1200" dirty="0">
                  <a:solidFill>
                    <a:prstClr val="black"/>
                  </a:solidFill>
                  <a:latin typeface="楷体_GB2312"/>
                  <a:ea typeface="楷体_GB2312"/>
                </a:rPr>
                <a:t>	</a:t>
              </a:r>
              <a:r>
                <a:rPr lang="en-US" altLang="zh-CN" dirty="0">
                  <a:solidFill>
                    <a:srgbClr val="0000FF"/>
                  </a:solidFill>
                  <a:latin typeface="Times New Roman" panose="02020603050405020304" pitchFamily="18" charset="0"/>
                  <a:ea typeface="楷体_GB2312"/>
                  <a:cs typeface="Times New Roman" pitchFamily="18" charset="0"/>
                </a:rPr>
                <a:t>  </a:t>
              </a:r>
              <a:r>
                <a:rPr lang="zh-CN" altLang="en-US" dirty="0">
                  <a:solidFill>
                    <a:srgbClr val="0000FF"/>
                  </a:solidFill>
                  <a:latin typeface="楷体" pitchFamily="49" charset="-122"/>
                  <a:ea typeface="楷体" pitchFamily="49" charset="-122"/>
                  <a:cs typeface="Times New Roman" pitchFamily="18" charset="0"/>
                </a:rPr>
                <a:t>过程   嵌套深度</a:t>
              </a:r>
              <a:endParaRPr lang="en-US" altLang="zh-CN" dirty="0">
                <a:solidFill>
                  <a:srgbClr val="0000FF"/>
                </a:solidFill>
                <a:latin typeface="楷体" pitchFamily="49" charset="-122"/>
                <a:ea typeface="楷体" pitchFamily="49" charset="-122"/>
                <a:cs typeface="Times New Roman" pitchFamily="18" charset="0"/>
              </a:endParaRPr>
            </a:p>
            <a:p>
              <a:pPr marL="257175" indent="-257175" algn="just" eaLnBrk="1" hangingPunct="1">
                <a:lnSpc>
                  <a:spcPts val="1800"/>
                </a:lnSpc>
                <a:spcBef>
                  <a:spcPct val="20000"/>
                </a:spcBef>
                <a:buClr>
                  <a:srgbClr val="5EAEFF"/>
                </a:buClr>
                <a:buSzPct val="60000"/>
                <a:defRPr/>
              </a:pPr>
              <a:r>
                <a:rPr lang="en-US" altLang="zh-CN" i="1" dirty="0">
                  <a:solidFill>
                    <a:prstClr val="black"/>
                  </a:solidFill>
                  <a:latin typeface="Times New Roman" panose="02020603050405020304" pitchFamily="18" charset="0"/>
                  <a:ea typeface="楷体_GB2312"/>
                  <a:cs typeface="Times New Roman" pitchFamily="18" charset="0"/>
                </a:rPr>
                <a:t>sort</a:t>
              </a:r>
              <a:r>
                <a:rPr lang="en-US" altLang="zh-CN" dirty="0">
                  <a:solidFill>
                    <a:prstClr val="black"/>
                  </a:solidFill>
                  <a:latin typeface="Times New Roman" panose="02020603050405020304" pitchFamily="18" charset="0"/>
                  <a:ea typeface="楷体_GB2312"/>
                  <a:cs typeface="Times New Roman" pitchFamily="18" charset="0"/>
                </a:rPr>
                <a:t>		1</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err="1">
                  <a:solidFill>
                    <a:prstClr val="black"/>
                  </a:solidFill>
                  <a:latin typeface="Times New Roman" panose="02020603050405020304" pitchFamily="18" charset="0"/>
                  <a:ea typeface="楷体_GB2312"/>
                  <a:cs typeface="Times New Roman" pitchFamily="18" charset="0"/>
                </a:rPr>
                <a:t>readarray</a:t>
              </a:r>
              <a:r>
                <a:rPr lang="en-US" altLang="zh-CN" i="1" dirty="0">
                  <a:solidFill>
                    <a:prstClr val="black"/>
                  </a:solidFill>
                  <a:latin typeface="Times New Roman" panose="02020603050405020304" pitchFamily="18" charset="0"/>
                  <a:ea typeface="楷体_GB2312"/>
                  <a:cs typeface="Times New Roman" pitchFamily="18" charset="0"/>
                </a:rPr>
                <a:t>	</a:t>
              </a:r>
              <a:r>
                <a:rPr lang="en-US" altLang="zh-CN" dirty="0">
                  <a:solidFill>
                    <a:prstClr val="black"/>
                  </a:solidFill>
                  <a:latin typeface="Times New Roman" panose="02020603050405020304" pitchFamily="18" charset="0"/>
                  <a:ea typeface="楷体_GB2312"/>
                  <a:cs typeface="Times New Roman" pitchFamily="18" charset="0"/>
                </a:rPr>
                <a:t>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exchange</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quicksort</a:t>
              </a:r>
              <a:r>
                <a:rPr lang="en-US" altLang="zh-CN" dirty="0">
                  <a:solidFill>
                    <a:prstClr val="black"/>
                  </a:solidFill>
                  <a:latin typeface="Times New Roman" panose="02020603050405020304" pitchFamily="18" charset="0"/>
                  <a:ea typeface="楷体_GB2312"/>
                  <a:cs typeface="Times New Roman" pitchFamily="18" charset="0"/>
                </a:rPr>
                <a:t>	2</a:t>
              </a:r>
            </a:p>
            <a:p>
              <a:pPr marL="257175" indent="-257175" algn="just" eaLnBrk="1" hangingPunct="1">
                <a:lnSpc>
                  <a:spcPts val="1800"/>
                </a:lnSpc>
                <a:spcBef>
                  <a:spcPct val="20000"/>
                </a:spcBef>
                <a:buClr>
                  <a:srgbClr val="5EAEFF"/>
                </a:buClr>
                <a:buSzPct val="60000"/>
                <a:defRPr/>
              </a:pPr>
              <a:r>
                <a:rPr lang="en-US" altLang="zh-CN" dirty="0">
                  <a:solidFill>
                    <a:prstClr val="black"/>
                  </a:solidFill>
                  <a:latin typeface="Times New Roman" panose="02020603050405020304" pitchFamily="18" charset="0"/>
                  <a:ea typeface="楷体_GB2312"/>
                  <a:cs typeface="Times New Roman" pitchFamily="18" charset="0"/>
                </a:rPr>
                <a:t>      </a:t>
              </a:r>
              <a:r>
                <a:rPr lang="en-US" altLang="zh-CN" i="1" dirty="0">
                  <a:solidFill>
                    <a:prstClr val="black"/>
                  </a:solidFill>
                  <a:latin typeface="Times New Roman" panose="02020603050405020304" pitchFamily="18" charset="0"/>
                  <a:ea typeface="楷体_GB2312"/>
                  <a:cs typeface="Times New Roman" pitchFamily="18" charset="0"/>
                </a:rPr>
                <a:t>partition</a:t>
              </a:r>
              <a:r>
                <a:rPr lang="en-US" altLang="zh-CN" dirty="0">
                  <a:solidFill>
                    <a:prstClr val="black"/>
                  </a:solidFill>
                  <a:latin typeface="Times New Roman" panose="02020603050405020304" pitchFamily="18" charset="0"/>
                  <a:ea typeface="楷体_GB2312"/>
                  <a:cs typeface="Times New Roman" pitchFamily="18" charset="0"/>
                </a:rPr>
                <a:t>	3</a:t>
              </a:r>
            </a:p>
          </p:txBody>
        </p:sp>
        <p:cxnSp>
          <p:nvCxnSpPr>
            <p:cNvPr id="87" name="直接连接符 86"/>
            <p:cNvCxnSpPr/>
            <p:nvPr/>
          </p:nvCxnSpPr>
          <p:spPr bwMode="auto">
            <a:xfrm>
              <a:off x="78177" y="3648993"/>
              <a:ext cx="2261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bwMode="auto">
            <a:xfrm>
              <a:off x="1331963" y="3363243"/>
              <a:ext cx="0" cy="17287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6749" name="标题 1"/>
          <p:cNvSpPr>
            <a:spLocks noGrp="1"/>
          </p:cNvSpPr>
          <p:nvPr>
            <p:ph type="title"/>
          </p:nvPr>
        </p:nvSpPr>
        <p:spPr>
          <a:xfrm>
            <a:off x="755650" y="268288"/>
            <a:ext cx="7931150" cy="358775"/>
          </a:xfrm>
        </p:spPr>
        <p:txBody>
          <a:bodyPr/>
          <a:lstStyle/>
          <a:p>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访问链的建立</a:t>
            </a:r>
            <a:endParaRPr lang="zh-CN" altLang="en-US">
              <a:ea typeface="微软雅黑" panose="020B0503020204020204" pitchFamily="34" charset="-122"/>
              <a:cs typeface="Times New Roman" panose="02020603050405020304" pitchFamily="18" charset="0"/>
            </a:endParaRPr>
          </a:p>
        </p:txBody>
      </p:sp>
      <p:sp>
        <p:nvSpPr>
          <p:cNvPr id="89" name="Rectangle 2"/>
          <p:cNvSpPr>
            <a:spLocks noGrp="1" noChangeArrowheads="1"/>
          </p:cNvSpPr>
          <p:nvPr>
            <p:ph idx="1"/>
          </p:nvPr>
        </p:nvSpPr>
        <p:spPr>
          <a:xfrm>
            <a:off x="357188" y="714375"/>
            <a:ext cx="5768975" cy="4344988"/>
          </a:xfrm>
        </p:spPr>
        <p:txBody>
          <a:bodyPr/>
          <a:lstStyle/>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建立访问链的代码属于</a:t>
            </a:r>
            <a:r>
              <a:rPr lang="zh-CN" altLang="en-US" sz="2000" b="1" dirty="0">
                <a:solidFill>
                  <a:schemeClr val="tx2">
                    <a:lumMod val="60000"/>
                    <a:lumOff val="40000"/>
                  </a:schemeClr>
                </a:solidFill>
                <a:cs typeface="Times New Roman" pitchFamily="18" charset="0"/>
              </a:rPr>
              <a:t>调用序列</a:t>
            </a:r>
            <a:r>
              <a:rPr lang="zh-CN" altLang="en-US" sz="2000" b="1" dirty="0">
                <a:solidFill>
                  <a:schemeClr val="tx1"/>
                </a:solidFill>
                <a:cs typeface="Times New Roman" pitchFamily="18" charset="0"/>
              </a:rPr>
              <a:t>的一部分</a:t>
            </a:r>
            <a:endParaRPr lang="en-US" altLang="zh-CN" sz="2000" b="1" dirty="0">
              <a:solidFill>
                <a:schemeClr val="tx1"/>
              </a:solidFill>
              <a:cs typeface="Times New Roman" pitchFamily="18" charset="0"/>
            </a:endParaRPr>
          </a:p>
          <a:p>
            <a:pPr eaLnBrk="1" hangingPunct="1">
              <a:lnSpc>
                <a:spcPts val="2600"/>
              </a:lnSpc>
              <a:buClrTx/>
              <a:buFont typeface="Wingdings" pitchFamily="2" charset="2"/>
              <a:buChar char="Ø"/>
              <a:defRPr/>
            </a:pPr>
            <a:r>
              <a:rPr lang="zh-CN" altLang="en-US" sz="2000" b="1" dirty="0">
                <a:solidFill>
                  <a:schemeClr val="tx1"/>
                </a:solidFill>
                <a:cs typeface="Times New Roman" pitchFamily="18" charset="0"/>
              </a:rPr>
              <a:t>假设嵌套深度为</a:t>
            </a:r>
            <a:r>
              <a:rPr lang="en-US" altLang="zh-CN" sz="2000" b="1" i="1" dirty="0">
                <a:solidFill>
                  <a:schemeClr val="tx1"/>
                </a:solidFill>
                <a:ea typeface="楷体_GB2312"/>
                <a:cs typeface="Times New Roman" pitchFamily="18" charset="0"/>
              </a:rPr>
              <a:t>n</a:t>
            </a:r>
            <a:r>
              <a:rPr lang="en-US" altLang="zh-CN" sz="2000" b="1" i="1" baseline="-30000" dirty="0">
                <a:solidFill>
                  <a:schemeClr val="tx1"/>
                </a:solidFill>
                <a:ea typeface="楷体_GB2312"/>
                <a:cs typeface="Times New Roman" pitchFamily="18" charset="0"/>
              </a:rPr>
              <a:t>x</a:t>
            </a:r>
            <a:r>
              <a:rPr lang="zh-CN" altLang="en-US" sz="2000" b="1" dirty="0">
                <a:solidFill>
                  <a:schemeClr val="tx1"/>
                </a:solidFill>
                <a:cs typeface="Times New Roman" pitchFamily="18" charset="0"/>
              </a:rPr>
              <a:t>的过程</a:t>
            </a:r>
            <a:r>
              <a:rPr lang="en-US" altLang="zh-CN" sz="2000" b="1" i="1" dirty="0">
                <a:solidFill>
                  <a:schemeClr val="tx1"/>
                </a:solidFill>
                <a:cs typeface="Times New Roman" pitchFamily="18" charset="0"/>
              </a:rPr>
              <a:t>x</a:t>
            </a:r>
            <a:r>
              <a:rPr lang="zh-CN" altLang="en-US" sz="2000" b="1" dirty="0">
                <a:solidFill>
                  <a:schemeClr val="tx1"/>
                </a:solidFill>
                <a:cs typeface="Times New Roman" pitchFamily="18" charset="0"/>
              </a:rPr>
              <a:t>调用嵌套深度为</a:t>
            </a:r>
            <a:r>
              <a:rPr lang="en-US" altLang="zh-CN" sz="2000" b="1" i="1" dirty="0" err="1">
                <a:solidFill>
                  <a:schemeClr val="tx1"/>
                </a:solidFill>
                <a:ea typeface="楷体_GB2312"/>
                <a:cs typeface="楷体_GB2312"/>
              </a:rPr>
              <a:t>n</a:t>
            </a:r>
            <a:r>
              <a:rPr lang="en-US" altLang="zh-CN" sz="2000" b="1" i="1" baseline="-30000" dirty="0" err="1">
                <a:solidFill>
                  <a:schemeClr val="tx1"/>
                </a:solidFill>
                <a:ea typeface="楷体_GB2312"/>
                <a:cs typeface="楷体_GB2312"/>
              </a:rPr>
              <a:t>y</a:t>
            </a:r>
            <a:r>
              <a:rPr lang="zh-CN" altLang="en-US" sz="2000" b="1" dirty="0">
                <a:solidFill>
                  <a:schemeClr val="tx1"/>
                </a:solidFill>
              </a:rPr>
              <a:t>的过程</a:t>
            </a:r>
            <a:r>
              <a:rPr lang="en-US" altLang="zh-CN" sz="2000" b="1" i="1" dirty="0">
                <a:solidFill>
                  <a:schemeClr val="tx1"/>
                </a:solidFill>
              </a:rPr>
              <a:t>y</a:t>
            </a:r>
            <a:r>
              <a:rPr lang="zh-CN" altLang="en-US" sz="2000" b="1" dirty="0">
                <a:solidFill>
                  <a:schemeClr val="tx1"/>
                </a:solidFill>
              </a:rPr>
              <a:t> </a:t>
            </a:r>
            <a:r>
              <a:rPr lang="en-US" altLang="zh-CN" sz="2000" b="1" dirty="0">
                <a:solidFill>
                  <a:schemeClr val="tx1"/>
                </a:solidFill>
                <a:ea typeface="楷体_GB2312"/>
                <a:cs typeface="楷体_GB2312"/>
              </a:rPr>
              <a:t>(</a:t>
            </a:r>
            <a:r>
              <a:rPr lang="en-US" altLang="zh-CN" sz="2000" b="1" i="1" dirty="0" err="1">
                <a:solidFill>
                  <a:schemeClr val="tx1"/>
                </a:solidFill>
                <a:ea typeface="楷体_GB2312"/>
                <a:cs typeface="楷体_GB2312"/>
              </a:rPr>
              <a:t>x</a:t>
            </a:r>
            <a:r>
              <a:rPr lang="en-US" altLang="zh-CN" sz="2000" b="1" dirty="0" err="1">
                <a:solidFill>
                  <a:schemeClr val="tx1"/>
                </a:solidFill>
                <a:ea typeface="楷体_GB2312"/>
                <a:cs typeface="楷体_GB2312"/>
              </a:rPr>
              <a:t>→</a:t>
            </a:r>
            <a:r>
              <a:rPr lang="en-US" altLang="zh-CN" sz="2000" b="1" i="1" dirty="0" err="1">
                <a:solidFill>
                  <a:schemeClr val="tx1"/>
                </a:solidFill>
                <a:ea typeface="楷体_GB2312"/>
                <a:cs typeface="楷体_GB2312"/>
              </a:rPr>
              <a:t>y</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a:solidFill>
                  <a:schemeClr val="tx1"/>
                </a:solidFill>
                <a:ea typeface="楷体_GB2312"/>
                <a:cs typeface="楷体_GB2312"/>
              </a:rPr>
              <a:t>n</a:t>
            </a:r>
            <a:r>
              <a:rPr lang="en-US" altLang="zh-CN" sz="2000" b="1" i="1" baseline="-30000" dirty="0">
                <a:solidFill>
                  <a:schemeClr val="tx1"/>
                </a:solidFill>
                <a:ea typeface="楷体_GB2312"/>
                <a:cs typeface="楷体_GB2312"/>
              </a:rPr>
              <a:t>x </a:t>
            </a:r>
            <a:r>
              <a:rPr lang="en-US" altLang="zh-CN" sz="2000" b="1" dirty="0">
                <a:solidFill>
                  <a:schemeClr val="tx1"/>
                </a:solidFill>
                <a:ea typeface="楷体_GB2312"/>
                <a:cs typeface="楷体_GB2312"/>
              </a:rPr>
              <a:t>&lt; </a:t>
            </a:r>
            <a:r>
              <a:rPr lang="en-US" altLang="zh-CN" sz="2000" b="1" i="1" dirty="0" err="1">
                <a:solidFill>
                  <a:schemeClr val="tx1"/>
                </a:solidFill>
                <a:ea typeface="楷体_GB2312"/>
                <a:cs typeface="楷体_GB2312"/>
              </a:rPr>
              <a:t>n</a:t>
            </a:r>
            <a:r>
              <a:rPr lang="en-US" altLang="zh-CN" sz="1800" b="1" i="1" baseline="-30000" dirty="0" err="1">
                <a:solidFill>
                  <a:schemeClr val="tx1"/>
                </a:solidFill>
                <a:ea typeface="楷体_GB2312"/>
                <a:cs typeface="楷体_GB2312"/>
              </a:rPr>
              <a:t>y</a:t>
            </a:r>
            <a:r>
              <a:rPr lang="zh-CN" altLang="en-US" sz="2000" b="1" dirty="0">
                <a:solidFill>
                  <a:schemeClr val="tx1"/>
                </a:solidFill>
                <a:latin typeface="楷体" pitchFamily="49" charset="-122"/>
              </a:rPr>
              <a:t>的情况</a:t>
            </a:r>
            <a:r>
              <a:rPr lang="en-US" altLang="zh-CN" sz="2000" b="1" dirty="0">
                <a:solidFill>
                  <a:schemeClr val="tx1"/>
                </a:solidFill>
                <a:ea typeface="楷体_GB2312"/>
                <a:cs typeface="楷体_GB2312"/>
              </a:rPr>
              <a:t>(</a:t>
            </a:r>
            <a:r>
              <a:rPr lang="zh-CN" altLang="en-US" sz="2000" b="1" dirty="0">
                <a:solidFill>
                  <a:schemeClr val="tx1"/>
                </a:solidFill>
                <a:latin typeface="楷体" pitchFamily="49" charset="-122"/>
              </a:rPr>
              <a:t>外层调用内层</a:t>
            </a:r>
            <a:r>
              <a:rPr lang="en-US" altLang="zh-CN" sz="2000" b="1" dirty="0">
                <a:solidFill>
                  <a:schemeClr val="tx1"/>
                </a:solidFill>
                <a:ea typeface="楷体_GB2312"/>
                <a:cs typeface="楷体_GB2312"/>
              </a:rPr>
              <a:t>)</a:t>
            </a:r>
          </a:p>
          <a:p>
            <a:pPr lvl="1" eaLnBrk="1" hangingPunct="1">
              <a:lnSpc>
                <a:spcPts val="2600"/>
              </a:lnSpc>
              <a:buClrTx/>
              <a:buFont typeface="Wingdings" pitchFamily="2" charset="2"/>
              <a:buChar char="Ø"/>
              <a:defRPr/>
            </a:pPr>
            <a:r>
              <a:rPr lang="en-US" altLang="zh-CN" sz="2000" b="1" i="1" dirty="0" err="1">
                <a:solidFill>
                  <a:prstClr val="black"/>
                </a:solidFill>
                <a:ea typeface="楷体_GB2312" pitchFamily="49" charset="-122"/>
              </a:rPr>
              <a:t>n</a:t>
            </a:r>
            <a:r>
              <a:rPr lang="en-US" altLang="zh-CN" sz="2000" b="1" i="1" baseline="-30000" dirty="0" err="1">
                <a:solidFill>
                  <a:prstClr val="black"/>
                </a:solidFill>
                <a:ea typeface="楷体" panose="02010609060101010101" pitchFamily="49" charset="-122"/>
                <a:cs typeface="Times New Roman" panose="02020603050405020304" pitchFamily="18" charset="0"/>
              </a:rPr>
              <a:t>x</a:t>
            </a:r>
            <a:r>
              <a:rPr lang="en-US" altLang="zh-CN" sz="2000" b="1" i="1" baseline="-30000" dirty="0">
                <a:solidFill>
                  <a:prstClr val="black"/>
                </a:solidFill>
                <a:ea typeface="楷体" panose="02010609060101010101" pitchFamily="49" charset="-122"/>
                <a:cs typeface="Times New Roman" panose="02020603050405020304" pitchFamily="18" charset="0"/>
              </a:rPr>
              <a:t> </a:t>
            </a:r>
            <a:r>
              <a:rPr lang="en-US" altLang="zh-CN" sz="2000" b="1" dirty="0">
                <a:solidFill>
                  <a:prstClr val="black"/>
                </a:solidFill>
                <a:ea typeface="楷体" panose="02010609060101010101" pitchFamily="49" charset="-122"/>
                <a:cs typeface="Times New Roman" panose="02020603050405020304" pitchFamily="18" charset="0"/>
              </a:rPr>
              <a:t>= </a:t>
            </a:r>
            <a:r>
              <a:rPr lang="en-US" altLang="zh-CN" sz="20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y</a:t>
            </a:r>
            <a:r>
              <a:rPr lang="zh-CN" altLang="en-US" sz="2000" b="1" dirty="0">
                <a:solidFill>
                  <a:prstClr val="black"/>
                </a:solidFill>
                <a:ea typeface="楷体" panose="02010609060101010101" pitchFamily="49" charset="-122"/>
                <a:cs typeface="Times New Roman" panose="02020603050405020304" pitchFamily="18" charset="0"/>
              </a:rPr>
              <a:t>的情况</a:t>
            </a:r>
            <a:r>
              <a:rPr lang="en-US" altLang="zh-CN" sz="2000" b="1" dirty="0">
                <a:solidFill>
                  <a:prstClr val="black"/>
                </a:solidFill>
                <a:ea typeface="楷体" panose="02010609060101010101" pitchFamily="49" charset="-122"/>
                <a:cs typeface="Times New Roman" panose="02020603050405020304" pitchFamily="18" charset="0"/>
              </a:rPr>
              <a:t>(</a:t>
            </a:r>
            <a:r>
              <a:rPr lang="zh-CN" altLang="en-US" sz="2000" b="1" dirty="0">
                <a:solidFill>
                  <a:schemeClr val="tx1"/>
                </a:solidFill>
                <a:latin typeface="楷体" pitchFamily="49" charset="-122"/>
              </a:rPr>
              <a:t>本层调用本层</a:t>
            </a:r>
            <a:r>
              <a:rPr lang="en-US" altLang="zh-CN" sz="2000" b="1" dirty="0">
                <a:solidFill>
                  <a:prstClr val="black"/>
                </a:solidFill>
                <a:ea typeface="楷体" panose="02010609060101010101" pitchFamily="49" charset="-122"/>
                <a:cs typeface="Times New Roman" panose="02020603050405020304" pitchFamily="18" charset="0"/>
              </a:rPr>
              <a:t> )</a:t>
            </a:r>
          </a:p>
          <a:p>
            <a:pPr lvl="1" eaLnBrk="1" hangingPunct="1">
              <a:lnSpc>
                <a:spcPts val="2600"/>
              </a:lnSpc>
              <a:buClrTx/>
              <a:buFont typeface="Wingdings" pitchFamily="2" charset="2"/>
              <a:buChar char="Ø"/>
              <a:defRPr/>
            </a:pPr>
            <a:r>
              <a:rPr lang="en-US" altLang="zh-CN" sz="2000" b="1" i="1" dirty="0" err="1">
                <a:solidFill>
                  <a:prstClr val="black"/>
                </a:solidFill>
                <a:ea typeface="楷体" panose="02010609060101010101" pitchFamily="49" charset="-122"/>
                <a:cs typeface="Times New Roman" panose="02020603050405020304" pitchFamily="18" charset="0"/>
              </a:rPr>
              <a:t>n</a:t>
            </a:r>
            <a:r>
              <a:rPr lang="en-US" altLang="zh-CN" sz="2000" b="1" i="1" baseline="-30000" dirty="0" err="1">
                <a:solidFill>
                  <a:prstClr val="black"/>
                </a:solidFill>
                <a:ea typeface="楷体" panose="02010609060101010101" pitchFamily="49" charset="-122"/>
                <a:cs typeface="Times New Roman" panose="02020603050405020304" pitchFamily="18" charset="0"/>
              </a:rPr>
              <a:t>x</a:t>
            </a:r>
            <a:r>
              <a:rPr lang="en-US" altLang="zh-CN" sz="2000" b="1" i="1" baseline="-30000" dirty="0">
                <a:solidFill>
                  <a:prstClr val="black"/>
                </a:solidFill>
                <a:ea typeface="楷体" panose="02010609060101010101" pitchFamily="49" charset="-122"/>
                <a:cs typeface="Times New Roman" panose="02020603050405020304" pitchFamily="18" charset="0"/>
              </a:rPr>
              <a:t> </a:t>
            </a:r>
            <a:r>
              <a:rPr lang="en-US" altLang="zh-CN" sz="2000" b="1" dirty="0">
                <a:solidFill>
                  <a:prstClr val="black"/>
                </a:solidFill>
                <a:ea typeface="楷体" panose="02010609060101010101" pitchFamily="49" charset="-122"/>
                <a:cs typeface="Times New Roman" panose="02020603050405020304" pitchFamily="18" charset="0"/>
              </a:rPr>
              <a:t>&gt; </a:t>
            </a:r>
            <a:r>
              <a:rPr lang="en-US" altLang="zh-CN" sz="20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y</a:t>
            </a:r>
            <a:r>
              <a:rPr lang="zh-CN" altLang="en-US" sz="2000" b="1" dirty="0">
                <a:solidFill>
                  <a:prstClr val="black"/>
                </a:solidFill>
                <a:ea typeface="楷体" panose="02010609060101010101" pitchFamily="49" charset="-122"/>
                <a:cs typeface="Times New Roman" panose="02020603050405020304" pitchFamily="18" charset="0"/>
              </a:rPr>
              <a:t>的情况</a:t>
            </a:r>
            <a:r>
              <a:rPr lang="en-US" altLang="zh-CN" sz="2000" b="1" dirty="0">
                <a:solidFill>
                  <a:prstClr val="black"/>
                </a:solidFill>
                <a:ea typeface="楷体" panose="02010609060101010101" pitchFamily="49" charset="-122"/>
                <a:cs typeface="Times New Roman" panose="02020603050405020304" pitchFamily="18" charset="0"/>
              </a:rPr>
              <a:t>(</a:t>
            </a:r>
            <a:r>
              <a:rPr lang="zh-CN" altLang="en-US" sz="2000" b="1" dirty="0">
                <a:solidFill>
                  <a:schemeClr val="tx1"/>
                </a:solidFill>
                <a:latin typeface="楷体" pitchFamily="49" charset="-122"/>
              </a:rPr>
              <a:t>内层调用外层，</a:t>
            </a:r>
            <a:r>
              <a:rPr lang="zh-CN" altLang="en-US" sz="2000" b="1" dirty="0">
                <a:solidFill>
                  <a:prstClr val="black"/>
                </a:solidFill>
                <a:ea typeface="楷体" panose="02010609060101010101" pitchFamily="49" charset="-122"/>
                <a:cs typeface="Times New Roman" panose="02020603050405020304" pitchFamily="18" charset="0"/>
              </a:rPr>
              <a:t>如： </a:t>
            </a:r>
            <a:r>
              <a:rPr lang="en-US" altLang="zh-CN" sz="2000" b="1" i="1" dirty="0" err="1">
                <a:solidFill>
                  <a:prstClr val="black"/>
                </a:solidFill>
                <a:ea typeface="楷体" panose="02010609060101010101" pitchFamily="49" charset="-122"/>
                <a:cs typeface="Times New Roman" panose="02020603050405020304" pitchFamily="18" charset="0"/>
              </a:rPr>
              <a:t>p</a:t>
            </a:r>
            <a:r>
              <a:rPr lang="en-US" altLang="zh-CN" sz="2000" b="1" dirty="0" err="1">
                <a:solidFill>
                  <a:prstClr val="black"/>
                </a:solidFill>
                <a:ea typeface="楷体" panose="02010609060101010101" pitchFamily="49" charset="-122"/>
                <a:cs typeface="Times New Roman" panose="02020603050405020304" pitchFamily="18" charset="0"/>
              </a:rPr>
              <a:t>→</a:t>
            </a:r>
            <a:r>
              <a:rPr lang="en-US" altLang="zh-CN" sz="2000" b="1" i="1" dirty="0" err="1">
                <a:solidFill>
                  <a:prstClr val="black"/>
                </a:solidFill>
                <a:ea typeface="楷体" panose="02010609060101010101" pitchFamily="49" charset="-122"/>
                <a:cs typeface="Times New Roman" panose="02020603050405020304" pitchFamily="18" charset="0"/>
              </a:rPr>
              <a:t>e</a:t>
            </a:r>
            <a:r>
              <a:rPr lang="en-US" altLang="zh-CN" sz="2000" b="1" dirty="0">
                <a:solidFill>
                  <a:prstClr val="black"/>
                </a:solidFill>
                <a:ea typeface="楷体" panose="02010609060101010101" pitchFamily="49" charset="-122"/>
                <a:cs typeface="Times New Roman" panose="02020603050405020304" pitchFamily="18" charset="0"/>
              </a:rPr>
              <a:t> )</a:t>
            </a:r>
          </a:p>
          <a:p>
            <a:pPr lvl="2" eaLnBrk="1" hangingPunct="1">
              <a:lnSpc>
                <a:spcPts val="2600"/>
              </a:lnSpc>
              <a:buClrTx/>
              <a:buFont typeface="Wingdings" pitchFamily="2" charset="2"/>
              <a:buChar char="Ø"/>
              <a:defRPr/>
            </a:pPr>
            <a:r>
              <a:rPr lang="zh-CN" altLang="en-US" sz="1800" b="1" dirty="0">
                <a:solidFill>
                  <a:prstClr val="black"/>
                </a:solidFill>
                <a:ea typeface="楷体" panose="02010609060101010101" pitchFamily="49" charset="-122"/>
                <a:cs typeface="Times New Roman" panose="02020603050405020304" pitchFamily="18" charset="0"/>
              </a:rPr>
              <a:t>过程</a:t>
            </a:r>
            <a:r>
              <a:rPr lang="en-US" altLang="zh-CN" sz="1800" b="1" i="1" dirty="0">
                <a:solidFill>
                  <a:prstClr val="black"/>
                </a:solidFill>
                <a:ea typeface="楷体" panose="02010609060101010101" pitchFamily="49" charset="-122"/>
                <a:cs typeface="Times New Roman" panose="02020603050405020304" pitchFamily="18" charset="0"/>
              </a:rPr>
              <a:t>x</a:t>
            </a:r>
            <a:r>
              <a:rPr lang="zh-CN" altLang="en-US" sz="1800" b="1" dirty="0">
                <a:solidFill>
                  <a:prstClr val="black"/>
                </a:solidFill>
                <a:ea typeface="楷体" panose="02010609060101010101" pitchFamily="49" charset="-122"/>
                <a:cs typeface="Times New Roman" panose="02020603050405020304" pitchFamily="18" charset="0"/>
              </a:rPr>
              <a:t>必定嵌套在某个过程</a:t>
            </a:r>
            <a:r>
              <a:rPr lang="en-US" altLang="zh-CN" sz="1800" b="1" i="1" dirty="0">
                <a:solidFill>
                  <a:prstClr val="black"/>
                </a:solidFill>
                <a:ea typeface="楷体" panose="02010609060101010101" pitchFamily="49" charset="-122"/>
                <a:cs typeface="Times New Roman" panose="02020603050405020304" pitchFamily="18" charset="0"/>
              </a:rPr>
              <a:t>z</a:t>
            </a:r>
            <a:r>
              <a:rPr lang="zh-CN" altLang="en-US" sz="1800" b="1" dirty="0">
                <a:solidFill>
                  <a:prstClr val="black"/>
                </a:solidFill>
                <a:ea typeface="楷体" panose="02010609060101010101" pitchFamily="49" charset="-122"/>
                <a:cs typeface="Times New Roman" panose="02020603050405020304" pitchFamily="18" charset="0"/>
              </a:rPr>
              <a:t>中，而</a:t>
            </a:r>
            <a:r>
              <a:rPr lang="en-US" altLang="zh-CN" sz="1800" b="1" i="1" dirty="0">
                <a:solidFill>
                  <a:prstClr val="black"/>
                </a:solidFill>
                <a:ea typeface="楷体" panose="02010609060101010101" pitchFamily="49" charset="-122"/>
                <a:cs typeface="Times New Roman" panose="02020603050405020304" pitchFamily="18" charset="0"/>
              </a:rPr>
              <a:t>z</a:t>
            </a:r>
            <a:r>
              <a:rPr lang="zh-CN" altLang="en-US" sz="1800" b="1" dirty="0">
                <a:solidFill>
                  <a:prstClr val="black"/>
                </a:solidFill>
                <a:ea typeface="楷体" panose="02010609060101010101" pitchFamily="49" charset="-122"/>
                <a:cs typeface="Times New Roman" panose="02020603050405020304" pitchFamily="18" charset="0"/>
              </a:rPr>
              <a:t>中直接定义了过程</a:t>
            </a:r>
            <a:r>
              <a:rPr lang="en-US" altLang="zh-CN" sz="1800" b="1" i="1" dirty="0">
                <a:solidFill>
                  <a:prstClr val="black"/>
                </a:solidFill>
                <a:ea typeface="楷体" panose="02010609060101010101" pitchFamily="49" charset="-122"/>
                <a:cs typeface="Times New Roman" panose="02020603050405020304" pitchFamily="18" charset="0"/>
              </a:rPr>
              <a:t>y</a:t>
            </a:r>
          </a:p>
          <a:p>
            <a:pPr lvl="2" eaLnBrk="1" hangingPunct="1">
              <a:lnSpc>
                <a:spcPts val="2600"/>
              </a:lnSpc>
              <a:buClrTx/>
              <a:buFont typeface="Wingdings" pitchFamily="2" charset="2"/>
              <a:buChar char="Ø"/>
              <a:defRPr/>
            </a:pPr>
            <a:r>
              <a:rPr lang="zh-CN" altLang="en-US" sz="1800" b="1" dirty="0">
                <a:solidFill>
                  <a:prstClr val="black"/>
                </a:solidFill>
                <a:ea typeface="楷体" panose="02010609060101010101" pitchFamily="49" charset="-122"/>
                <a:cs typeface="Times New Roman" panose="02020603050405020304" pitchFamily="18" charset="0"/>
              </a:rPr>
              <a:t>从</a:t>
            </a:r>
            <a:r>
              <a:rPr lang="en-US" altLang="zh-CN" sz="1800" b="1" i="1" dirty="0">
                <a:solidFill>
                  <a:prstClr val="black"/>
                </a:solidFill>
                <a:ea typeface="楷体" panose="02010609060101010101" pitchFamily="49" charset="-122"/>
                <a:cs typeface="Times New Roman" panose="02020603050405020304" pitchFamily="18" charset="0"/>
              </a:rPr>
              <a:t>x</a:t>
            </a:r>
            <a:r>
              <a:rPr lang="zh-CN" altLang="en-US" sz="1800" b="1" dirty="0">
                <a:solidFill>
                  <a:prstClr val="black"/>
                </a:solidFill>
                <a:ea typeface="楷体" panose="02010609060101010101" pitchFamily="49" charset="-122"/>
                <a:cs typeface="Times New Roman" panose="02020603050405020304" pitchFamily="18" charset="0"/>
              </a:rPr>
              <a:t>的活动记录开始，沿着访问链经过</a:t>
            </a:r>
            <a:r>
              <a:rPr lang="en-US" altLang="zh-CN" sz="18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x</a:t>
            </a:r>
            <a:r>
              <a:rPr lang="en-US" altLang="zh-CN" sz="1800" b="1" i="1" dirty="0">
                <a:solidFill>
                  <a:prstClr val="black"/>
                </a:solidFill>
                <a:ea typeface="楷体" panose="02010609060101010101" pitchFamily="49" charset="-122"/>
                <a:cs typeface="Times New Roman" panose="02020603050405020304" pitchFamily="18" charset="0"/>
              </a:rPr>
              <a:t> </a:t>
            </a:r>
            <a:r>
              <a:rPr lang="en-US" altLang="zh-CN" sz="1800" b="1" dirty="0">
                <a:solidFill>
                  <a:prstClr val="black"/>
                </a:solidFill>
                <a:ea typeface="楷体" panose="02010609060101010101" pitchFamily="49" charset="-122"/>
                <a:cs typeface="Times New Roman" panose="02020603050405020304" pitchFamily="18" charset="0"/>
              </a:rPr>
              <a:t>- </a:t>
            </a:r>
            <a:r>
              <a:rPr lang="en-US" altLang="zh-CN" sz="1800" b="1" i="1" dirty="0" err="1">
                <a:solidFill>
                  <a:prstClr val="black"/>
                </a:solidFill>
                <a:ea typeface="楷体" panose="02010609060101010101" pitchFamily="49" charset="-122"/>
                <a:cs typeface="Times New Roman" panose="02020603050405020304" pitchFamily="18" charset="0"/>
              </a:rPr>
              <a:t>n</a:t>
            </a:r>
            <a:r>
              <a:rPr lang="en-US" altLang="zh-CN" sz="1800" b="1" i="1" baseline="-30000" dirty="0" err="1">
                <a:solidFill>
                  <a:prstClr val="black"/>
                </a:solidFill>
                <a:ea typeface="楷体" panose="02010609060101010101" pitchFamily="49" charset="-122"/>
                <a:cs typeface="Times New Roman" panose="02020603050405020304" pitchFamily="18" charset="0"/>
              </a:rPr>
              <a:t>y</a:t>
            </a:r>
            <a:r>
              <a:rPr lang="en-US" altLang="zh-CN" sz="1800" b="1" i="1" dirty="0">
                <a:solidFill>
                  <a:prstClr val="black"/>
                </a:solidFill>
                <a:ea typeface="楷体" panose="02010609060101010101" pitchFamily="49" charset="-122"/>
                <a:cs typeface="Times New Roman" panose="02020603050405020304" pitchFamily="18" charset="0"/>
              </a:rPr>
              <a:t> </a:t>
            </a:r>
            <a:r>
              <a:rPr lang="en-US" altLang="zh-CN" sz="1800" b="1" dirty="0">
                <a:solidFill>
                  <a:prstClr val="black"/>
                </a:solidFill>
                <a:ea typeface="楷体" panose="02010609060101010101" pitchFamily="49" charset="-122"/>
                <a:cs typeface="Times New Roman" panose="02020603050405020304" pitchFamily="18" charset="0"/>
              </a:rPr>
              <a:t>+ 1</a:t>
            </a:r>
            <a:r>
              <a:rPr lang="zh-CN" altLang="en-US" sz="1800" b="1" dirty="0">
                <a:solidFill>
                  <a:prstClr val="black"/>
                </a:solidFill>
                <a:ea typeface="楷体" panose="02010609060101010101" pitchFamily="49" charset="-122"/>
                <a:cs typeface="Times New Roman" panose="02020603050405020304" pitchFamily="18" charset="0"/>
              </a:rPr>
              <a:t>步就可以找到离栈顶最近的</a:t>
            </a:r>
            <a:r>
              <a:rPr lang="en-US" altLang="zh-CN" sz="1800" b="1" i="1" dirty="0">
                <a:solidFill>
                  <a:prstClr val="black"/>
                </a:solidFill>
                <a:ea typeface="楷体" panose="02010609060101010101" pitchFamily="49" charset="-122"/>
                <a:cs typeface="Times New Roman" panose="02020603050405020304" pitchFamily="18" charset="0"/>
              </a:rPr>
              <a:t>z</a:t>
            </a:r>
            <a:r>
              <a:rPr lang="zh-CN" altLang="en-US" sz="1800" b="1" dirty="0">
                <a:solidFill>
                  <a:prstClr val="black"/>
                </a:solidFill>
                <a:ea typeface="楷体" panose="02010609060101010101" pitchFamily="49" charset="-122"/>
                <a:cs typeface="Times New Roman" panose="02020603050405020304" pitchFamily="18" charset="0"/>
              </a:rPr>
              <a:t>的活动记录。</a:t>
            </a:r>
            <a:r>
              <a:rPr lang="en-US" altLang="zh-CN" sz="1800" b="1" i="1" dirty="0">
                <a:solidFill>
                  <a:prstClr val="black"/>
                </a:solidFill>
                <a:ea typeface="楷体" panose="02010609060101010101" pitchFamily="49" charset="-122"/>
                <a:cs typeface="Times New Roman" panose="02020603050405020304" pitchFamily="18" charset="0"/>
              </a:rPr>
              <a:t> y</a:t>
            </a:r>
            <a:r>
              <a:rPr lang="zh-CN" altLang="en-US" sz="1800" b="1" dirty="0">
                <a:solidFill>
                  <a:prstClr val="black"/>
                </a:solidFill>
                <a:ea typeface="楷体" panose="02010609060101010101" pitchFamily="49" charset="-122"/>
                <a:cs typeface="Times New Roman" panose="02020603050405020304" pitchFamily="18" charset="0"/>
              </a:rPr>
              <a:t>的访问链必须指向</a:t>
            </a:r>
            <a:r>
              <a:rPr lang="en-US" altLang="zh-CN" sz="1800" b="1" i="1" dirty="0">
                <a:solidFill>
                  <a:prstClr val="black"/>
                </a:solidFill>
                <a:ea typeface="楷体" panose="02010609060101010101" pitchFamily="49" charset="-122"/>
                <a:cs typeface="Times New Roman" panose="02020603050405020304" pitchFamily="18" charset="0"/>
              </a:rPr>
              <a:t>z</a:t>
            </a:r>
            <a:r>
              <a:rPr lang="zh-CN" altLang="en-US" sz="1800" b="1" dirty="0">
                <a:solidFill>
                  <a:prstClr val="black"/>
                </a:solidFill>
                <a:ea typeface="楷体" panose="02010609060101010101" pitchFamily="49" charset="-122"/>
                <a:cs typeface="Times New Roman" panose="02020603050405020304" pitchFamily="18" charset="0"/>
              </a:rPr>
              <a:t>的这个活动记录</a:t>
            </a:r>
          </a:p>
          <a:p>
            <a:pPr lvl="1" eaLnBrk="1" hangingPunct="1">
              <a:lnSpc>
                <a:spcPts val="2600"/>
              </a:lnSpc>
              <a:buClrTx/>
              <a:buFont typeface="Wingdings" pitchFamily="2" charset="2"/>
              <a:buChar char="Ø"/>
              <a:defRPr/>
            </a:pPr>
            <a:endParaRPr lang="zh-CN" altLang="en-US" sz="1800" b="1" dirty="0">
              <a:solidFill>
                <a:schemeClr val="tx1"/>
              </a:solidFill>
              <a:ea typeface="楷体_GB2312"/>
              <a:cs typeface="楷体_GB2312"/>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38</a:t>
            </a:fld>
            <a:endParaRPr lang="en-US" altLang="zh-CN" dirty="0"/>
          </a:p>
        </p:txBody>
      </p:sp>
    </p:spTree>
    <p:extLst>
      <p:ext uri="{BB962C8B-B14F-4D97-AF65-F5344CB8AC3E}">
        <p14:creationId xmlns:p14="http://schemas.microsoft.com/office/powerpoint/2010/main" val="1000549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89">
                                            <p:txEl>
                                              <p:pRg st="4" end="4"/>
                                            </p:txEl>
                                          </p:spTgt>
                                        </p:tgtEl>
                                        <p:attrNameLst>
                                          <p:attrName>style.visibility</p:attrName>
                                        </p:attrNameLst>
                                      </p:cBhvr>
                                      <p:to>
                                        <p:strVal val="visible"/>
                                      </p:to>
                                    </p:set>
                                    <p:anim calcmode="lin" valueType="num">
                                      <p:cBhvr>
                                        <p:cTn id="7" dur="500" fill="hold"/>
                                        <p:tgtEl>
                                          <p:spTgt spid="89">
                                            <p:txEl>
                                              <p:pRg st="4" end="4"/>
                                            </p:txEl>
                                          </p:spTgt>
                                        </p:tgtEl>
                                        <p:attrNameLst>
                                          <p:attrName>ppt_w</p:attrName>
                                        </p:attrNameLst>
                                      </p:cBhvr>
                                      <p:tavLst>
                                        <p:tav tm="0">
                                          <p:val>
                                            <p:fltVal val="0"/>
                                          </p:val>
                                        </p:tav>
                                        <p:tav tm="100000">
                                          <p:val>
                                            <p:strVal val="#ppt_w"/>
                                          </p:val>
                                        </p:tav>
                                      </p:tavLst>
                                    </p:anim>
                                    <p:anim calcmode="lin" valueType="num">
                                      <p:cBhvr>
                                        <p:cTn id="8" dur="500" fill="hold"/>
                                        <p:tgtEl>
                                          <p:spTgt spid="89">
                                            <p:txEl>
                                              <p:pRg st="4" end="4"/>
                                            </p:txEl>
                                          </p:spTgt>
                                        </p:tgtEl>
                                        <p:attrNameLst>
                                          <p:attrName>ppt_h</p:attrName>
                                        </p:attrNameLst>
                                      </p:cBhvr>
                                      <p:tavLst>
                                        <p:tav tm="0">
                                          <p:val>
                                            <p:fltVal val="0"/>
                                          </p:val>
                                        </p:tav>
                                        <p:tav tm="100000">
                                          <p:val>
                                            <p:strVal val="#ppt_h"/>
                                          </p:val>
                                        </p:tav>
                                      </p:tavLst>
                                    </p:anim>
                                    <p:animEffect transition="in" filter="fade">
                                      <p:cBhvr>
                                        <p:cTn id="9" dur="500"/>
                                        <p:tgtEl>
                                          <p:spTgt spid="89">
                                            <p:txEl>
                                              <p:pRg st="4" end="4"/>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89">
                                            <p:txEl>
                                              <p:pRg st="5" end="5"/>
                                            </p:txEl>
                                          </p:spTgt>
                                        </p:tgtEl>
                                        <p:attrNameLst>
                                          <p:attrName>style.visibility</p:attrName>
                                        </p:attrNameLst>
                                      </p:cBhvr>
                                      <p:to>
                                        <p:strVal val="visible"/>
                                      </p:to>
                                    </p:set>
                                    <p:anim calcmode="lin" valueType="num">
                                      <p:cBhvr>
                                        <p:cTn id="14" dur="500" fill="hold"/>
                                        <p:tgtEl>
                                          <p:spTgt spid="89">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89">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89">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89">
                                            <p:txEl>
                                              <p:pRg st="6" end="6"/>
                                            </p:txEl>
                                          </p:spTgt>
                                        </p:tgtEl>
                                        <p:attrNameLst>
                                          <p:attrName>style.visibility</p:attrName>
                                        </p:attrNameLst>
                                      </p:cBhvr>
                                      <p:to>
                                        <p:strVal val="visible"/>
                                      </p:to>
                                    </p:set>
                                    <p:anim calcmode="lin" valueType="num">
                                      <p:cBhvr>
                                        <p:cTn id="21" dur="500" fill="hold"/>
                                        <p:tgtEl>
                                          <p:spTgt spid="89">
                                            <p:txEl>
                                              <p:pRg st="6" end="6"/>
                                            </p:txEl>
                                          </p:spTgt>
                                        </p:tgtEl>
                                        <p:attrNameLst>
                                          <p:attrName>ppt_w</p:attrName>
                                        </p:attrNameLst>
                                      </p:cBhvr>
                                      <p:tavLst>
                                        <p:tav tm="0">
                                          <p:val>
                                            <p:fltVal val="0"/>
                                          </p:val>
                                        </p:tav>
                                        <p:tav tm="100000">
                                          <p:val>
                                            <p:strVal val="#ppt_w"/>
                                          </p:val>
                                        </p:tav>
                                      </p:tavLst>
                                    </p:anim>
                                    <p:anim calcmode="lin" valueType="num">
                                      <p:cBhvr>
                                        <p:cTn id="22" dur="500" fill="hold"/>
                                        <p:tgtEl>
                                          <p:spTgt spid="89">
                                            <p:txEl>
                                              <p:pRg st="6" end="6"/>
                                            </p:txEl>
                                          </p:spTgt>
                                        </p:tgtEl>
                                        <p:attrNameLst>
                                          <p:attrName>ppt_h</p:attrName>
                                        </p:attrNameLst>
                                      </p:cBhvr>
                                      <p:tavLst>
                                        <p:tav tm="0">
                                          <p:val>
                                            <p:fltVal val="0"/>
                                          </p:val>
                                        </p:tav>
                                        <p:tav tm="100000">
                                          <p:val>
                                            <p:strVal val="#ppt_h"/>
                                          </p:val>
                                        </p:tav>
                                      </p:tavLst>
                                    </p:anim>
                                    <p:animEffect transition="in" filter="fade">
                                      <p:cBhvr>
                                        <p:cTn id="23" dur="500"/>
                                        <p:tgtEl>
                                          <p:spTgt spid="8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idx="1"/>
          </p:nvPr>
        </p:nvSpPr>
        <p:spPr>
          <a:xfrm>
            <a:off x="428625" y="846138"/>
            <a:ext cx="8429625" cy="3225800"/>
          </a:xfrm>
        </p:spPr>
        <p:txBody>
          <a:bodyPr/>
          <a:lstStyle/>
          <a:p>
            <a:pPr eaLnBrk="1" hangingPunct="1">
              <a:buClrTx/>
              <a:buFont typeface="Wingdings" panose="05000000000000000000" pitchFamily="2" charset="2"/>
              <a:buChar char="Ø"/>
            </a:pPr>
            <a:r>
              <a:rPr lang="zh-CN" altLang="en-US" sz="3000" b="1">
                <a:solidFill>
                  <a:schemeClr val="tx1"/>
                </a:solidFill>
                <a:latin typeface="楷体" panose="02010609060101010101" pitchFamily="49" charset="-122"/>
              </a:rPr>
              <a:t>符号表的组织</a:t>
            </a:r>
          </a:p>
          <a:p>
            <a:pPr lvl="1" eaLnBrk="1" hangingPunct="1">
              <a:buClrTx/>
              <a:buFont typeface="Wingdings" panose="05000000000000000000" pitchFamily="2" charset="2"/>
              <a:buChar char="Ø"/>
            </a:pPr>
            <a:r>
              <a:rPr lang="zh-CN" altLang="en-US" sz="2500" b="1">
                <a:solidFill>
                  <a:schemeClr val="tx1"/>
                </a:solidFill>
                <a:latin typeface="楷体" panose="02010609060101010101" pitchFamily="49" charset="-122"/>
              </a:rPr>
              <a:t>为每个作用域（程序块）建立一个独立的符号表</a:t>
            </a:r>
          </a:p>
        </p:txBody>
      </p:sp>
      <p:sp>
        <p:nvSpPr>
          <p:cNvPr id="135171" name="Rectangle 2"/>
          <p:cNvSpPr>
            <a:spLocks noGrp="1" noChangeArrowheads="1"/>
          </p:cNvSpPr>
          <p:nvPr>
            <p:ph type="title"/>
          </p:nvPr>
        </p:nvSpPr>
        <p:spPr>
          <a:xfrm>
            <a:off x="755650" y="268288"/>
            <a:ext cx="7931150" cy="358775"/>
          </a:xfrm>
        </p:spPr>
        <p:txBody>
          <a:bodyPr/>
          <a:lstStyle/>
          <a:p>
            <a:pPr eaLnBrk="1" hangingPunct="1"/>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6.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符号表</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39</a:t>
            </a:fld>
            <a:endParaRPr lang="en-US" altLang="zh-CN" dirty="0"/>
          </a:p>
        </p:txBody>
      </p:sp>
    </p:spTree>
    <p:extLst>
      <p:ext uri="{BB962C8B-B14F-4D97-AF65-F5344CB8AC3E}">
        <p14:creationId xmlns:p14="http://schemas.microsoft.com/office/powerpoint/2010/main" val="24544527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矩形 88"/>
          <p:cNvSpPr/>
          <p:nvPr/>
        </p:nvSpPr>
        <p:spPr>
          <a:xfrm>
            <a:off x="155575" y="828675"/>
            <a:ext cx="8177213" cy="4716463"/>
          </a:xfrm>
          <a:prstGeom prst="rect">
            <a:avLst/>
          </a:prstGeom>
          <a:noFill/>
          <a:ln>
            <a:no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program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sort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input</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output</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array</a:t>
            </a:r>
            <a:r>
              <a:rPr lang="en-US" altLang="zh-CN" sz="2000" kern="0" dirty="0">
                <a:solidFill>
                  <a:srgbClr val="000000"/>
                </a:solidFill>
                <a:latin typeface="Times New Roman" panose="02020603050405020304" pitchFamily="18" charset="0"/>
                <a:ea typeface="楷体_GB2312" pitchFamily="49" charset="-122"/>
              </a:rPr>
              <a:t>[0..10] </a:t>
            </a:r>
            <a:r>
              <a:rPr lang="en-US" altLang="zh-CN" sz="2000" i="1" kern="0" dirty="0">
                <a:solidFill>
                  <a:srgbClr val="000000"/>
                </a:solidFill>
                <a:latin typeface="Times New Roman" panose="02020603050405020304" pitchFamily="18" charset="0"/>
                <a:ea typeface="楷体_GB2312" pitchFamily="49" charset="-122"/>
              </a:rPr>
              <a:t>of 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           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FF0000"/>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exchang</a:t>
            </a:r>
            <a:r>
              <a:rPr lang="en-US" altLang="zh-CN" sz="2000" kern="0" dirty="0">
                <a:solidFill>
                  <a:srgbClr val="FF0000"/>
                </a:solidFill>
                <a:latin typeface="Times New Roman" panose="02020603050405020304" pitchFamily="18" charset="0"/>
                <a:ea typeface="楷体_GB2312" pitchFamily="49" charset="-122"/>
              </a:rPr>
              <a:t>e</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err="1">
                <a:solidFill>
                  <a:prstClr val="black"/>
                </a:solidFill>
                <a:latin typeface="Times New Roman" panose="02020603050405020304" pitchFamily="18" charset="0"/>
                <a:ea typeface="楷体_GB2312" pitchFamily="49" charset="-122"/>
              </a:rPr>
              <a:t>i</a:t>
            </a:r>
            <a:r>
              <a:rPr lang="en-US" altLang="zh-CN" sz="2000" kern="0" dirty="0">
                <a:solidFill>
                  <a:prstClr val="black"/>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a:t>
            </a:r>
            <a:r>
              <a:rPr lang="en-US" altLang="zh-CN" sz="2000" kern="0" dirty="0">
                <a:solidFill>
                  <a:srgbClr val="0000FF"/>
                </a:solidFill>
                <a:latin typeface="Times New Roman" panose="02020603050405020304" pitchFamily="18" charset="0"/>
                <a:ea typeface="楷体_GB2312" pitchFamily="49" charset="-122"/>
              </a:rPr>
              <a:t>e</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quicksort</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n</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k</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v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function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partition</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y</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z</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a:t>
            </a:r>
            <a:r>
              <a:rPr lang="en-US" altLang="zh-CN" sz="2000"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exchange</a:t>
            </a:r>
            <a:r>
              <a:rPr lang="en-US" altLang="zh-CN" sz="2000" kern="0" dirty="0">
                <a:solidFill>
                  <a:srgbClr val="0000FF"/>
                </a:solidFill>
                <a:latin typeface="Times New Roman" panose="02020603050405020304" pitchFamily="18" charset="0"/>
                <a:ea typeface="楷体_GB2312" pitchFamily="49" charset="-122"/>
              </a:rPr>
              <a:t>(</a:t>
            </a:r>
            <a:r>
              <a:rPr lang="en-US" altLang="zh-CN" sz="2000" i="1" kern="0" dirty="0" err="1">
                <a:solidFill>
                  <a:srgbClr val="0000FF"/>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 </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sort</a:t>
            </a:r>
            <a:r>
              <a:rPr lang="en-US" altLang="zh-CN" sz="2000" kern="0" dirty="0">
                <a:solidFill>
                  <a:srgbClr val="000000"/>
                </a:solidFill>
                <a:latin typeface="Times New Roman" panose="02020603050405020304" pitchFamily="18" charset="0"/>
                <a:ea typeface="楷体_GB2312" pitchFamily="49" charset="-122"/>
              </a:rPr>
              <a:t>}</a:t>
            </a:r>
            <a:r>
              <a:rPr lang="zh-CN" altLang="en-US" sz="2000" kern="0" dirty="0">
                <a:solidFill>
                  <a:srgbClr val="000000"/>
                </a:solidFill>
                <a:latin typeface="Times New Roman" panose="02020603050405020304" pitchFamily="18" charset="0"/>
                <a:ea typeface="楷体_GB2312" pitchFamily="49" charset="-122"/>
              </a:rPr>
              <a:t>；</a:t>
            </a:r>
            <a:endParaRPr lang="en-US" altLang="zh-CN" sz="2000" kern="0" dirty="0">
              <a:solidFill>
                <a:srgbClr val="000000"/>
              </a:solidFill>
              <a:latin typeface="Times New Roman" panose="02020603050405020304" pitchFamily="18" charset="0"/>
              <a:ea typeface="楷体_GB2312" pitchFamily="49" charset="-122"/>
            </a:endParaRPr>
          </a:p>
        </p:txBody>
      </p:sp>
      <p:sp>
        <p:nvSpPr>
          <p:cNvPr id="137219"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p>
        </p:txBody>
      </p:sp>
      <p:grpSp>
        <p:nvGrpSpPr>
          <p:cNvPr id="2" name="组合 2"/>
          <p:cNvGrpSpPr>
            <a:grpSpLocks/>
          </p:cNvGrpSpPr>
          <p:nvPr/>
        </p:nvGrpSpPr>
        <p:grpSpPr bwMode="auto">
          <a:xfrm>
            <a:off x="4465638" y="-15875"/>
            <a:ext cx="4714875" cy="4548188"/>
            <a:chOff x="4465638" y="-15875"/>
            <a:chExt cx="4714874" cy="4548188"/>
          </a:xfrm>
        </p:grpSpPr>
        <p:sp>
          <p:nvSpPr>
            <p:cNvPr id="137221" name="Rectangle 54"/>
            <p:cNvSpPr>
              <a:spLocks noChangeArrowheads="1"/>
            </p:cNvSpPr>
            <p:nvPr/>
          </p:nvSpPr>
          <p:spPr bwMode="auto">
            <a:xfrm>
              <a:off x="7108911" y="2277971"/>
              <a:ext cx="2035089"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7222" name="Rectangle 55"/>
            <p:cNvSpPr>
              <a:spLocks noChangeArrowheads="1"/>
            </p:cNvSpPr>
            <p:nvPr/>
          </p:nvSpPr>
          <p:spPr bwMode="auto">
            <a:xfrm>
              <a:off x="7108910" y="2562088"/>
              <a:ext cx="2035089" cy="390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37223" name="Rectangle 68"/>
            <p:cNvSpPr>
              <a:spLocks noChangeArrowheads="1"/>
            </p:cNvSpPr>
            <p:nvPr/>
          </p:nvSpPr>
          <p:spPr bwMode="auto">
            <a:xfrm>
              <a:off x="7559744" y="4168833"/>
              <a:ext cx="1620768"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37224" name="Rectangle 67"/>
            <p:cNvSpPr>
              <a:spLocks noChangeArrowheads="1"/>
            </p:cNvSpPr>
            <p:nvPr/>
          </p:nvSpPr>
          <p:spPr bwMode="auto">
            <a:xfrm>
              <a:off x="7559744" y="3859319"/>
              <a:ext cx="1458850"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7225" name="Line 2"/>
            <p:cNvSpPr>
              <a:spLocks noChangeShapeType="1"/>
            </p:cNvSpPr>
            <p:nvPr/>
          </p:nvSpPr>
          <p:spPr bwMode="auto">
            <a:xfrm>
              <a:off x="4489326" y="1027296"/>
              <a:ext cx="1587" cy="17856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26" name="Line 3"/>
            <p:cNvSpPr>
              <a:spLocks noChangeShapeType="1"/>
            </p:cNvSpPr>
            <p:nvPr/>
          </p:nvSpPr>
          <p:spPr bwMode="auto">
            <a:xfrm>
              <a:off x="6140057" y="1027296"/>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27" name="Line 4"/>
            <p:cNvSpPr>
              <a:spLocks noChangeShapeType="1"/>
            </p:cNvSpPr>
            <p:nvPr/>
          </p:nvSpPr>
          <p:spPr bwMode="auto">
            <a:xfrm flipV="1">
              <a:off x="4490913" y="2784951"/>
              <a:ext cx="19864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28" name="Line 5"/>
            <p:cNvSpPr>
              <a:spLocks noChangeShapeType="1"/>
            </p:cNvSpPr>
            <p:nvPr/>
          </p:nvSpPr>
          <p:spPr bwMode="auto">
            <a:xfrm>
              <a:off x="4490913" y="2489723"/>
              <a:ext cx="19737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29" name="Line 6"/>
            <p:cNvSpPr>
              <a:spLocks noChangeShapeType="1"/>
            </p:cNvSpPr>
            <p:nvPr/>
          </p:nvSpPr>
          <p:spPr bwMode="auto">
            <a:xfrm flipV="1">
              <a:off x="4478213" y="2200273"/>
              <a:ext cx="1986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0" name="Line 7"/>
            <p:cNvSpPr>
              <a:spLocks noChangeShapeType="1"/>
            </p:cNvSpPr>
            <p:nvPr/>
          </p:nvSpPr>
          <p:spPr bwMode="auto">
            <a:xfrm flipV="1">
              <a:off x="4503612" y="1924093"/>
              <a:ext cx="1977941"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1" name="Line 8"/>
            <p:cNvSpPr>
              <a:spLocks noChangeShapeType="1"/>
            </p:cNvSpPr>
            <p:nvPr/>
          </p:nvSpPr>
          <p:spPr bwMode="auto">
            <a:xfrm>
              <a:off x="4502025" y="1633625"/>
              <a:ext cx="2020800"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2" name="Line 9"/>
            <p:cNvSpPr>
              <a:spLocks noChangeShapeType="1"/>
            </p:cNvSpPr>
            <p:nvPr/>
          </p:nvSpPr>
          <p:spPr bwMode="auto">
            <a:xfrm flipV="1">
              <a:off x="4490913" y="1338397"/>
              <a:ext cx="20091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3" name="Rectangle 10"/>
            <p:cNvSpPr>
              <a:spLocks noChangeArrowheads="1"/>
            </p:cNvSpPr>
            <p:nvPr/>
          </p:nvSpPr>
          <p:spPr bwMode="auto">
            <a:xfrm>
              <a:off x="4916344" y="976504"/>
              <a:ext cx="1738457"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1800">
                  <a:solidFill>
                    <a:srgbClr val="000000"/>
                  </a:solidFill>
                  <a:ea typeface="宋体" panose="02010600030101010101" pitchFamily="2" charset="-122"/>
                  <a:cs typeface="Times New Roman" panose="02020603050405020304" pitchFamily="18" charset="0"/>
                </a:rPr>
                <a:t>48</a:t>
              </a:r>
            </a:p>
          </p:txBody>
        </p:sp>
        <p:sp>
          <p:nvSpPr>
            <p:cNvPr id="137234" name="Rectangle 11"/>
            <p:cNvSpPr>
              <a:spLocks noChangeArrowheads="1"/>
            </p:cNvSpPr>
            <p:nvPr/>
          </p:nvSpPr>
          <p:spPr bwMode="auto">
            <a:xfrm>
              <a:off x="4860213" y="703497"/>
              <a:ext cx="1168351"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37235" name="Line 12"/>
            <p:cNvSpPr>
              <a:spLocks noChangeShapeType="1"/>
            </p:cNvSpPr>
            <p:nvPr/>
          </p:nvSpPr>
          <p:spPr bwMode="auto">
            <a:xfrm flipV="1">
              <a:off x="4502024" y="1025709"/>
              <a:ext cx="2020801"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6" name="Line 13"/>
            <p:cNvSpPr>
              <a:spLocks noChangeShapeType="1"/>
            </p:cNvSpPr>
            <p:nvPr/>
          </p:nvSpPr>
          <p:spPr bwMode="auto">
            <a:xfrm>
              <a:off x="4867135" y="1041582"/>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7" name="Line 14"/>
            <p:cNvSpPr>
              <a:spLocks noChangeShapeType="1"/>
            </p:cNvSpPr>
            <p:nvPr/>
          </p:nvSpPr>
          <p:spPr bwMode="auto">
            <a:xfrm>
              <a:off x="5564018" y="1314266"/>
              <a:ext cx="0" cy="14634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38" name="Rectangle 15"/>
            <p:cNvSpPr>
              <a:spLocks noChangeArrowheads="1"/>
            </p:cNvSpPr>
            <p:nvPr/>
          </p:nvSpPr>
          <p:spPr bwMode="auto">
            <a:xfrm>
              <a:off x="7092367" y="-15875"/>
              <a:ext cx="1428690" cy="428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37239" name="Rectangle 25"/>
            <p:cNvSpPr>
              <a:spLocks noChangeArrowheads="1"/>
            </p:cNvSpPr>
            <p:nvPr/>
          </p:nvSpPr>
          <p:spPr bwMode="auto">
            <a:xfrm>
              <a:off x="4484563" y="1282844"/>
              <a:ext cx="2038263"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37240" name="Rectangle 26"/>
            <p:cNvSpPr>
              <a:spLocks noChangeArrowheads="1"/>
            </p:cNvSpPr>
            <p:nvPr/>
          </p:nvSpPr>
          <p:spPr bwMode="auto">
            <a:xfrm>
              <a:off x="4501480" y="1585513"/>
              <a:ext cx="2070606"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sp>
          <p:nvSpPr>
            <p:cNvPr id="137241" name="Rectangle 28"/>
            <p:cNvSpPr>
              <a:spLocks noChangeArrowheads="1"/>
            </p:cNvSpPr>
            <p:nvPr/>
          </p:nvSpPr>
          <p:spPr bwMode="auto">
            <a:xfrm>
              <a:off x="4465638" y="1835206"/>
              <a:ext cx="131439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sp>
          <p:nvSpPr>
            <p:cNvPr id="137242" name="Rectangle 31"/>
            <p:cNvSpPr>
              <a:spLocks noChangeArrowheads="1"/>
            </p:cNvSpPr>
            <p:nvPr/>
          </p:nvSpPr>
          <p:spPr bwMode="auto">
            <a:xfrm>
              <a:off x="7169582" y="970179"/>
              <a:ext cx="1271534" cy="403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37243" name="Line 32"/>
            <p:cNvSpPr>
              <a:spLocks noChangeShapeType="1"/>
            </p:cNvSpPr>
            <p:nvPr/>
          </p:nvSpPr>
          <p:spPr bwMode="auto">
            <a:xfrm>
              <a:off x="7090260" y="1375449"/>
              <a:ext cx="0" cy="2920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4" name="Line 33"/>
            <p:cNvSpPr>
              <a:spLocks noChangeShapeType="1"/>
            </p:cNvSpPr>
            <p:nvPr/>
          </p:nvSpPr>
          <p:spPr bwMode="auto">
            <a:xfrm>
              <a:off x="8321661" y="1375449"/>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5" name="Line 34"/>
            <p:cNvSpPr>
              <a:spLocks noChangeShapeType="1"/>
            </p:cNvSpPr>
            <p:nvPr/>
          </p:nvSpPr>
          <p:spPr bwMode="auto">
            <a:xfrm>
              <a:off x="7091847" y="1684961"/>
              <a:ext cx="1195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6" name="Rectangle 35"/>
            <p:cNvSpPr>
              <a:spLocks noChangeArrowheads="1"/>
            </p:cNvSpPr>
            <p:nvPr/>
          </p:nvSpPr>
          <p:spPr bwMode="auto">
            <a:xfrm>
              <a:off x="7313591" y="1323070"/>
              <a:ext cx="107836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0</a:t>
              </a:r>
            </a:p>
          </p:txBody>
        </p:sp>
        <p:sp>
          <p:nvSpPr>
            <p:cNvPr id="137247" name="Line 36"/>
            <p:cNvSpPr>
              <a:spLocks noChangeShapeType="1"/>
            </p:cNvSpPr>
            <p:nvPr/>
          </p:nvSpPr>
          <p:spPr bwMode="auto">
            <a:xfrm flipV="1">
              <a:off x="7104547" y="1373861"/>
              <a:ext cx="1217114"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8" name="Line 37"/>
            <p:cNvSpPr>
              <a:spLocks noChangeShapeType="1"/>
            </p:cNvSpPr>
            <p:nvPr/>
          </p:nvSpPr>
          <p:spPr bwMode="auto">
            <a:xfrm>
              <a:off x="7313591" y="1389734"/>
              <a:ext cx="0" cy="284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49" name="Rectangle 39"/>
            <p:cNvSpPr>
              <a:spLocks noChangeArrowheads="1"/>
            </p:cNvSpPr>
            <p:nvPr/>
          </p:nvSpPr>
          <p:spPr bwMode="auto">
            <a:xfrm>
              <a:off x="4465638" y="2132022"/>
              <a:ext cx="126042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7250" name="Line 42"/>
            <p:cNvSpPr>
              <a:spLocks noChangeShapeType="1"/>
            </p:cNvSpPr>
            <p:nvPr/>
          </p:nvSpPr>
          <p:spPr bwMode="auto">
            <a:xfrm>
              <a:off x="7058113" y="1997027"/>
              <a:ext cx="1587" cy="11793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1" name="Line 43"/>
            <p:cNvSpPr>
              <a:spLocks noChangeShapeType="1"/>
            </p:cNvSpPr>
            <p:nvPr/>
          </p:nvSpPr>
          <p:spPr bwMode="auto">
            <a:xfrm flipH="1">
              <a:off x="8694756" y="1995440"/>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2" name="Line 44"/>
            <p:cNvSpPr>
              <a:spLocks noChangeShapeType="1"/>
            </p:cNvSpPr>
            <p:nvPr/>
          </p:nvSpPr>
          <p:spPr bwMode="auto">
            <a:xfrm flipV="1">
              <a:off x="7047001" y="3177941"/>
              <a:ext cx="1639819"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3" name="Line 45"/>
            <p:cNvSpPr>
              <a:spLocks noChangeShapeType="1"/>
            </p:cNvSpPr>
            <p:nvPr/>
          </p:nvSpPr>
          <p:spPr bwMode="auto">
            <a:xfrm flipV="1">
              <a:off x="7070813" y="2895410"/>
              <a:ext cx="164299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4" name="Line 46"/>
            <p:cNvSpPr>
              <a:spLocks noChangeShapeType="1"/>
            </p:cNvSpPr>
            <p:nvPr/>
          </p:nvSpPr>
          <p:spPr bwMode="auto">
            <a:xfrm flipV="1">
              <a:off x="7070813" y="260177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5" name="Line 47"/>
            <p:cNvSpPr>
              <a:spLocks noChangeShapeType="1"/>
            </p:cNvSpPr>
            <p:nvPr/>
          </p:nvSpPr>
          <p:spPr bwMode="auto">
            <a:xfrm flipV="1">
              <a:off x="7059700" y="2306541"/>
              <a:ext cx="16398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6" name="Rectangle 48"/>
            <p:cNvSpPr>
              <a:spLocks noChangeArrowheads="1"/>
            </p:cNvSpPr>
            <p:nvPr/>
          </p:nvSpPr>
          <p:spPr bwMode="auto">
            <a:xfrm>
              <a:off x="7550217" y="1944649"/>
              <a:ext cx="1304001"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37257" name="Rectangle 49"/>
            <p:cNvSpPr>
              <a:spLocks noChangeArrowheads="1"/>
            </p:cNvSpPr>
            <p:nvPr/>
          </p:nvSpPr>
          <p:spPr bwMode="auto">
            <a:xfrm>
              <a:off x="7270109" y="1658944"/>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37258" name="Line 50"/>
            <p:cNvSpPr>
              <a:spLocks noChangeShapeType="1"/>
            </p:cNvSpPr>
            <p:nvPr/>
          </p:nvSpPr>
          <p:spPr bwMode="auto">
            <a:xfrm flipV="1">
              <a:off x="7070813" y="199544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59" name="Line 51"/>
            <p:cNvSpPr>
              <a:spLocks noChangeShapeType="1"/>
            </p:cNvSpPr>
            <p:nvPr/>
          </p:nvSpPr>
          <p:spPr bwMode="auto">
            <a:xfrm>
              <a:off x="7435922" y="201131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0" name="Line 52"/>
            <p:cNvSpPr>
              <a:spLocks noChangeShapeType="1"/>
            </p:cNvSpPr>
            <p:nvPr/>
          </p:nvSpPr>
          <p:spPr bwMode="auto">
            <a:xfrm>
              <a:off x="7990159" y="2330350"/>
              <a:ext cx="0" cy="8602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1" name="Line 56"/>
            <p:cNvSpPr>
              <a:spLocks noChangeShapeType="1"/>
            </p:cNvSpPr>
            <p:nvPr/>
          </p:nvSpPr>
          <p:spPr bwMode="auto">
            <a:xfrm flipH="1">
              <a:off x="7507358"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2" name="Line 57"/>
            <p:cNvSpPr>
              <a:spLocks noChangeShapeType="1"/>
            </p:cNvSpPr>
            <p:nvPr/>
          </p:nvSpPr>
          <p:spPr bwMode="auto">
            <a:xfrm flipH="1">
              <a:off x="8802827"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3" name="Line 58"/>
            <p:cNvSpPr>
              <a:spLocks noChangeShapeType="1"/>
            </p:cNvSpPr>
            <p:nvPr/>
          </p:nvSpPr>
          <p:spPr bwMode="auto">
            <a:xfrm>
              <a:off x="7532757" y="4489458"/>
              <a:ext cx="12780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4" name="Line 59"/>
            <p:cNvSpPr>
              <a:spLocks noChangeShapeType="1"/>
            </p:cNvSpPr>
            <p:nvPr/>
          </p:nvSpPr>
          <p:spPr bwMode="auto">
            <a:xfrm flipV="1">
              <a:off x="7531171" y="4175605"/>
              <a:ext cx="12795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5" name="Line 60"/>
            <p:cNvSpPr>
              <a:spLocks noChangeShapeType="1"/>
            </p:cNvSpPr>
            <p:nvPr/>
          </p:nvSpPr>
          <p:spPr bwMode="auto">
            <a:xfrm flipV="1">
              <a:off x="7520058" y="3883550"/>
              <a:ext cx="12907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6" name="Rectangle 61"/>
            <p:cNvSpPr>
              <a:spLocks noChangeArrowheads="1"/>
            </p:cNvSpPr>
            <p:nvPr/>
          </p:nvSpPr>
          <p:spPr bwMode="auto">
            <a:xfrm>
              <a:off x="7794758" y="3537108"/>
              <a:ext cx="118891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37267" name="Rectangle 62"/>
            <p:cNvSpPr>
              <a:spLocks noChangeArrowheads="1"/>
            </p:cNvSpPr>
            <p:nvPr/>
          </p:nvSpPr>
          <p:spPr bwMode="auto">
            <a:xfrm>
              <a:off x="7680290" y="3252197"/>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37268" name="Line 63"/>
            <p:cNvSpPr>
              <a:spLocks noChangeShapeType="1"/>
            </p:cNvSpPr>
            <p:nvPr/>
          </p:nvSpPr>
          <p:spPr bwMode="auto">
            <a:xfrm>
              <a:off x="7531170" y="3591074"/>
              <a:ext cx="1269945" cy="158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69" name="Line 64"/>
            <p:cNvSpPr>
              <a:spLocks noChangeShapeType="1"/>
            </p:cNvSpPr>
            <p:nvPr/>
          </p:nvSpPr>
          <p:spPr bwMode="auto">
            <a:xfrm>
              <a:off x="7794758" y="360377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0" name="Line 65"/>
            <p:cNvSpPr>
              <a:spLocks noChangeShapeType="1"/>
            </p:cNvSpPr>
            <p:nvPr/>
          </p:nvSpPr>
          <p:spPr bwMode="auto">
            <a:xfrm flipH="1">
              <a:off x="7801108" y="3902175"/>
              <a:ext cx="0" cy="5777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1" name="Rectangle 69"/>
            <p:cNvSpPr>
              <a:spLocks noChangeArrowheads="1"/>
            </p:cNvSpPr>
            <p:nvPr/>
          </p:nvSpPr>
          <p:spPr bwMode="auto">
            <a:xfrm>
              <a:off x="7054938" y="2817636"/>
              <a:ext cx="1166763" cy="41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137272" name="Rectangle 72"/>
            <p:cNvSpPr>
              <a:spLocks noChangeArrowheads="1"/>
            </p:cNvSpPr>
            <p:nvPr/>
          </p:nvSpPr>
          <p:spPr bwMode="auto">
            <a:xfrm>
              <a:off x="4465638" y="2417726"/>
              <a:ext cx="1242959" cy="388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239" name="Line 103"/>
            <p:cNvSpPr>
              <a:spLocks noChangeShapeType="1"/>
            </p:cNvSpPr>
            <p:nvPr/>
          </p:nvSpPr>
          <p:spPr bwMode="auto">
            <a:xfrm flipH="1" flipV="1">
              <a:off x="6365875" y="2092325"/>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7274" name="Line 17"/>
            <p:cNvSpPr>
              <a:spLocks noChangeShapeType="1"/>
            </p:cNvSpPr>
            <p:nvPr/>
          </p:nvSpPr>
          <p:spPr bwMode="auto">
            <a:xfrm>
              <a:off x="7094996" y="360303"/>
              <a:ext cx="0" cy="5920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5" name="Line 18"/>
            <p:cNvSpPr>
              <a:spLocks noChangeShapeType="1"/>
            </p:cNvSpPr>
            <p:nvPr/>
          </p:nvSpPr>
          <p:spPr bwMode="auto">
            <a:xfrm>
              <a:off x="8386620" y="360303"/>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6" name="Line 19"/>
            <p:cNvSpPr>
              <a:spLocks noChangeShapeType="1"/>
            </p:cNvSpPr>
            <p:nvPr/>
          </p:nvSpPr>
          <p:spPr bwMode="auto">
            <a:xfrm flipV="1">
              <a:off x="7107695" y="952347"/>
              <a:ext cx="1228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7" name="Line 20"/>
            <p:cNvSpPr>
              <a:spLocks noChangeShapeType="1"/>
            </p:cNvSpPr>
            <p:nvPr/>
          </p:nvSpPr>
          <p:spPr bwMode="auto">
            <a:xfrm flipV="1">
              <a:off x="7096583" y="653945"/>
              <a:ext cx="12858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78" name="Rectangle 21"/>
            <p:cNvSpPr>
              <a:spLocks noChangeArrowheads="1"/>
            </p:cNvSpPr>
            <p:nvPr/>
          </p:nvSpPr>
          <p:spPr bwMode="auto">
            <a:xfrm>
              <a:off x="7339460" y="287463"/>
              <a:ext cx="1119165"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4</a:t>
              </a:r>
              <a:r>
                <a:rPr lang="en-US" altLang="zh-CN" sz="2100" i="1">
                  <a:solidFill>
                    <a:srgbClr val="000000"/>
                  </a:solidFill>
                  <a:ea typeface="宋体" panose="02010600030101010101" pitchFamily="2" charset="-122"/>
                  <a:cs typeface="Times New Roman" panose="02020603050405020304" pitchFamily="18" charset="0"/>
                </a:rPr>
                <a:t> </a:t>
              </a:r>
            </a:p>
          </p:txBody>
        </p:sp>
        <p:sp>
          <p:nvSpPr>
            <p:cNvPr id="137279" name="Line 22"/>
            <p:cNvSpPr>
              <a:spLocks noChangeShapeType="1"/>
            </p:cNvSpPr>
            <p:nvPr/>
          </p:nvSpPr>
          <p:spPr bwMode="auto">
            <a:xfrm>
              <a:off x="7107696" y="360303"/>
              <a:ext cx="12540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0" name="Line 23"/>
            <p:cNvSpPr>
              <a:spLocks noChangeShapeType="1"/>
            </p:cNvSpPr>
            <p:nvPr/>
          </p:nvSpPr>
          <p:spPr bwMode="auto">
            <a:xfrm>
              <a:off x="7378551" y="374588"/>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1" name="Rectangle 40"/>
            <p:cNvSpPr>
              <a:spLocks noChangeArrowheads="1"/>
            </p:cNvSpPr>
            <p:nvPr/>
          </p:nvSpPr>
          <p:spPr bwMode="auto">
            <a:xfrm>
              <a:off x="7126744" y="615850"/>
              <a:ext cx="1220390"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7282" name="Line 24"/>
            <p:cNvSpPr>
              <a:spLocks noChangeShapeType="1"/>
            </p:cNvSpPr>
            <p:nvPr/>
          </p:nvSpPr>
          <p:spPr bwMode="auto">
            <a:xfrm>
              <a:off x="7378551" y="696799"/>
              <a:ext cx="0" cy="2698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49" name="Line 95"/>
            <p:cNvSpPr>
              <a:spLocks noChangeShapeType="1"/>
            </p:cNvSpPr>
            <p:nvPr/>
          </p:nvSpPr>
          <p:spPr bwMode="auto">
            <a:xfrm>
              <a:off x="6819900" y="2066925"/>
              <a:ext cx="0" cy="6318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50" name="Line 43"/>
            <p:cNvSpPr>
              <a:spLocks noChangeShapeType="1"/>
            </p:cNvSpPr>
            <p:nvPr/>
          </p:nvSpPr>
          <p:spPr bwMode="auto">
            <a:xfrm>
              <a:off x="6804025" y="2066925"/>
              <a:ext cx="246063"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7285" name="Line 51"/>
            <p:cNvSpPr>
              <a:spLocks noChangeShapeType="1"/>
            </p:cNvSpPr>
            <p:nvPr/>
          </p:nvSpPr>
          <p:spPr bwMode="auto">
            <a:xfrm flipH="1" flipV="1">
              <a:off x="6498916" y="2198608"/>
              <a:ext cx="821399"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6" name="Line 3"/>
            <p:cNvSpPr>
              <a:spLocks noChangeShapeType="1"/>
            </p:cNvSpPr>
            <p:nvPr/>
          </p:nvSpPr>
          <p:spPr bwMode="auto">
            <a:xfrm>
              <a:off x="6481777" y="1049790"/>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7" name="Line 18"/>
            <p:cNvSpPr>
              <a:spLocks noChangeShapeType="1"/>
            </p:cNvSpPr>
            <p:nvPr/>
          </p:nvSpPr>
          <p:spPr bwMode="auto">
            <a:xfrm>
              <a:off x="8098600" y="362956"/>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8" name="Line 33"/>
            <p:cNvSpPr>
              <a:spLocks noChangeShapeType="1"/>
            </p:cNvSpPr>
            <p:nvPr/>
          </p:nvSpPr>
          <p:spPr bwMode="auto">
            <a:xfrm>
              <a:off x="8105646" y="1370687"/>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89" name="Line 57"/>
            <p:cNvSpPr>
              <a:spLocks noChangeShapeType="1"/>
            </p:cNvSpPr>
            <p:nvPr/>
          </p:nvSpPr>
          <p:spPr bwMode="auto">
            <a:xfrm flipH="1">
              <a:off x="8586812" y="3610543"/>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290" name="Line 43"/>
            <p:cNvSpPr>
              <a:spLocks noChangeShapeType="1"/>
            </p:cNvSpPr>
            <p:nvPr/>
          </p:nvSpPr>
          <p:spPr bwMode="auto">
            <a:xfrm flipH="1">
              <a:off x="8350184" y="1980237"/>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58" name="Line 103"/>
            <p:cNvSpPr>
              <a:spLocks noChangeShapeType="1"/>
            </p:cNvSpPr>
            <p:nvPr/>
          </p:nvSpPr>
          <p:spPr bwMode="auto">
            <a:xfrm flipH="1">
              <a:off x="6356350" y="2381250"/>
              <a:ext cx="37465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59" name="Line 103"/>
            <p:cNvSpPr>
              <a:spLocks noChangeShapeType="1"/>
            </p:cNvSpPr>
            <p:nvPr/>
          </p:nvSpPr>
          <p:spPr bwMode="auto">
            <a:xfrm flipH="1" flipV="1">
              <a:off x="6376988" y="2692400"/>
              <a:ext cx="43180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0" name="Line 95"/>
            <p:cNvSpPr>
              <a:spLocks noChangeShapeType="1"/>
            </p:cNvSpPr>
            <p:nvPr/>
          </p:nvSpPr>
          <p:spPr bwMode="auto">
            <a:xfrm flipH="1">
              <a:off x="6732588" y="1511300"/>
              <a:ext cx="0" cy="865188"/>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1" name="Line 95"/>
            <p:cNvSpPr>
              <a:spLocks noChangeShapeType="1"/>
            </p:cNvSpPr>
            <p:nvPr/>
          </p:nvSpPr>
          <p:spPr bwMode="auto">
            <a:xfrm flipH="1">
              <a:off x="6626225" y="852488"/>
              <a:ext cx="0" cy="1252537"/>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2" name="Line 43"/>
            <p:cNvSpPr>
              <a:spLocks noChangeShapeType="1"/>
            </p:cNvSpPr>
            <p:nvPr/>
          </p:nvSpPr>
          <p:spPr bwMode="auto">
            <a:xfrm flipV="1">
              <a:off x="6732588" y="1511300"/>
              <a:ext cx="28416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3" name="Line 43"/>
            <p:cNvSpPr>
              <a:spLocks noChangeShapeType="1"/>
            </p:cNvSpPr>
            <p:nvPr/>
          </p:nvSpPr>
          <p:spPr bwMode="auto">
            <a:xfrm>
              <a:off x="6635750" y="825500"/>
              <a:ext cx="471488"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4" name="Line 95"/>
            <p:cNvSpPr>
              <a:spLocks noChangeShapeType="1"/>
            </p:cNvSpPr>
            <p:nvPr/>
          </p:nvSpPr>
          <p:spPr bwMode="auto">
            <a:xfrm flipH="1">
              <a:off x="8440737" y="3030538"/>
              <a:ext cx="0" cy="21590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5" name="Line 43"/>
            <p:cNvSpPr>
              <a:spLocks noChangeShapeType="1"/>
            </p:cNvSpPr>
            <p:nvPr/>
          </p:nvSpPr>
          <p:spPr bwMode="auto">
            <a:xfrm>
              <a:off x="7740649" y="3262313"/>
              <a:ext cx="0" cy="280987"/>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66" name="Line 103"/>
            <p:cNvSpPr>
              <a:spLocks noChangeShapeType="1"/>
            </p:cNvSpPr>
            <p:nvPr/>
          </p:nvSpPr>
          <p:spPr bwMode="auto">
            <a:xfrm flipH="1" flipV="1">
              <a:off x="7740649" y="3233738"/>
              <a:ext cx="696913"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7300" name="Line 51"/>
            <p:cNvSpPr>
              <a:spLocks noChangeShapeType="1"/>
            </p:cNvSpPr>
            <p:nvPr/>
          </p:nvSpPr>
          <p:spPr bwMode="auto">
            <a:xfrm flipV="1">
              <a:off x="7570011" y="3277643"/>
              <a:ext cx="1" cy="38462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301" name="Line 51"/>
            <p:cNvSpPr>
              <a:spLocks noChangeShapeType="1"/>
            </p:cNvSpPr>
            <p:nvPr/>
          </p:nvSpPr>
          <p:spPr bwMode="auto">
            <a:xfrm flipH="1">
              <a:off x="6464638" y="1609715"/>
              <a:ext cx="736791" cy="1659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302" name="Line 103"/>
            <p:cNvSpPr>
              <a:spLocks noChangeShapeType="1"/>
            </p:cNvSpPr>
            <p:nvPr/>
          </p:nvSpPr>
          <p:spPr bwMode="auto">
            <a:xfrm flipH="1" flipV="1">
              <a:off x="6282255" y="556698"/>
              <a:ext cx="96848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7303" name="Line 51"/>
            <p:cNvSpPr>
              <a:spLocks noChangeShapeType="1"/>
            </p:cNvSpPr>
            <p:nvPr/>
          </p:nvSpPr>
          <p:spPr bwMode="auto">
            <a:xfrm flipH="1">
              <a:off x="6300658" y="542412"/>
              <a:ext cx="0" cy="45819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40</a:t>
            </a:fld>
            <a:endParaRPr lang="en-US" altLang="zh-CN" dirty="0"/>
          </a:p>
        </p:txBody>
      </p:sp>
    </p:spTree>
    <p:extLst>
      <p:ext uri="{BB962C8B-B14F-4D97-AF65-F5344CB8AC3E}">
        <p14:creationId xmlns:p14="http://schemas.microsoft.com/office/powerpoint/2010/main" val="1102967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根据符号表进行数据访问</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3"/>
          <p:cNvGrpSpPr>
            <a:grpSpLocks/>
          </p:cNvGrpSpPr>
          <p:nvPr/>
        </p:nvGrpSpPr>
        <p:grpSpPr bwMode="auto">
          <a:xfrm>
            <a:off x="804863" y="1824038"/>
            <a:ext cx="1174750" cy="3154362"/>
            <a:chOff x="805248" y="1824384"/>
            <a:chExt cx="1174750" cy="3153908"/>
          </a:xfrm>
        </p:grpSpPr>
        <p:grpSp>
          <p:nvGrpSpPr>
            <p:cNvPr id="139353" name="Group 99"/>
            <p:cNvGrpSpPr>
              <a:grpSpLocks/>
            </p:cNvGrpSpPr>
            <p:nvPr/>
          </p:nvGrpSpPr>
          <p:grpSpPr bwMode="auto">
            <a:xfrm>
              <a:off x="805248" y="1824384"/>
              <a:ext cx="923925" cy="647700"/>
              <a:chOff x="975" y="2750"/>
              <a:chExt cx="776" cy="544"/>
            </a:xfrm>
          </p:grpSpPr>
          <p:sp>
            <p:nvSpPr>
              <p:cNvPr id="139379" name="Rectangle 135"/>
              <p:cNvSpPr>
                <a:spLocks noChangeArrowheads="1"/>
              </p:cNvSpPr>
              <p:nvPr/>
            </p:nvSpPr>
            <p:spPr bwMode="auto">
              <a:xfrm>
                <a:off x="978" y="277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prstClr val="black"/>
                  </a:solidFill>
                  <a:cs typeface="Times New Roman" panose="02020603050405020304" pitchFamily="18" charset="0"/>
                </a:endParaRPr>
              </a:p>
            </p:txBody>
          </p:sp>
          <p:sp>
            <p:nvSpPr>
              <p:cNvPr id="139380"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s</a:t>
                </a:r>
              </a:p>
            </p:txBody>
          </p:sp>
          <p:sp>
            <p:nvSpPr>
              <p:cNvPr id="139381"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a</a:t>
                </a:r>
              </a:p>
            </p:txBody>
          </p:sp>
          <p:sp>
            <p:nvSpPr>
              <p:cNvPr id="139382"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95"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96"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39354" name="Group 99"/>
            <p:cNvGrpSpPr>
              <a:grpSpLocks/>
            </p:cNvGrpSpPr>
            <p:nvPr/>
          </p:nvGrpSpPr>
          <p:grpSpPr bwMode="auto">
            <a:xfrm>
              <a:off x="811598" y="2451447"/>
              <a:ext cx="954088" cy="636587"/>
              <a:chOff x="948" y="2750"/>
              <a:chExt cx="802" cy="534"/>
            </a:xfrm>
          </p:grpSpPr>
          <p:sp>
            <p:nvSpPr>
              <p:cNvPr id="139373"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prstClr val="black"/>
                  </a:solidFill>
                  <a:cs typeface="Times New Roman" panose="02020603050405020304" pitchFamily="18" charset="0"/>
                </a:endParaRPr>
              </a:p>
            </p:txBody>
          </p:sp>
          <p:sp>
            <p:nvSpPr>
              <p:cNvPr id="13937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(1, 9)</a:t>
                </a:r>
              </a:p>
            </p:txBody>
          </p:sp>
          <p:sp>
            <p:nvSpPr>
              <p:cNvPr id="13937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3937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02"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03" name="Line 140"/>
              <p:cNvSpPr>
                <a:spLocks noChangeShapeType="1"/>
              </p:cNvSpPr>
              <p:nvPr/>
            </p:nvSpPr>
            <p:spPr bwMode="auto">
              <a:xfrm flipV="1">
                <a:off x="975" y="3113"/>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39355" name="Group 99"/>
            <p:cNvGrpSpPr>
              <a:grpSpLocks/>
            </p:cNvGrpSpPr>
            <p:nvPr/>
          </p:nvGrpSpPr>
          <p:grpSpPr bwMode="auto">
            <a:xfrm>
              <a:off x="811598" y="3088034"/>
              <a:ext cx="954088" cy="635000"/>
              <a:chOff x="948" y="2750"/>
              <a:chExt cx="802" cy="534"/>
            </a:xfrm>
          </p:grpSpPr>
          <p:sp>
            <p:nvSpPr>
              <p:cNvPr id="139367"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prstClr val="black"/>
                  </a:solidFill>
                  <a:cs typeface="Times New Roman" panose="02020603050405020304" pitchFamily="18" charset="0"/>
                </a:endParaRPr>
              </a:p>
            </p:txBody>
          </p:sp>
          <p:sp>
            <p:nvSpPr>
              <p:cNvPr id="13936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q</a:t>
                </a:r>
                <a:r>
                  <a:rPr lang="en-US" altLang="zh-CN" sz="1200">
                    <a:solidFill>
                      <a:prstClr val="black"/>
                    </a:solidFill>
                    <a:cs typeface="Times New Roman" panose="02020603050405020304" pitchFamily="18" charset="0"/>
                  </a:rPr>
                  <a:t> (1, 3)</a:t>
                </a:r>
              </a:p>
            </p:txBody>
          </p:sp>
          <p:sp>
            <p:nvSpPr>
              <p:cNvPr id="13936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v</a:t>
                </a:r>
              </a:p>
            </p:txBody>
          </p:sp>
          <p:sp>
            <p:nvSpPr>
              <p:cNvPr id="13937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09" name="Line 139"/>
              <p:cNvSpPr>
                <a:spLocks noChangeShapeType="1"/>
              </p:cNvSpPr>
              <p:nvPr/>
            </p:nvSpPr>
            <p:spPr bwMode="auto">
              <a:xfrm flipV="1">
                <a:off x="975" y="2931"/>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10"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39356" name="Group 99"/>
            <p:cNvGrpSpPr>
              <a:grpSpLocks/>
            </p:cNvGrpSpPr>
            <p:nvPr/>
          </p:nvGrpSpPr>
          <p:grpSpPr bwMode="auto">
            <a:xfrm>
              <a:off x="811598" y="3735734"/>
              <a:ext cx="954088" cy="635000"/>
              <a:chOff x="948" y="2750"/>
              <a:chExt cx="802" cy="534"/>
            </a:xfrm>
          </p:grpSpPr>
          <p:sp>
            <p:nvSpPr>
              <p:cNvPr id="139361"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prstClr val="black"/>
                  </a:solidFill>
                  <a:cs typeface="Times New Roman" panose="02020603050405020304" pitchFamily="18" charset="0"/>
                </a:endParaRPr>
              </a:p>
            </p:txBody>
          </p:sp>
          <p:sp>
            <p:nvSpPr>
              <p:cNvPr id="13936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prstClr val="black"/>
                    </a:solidFill>
                    <a:cs typeface="Times New Roman" panose="02020603050405020304" pitchFamily="18" charset="0"/>
                  </a:rPr>
                  <a:t>p</a:t>
                </a:r>
                <a:r>
                  <a:rPr lang="en-US" altLang="zh-CN" sz="1200">
                    <a:solidFill>
                      <a:prstClr val="black"/>
                    </a:solidFill>
                    <a:cs typeface="Times New Roman" panose="02020603050405020304" pitchFamily="18" charset="0"/>
                  </a:rPr>
                  <a:t> (1, 3)</a:t>
                </a:r>
              </a:p>
            </p:txBody>
          </p:sp>
          <p:sp>
            <p:nvSpPr>
              <p:cNvPr id="13936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prstClr val="black"/>
                    </a:solidFill>
                    <a:cs typeface="Times New Roman" panose="02020603050405020304" pitchFamily="18" charset="0"/>
                  </a:rPr>
                  <a:t>i, j</a:t>
                </a:r>
              </a:p>
            </p:txBody>
          </p:sp>
          <p:sp>
            <p:nvSpPr>
              <p:cNvPr id="13936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prstClr val="black"/>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16" name="Line 139"/>
              <p:cNvSpPr>
                <a:spLocks noChangeShapeType="1"/>
              </p:cNvSpPr>
              <p:nvPr/>
            </p:nvSpPr>
            <p:spPr bwMode="auto">
              <a:xfrm flipV="1">
                <a:off x="975" y="2931"/>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17"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39357" name="Freeform 56"/>
            <p:cNvSpPr>
              <a:spLocks/>
            </p:cNvSpPr>
            <p:nvPr/>
          </p:nvSpPr>
          <p:spPr bwMode="auto">
            <a:xfrm rot="-511685">
              <a:off x="1732348" y="3535709"/>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8" name="Freeform 56"/>
            <p:cNvSpPr>
              <a:spLocks/>
            </p:cNvSpPr>
            <p:nvPr/>
          </p:nvSpPr>
          <p:spPr bwMode="auto">
            <a:xfrm rot="-511685">
              <a:off x="1730761" y="2257772"/>
              <a:ext cx="128587" cy="496887"/>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9" name="Rectangle 137"/>
            <p:cNvSpPr>
              <a:spLocks noChangeArrowheads="1"/>
            </p:cNvSpPr>
            <p:nvPr/>
          </p:nvSpPr>
          <p:spPr bwMode="auto">
            <a:xfrm>
              <a:off x="843718" y="4816165"/>
              <a:ext cx="921968" cy="162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prstClr val="black"/>
                </a:solidFill>
                <a:cs typeface="Times New Roman" panose="02020603050405020304" pitchFamily="18" charset="0"/>
              </a:endParaRPr>
            </a:p>
          </p:txBody>
        </p:sp>
        <p:sp>
          <p:nvSpPr>
            <p:cNvPr id="128" name="任意多边形 127"/>
            <p:cNvSpPr/>
            <p:nvPr/>
          </p:nvSpPr>
          <p:spPr>
            <a:xfrm>
              <a:off x="1706948" y="2246598"/>
              <a:ext cx="252412" cy="1106328"/>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grpSp>
      <p:sp>
        <p:nvSpPr>
          <p:cNvPr id="130" name="矩形 129"/>
          <p:cNvSpPr>
            <a:spLocks noChangeArrowheads="1"/>
          </p:cNvSpPr>
          <p:nvPr/>
        </p:nvSpPr>
        <p:spPr bwMode="auto">
          <a:xfrm>
            <a:off x="2714625" y="3786188"/>
            <a:ext cx="4143375" cy="1177925"/>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spAutoFit/>
          </a:bodyPr>
          <a:lstStyle/>
          <a:p>
            <a:pPr eaLnBrk="1" hangingPunct="1">
              <a:buClr>
                <a:srgbClr val="3333CC"/>
              </a:buClr>
              <a:defRPr/>
            </a:pPr>
            <a:r>
              <a:rPr lang="zh-CN" altLang="en-US" dirty="0">
                <a:solidFill>
                  <a:srgbClr val="000000"/>
                </a:solidFill>
                <a:latin typeface="楷体" pitchFamily="49" charset="-122"/>
                <a:ea typeface="楷体" pitchFamily="49" charset="-122"/>
              </a:rPr>
              <a:t>实际上，这种</a:t>
            </a:r>
            <a:r>
              <a:rPr lang="zh-CN" altLang="en-US" dirty="0">
                <a:solidFill>
                  <a:srgbClr val="0000FF"/>
                </a:solidFill>
                <a:latin typeface="楷体" pitchFamily="49" charset="-122"/>
                <a:ea typeface="楷体" pitchFamily="49" charset="-122"/>
              </a:rPr>
              <a:t>为每个过程或作用域建立的符号表</a:t>
            </a:r>
            <a:r>
              <a:rPr lang="zh-CN" altLang="en-US" dirty="0">
                <a:solidFill>
                  <a:srgbClr val="000000"/>
                </a:solidFill>
                <a:latin typeface="楷体" pitchFamily="49" charset="-122"/>
                <a:ea typeface="楷体" pitchFamily="49" charset="-122"/>
              </a:rPr>
              <a:t>与编译时的</a:t>
            </a:r>
            <a:r>
              <a:rPr lang="zh-CN" altLang="en-US" dirty="0">
                <a:solidFill>
                  <a:srgbClr val="0000FF"/>
                </a:solidFill>
                <a:latin typeface="楷体" pitchFamily="49" charset="-122"/>
                <a:ea typeface="楷体" pitchFamily="49" charset="-122"/>
              </a:rPr>
              <a:t>活动记录</a:t>
            </a:r>
            <a:r>
              <a:rPr lang="zh-CN" altLang="en-US" dirty="0">
                <a:solidFill>
                  <a:srgbClr val="000000"/>
                </a:solidFill>
                <a:latin typeface="楷体" pitchFamily="49" charset="-122"/>
                <a:ea typeface="楷体" pitchFamily="49" charset="-122"/>
              </a:rPr>
              <a:t>是</a:t>
            </a:r>
            <a:r>
              <a:rPr lang="zh-CN" altLang="en-US" dirty="0">
                <a:solidFill>
                  <a:srgbClr val="0000FF"/>
                </a:solidFill>
                <a:latin typeface="楷体" pitchFamily="49" charset="-122"/>
                <a:ea typeface="楷体" pitchFamily="49" charset="-122"/>
              </a:rPr>
              <a:t>对应</a:t>
            </a:r>
            <a:r>
              <a:rPr lang="zh-CN" altLang="en-US" dirty="0">
                <a:solidFill>
                  <a:srgbClr val="000000"/>
                </a:solidFill>
                <a:latin typeface="楷体" pitchFamily="49" charset="-122"/>
                <a:ea typeface="楷体" pitchFamily="49" charset="-122"/>
              </a:rPr>
              <a:t>的。</a:t>
            </a:r>
            <a:endParaRPr lang="en-US" altLang="zh-CN" dirty="0">
              <a:solidFill>
                <a:srgbClr val="000000"/>
              </a:solidFill>
              <a:latin typeface="楷体" pitchFamily="49" charset="-122"/>
              <a:ea typeface="楷体" pitchFamily="49" charset="-122"/>
            </a:endParaRPr>
          </a:p>
          <a:p>
            <a:pPr eaLnBrk="1" hangingPunct="1">
              <a:buClr>
                <a:srgbClr val="3333CC"/>
              </a:buClr>
              <a:defRPr/>
            </a:pPr>
            <a:r>
              <a:rPr lang="zh-CN" altLang="en-US" dirty="0">
                <a:solidFill>
                  <a:srgbClr val="000000"/>
                </a:solidFill>
                <a:latin typeface="楷体" pitchFamily="49" charset="-122"/>
                <a:ea typeface="楷体" pitchFamily="49" charset="-122"/>
              </a:rPr>
              <a:t>一个过程的</a:t>
            </a:r>
            <a:r>
              <a:rPr lang="zh-CN" altLang="en-US" dirty="0">
                <a:solidFill>
                  <a:srgbClr val="0000FF"/>
                </a:solidFill>
                <a:latin typeface="楷体" pitchFamily="49" charset="-122"/>
                <a:ea typeface="楷体" pitchFamily="49" charset="-122"/>
              </a:rPr>
              <a:t>非局部名字的信息</a:t>
            </a:r>
            <a:r>
              <a:rPr lang="zh-CN" altLang="en-US" dirty="0">
                <a:solidFill>
                  <a:srgbClr val="000000"/>
                </a:solidFill>
                <a:latin typeface="楷体" pitchFamily="49" charset="-122"/>
                <a:ea typeface="楷体" pitchFamily="49" charset="-122"/>
              </a:rPr>
              <a:t>可以通过扫描</a:t>
            </a:r>
            <a:r>
              <a:rPr lang="zh-CN" altLang="en-US" dirty="0">
                <a:solidFill>
                  <a:srgbClr val="0000FF"/>
                </a:solidFill>
                <a:latin typeface="楷体" pitchFamily="49" charset="-122"/>
                <a:ea typeface="楷体" pitchFamily="49" charset="-122"/>
              </a:rPr>
              <a:t>外围过程的符号表</a:t>
            </a:r>
            <a:r>
              <a:rPr lang="zh-CN" altLang="en-US" dirty="0">
                <a:solidFill>
                  <a:srgbClr val="000000"/>
                </a:solidFill>
                <a:latin typeface="楷体" pitchFamily="49" charset="-122"/>
                <a:ea typeface="楷体" pitchFamily="49" charset="-122"/>
              </a:rPr>
              <a:t>而得到</a:t>
            </a:r>
          </a:p>
        </p:txBody>
      </p:sp>
      <p:grpSp>
        <p:nvGrpSpPr>
          <p:cNvPr id="139269" name="组合 121"/>
          <p:cNvGrpSpPr>
            <a:grpSpLocks/>
          </p:cNvGrpSpPr>
          <p:nvPr/>
        </p:nvGrpSpPr>
        <p:grpSpPr bwMode="auto">
          <a:xfrm>
            <a:off x="4465638" y="-15875"/>
            <a:ext cx="4714875" cy="4548188"/>
            <a:chOff x="4465638" y="-15875"/>
            <a:chExt cx="4714874" cy="4548188"/>
          </a:xfrm>
        </p:grpSpPr>
        <p:sp>
          <p:nvSpPr>
            <p:cNvPr id="139270" name="Rectangle 54"/>
            <p:cNvSpPr>
              <a:spLocks noChangeArrowheads="1"/>
            </p:cNvSpPr>
            <p:nvPr/>
          </p:nvSpPr>
          <p:spPr bwMode="auto">
            <a:xfrm>
              <a:off x="7108911" y="2277971"/>
              <a:ext cx="2035089"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9271" name="Rectangle 55"/>
            <p:cNvSpPr>
              <a:spLocks noChangeArrowheads="1"/>
            </p:cNvSpPr>
            <p:nvPr/>
          </p:nvSpPr>
          <p:spPr bwMode="auto">
            <a:xfrm>
              <a:off x="7108910" y="2562088"/>
              <a:ext cx="2035089" cy="390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39272" name="Rectangle 68"/>
            <p:cNvSpPr>
              <a:spLocks noChangeArrowheads="1"/>
            </p:cNvSpPr>
            <p:nvPr/>
          </p:nvSpPr>
          <p:spPr bwMode="auto">
            <a:xfrm>
              <a:off x="7559744" y="4168833"/>
              <a:ext cx="1620768"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39273" name="Rectangle 67"/>
            <p:cNvSpPr>
              <a:spLocks noChangeArrowheads="1"/>
            </p:cNvSpPr>
            <p:nvPr/>
          </p:nvSpPr>
          <p:spPr bwMode="auto">
            <a:xfrm>
              <a:off x="7559744" y="3859319"/>
              <a:ext cx="1458850"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9274" name="Line 2"/>
            <p:cNvSpPr>
              <a:spLocks noChangeShapeType="1"/>
            </p:cNvSpPr>
            <p:nvPr/>
          </p:nvSpPr>
          <p:spPr bwMode="auto">
            <a:xfrm>
              <a:off x="4489326" y="1027296"/>
              <a:ext cx="1587" cy="17856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5" name="Line 3"/>
            <p:cNvSpPr>
              <a:spLocks noChangeShapeType="1"/>
            </p:cNvSpPr>
            <p:nvPr/>
          </p:nvSpPr>
          <p:spPr bwMode="auto">
            <a:xfrm>
              <a:off x="6140057" y="1027296"/>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6" name="Line 4"/>
            <p:cNvSpPr>
              <a:spLocks noChangeShapeType="1"/>
            </p:cNvSpPr>
            <p:nvPr/>
          </p:nvSpPr>
          <p:spPr bwMode="auto">
            <a:xfrm flipV="1">
              <a:off x="4490913" y="2784951"/>
              <a:ext cx="19864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7" name="Line 5"/>
            <p:cNvSpPr>
              <a:spLocks noChangeShapeType="1"/>
            </p:cNvSpPr>
            <p:nvPr/>
          </p:nvSpPr>
          <p:spPr bwMode="auto">
            <a:xfrm>
              <a:off x="4490913" y="2489723"/>
              <a:ext cx="19737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8" name="Line 6"/>
            <p:cNvSpPr>
              <a:spLocks noChangeShapeType="1"/>
            </p:cNvSpPr>
            <p:nvPr/>
          </p:nvSpPr>
          <p:spPr bwMode="auto">
            <a:xfrm flipV="1">
              <a:off x="4478213" y="2200273"/>
              <a:ext cx="1986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79" name="Line 7"/>
            <p:cNvSpPr>
              <a:spLocks noChangeShapeType="1"/>
            </p:cNvSpPr>
            <p:nvPr/>
          </p:nvSpPr>
          <p:spPr bwMode="auto">
            <a:xfrm flipV="1">
              <a:off x="4503612" y="1924093"/>
              <a:ext cx="1977941"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0" name="Line 8"/>
            <p:cNvSpPr>
              <a:spLocks noChangeShapeType="1"/>
            </p:cNvSpPr>
            <p:nvPr/>
          </p:nvSpPr>
          <p:spPr bwMode="auto">
            <a:xfrm>
              <a:off x="4502025" y="1633625"/>
              <a:ext cx="2020800"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1" name="Line 9"/>
            <p:cNvSpPr>
              <a:spLocks noChangeShapeType="1"/>
            </p:cNvSpPr>
            <p:nvPr/>
          </p:nvSpPr>
          <p:spPr bwMode="auto">
            <a:xfrm flipV="1">
              <a:off x="4490913" y="1338397"/>
              <a:ext cx="20091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2" name="Rectangle 10"/>
            <p:cNvSpPr>
              <a:spLocks noChangeArrowheads="1"/>
            </p:cNvSpPr>
            <p:nvPr/>
          </p:nvSpPr>
          <p:spPr bwMode="auto">
            <a:xfrm>
              <a:off x="4916344" y="976504"/>
              <a:ext cx="1738457"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1800">
                  <a:solidFill>
                    <a:srgbClr val="000000"/>
                  </a:solidFill>
                  <a:ea typeface="宋体" panose="02010600030101010101" pitchFamily="2" charset="-122"/>
                  <a:cs typeface="Times New Roman" panose="02020603050405020304" pitchFamily="18" charset="0"/>
                </a:rPr>
                <a:t>48</a:t>
              </a:r>
            </a:p>
          </p:txBody>
        </p:sp>
        <p:sp>
          <p:nvSpPr>
            <p:cNvPr id="139283" name="Rectangle 11"/>
            <p:cNvSpPr>
              <a:spLocks noChangeArrowheads="1"/>
            </p:cNvSpPr>
            <p:nvPr/>
          </p:nvSpPr>
          <p:spPr bwMode="auto">
            <a:xfrm>
              <a:off x="4860213" y="703497"/>
              <a:ext cx="1168351"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39284" name="Line 12"/>
            <p:cNvSpPr>
              <a:spLocks noChangeShapeType="1"/>
            </p:cNvSpPr>
            <p:nvPr/>
          </p:nvSpPr>
          <p:spPr bwMode="auto">
            <a:xfrm flipV="1">
              <a:off x="4502024" y="1025709"/>
              <a:ext cx="2020801"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5" name="Line 13"/>
            <p:cNvSpPr>
              <a:spLocks noChangeShapeType="1"/>
            </p:cNvSpPr>
            <p:nvPr/>
          </p:nvSpPr>
          <p:spPr bwMode="auto">
            <a:xfrm>
              <a:off x="4867135" y="1041582"/>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6" name="Line 14"/>
            <p:cNvSpPr>
              <a:spLocks noChangeShapeType="1"/>
            </p:cNvSpPr>
            <p:nvPr/>
          </p:nvSpPr>
          <p:spPr bwMode="auto">
            <a:xfrm>
              <a:off x="5564018" y="1314266"/>
              <a:ext cx="0" cy="14634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87" name="Rectangle 15"/>
            <p:cNvSpPr>
              <a:spLocks noChangeArrowheads="1"/>
            </p:cNvSpPr>
            <p:nvPr/>
          </p:nvSpPr>
          <p:spPr bwMode="auto">
            <a:xfrm>
              <a:off x="7092367" y="-15875"/>
              <a:ext cx="1428690" cy="428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39288" name="Rectangle 25"/>
            <p:cNvSpPr>
              <a:spLocks noChangeArrowheads="1"/>
            </p:cNvSpPr>
            <p:nvPr/>
          </p:nvSpPr>
          <p:spPr bwMode="auto">
            <a:xfrm>
              <a:off x="4484563" y="1282844"/>
              <a:ext cx="2038263"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39289" name="Rectangle 26"/>
            <p:cNvSpPr>
              <a:spLocks noChangeArrowheads="1"/>
            </p:cNvSpPr>
            <p:nvPr/>
          </p:nvSpPr>
          <p:spPr bwMode="auto">
            <a:xfrm>
              <a:off x="4501480" y="1585513"/>
              <a:ext cx="2070606"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sp>
          <p:nvSpPr>
            <p:cNvPr id="139290" name="Rectangle 28"/>
            <p:cNvSpPr>
              <a:spLocks noChangeArrowheads="1"/>
            </p:cNvSpPr>
            <p:nvPr/>
          </p:nvSpPr>
          <p:spPr bwMode="auto">
            <a:xfrm>
              <a:off x="4465638" y="1835206"/>
              <a:ext cx="131439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sp>
          <p:nvSpPr>
            <p:cNvPr id="139291" name="Rectangle 31"/>
            <p:cNvSpPr>
              <a:spLocks noChangeArrowheads="1"/>
            </p:cNvSpPr>
            <p:nvPr/>
          </p:nvSpPr>
          <p:spPr bwMode="auto">
            <a:xfrm>
              <a:off x="7169582" y="970179"/>
              <a:ext cx="1271534" cy="403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39292" name="Line 32"/>
            <p:cNvSpPr>
              <a:spLocks noChangeShapeType="1"/>
            </p:cNvSpPr>
            <p:nvPr/>
          </p:nvSpPr>
          <p:spPr bwMode="auto">
            <a:xfrm>
              <a:off x="7090260" y="1375449"/>
              <a:ext cx="0" cy="2920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3" name="Line 33"/>
            <p:cNvSpPr>
              <a:spLocks noChangeShapeType="1"/>
            </p:cNvSpPr>
            <p:nvPr/>
          </p:nvSpPr>
          <p:spPr bwMode="auto">
            <a:xfrm>
              <a:off x="8321661" y="1375449"/>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4" name="Line 34"/>
            <p:cNvSpPr>
              <a:spLocks noChangeShapeType="1"/>
            </p:cNvSpPr>
            <p:nvPr/>
          </p:nvSpPr>
          <p:spPr bwMode="auto">
            <a:xfrm>
              <a:off x="7091847" y="1684961"/>
              <a:ext cx="1195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5" name="Rectangle 35"/>
            <p:cNvSpPr>
              <a:spLocks noChangeArrowheads="1"/>
            </p:cNvSpPr>
            <p:nvPr/>
          </p:nvSpPr>
          <p:spPr bwMode="auto">
            <a:xfrm>
              <a:off x="7313591" y="1323070"/>
              <a:ext cx="107836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0</a:t>
              </a:r>
            </a:p>
          </p:txBody>
        </p:sp>
        <p:sp>
          <p:nvSpPr>
            <p:cNvPr id="139296" name="Line 36"/>
            <p:cNvSpPr>
              <a:spLocks noChangeShapeType="1"/>
            </p:cNvSpPr>
            <p:nvPr/>
          </p:nvSpPr>
          <p:spPr bwMode="auto">
            <a:xfrm flipV="1">
              <a:off x="7104547" y="1373861"/>
              <a:ext cx="1217114"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7" name="Line 37"/>
            <p:cNvSpPr>
              <a:spLocks noChangeShapeType="1"/>
            </p:cNvSpPr>
            <p:nvPr/>
          </p:nvSpPr>
          <p:spPr bwMode="auto">
            <a:xfrm>
              <a:off x="7313591" y="1389734"/>
              <a:ext cx="0" cy="284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298" name="Rectangle 39"/>
            <p:cNvSpPr>
              <a:spLocks noChangeArrowheads="1"/>
            </p:cNvSpPr>
            <p:nvPr/>
          </p:nvSpPr>
          <p:spPr bwMode="auto">
            <a:xfrm>
              <a:off x="4465638" y="2132022"/>
              <a:ext cx="126042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9299" name="Line 42"/>
            <p:cNvSpPr>
              <a:spLocks noChangeShapeType="1"/>
            </p:cNvSpPr>
            <p:nvPr/>
          </p:nvSpPr>
          <p:spPr bwMode="auto">
            <a:xfrm>
              <a:off x="7058113" y="1997027"/>
              <a:ext cx="1587" cy="11793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0" name="Line 43"/>
            <p:cNvSpPr>
              <a:spLocks noChangeShapeType="1"/>
            </p:cNvSpPr>
            <p:nvPr/>
          </p:nvSpPr>
          <p:spPr bwMode="auto">
            <a:xfrm flipH="1">
              <a:off x="8694756" y="1995440"/>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1" name="Line 44"/>
            <p:cNvSpPr>
              <a:spLocks noChangeShapeType="1"/>
            </p:cNvSpPr>
            <p:nvPr/>
          </p:nvSpPr>
          <p:spPr bwMode="auto">
            <a:xfrm flipV="1">
              <a:off x="7047001" y="3177941"/>
              <a:ext cx="1639819"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2" name="Line 45"/>
            <p:cNvSpPr>
              <a:spLocks noChangeShapeType="1"/>
            </p:cNvSpPr>
            <p:nvPr/>
          </p:nvSpPr>
          <p:spPr bwMode="auto">
            <a:xfrm flipV="1">
              <a:off x="7070813" y="2895410"/>
              <a:ext cx="164299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3" name="Line 46"/>
            <p:cNvSpPr>
              <a:spLocks noChangeShapeType="1"/>
            </p:cNvSpPr>
            <p:nvPr/>
          </p:nvSpPr>
          <p:spPr bwMode="auto">
            <a:xfrm flipV="1">
              <a:off x="7070813" y="260177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4" name="Line 47"/>
            <p:cNvSpPr>
              <a:spLocks noChangeShapeType="1"/>
            </p:cNvSpPr>
            <p:nvPr/>
          </p:nvSpPr>
          <p:spPr bwMode="auto">
            <a:xfrm flipV="1">
              <a:off x="7059700" y="2306541"/>
              <a:ext cx="16398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5" name="Rectangle 48"/>
            <p:cNvSpPr>
              <a:spLocks noChangeArrowheads="1"/>
            </p:cNvSpPr>
            <p:nvPr/>
          </p:nvSpPr>
          <p:spPr bwMode="auto">
            <a:xfrm>
              <a:off x="7550217" y="1944649"/>
              <a:ext cx="1304001"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39306" name="Rectangle 49"/>
            <p:cNvSpPr>
              <a:spLocks noChangeArrowheads="1"/>
            </p:cNvSpPr>
            <p:nvPr/>
          </p:nvSpPr>
          <p:spPr bwMode="auto">
            <a:xfrm>
              <a:off x="7270109" y="1658944"/>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39307" name="Line 50"/>
            <p:cNvSpPr>
              <a:spLocks noChangeShapeType="1"/>
            </p:cNvSpPr>
            <p:nvPr/>
          </p:nvSpPr>
          <p:spPr bwMode="auto">
            <a:xfrm flipV="1">
              <a:off x="7070813" y="199544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8" name="Line 51"/>
            <p:cNvSpPr>
              <a:spLocks noChangeShapeType="1"/>
            </p:cNvSpPr>
            <p:nvPr/>
          </p:nvSpPr>
          <p:spPr bwMode="auto">
            <a:xfrm>
              <a:off x="7435922" y="201131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09" name="Line 52"/>
            <p:cNvSpPr>
              <a:spLocks noChangeShapeType="1"/>
            </p:cNvSpPr>
            <p:nvPr/>
          </p:nvSpPr>
          <p:spPr bwMode="auto">
            <a:xfrm>
              <a:off x="7990159" y="2330350"/>
              <a:ext cx="0" cy="8602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0" name="Line 56"/>
            <p:cNvSpPr>
              <a:spLocks noChangeShapeType="1"/>
            </p:cNvSpPr>
            <p:nvPr/>
          </p:nvSpPr>
          <p:spPr bwMode="auto">
            <a:xfrm flipH="1">
              <a:off x="7507358"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1" name="Line 57"/>
            <p:cNvSpPr>
              <a:spLocks noChangeShapeType="1"/>
            </p:cNvSpPr>
            <p:nvPr/>
          </p:nvSpPr>
          <p:spPr bwMode="auto">
            <a:xfrm flipH="1">
              <a:off x="8802827"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2" name="Line 58"/>
            <p:cNvSpPr>
              <a:spLocks noChangeShapeType="1"/>
            </p:cNvSpPr>
            <p:nvPr/>
          </p:nvSpPr>
          <p:spPr bwMode="auto">
            <a:xfrm>
              <a:off x="7532757" y="4489458"/>
              <a:ext cx="12780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3" name="Line 59"/>
            <p:cNvSpPr>
              <a:spLocks noChangeShapeType="1"/>
            </p:cNvSpPr>
            <p:nvPr/>
          </p:nvSpPr>
          <p:spPr bwMode="auto">
            <a:xfrm flipV="1">
              <a:off x="7531171" y="4175605"/>
              <a:ext cx="12795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4" name="Line 60"/>
            <p:cNvSpPr>
              <a:spLocks noChangeShapeType="1"/>
            </p:cNvSpPr>
            <p:nvPr/>
          </p:nvSpPr>
          <p:spPr bwMode="auto">
            <a:xfrm flipV="1">
              <a:off x="7520058" y="3883550"/>
              <a:ext cx="12907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5" name="Rectangle 61"/>
            <p:cNvSpPr>
              <a:spLocks noChangeArrowheads="1"/>
            </p:cNvSpPr>
            <p:nvPr/>
          </p:nvSpPr>
          <p:spPr bwMode="auto">
            <a:xfrm>
              <a:off x="7794758" y="3537108"/>
              <a:ext cx="118891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39316" name="Rectangle 62"/>
            <p:cNvSpPr>
              <a:spLocks noChangeArrowheads="1"/>
            </p:cNvSpPr>
            <p:nvPr/>
          </p:nvSpPr>
          <p:spPr bwMode="auto">
            <a:xfrm>
              <a:off x="7680290" y="3252197"/>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39317" name="Line 63"/>
            <p:cNvSpPr>
              <a:spLocks noChangeShapeType="1"/>
            </p:cNvSpPr>
            <p:nvPr/>
          </p:nvSpPr>
          <p:spPr bwMode="auto">
            <a:xfrm>
              <a:off x="7531170" y="3591074"/>
              <a:ext cx="1269945" cy="158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8" name="Line 64"/>
            <p:cNvSpPr>
              <a:spLocks noChangeShapeType="1"/>
            </p:cNvSpPr>
            <p:nvPr/>
          </p:nvSpPr>
          <p:spPr bwMode="auto">
            <a:xfrm>
              <a:off x="7794758" y="360377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19" name="Line 65"/>
            <p:cNvSpPr>
              <a:spLocks noChangeShapeType="1"/>
            </p:cNvSpPr>
            <p:nvPr/>
          </p:nvSpPr>
          <p:spPr bwMode="auto">
            <a:xfrm flipH="1">
              <a:off x="7801108" y="3902175"/>
              <a:ext cx="0" cy="5777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0" name="Rectangle 69"/>
            <p:cNvSpPr>
              <a:spLocks noChangeArrowheads="1"/>
            </p:cNvSpPr>
            <p:nvPr/>
          </p:nvSpPr>
          <p:spPr bwMode="auto">
            <a:xfrm>
              <a:off x="7054938" y="2817636"/>
              <a:ext cx="1166763" cy="41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139321" name="Rectangle 72"/>
            <p:cNvSpPr>
              <a:spLocks noChangeArrowheads="1"/>
            </p:cNvSpPr>
            <p:nvPr/>
          </p:nvSpPr>
          <p:spPr bwMode="auto">
            <a:xfrm>
              <a:off x="4465638" y="2417726"/>
              <a:ext cx="1242959" cy="388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177" name="Line 103"/>
            <p:cNvSpPr>
              <a:spLocks noChangeShapeType="1"/>
            </p:cNvSpPr>
            <p:nvPr/>
          </p:nvSpPr>
          <p:spPr bwMode="auto">
            <a:xfrm flipH="1" flipV="1">
              <a:off x="6365875" y="2092325"/>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9323" name="Line 17"/>
            <p:cNvSpPr>
              <a:spLocks noChangeShapeType="1"/>
            </p:cNvSpPr>
            <p:nvPr/>
          </p:nvSpPr>
          <p:spPr bwMode="auto">
            <a:xfrm>
              <a:off x="7094996" y="360303"/>
              <a:ext cx="0" cy="5920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4" name="Line 18"/>
            <p:cNvSpPr>
              <a:spLocks noChangeShapeType="1"/>
            </p:cNvSpPr>
            <p:nvPr/>
          </p:nvSpPr>
          <p:spPr bwMode="auto">
            <a:xfrm>
              <a:off x="8386620" y="360303"/>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5" name="Line 19"/>
            <p:cNvSpPr>
              <a:spLocks noChangeShapeType="1"/>
            </p:cNvSpPr>
            <p:nvPr/>
          </p:nvSpPr>
          <p:spPr bwMode="auto">
            <a:xfrm flipV="1">
              <a:off x="7107695" y="952347"/>
              <a:ext cx="1228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6" name="Line 20"/>
            <p:cNvSpPr>
              <a:spLocks noChangeShapeType="1"/>
            </p:cNvSpPr>
            <p:nvPr/>
          </p:nvSpPr>
          <p:spPr bwMode="auto">
            <a:xfrm flipV="1">
              <a:off x="7096583" y="653945"/>
              <a:ext cx="12858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7" name="Rectangle 21"/>
            <p:cNvSpPr>
              <a:spLocks noChangeArrowheads="1"/>
            </p:cNvSpPr>
            <p:nvPr/>
          </p:nvSpPr>
          <p:spPr bwMode="auto">
            <a:xfrm>
              <a:off x="7339460" y="287463"/>
              <a:ext cx="1119165"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4</a:t>
              </a:r>
              <a:r>
                <a:rPr lang="en-US" altLang="zh-CN" sz="2100" i="1">
                  <a:solidFill>
                    <a:srgbClr val="000000"/>
                  </a:solidFill>
                  <a:ea typeface="宋体" panose="02010600030101010101" pitchFamily="2" charset="-122"/>
                  <a:cs typeface="Times New Roman" panose="02020603050405020304" pitchFamily="18" charset="0"/>
                </a:rPr>
                <a:t> </a:t>
              </a:r>
            </a:p>
          </p:txBody>
        </p:sp>
        <p:sp>
          <p:nvSpPr>
            <p:cNvPr id="139328" name="Line 22"/>
            <p:cNvSpPr>
              <a:spLocks noChangeShapeType="1"/>
            </p:cNvSpPr>
            <p:nvPr/>
          </p:nvSpPr>
          <p:spPr bwMode="auto">
            <a:xfrm>
              <a:off x="7107696" y="360303"/>
              <a:ext cx="12540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29" name="Line 23"/>
            <p:cNvSpPr>
              <a:spLocks noChangeShapeType="1"/>
            </p:cNvSpPr>
            <p:nvPr/>
          </p:nvSpPr>
          <p:spPr bwMode="auto">
            <a:xfrm>
              <a:off x="7378551" y="374588"/>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0" name="Rectangle 40"/>
            <p:cNvSpPr>
              <a:spLocks noChangeArrowheads="1"/>
            </p:cNvSpPr>
            <p:nvPr/>
          </p:nvSpPr>
          <p:spPr bwMode="auto">
            <a:xfrm>
              <a:off x="7126744" y="615850"/>
              <a:ext cx="1220390"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39331" name="Line 24"/>
            <p:cNvSpPr>
              <a:spLocks noChangeShapeType="1"/>
            </p:cNvSpPr>
            <p:nvPr/>
          </p:nvSpPr>
          <p:spPr bwMode="auto">
            <a:xfrm>
              <a:off x="7378551" y="696799"/>
              <a:ext cx="0" cy="2698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87" name="Line 95"/>
            <p:cNvSpPr>
              <a:spLocks noChangeShapeType="1"/>
            </p:cNvSpPr>
            <p:nvPr/>
          </p:nvSpPr>
          <p:spPr bwMode="auto">
            <a:xfrm>
              <a:off x="6819900" y="2066925"/>
              <a:ext cx="0" cy="6318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88" name="Line 43"/>
            <p:cNvSpPr>
              <a:spLocks noChangeShapeType="1"/>
            </p:cNvSpPr>
            <p:nvPr/>
          </p:nvSpPr>
          <p:spPr bwMode="auto">
            <a:xfrm>
              <a:off x="6804025" y="2066925"/>
              <a:ext cx="246063"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9334" name="Line 51"/>
            <p:cNvSpPr>
              <a:spLocks noChangeShapeType="1"/>
            </p:cNvSpPr>
            <p:nvPr/>
          </p:nvSpPr>
          <p:spPr bwMode="auto">
            <a:xfrm flipH="1" flipV="1">
              <a:off x="6498916" y="2198608"/>
              <a:ext cx="821399"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5" name="Line 3"/>
            <p:cNvSpPr>
              <a:spLocks noChangeShapeType="1"/>
            </p:cNvSpPr>
            <p:nvPr/>
          </p:nvSpPr>
          <p:spPr bwMode="auto">
            <a:xfrm>
              <a:off x="6481777" y="1049790"/>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6" name="Line 18"/>
            <p:cNvSpPr>
              <a:spLocks noChangeShapeType="1"/>
            </p:cNvSpPr>
            <p:nvPr/>
          </p:nvSpPr>
          <p:spPr bwMode="auto">
            <a:xfrm>
              <a:off x="8098600" y="362956"/>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7" name="Line 33"/>
            <p:cNvSpPr>
              <a:spLocks noChangeShapeType="1"/>
            </p:cNvSpPr>
            <p:nvPr/>
          </p:nvSpPr>
          <p:spPr bwMode="auto">
            <a:xfrm>
              <a:off x="8105646" y="1370687"/>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8" name="Line 57"/>
            <p:cNvSpPr>
              <a:spLocks noChangeShapeType="1"/>
            </p:cNvSpPr>
            <p:nvPr/>
          </p:nvSpPr>
          <p:spPr bwMode="auto">
            <a:xfrm flipH="1">
              <a:off x="8586812" y="3610543"/>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39" name="Line 43"/>
            <p:cNvSpPr>
              <a:spLocks noChangeShapeType="1"/>
            </p:cNvSpPr>
            <p:nvPr/>
          </p:nvSpPr>
          <p:spPr bwMode="auto">
            <a:xfrm flipH="1">
              <a:off x="8350184" y="1980237"/>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95" name="Line 103"/>
            <p:cNvSpPr>
              <a:spLocks noChangeShapeType="1"/>
            </p:cNvSpPr>
            <p:nvPr/>
          </p:nvSpPr>
          <p:spPr bwMode="auto">
            <a:xfrm flipH="1">
              <a:off x="6356350" y="2381250"/>
              <a:ext cx="37465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6" name="Line 103"/>
            <p:cNvSpPr>
              <a:spLocks noChangeShapeType="1"/>
            </p:cNvSpPr>
            <p:nvPr/>
          </p:nvSpPr>
          <p:spPr bwMode="auto">
            <a:xfrm flipH="1" flipV="1">
              <a:off x="6376988" y="2692400"/>
              <a:ext cx="43180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7" name="Line 95"/>
            <p:cNvSpPr>
              <a:spLocks noChangeShapeType="1"/>
            </p:cNvSpPr>
            <p:nvPr/>
          </p:nvSpPr>
          <p:spPr bwMode="auto">
            <a:xfrm flipH="1">
              <a:off x="6732588" y="1511300"/>
              <a:ext cx="0" cy="865188"/>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8" name="Line 95"/>
            <p:cNvSpPr>
              <a:spLocks noChangeShapeType="1"/>
            </p:cNvSpPr>
            <p:nvPr/>
          </p:nvSpPr>
          <p:spPr bwMode="auto">
            <a:xfrm flipH="1">
              <a:off x="6626225" y="852488"/>
              <a:ext cx="0" cy="1252537"/>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9" name="Line 43"/>
            <p:cNvSpPr>
              <a:spLocks noChangeShapeType="1"/>
            </p:cNvSpPr>
            <p:nvPr/>
          </p:nvSpPr>
          <p:spPr bwMode="auto">
            <a:xfrm flipV="1">
              <a:off x="6732588" y="1511300"/>
              <a:ext cx="28416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0" name="Line 43"/>
            <p:cNvSpPr>
              <a:spLocks noChangeShapeType="1"/>
            </p:cNvSpPr>
            <p:nvPr/>
          </p:nvSpPr>
          <p:spPr bwMode="auto">
            <a:xfrm>
              <a:off x="6635750" y="825500"/>
              <a:ext cx="471488"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1" name="Line 95"/>
            <p:cNvSpPr>
              <a:spLocks noChangeShapeType="1"/>
            </p:cNvSpPr>
            <p:nvPr/>
          </p:nvSpPr>
          <p:spPr bwMode="auto">
            <a:xfrm flipH="1">
              <a:off x="8440737" y="3030538"/>
              <a:ext cx="0" cy="21590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2" name="Line 43"/>
            <p:cNvSpPr>
              <a:spLocks noChangeShapeType="1"/>
            </p:cNvSpPr>
            <p:nvPr/>
          </p:nvSpPr>
          <p:spPr bwMode="auto">
            <a:xfrm>
              <a:off x="7740649" y="3262313"/>
              <a:ext cx="0" cy="280987"/>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3" name="Line 103"/>
            <p:cNvSpPr>
              <a:spLocks noChangeShapeType="1"/>
            </p:cNvSpPr>
            <p:nvPr/>
          </p:nvSpPr>
          <p:spPr bwMode="auto">
            <a:xfrm flipH="1" flipV="1">
              <a:off x="7740649" y="3233738"/>
              <a:ext cx="696913"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9349" name="Line 51"/>
            <p:cNvSpPr>
              <a:spLocks noChangeShapeType="1"/>
            </p:cNvSpPr>
            <p:nvPr/>
          </p:nvSpPr>
          <p:spPr bwMode="auto">
            <a:xfrm flipV="1">
              <a:off x="7570011" y="3277643"/>
              <a:ext cx="1" cy="38462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0" name="Line 51"/>
            <p:cNvSpPr>
              <a:spLocks noChangeShapeType="1"/>
            </p:cNvSpPr>
            <p:nvPr/>
          </p:nvSpPr>
          <p:spPr bwMode="auto">
            <a:xfrm flipH="1">
              <a:off x="6464638" y="1609715"/>
              <a:ext cx="736791" cy="1659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1" name="Line 103"/>
            <p:cNvSpPr>
              <a:spLocks noChangeShapeType="1"/>
            </p:cNvSpPr>
            <p:nvPr/>
          </p:nvSpPr>
          <p:spPr bwMode="auto">
            <a:xfrm flipH="1" flipV="1">
              <a:off x="6282255" y="556698"/>
              <a:ext cx="96848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9352" name="Line 51"/>
            <p:cNvSpPr>
              <a:spLocks noChangeShapeType="1"/>
            </p:cNvSpPr>
            <p:nvPr/>
          </p:nvSpPr>
          <p:spPr bwMode="auto">
            <a:xfrm flipH="1">
              <a:off x="6300658" y="542412"/>
              <a:ext cx="0" cy="45819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41</a:t>
            </a:fld>
            <a:endParaRPr lang="en-US" altLang="zh-CN" dirty="0"/>
          </a:p>
        </p:txBody>
      </p:sp>
    </p:spTree>
    <p:extLst>
      <p:ext uri="{BB962C8B-B14F-4D97-AF65-F5344CB8AC3E}">
        <p14:creationId xmlns:p14="http://schemas.microsoft.com/office/powerpoint/2010/main" val="19082081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30"/>
                                        </p:tgtEl>
                                        <p:attrNameLst>
                                          <p:attrName>style.visibility</p:attrName>
                                        </p:attrNameLst>
                                      </p:cBhvr>
                                      <p:to>
                                        <p:strVal val="visible"/>
                                      </p:to>
                                    </p:set>
                                    <p:anim calcmode="lin" valueType="num">
                                      <p:cBhvr>
                                        <p:cTn id="7" dur="500" fill="hold"/>
                                        <p:tgtEl>
                                          <p:spTgt spid="130"/>
                                        </p:tgtEl>
                                        <p:attrNameLst>
                                          <p:attrName>ppt_w</p:attrName>
                                        </p:attrNameLst>
                                      </p:cBhvr>
                                      <p:tavLst>
                                        <p:tav tm="0">
                                          <p:val>
                                            <p:fltVal val="0"/>
                                          </p:val>
                                        </p:tav>
                                        <p:tav tm="100000">
                                          <p:val>
                                            <p:strVal val="#ppt_w"/>
                                          </p:val>
                                        </p:tav>
                                      </p:tavLst>
                                    </p:anim>
                                    <p:anim calcmode="lin" valueType="num">
                                      <p:cBhvr>
                                        <p:cTn id="8" dur="500" fill="hold"/>
                                        <p:tgtEl>
                                          <p:spTgt spid="130"/>
                                        </p:tgtEl>
                                        <p:attrNameLst>
                                          <p:attrName>ppt_h</p:attrName>
                                        </p:attrNameLst>
                                      </p:cBhvr>
                                      <p:tavLst>
                                        <p:tav tm="0">
                                          <p:val>
                                            <p:fltVal val="0"/>
                                          </p:val>
                                        </p:tav>
                                        <p:tav tm="100000">
                                          <p:val>
                                            <p:strVal val="#ppt_h"/>
                                          </p:val>
                                        </p:tav>
                                      </p:tavLst>
                                    </p:anim>
                                    <p:animEffect transition="in" filter="fade">
                                      <p:cBhvr>
                                        <p:cTn id="9" dur="500"/>
                                        <p:tgtEl>
                                          <p:spTgt spid="13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0" fill="hold" grpId="1" nodeType="clickEffect">
                                  <p:stCondLst>
                                    <p:cond delay="0"/>
                                  </p:stCondLst>
                                  <p:childTnLst>
                                    <p:anim calcmode="lin" valueType="num">
                                      <p:cBhvr>
                                        <p:cTn id="20" dur="500"/>
                                        <p:tgtEl>
                                          <p:spTgt spid="130"/>
                                        </p:tgtEl>
                                        <p:attrNameLst>
                                          <p:attrName>ppt_w</p:attrName>
                                        </p:attrNameLst>
                                      </p:cBhvr>
                                      <p:tavLst>
                                        <p:tav tm="0">
                                          <p:val>
                                            <p:strVal val="ppt_w"/>
                                          </p:val>
                                        </p:tav>
                                        <p:tav tm="100000">
                                          <p:val>
                                            <p:fltVal val="0"/>
                                          </p:val>
                                        </p:tav>
                                      </p:tavLst>
                                    </p:anim>
                                    <p:anim calcmode="lin" valueType="num">
                                      <p:cBhvr>
                                        <p:cTn id="21" dur="500"/>
                                        <p:tgtEl>
                                          <p:spTgt spid="130"/>
                                        </p:tgtEl>
                                        <p:attrNameLst>
                                          <p:attrName>ppt_h</p:attrName>
                                        </p:attrNameLst>
                                      </p:cBhvr>
                                      <p:tavLst>
                                        <p:tav tm="0">
                                          <p:val>
                                            <p:strVal val="ppt_h"/>
                                          </p:val>
                                        </p:tav>
                                        <p:tav tm="100000">
                                          <p:val>
                                            <p:fltVal val="0"/>
                                          </p:val>
                                        </p:tav>
                                      </p:tavLst>
                                    </p:anim>
                                    <p:animEffect transition="out" filter="fade">
                                      <p:cBhvr>
                                        <p:cTn id="22" dur="500"/>
                                        <p:tgtEl>
                                          <p:spTgt spid="130"/>
                                        </p:tgtEl>
                                      </p:cBhvr>
                                    </p:animEffect>
                                    <p:set>
                                      <p:cBhvr>
                                        <p:cTn id="23" dur="1" fill="hold">
                                          <p:stCondLst>
                                            <p:cond delay="499"/>
                                          </p:stCondLst>
                                        </p:cTn>
                                        <p:tgtEl>
                                          <p:spTgt spid="1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0"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根据符号表构造访问链</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41315" name="Group 99"/>
          <p:cNvGrpSpPr>
            <a:grpSpLocks/>
          </p:cNvGrpSpPr>
          <p:nvPr/>
        </p:nvGrpSpPr>
        <p:grpSpPr bwMode="auto">
          <a:xfrm>
            <a:off x="804863" y="1824038"/>
            <a:ext cx="923925" cy="647700"/>
            <a:chOff x="975" y="2750"/>
            <a:chExt cx="776" cy="544"/>
          </a:xfrm>
        </p:grpSpPr>
        <p:sp>
          <p:nvSpPr>
            <p:cNvPr id="141439" name="Rectangle 135"/>
            <p:cNvSpPr>
              <a:spLocks noChangeArrowheads="1"/>
            </p:cNvSpPr>
            <p:nvPr/>
          </p:nvSpPr>
          <p:spPr bwMode="auto">
            <a:xfrm>
              <a:off x="978" y="277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40"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s</a:t>
              </a:r>
            </a:p>
          </p:txBody>
        </p:sp>
        <p:sp>
          <p:nvSpPr>
            <p:cNvPr id="141441"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a</a:t>
              </a:r>
            </a:p>
          </p:txBody>
        </p:sp>
        <p:sp>
          <p:nvSpPr>
            <p:cNvPr id="141442"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95" name="Line 139"/>
            <p:cNvSpPr>
              <a:spLocks noChangeShapeType="1"/>
            </p:cNvSpPr>
            <p:nvPr/>
          </p:nvSpPr>
          <p:spPr bwMode="auto">
            <a:xfrm flipV="1">
              <a:off x="975" y="2931"/>
              <a:ext cx="74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96" name="Line 140"/>
            <p:cNvSpPr>
              <a:spLocks noChangeShapeType="1"/>
            </p:cNvSpPr>
            <p:nvPr/>
          </p:nvSpPr>
          <p:spPr bwMode="auto">
            <a:xfrm flipV="1">
              <a:off x="975" y="3113"/>
              <a:ext cx="725"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41316" name="Group 99"/>
          <p:cNvGrpSpPr>
            <a:grpSpLocks/>
          </p:cNvGrpSpPr>
          <p:nvPr/>
        </p:nvGrpSpPr>
        <p:grpSpPr bwMode="auto">
          <a:xfrm>
            <a:off x="811213" y="2451100"/>
            <a:ext cx="954087" cy="636588"/>
            <a:chOff x="948" y="2750"/>
            <a:chExt cx="802" cy="534"/>
          </a:xfrm>
        </p:grpSpPr>
        <p:sp>
          <p:nvSpPr>
            <p:cNvPr id="141433"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34"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(1, 9)</a:t>
              </a:r>
            </a:p>
          </p:txBody>
        </p:sp>
        <p:sp>
          <p:nvSpPr>
            <p:cNvPr id="141435"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41436"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02"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03"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41317" name="Group 99"/>
          <p:cNvGrpSpPr>
            <a:grpSpLocks/>
          </p:cNvGrpSpPr>
          <p:nvPr/>
        </p:nvGrpSpPr>
        <p:grpSpPr bwMode="auto">
          <a:xfrm>
            <a:off x="811213" y="3087688"/>
            <a:ext cx="954087" cy="635000"/>
            <a:chOff x="948" y="2750"/>
            <a:chExt cx="802" cy="534"/>
          </a:xfrm>
        </p:grpSpPr>
        <p:sp>
          <p:nvSpPr>
            <p:cNvPr id="141427"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28"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q</a:t>
              </a:r>
              <a:r>
                <a:rPr lang="en-US" altLang="zh-CN" sz="1200">
                  <a:solidFill>
                    <a:srgbClr val="000000"/>
                  </a:solidFill>
                  <a:cs typeface="Times New Roman" panose="02020603050405020304" pitchFamily="18" charset="0"/>
                </a:rPr>
                <a:t> (1, 3)</a:t>
              </a:r>
            </a:p>
          </p:txBody>
        </p:sp>
        <p:sp>
          <p:nvSpPr>
            <p:cNvPr id="141429"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v</a:t>
              </a:r>
            </a:p>
          </p:txBody>
        </p:sp>
        <p:sp>
          <p:nvSpPr>
            <p:cNvPr id="141430"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09"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10"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grpSp>
        <p:nvGrpSpPr>
          <p:cNvPr id="141318" name="Group 99"/>
          <p:cNvGrpSpPr>
            <a:grpSpLocks/>
          </p:cNvGrpSpPr>
          <p:nvPr/>
        </p:nvGrpSpPr>
        <p:grpSpPr bwMode="auto">
          <a:xfrm>
            <a:off x="811213" y="3735388"/>
            <a:ext cx="954087" cy="635000"/>
            <a:chOff x="948" y="2750"/>
            <a:chExt cx="802" cy="534"/>
          </a:xfrm>
        </p:grpSpPr>
        <p:sp>
          <p:nvSpPr>
            <p:cNvPr id="141421"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22"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p</a:t>
              </a:r>
              <a:r>
                <a:rPr lang="en-US" altLang="zh-CN" sz="1200">
                  <a:solidFill>
                    <a:srgbClr val="000000"/>
                  </a:solidFill>
                  <a:cs typeface="Times New Roman" panose="02020603050405020304" pitchFamily="18" charset="0"/>
                </a:rPr>
                <a:t> (1, 3)</a:t>
              </a:r>
            </a:p>
          </p:txBody>
        </p:sp>
        <p:sp>
          <p:nvSpPr>
            <p:cNvPr id="141423"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200" i="1">
                  <a:solidFill>
                    <a:srgbClr val="000000"/>
                  </a:solidFill>
                  <a:cs typeface="Times New Roman" panose="02020603050405020304" pitchFamily="18" charset="0"/>
                </a:rPr>
                <a:t>i, j</a:t>
              </a:r>
            </a:p>
          </p:txBody>
        </p:sp>
        <p:sp>
          <p:nvSpPr>
            <p:cNvPr id="141424"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16" name="Line 139"/>
            <p:cNvSpPr>
              <a:spLocks noChangeShapeType="1"/>
            </p:cNvSpPr>
            <p:nvPr/>
          </p:nvSpPr>
          <p:spPr bwMode="auto">
            <a:xfrm flipV="1">
              <a:off x="975" y="2932"/>
              <a:ext cx="74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17" name="Line 140"/>
            <p:cNvSpPr>
              <a:spLocks noChangeShapeType="1"/>
            </p:cNvSpPr>
            <p:nvPr/>
          </p:nvSpPr>
          <p:spPr bwMode="auto">
            <a:xfrm flipV="1">
              <a:off x="975" y="3113"/>
              <a:ext cx="72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41319" name="Freeform 56"/>
          <p:cNvSpPr>
            <a:spLocks/>
          </p:cNvSpPr>
          <p:nvPr/>
        </p:nvSpPr>
        <p:spPr bwMode="auto">
          <a:xfrm rot="-511685">
            <a:off x="1731963" y="3535363"/>
            <a:ext cx="247650" cy="520700"/>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20" name="Freeform 56"/>
          <p:cNvSpPr>
            <a:spLocks/>
          </p:cNvSpPr>
          <p:nvPr/>
        </p:nvSpPr>
        <p:spPr bwMode="auto">
          <a:xfrm rot="-511685">
            <a:off x="1730375" y="2257425"/>
            <a:ext cx="128588" cy="496888"/>
          </a:xfrm>
          <a:custGeom>
            <a:avLst/>
            <a:gdLst>
              <a:gd name="T0" fmla="*/ 0 w 358"/>
              <a:gd name="T1" fmla="*/ 2147483646 h 930"/>
              <a:gd name="T2" fmla="*/ 2147483646 w 358"/>
              <a:gd name="T3" fmla="*/ 2147483646 h 930"/>
              <a:gd name="T4" fmla="*/ 2147483646 w 358"/>
              <a:gd name="T5" fmla="*/ 2147483646 h 930"/>
              <a:gd name="T6" fmla="*/ 2147483646 w 358"/>
              <a:gd name="T7" fmla="*/ 2147483646 h 930"/>
              <a:gd name="T8" fmla="*/ 2147483646 w 358"/>
              <a:gd name="T9" fmla="*/ 0 h 930"/>
              <a:gd name="T10" fmla="*/ 0 60000 65536"/>
              <a:gd name="T11" fmla="*/ 0 60000 65536"/>
              <a:gd name="T12" fmla="*/ 0 60000 65536"/>
              <a:gd name="T13" fmla="*/ 0 60000 65536"/>
              <a:gd name="T14" fmla="*/ 0 60000 65536"/>
              <a:gd name="T15" fmla="*/ 0 w 358"/>
              <a:gd name="T16" fmla="*/ 0 h 930"/>
              <a:gd name="T17" fmla="*/ 358 w 358"/>
              <a:gd name="T18" fmla="*/ 930 h 930"/>
            </a:gdLst>
            <a:ahLst/>
            <a:cxnLst>
              <a:cxn ang="T10">
                <a:pos x="T0" y="T1"/>
              </a:cxn>
              <a:cxn ang="T11">
                <a:pos x="T2" y="T3"/>
              </a:cxn>
              <a:cxn ang="T12">
                <a:pos x="T4" y="T5"/>
              </a:cxn>
              <a:cxn ang="T13">
                <a:pos x="T6" y="T7"/>
              </a:cxn>
              <a:cxn ang="T14">
                <a:pos x="T8" y="T9"/>
              </a:cxn>
            </a:cxnLst>
            <a:rect l="T15" t="T16" r="T17" b="T18"/>
            <a:pathLst>
              <a:path w="358" h="930">
                <a:moveTo>
                  <a:pt x="0" y="930"/>
                </a:moveTo>
                <a:cubicBezTo>
                  <a:pt x="38" y="910"/>
                  <a:pt x="167" y="873"/>
                  <a:pt x="225" y="810"/>
                </a:cubicBezTo>
                <a:cubicBezTo>
                  <a:pt x="283" y="747"/>
                  <a:pt x="332" y="653"/>
                  <a:pt x="345" y="555"/>
                </a:cubicBezTo>
                <a:cubicBezTo>
                  <a:pt x="358" y="457"/>
                  <a:pt x="337" y="317"/>
                  <a:pt x="300" y="225"/>
                </a:cubicBezTo>
                <a:cubicBezTo>
                  <a:pt x="263" y="133"/>
                  <a:pt x="158" y="47"/>
                  <a:pt x="120" y="0"/>
                </a:cubicBezTo>
              </a:path>
            </a:pathLst>
          </a:custGeom>
          <a:noFill/>
          <a:ln w="25400">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6" name="Group 99"/>
          <p:cNvGrpSpPr>
            <a:grpSpLocks/>
          </p:cNvGrpSpPr>
          <p:nvPr/>
        </p:nvGrpSpPr>
        <p:grpSpPr bwMode="auto">
          <a:xfrm>
            <a:off x="811213" y="4383088"/>
            <a:ext cx="954087" cy="636587"/>
            <a:chOff x="948" y="2750"/>
            <a:chExt cx="802" cy="534"/>
          </a:xfrm>
        </p:grpSpPr>
        <p:sp>
          <p:nvSpPr>
            <p:cNvPr id="141415" name="Rectangle 135"/>
            <p:cNvSpPr>
              <a:spLocks noChangeArrowheads="1"/>
            </p:cNvSpPr>
            <p:nvPr/>
          </p:nvSpPr>
          <p:spPr bwMode="auto">
            <a:xfrm>
              <a:off x="948" y="2765"/>
              <a:ext cx="773" cy="51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endParaRPr lang="zh-CN" altLang="en-US" sz="1200" b="0">
                <a:solidFill>
                  <a:srgbClr val="000000"/>
                </a:solidFill>
                <a:cs typeface="Times New Roman" panose="02020603050405020304" pitchFamily="18" charset="0"/>
              </a:endParaRPr>
            </a:p>
          </p:txBody>
        </p:sp>
        <p:sp>
          <p:nvSpPr>
            <p:cNvPr id="141416" name="Rectangle 136"/>
            <p:cNvSpPr>
              <a:spLocks noChangeArrowheads="1"/>
            </p:cNvSpPr>
            <p:nvPr/>
          </p:nvSpPr>
          <p:spPr bwMode="auto">
            <a:xfrm>
              <a:off x="975" y="2750"/>
              <a:ext cx="77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buFont typeface="Symbol" panose="05050102010706020507" pitchFamily="18" charset="2"/>
                <a:buNone/>
              </a:pPr>
              <a:r>
                <a:rPr lang="en-US" altLang="zh-CN" sz="1200" i="1">
                  <a:solidFill>
                    <a:srgbClr val="000000"/>
                  </a:solidFill>
                  <a:cs typeface="Times New Roman" panose="02020603050405020304" pitchFamily="18" charset="0"/>
                </a:rPr>
                <a:t>e</a:t>
              </a:r>
              <a:endParaRPr lang="en-US" altLang="zh-CN" sz="1200">
                <a:solidFill>
                  <a:srgbClr val="000000"/>
                </a:solidFill>
                <a:cs typeface="Times New Roman" panose="02020603050405020304" pitchFamily="18" charset="0"/>
              </a:endParaRPr>
            </a:p>
          </p:txBody>
        </p:sp>
        <p:sp>
          <p:nvSpPr>
            <p:cNvPr id="141417" name="Rectangle 137"/>
            <p:cNvSpPr>
              <a:spLocks noChangeArrowheads="1"/>
            </p:cNvSpPr>
            <p:nvPr/>
          </p:nvSpPr>
          <p:spPr bwMode="auto">
            <a:xfrm>
              <a:off x="975" y="3113"/>
              <a:ext cx="7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endParaRPr lang="en-US" altLang="zh-CN" sz="1200" i="1">
                <a:solidFill>
                  <a:srgbClr val="000000"/>
                </a:solidFill>
                <a:cs typeface="Times New Roman" panose="02020603050405020304" pitchFamily="18" charset="0"/>
              </a:endParaRPr>
            </a:p>
          </p:txBody>
        </p:sp>
        <p:sp>
          <p:nvSpPr>
            <p:cNvPr id="141418" name="Rectangle 138"/>
            <p:cNvSpPr>
              <a:spLocks noChangeArrowheads="1"/>
            </p:cNvSpPr>
            <p:nvPr/>
          </p:nvSpPr>
          <p:spPr bwMode="auto">
            <a:xfrm>
              <a:off x="975" y="2931"/>
              <a:ext cx="77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10800" bIns="1080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zh-CN" altLang="en-US" sz="1200">
                  <a:solidFill>
                    <a:srgbClr val="000000"/>
                  </a:solidFill>
                  <a:latin typeface="楷体" panose="02010609060101010101" pitchFamily="49" charset="-122"/>
                  <a:ea typeface="楷体" panose="02010609060101010101" pitchFamily="49" charset="-122"/>
                  <a:cs typeface="Times New Roman" panose="02020603050405020304" pitchFamily="18" charset="0"/>
                </a:rPr>
                <a:t>访问链</a:t>
              </a:r>
            </a:p>
          </p:txBody>
        </p:sp>
        <p:sp>
          <p:nvSpPr>
            <p:cNvPr id="125" name="Line 139"/>
            <p:cNvSpPr>
              <a:spLocks noChangeShapeType="1"/>
            </p:cNvSpPr>
            <p:nvPr/>
          </p:nvSpPr>
          <p:spPr bwMode="auto">
            <a:xfrm flipV="1">
              <a:off x="975" y="2931"/>
              <a:ext cx="746" cy="1"/>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26" name="Line 140"/>
            <p:cNvSpPr>
              <a:spLocks noChangeShapeType="1"/>
            </p:cNvSpPr>
            <p:nvPr/>
          </p:nvSpPr>
          <p:spPr bwMode="auto">
            <a:xfrm flipV="1">
              <a:off x="975" y="3114"/>
              <a:ext cx="726" cy="0"/>
            </a:xfrm>
            <a:prstGeom prst="line">
              <a:avLst/>
            </a:prstGeom>
            <a:noFill/>
            <a:ln w="25400">
              <a:solidFill>
                <a:schemeClr val="bg1">
                  <a:lumMod val="50000"/>
                </a:schemeClr>
              </a:solidFill>
              <a:prstDash val="lgDash"/>
              <a:round/>
              <a:headEnd/>
              <a:tailEnd/>
            </a:ln>
          </p:spPr>
          <p:txBody>
            <a:bodyPr/>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27" name="任意多边形 126"/>
          <p:cNvSpPr/>
          <p:nvPr/>
        </p:nvSpPr>
        <p:spPr>
          <a:xfrm>
            <a:off x="1730375" y="2233613"/>
            <a:ext cx="439738" cy="2443162"/>
          </a:xfrm>
          <a:custGeom>
            <a:avLst/>
            <a:gdLst>
              <a:gd name="connsiteX0" fmla="*/ 0 w 438897"/>
              <a:gd name="connsiteY0" fmla="*/ 2442758 h 2442758"/>
              <a:gd name="connsiteX1" fmla="*/ 421105 w 438897"/>
              <a:gd name="connsiteY1" fmla="*/ 1347884 h 2442758"/>
              <a:gd name="connsiteX2" fmla="*/ 324853 w 438897"/>
              <a:gd name="connsiteY2" fmla="*/ 192852 h 2442758"/>
              <a:gd name="connsiteX3" fmla="*/ 0 w 438897"/>
              <a:gd name="connsiteY3" fmla="*/ 12379 h 2442758"/>
            </a:gdLst>
            <a:ahLst/>
            <a:cxnLst>
              <a:cxn ang="0">
                <a:pos x="connsiteX0" y="connsiteY0"/>
              </a:cxn>
              <a:cxn ang="0">
                <a:pos x="connsiteX1" y="connsiteY1"/>
              </a:cxn>
              <a:cxn ang="0">
                <a:pos x="connsiteX2" y="connsiteY2"/>
              </a:cxn>
              <a:cxn ang="0">
                <a:pos x="connsiteX3" y="connsiteY3"/>
              </a:cxn>
            </a:cxnLst>
            <a:rect l="l" t="t" r="r" b="b"/>
            <a:pathLst>
              <a:path w="438897" h="2442758">
                <a:moveTo>
                  <a:pt x="0" y="2442758"/>
                </a:moveTo>
                <a:cubicBezTo>
                  <a:pt x="183481" y="2082813"/>
                  <a:pt x="366963" y="1722868"/>
                  <a:pt x="421105" y="1347884"/>
                </a:cubicBezTo>
                <a:cubicBezTo>
                  <a:pt x="475247" y="972900"/>
                  <a:pt x="395037" y="415436"/>
                  <a:pt x="324853" y="192852"/>
                </a:cubicBezTo>
                <a:cubicBezTo>
                  <a:pt x="254669" y="-29732"/>
                  <a:pt x="127334" y="-8677"/>
                  <a:pt x="0" y="12379"/>
                </a:cubicBezTo>
              </a:path>
            </a:pathLst>
          </a:custGeom>
          <a:noFill/>
          <a:ln w="25400">
            <a:solidFill>
              <a:schemeClr val="tx2">
                <a:lumMod val="60000"/>
                <a:lumOff val="40000"/>
              </a:schemeClr>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128" name="任意多边形 127"/>
          <p:cNvSpPr/>
          <p:nvPr/>
        </p:nvSpPr>
        <p:spPr>
          <a:xfrm>
            <a:off x="1706563" y="2246313"/>
            <a:ext cx="252412" cy="1106487"/>
          </a:xfrm>
          <a:custGeom>
            <a:avLst/>
            <a:gdLst>
              <a:gd name="connsiteX0" fmla="*/ 0 w 252896"/>
              <a:gd name="connsiteY0" fmla="*/ 1106905 h 1106905"/>
              <a:gd name="connsiteX1" fmla="*/ 252663 w 252896"/>
              <a:gd name="connsiteY1" fmla="*/ 204537 h 1106905"/>
              <a:gd name="connsiteX2" fmla="*/ 36095 w 252896"/>
              <a:gd name="connsiteY2" fmla="*/ 0 h 1106905"/>
            </a:gdLst>
            <a:ahLst/>
            <a:cxnLst>
              <a:cxn ang="0">
                <a:pos x="connsiteX0" y="connsiteY0"/>
              </a:cxn>
              <a:cxn ang="0">
                <a:pos x="connsiteX1" y="connsiteY1"/>
              </a:cxn>
              <a:cxn ang="0">
                <a:pos x="connsiteX2" y="connsiteY2"/>
              </a:cxn>
            </a:cxnLst>
            <a:rect l="l" t="t" r="r" b="b"/>
            <a:pathLst>
              <a:path w="252896" h="1106905">
                <a:moveTo>
                  <a:pt x="0" y="1106905"/>
                </a:moveTo>
                <a:cubicBezTo>
                  <a:pt x="123323" y="747963"/>
                  <a:pt x="246647" y="389021"/>
                  <a:pt x="252663" y="204537"/>
                </a:cubicBezTo>
                <a:cubicBezTo>
                  <a:pt x="258679" y="20053"/>
                  <a:pt x="147387" y="10026"/>
                  <a:pt x="36095" y="0"/>
                </a:cubicBezTo>
              </a:path>
            </a:pathLst>
          </a:custGeom>
          <a:noFill/>
          <a:ln w="25400">
            <a:solidFill>
              <a:schemeClr val="tx1"/>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a:solidFill>
                <a:prstClr val="white"/>
              </a:solidFill>
            </a:endParaRPr>
          </a:p>
        </p:txBody>
      </p:sp>
      <p:sp>
        <p:nvSpPr>
          <p:cNvPr id="131" name="矩形 130"/>
          <p:cNvSpPr>
            <a:spLocks noChangeArrowheads="1"/>
          </p:cNvSpPr>
          <p:nvPr/>
        </p:nvSpPr>
        <p:spPr bwMode="auto">
          <a:xfrm>
            <a:off x="2714625" y="3500438"/>
            <a:ext cx="4357688"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20000"/>
              </a:spcBef>
              <a:buSzPct val="100000"/>
              <a:buFont typeface="Wingdings" panose="05000000000000000000" pitchFamily="2" charset="2"/>
              <a:buChar char="Ø"/>
            </a:pPr>
            <a:r>
              <a:rPr lang="en-US" altLang="zh-CN" sz="2000" i="1">
                <a:solidFill>
                  <a:prstClr val="black"/>
                </a:solidFill>
                <a:cs typeface="Times New Roman" panose="02020603050405020304" pitchFamily="18" charset="0"/>
              </a:rPr>
              <a:t> x</a:t>
            </a:r>
            <a:r>
              <a:rPr lang="en-US" altLang="zh-CN" sz="2000">
                <a:solidFill>
                  <a:prstClr val="black"/>
                </a:solidFill>
                <a:cs typeface="Times New Roman" panose="02020603050405020304" pitchFamily="18" charset="0"/>
              </a:rPr>
              <a:t>→</a:t>
            </a:r>
            <a:r>
              <a:rPr lang="en-US" altLang="zh-CN" sz="2000" i="1">
                <a:solidFill>
                  <a:prstClr val="black"/>
                </a:solidFill>
                <a:cs typeface="Times New Roman" panose="02020603050405020304" pitchFamily="18" charset="0"/>
              </a:rPr>
              <a:t>y</a:t>
            </a:r>
            <a:endParaRPr lang="en-US" altLang="zh-CN" sz="2000">
              <a:solidFill>
                <a:prstClr val="black"/>
              </a:solidFill>
              <a:cs typeface="Times New Roman" panose="02020603050405020304" pitchFamily="18" charset="0"/>
            </a:endParaRPr>
          </a:p>
          <a:p>
            <a:pPr lvl="1" indent="0" eaLnBrk="1" hangingPunct="1">
              <a:spcBef>
                <a:spcPct val="20000"/>
              </a:spcBef>
              <a:buSzPct val="100000"/>
              <a:buFont typeface="Wingdings" panose="05000000000000000000" pitchFamily="2" charset="2"/>
              <a:buChar char="Ø"/>
            </a:pPr>
            <a:r>
              <a:rPr lang="en-US" altLang="zh-CN" sz="2000" i="1">
                <a:solidFill>
                  <a:prstClr val="black"/>
                </a:solidFill>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n</a:t>
            </a:r>
            <a:r>
              <a:rPr lang="en-US" altLang="zh-CN" sz="2000" i="1" baseline="-30000">
                <a:solidFill>
                  <a:prstClr val="black"/>
                </a:solidFill>
                <a:ea typeface="楷体" panose="02010609060101010101" pitchFamily="49" charset="-122"/>
                <a:cs typeface="Times New Roman" panose="02020603050405020304" pitchFamily="18" charset="0"/>
              </a:rPr>
              <a:t>x </a:t>
            </a:r>
            <a:r>
              <a:rPr lang="en-US" altLang="zh-CN" sz="2000">
                <a:solidFill>
                  <a:prstClr val="black"/>
                </a:solidFill>
                <a:ea typeface="楷体" panose="02010609060101010101" pitchFamily="49" charset="-122"/>
                <a:cs typeface="Times New Roman" panose="02020603050405020304" pitchFamily="18" charset="0"/>
              </a:rPr>
              <a:t>&lt; </a:t>
            </a:r>
            <a:r>
              <a:rPr lang="en-US" altLang="zh-CN" sz="2000" i="1">
                <a:solidFill>
                  <a:prstClr val="black"/>
                </a:solidFill>
                <a:ea typeface="楷体" panose="02010609060101010101" pitchFamily="49" charset="-122"/>
                <a:cs typeface="Times New Roman" panose="02020603050405020304" pitchFamily="18" charset="0"/>
              </a:rPr>
              <a:t>n</a:t>
            </a:r>
            <a:r>
              <a:rPr lang="en-US" altLang="zh-CN" sz="2000" i="1" baseline="-30000">
                <a:solidFill>
                  <a:prstClr val="black"/>
                </a:solidFill>
                <a:ea typeface="楷体" panose="02010609060101010101" pitchFamily="49" charset="-122"/>
                <a:cs typeface="Times New Roman" panose="02020603050405020304" pitchFamily="18" charset="0"/>
              </a:rPr>
              <a:t>y</a:t>
            </a:r>
            <a:r>
              <a:rPr lang="zh-CN" altLang="en-US" sz="2000">
                <a:solidFill>
                  <a:prstClr val="black"/>
                </a:solidFill>
                <a:ea typeface="楷体" panose="02010609060101010101" pitchFamily="49" charset="-122"/>
                <a:cs typeface="Times New Roman" panose="02020603050405020304" pitchFamily="18" charset="0"/>
              </a:rPr>
              <a:t>的情况 </a:t>
            </a:r>
            <a:r>
              <a:rPr lang="en-US" altLang="zh-CN" sz="2000">
                <a:solidFill>
                  <a:prstClr val="black"/>
                </a:solidFill>
                <a:ea typeface="楷体" panose="02010609060101010101" pitchFamily="49" charset="-122"/>
                <a:cs typeface="Times New Roman" panose="02020603050405020304" pitchFamily="18" charset="0"/>
              </a:rPr>
              <a:t>(</a:t>
            </a:r>
            <a:r>
              <a:rPr lang="zh-CN" altLang="en-US" sz="2000">
                <a:solidFill>
                  <a:prstClr val="black"/>
                </a:solidFill>
                <a:ea typeface="楷体" panose="02010609060101010101" pitchFamily="49" charset="-122"/>
                <a:cs typeface="Times New Roman" panose="02020603050405020304" pitchFamily="18" charset="0"/>
              </a:rPr>
              <a:t>例：</a:t>
            </a:r>
            <a:r>
              <a:rPr lang="en-US" altLang="zh-CN" sz="2000">
                <a:solidFill>
                  <a:prstClr val="black"/>
                </a:solidFill>
                <a:ea typeface="楷体" panose="02010609060101010101" pitchFamily="49" charset="-122"/>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s</a:t>
            </a:r>
            <a:r>
              <a:rPr lang="zh-CN" altLang="en-US" sz="2000">
                <a:solidFill>
                  <a:prstClr val="black"/>
                </a:solidFill>
                <a:ea typeface="楷体" panose="02010609060101010101" pitchFamily="49" charset="-122"/>
                <a:cs typeface="Times New Roman" panose="02020603050405020304" pitchFamily="18" charset="0"/>
              </a:rPr>
              <a:t>→</a:t>
            </a:r>
            <a:r>
              <a:rPr lang="en-US" altLang="zh-CN" sz="2000" i="1">
                <a:solidFill>
                  <a:prstClr val="black"/>
                </a:solidFill>
                <a:ea typeface="楷体" panose="02010609060101010101" pitchFamily="49" charset="-122"/>
                <a:cs typeface="Times New Roman" panose="02020603050405020304" pitchFamily="18" charset="0"/>
              </a:rPr>
              <a:t>q</a:t>
            </a:r>
            <a:r>
              <a:rPr lang="en-US" altLang="zh-CN" sz="2000">
                <a:solidFill>
                  <a:prstClr val="black"/>
                </a:solidFill>
                <a:ea typeface="楷体" panose="02010609060101010101" pitchFamily="49" charset="-122"/>
                <a:cs typeface="Times New Roman" panose="02020603050405020304" pitchFamily="18" charset="0"/>
              </a:rPr>
              <a:t>, </a:t>
            </a:r>
            <a:r>
              <a:rPr lang="zh-CN" altLang="en-US" sz="2000">
                <a:solidFill>
                  <a:prstClr val="black"/>
                </a:solidFill>
                <a:ea typeface="楷体" panose="02010609060101010101" pitchFamily="49" charset="-122"/>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q</a:t>
            </a:r>
            <a:r>
              <a:rPr lang="en-US" altLang="zh-CN" sz="2000">
                <a:solidFill>
                  <a:prstClr val="black"/>
                </a:solidFill>
                <a:ea typeface="楷体" panose="02010609060101010101" pitchFamily="49" charset="-122"/>
                <a:cs typeface="Times New Roman" panose="02020603050405020304" pitchFamily="18" charset="0"/>
              </a:rPr>
              <a:t>→</a:t>
            </a:r>
            <a:r>
              <a:rPr lang="en-US" altLang="zh-CN" sz="2000" i="1">
                <a:solidFill>
                  <a:prstClr val="black"/>
                </a:solidFill>
                <a:ea typeface="楷体" panose="02010609060101010101" pitchFamily="49" charset="-122"/>
                <a:cs typeface="Times New Roman" panose="02020603050405020304" pitchFamily="18" charset="0"/>
              </a:rPr>
              <a:t>p</a:t>
            </a:r>
            <a:r>
              <a:rPr lang="en-US" altLang="zh-CN" sz="2000">
                <a:solidFill>
                  <a:prstClr val="black"/>
                </a:solidFill>
                <a:ea typeface="楷体" panose="02010609060101010101" pitchFamily="49" charset="-122"/>
                <a:cs typeface="Times New Roman" panose="02020603050405020304" pitchFamily="18" charset="0"/>
              </a:rPr>
              <a:t>)</a:t>
            </a:r>
          </a:p>
          <a:p>
            <a:pPr lvl="1" indent="0" eaLnBrk="1" hangingPunct="1">
              <a:spcBef>
                <a:spcPct val="20000"/>
              </a:spcBef>
              <a:buSzPct val="100000"/>
              <a:buFont typeface="Wingdings" panose="05000000000000000000" pitchFamily="2" charset="2"/>
              <a:buChar char="Ø"/>
            </a:pPr>
            <a:r>
              <a:rPr lang="en-US" altLang="zh-CN" sz="2000" i="1">
                <a:solidFill>
                  <a:prstClr val="black"/>
                </a:solidFill>
                <a:ea typeface="楷体" panose="02010609060101010101" pitchFamily="49" charset="-122"/>
                <a:cs typeface="Times New Roman" panose="02020603050405020304" pitchFamily="18" charset="0"/>
              </a:rPr>
              <a:t> n</a:t>
            </a:r>
            <a:r>
              <a:rPr lang="en-US" altLang="zh-CN" sz="2000" i="1" baseline="-30000">
                <a:solidFill>
                  <a:prstClr val="black"/>
                </a:solidFill>
                <a:ea typeface="楷体" panose="02010609060101010101" pitchFamily="49" charset="-122"/>
                <a:cs typeface="Times New Roman" panose="02020603050405020304" pitchFamily="18" charset="0"/>
              </a:rPr>
              <a:t>x </a:t>
            </a:r>
            <a:r>
              <a:rPr lang="en-US" altLang="zh-CN" sz="2000">
                <a:solidFill>
                  <a:prstClr val="black"/>
                </a:solidFill>
                <a:ea typeface="楷体" panose="02010609060101010101" pitchFamily="49" charset="-122"/>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n</a:t>
            </a:r>
            <a:r>
              <a:rPr lang="en-US" altLang="zh-CN" sz="2000" i="1" baseline="-30000">
                <a:solidFill>
                  <a:prstClr val="black"/>
                </a:solidFill>
                <a:ea typeface="楷体" panose="02010609060101010101" pitchFamily="49" charset="-122"/>
                <a:cs typeface="Times New Roman" panose="02020603050405020304" pitchFamily="18" charset="0"/>
              </a:rPr>
              <a:t>y</a:t>
            </a:r>
            <a:r>
              <a:rPr lang="zh-CN" altLang="en-US" sz="2000">
                <a:solidFill>
                  <a:prstClr val="black"/>
                </a:solidFill>
                <a:ea typeface="楷体" panose="02010609060101010101" pitchFamily="49" charset="-122"/>
                <a:cs typeface="Times New Roman" panose="02020603050405020304" pitchFamily="18" charset="0"/>
              </a:rPr>
              <a:t>的情况 </a:t>
            </a:r>
            <a:r>
              <a:rPr lang="en-US" altLang="zh-CN" sz="2000">
                <a:solidFill>
                  <a:prstClr val="black"/>
                </a:solidFill>
                <a:ea typeface="楷体" panose="02010609060101010101" pitchFamily="49" charset="-122"/>
                <a:cs typeface="Times New Roman" panose="02020603050405020304" pitchFamily="18" charset="0"/>
              </a:rPr>
              <a:t>(</a:t>
            </a:r>
            <a:r>
              <a:rPr lang="zh-CN" altLang="en-US" sz="2000">
                <a:solidFill>
                  <a:prstClr val="black"/>
                </a:solidFill>
                <a:ea typeface="楷体" panose="02010609060101010101" pitchFamily="49" charset="-122"/>
                <a:cs typeface="Times New Roman" panose="02020603050405020304" pitchFamily="18" charset="0"/>
              </a:rPr>
              <a:t>例：</a:t>
            </a:r>
            <a:r>
              <a:rPr lang="en-US" altLang="zh-CN" sz="2000">
                <a:solidFill>
                  <a:prstClr val="black"/>
                </a:solidFill>
                <a:ea typeface="楷体" panose="02010609060101010101" pitchFamily="49" charset="-122"/>
                <a:cs typeface="Times New Roman" panose="02020603050405020304" pitchFamily="18" charset="0"/>
              </a:rPr>
              <a:t> </a:t>
            </a:r>
            <a:r>
              <a:rPr lang="en-US" altLang="zh-CN" sz="2000" i="1">
                <a:solidFill>
                  <a:prstClr val="black"/>
                </a:solidFill>
                <a:ea typeface="楷体" panose="02010609060101010101" pitchFamily="49" charset="-122"/>
                <a:cs typeface="Times New Roman" panose="02020603050405020304" pitchFamily="18" charset="0"/>
              </a:rPr>
              <a:t>q</a:t>
            </a:r>
            <a:r>
              <a:rPr lang="en-US" altLang="zh-CN" sz="2000">
                <a:solidFill>
                  <a:prstClr val="black"/>
                </a:solidFill>
                <a:ea typeface="楷体" panose="02010609060101010101" pitchFamily="49" charset="-122"/>
                <a:cs typeface="Times New Roman" panose="02020603050405020304" pitchFamily="18" charset="0"/>
              </a:rPr>
              <a:t>→</a:t>
            </a:r>
            <a:r>
              <a:rPr lang="en-US" altLang="zh-CN" sz="2000" i="1">
                <a:solidFill>
                  <a:prstClr val="black"/>
                </a:solidFill>
                <a:ea typeface="楷体" panose="02010609060101010101" pitchFamily="49" charset="-122"/>
                <a:cs typeface="Times New Roman" panose="02020603050405020304" pitchFamily="18" charset="0"/>
              </a:rPr>
              <a:t>q</a:t>
            </a:r>
            <a:r>
              <a:rPr lang="en-US" altLang="zh-CN" sz="2000">
                <a:solidFill>
                  <a:prstClr val="black"/>
                </a:solidFill>
                <a:ea typeface="楷体" panose="02010609060101010101" pitchFamily="49" charset="-122"/>
                <a:cs typeface="Times New Roman" panose="02020603050405020304" pitchFamily="18" charset="0"/>
              </a:rPr>
              <a:t>)</a:t>
            </a:r>
          </a:p>
          <a:p>
            <a:pPr lvl="1" indent="0" eaLnBrk="1" hangingPunct="1">
              <a:spcBef>
                <a:spcPct val="20000"/>
              </a:spcBef>
              <a:buSzPct val="100000"/>
              <a:buFont typeface="Wingdings" panose="05000000000000000000" pitchFamily="2" charset="2"/>
              <a:buChar char="Ø"/>
            </a:pPr>
            <a:r>
              <a:rPr lang="en-US" altLang="zh-CN" sz="2000" i="1">
                <a:solidFill>
                  <a:prstClr val="black"/>
                </a:solidFill>
                <a:ea typeface="楷体" panose="02010609060101010101" pitchFamily="49" charset="-122"/>
                <a:cs typeface="Times New Roman" panose="02020603050405020304" pitchFamily="18" charset="0"/>
              </a:rPr>
              <a:t> n</a:t>
            </a:r>
            <a:r>
              <a:rPr lang="en-US" altLang="zh-CN" sz="2000" i="1" baseline="-30000">
                <a:solidFill>
                  <a:prstClr val="black"/>
                </a:solidFill>
                <a:ea typeface="楷体" panose="02010609060101010101" pitchFamily="49" charset="-122"/>
                <a:cs typeface="Times New Roman" panose="02020603050405020304" pitchFamily="18" charset="0"/>
              </a:rPr>
              <a:t>x </a:t>
            </a:r>
            <a:r>
              <a:rPr lang="en-US" altLang="zh-CN" sz="2000">
                <a:solidFill>
                  <a:prstClr val="black"/>
                </a:solidFill>
                <a:ea typeface="楷体" panose="02010609060101010101" pitchFamily="49" charset="-122"/>
                <a:cs typeface="Times New Roman" panose="02020603050405020304" pitchFamily="18" charset="0"/>
              </a:rPr>
              <a:t>&gt; </a:t>
            </a:r>
            <a:r>
              <a:rPr lang="en-US" altLang="zh-CN" sz="2000" i="1">
                <a:solidFill>
                  <a:prstClr val="black"/>
                </a:solidFill>
                <a:ea typeface="楷体" panose="02010609060101010101" pitchFamily="49" charset="-122"/>
                <a:cs typeface="Times New Roman" panose="02020603050405020304" pitchFamily="18" charset="0"/>
              </a:rPr>
              <a:t>n</a:t>
            </a:r>
            <a:r>
              <a:rPr lang="en-US" altLang="zh-CN" sz="2000" i="1" baseline="-30000">
                <a:solidFill>
                  <a:prstClr val="black"/>
                </a:solidFill>
                <a:ea typeface="楷体" panose="02010609060101010101" pitchFamily="49" charset="-122"/>
                <a:cs typeface="Times New Roman" panose="02020603050405020304" pitchFamily="18" charset="0"/>
              </a:rPr>
              <a:t>y</a:t>
            </a:r>
            <a:r>
              <a:rPr lang="zh-CN" altLang="en-US" sz="2000">
                <a:solidFill>
                  <a:prstClr val="black"/>
                </a:solidFill>
                <a:ea typeface="楷体" panose="02010609060101010101" pitchFamily="49" charset="-122"/>
                <a:cs typeface="Times New Roman" panose="02020603050405020304" pitchFamily="18" charset="0"/>
              </a:rPr>
              <a:t>的情况 </a:t>
            </a:r>
            <a:r>
              <a:rPr lang="en-US" altLang="zh-CN" sz="2000">
                <a:solidFill>
                  <a:prstClr val="black"/>
                </a:solidFill>
                <a:ea typeface="楷体" panose="02010609060101010101" pitchFamily="49" charset="-122"/>
                <a:cs typeface="Times New Roman" panose="02020603050405020304" pitchFamily="18" charset="0"/>
              </a:rPr>
              <a:t>(</a:t>
            </a:r>
            <a:r>
              <a:rPr lang="zh-CN" altLang="en-US" sz="2000">
                <a:solidFill>
                  <a:prstClr val="black"/>
                </a:solidFill>
                <a:ea typeface="楷体" panose="02010609060101010101" pitchFamily="49" charset="-122"/>
                <a:cs typeface="Times New Roman" panose="02020603050405020304" pitchFamily="18" charset="0"/>
              </a:rPr>
              <a:t>例： </a:t>
            </a:r>
            <a:r>
              <a:rPr lang="en-US" altLang="zh-CN" sz="2000" i="1">
                <a:solidFill>
                  <a:prstClr val="black"/>
                </a:solidFill>
                <a:ea typeface="楷体" panose="02010609060101010101" pitchFamily="49" charset="-122"/>
                <a:cs typeface="Times New Roman" panose="02020603050405020304" pitchFamily="18" charset="0"/>
              </a:rPr>
              <a:t>p</a:t>
            </a:r>
            <a:r>
              <a:rPr lang="en-US" altLang="zh-CN" sz="2000">
                <a:solidFill>
                  <a:prstClr val="black"/>
                </a:solidFill>
                <a:ea typeface="楷体" panose="02010609060101010101" pitchFamily="49" charset="-122"/>
                <a:cs typeface="Times New Roman" panose="02020603050405020304" pitchFamily="18" charset="0"/>
              </a:rPr>
              <a:t>→</a:t>
            </a:r>
            <a:r>
              <a:rPr lang="en-US" altLang="zh-CN" sz="2000" i="1">
                <a:solidFill>
                  <a:prstClr val="black"/>
                </a:solidFill>
                <a:ea typeface="楷体" panose="02010609060101010101" pitchFamily="49" charset="-122"/>
                <a:cs typeface="Times New Roman" panose="02020603050405020304" pitchFamily="18" charset="0"/>
              </a:rPr>
              <a:t>e</a:t>
            </a:r>
            <a:r>
              <a:rPr lang="en-US" altLang="zh-CN" sz="2000">
                <a:solidFill>
                  <a:prstClr val="black"/>
                </a:solidFill>
                <a:ea typeface="楷体" panose="02010609060101010101" pitchFamily="49" charset="-122"/>
                <a:cs typeface="Times New Roman" panose="02020603050405020304" pitchFamily="18" charset="0"/>
              </a:rPr>
              <a:t>)</a:t>
            </a:r>
          </a:p>
        </p:txBody>
      </p:sp>
      <p:sp>
        <p:nvSpPr>
          <p:cNvPr id="132" name="矩形 131"/>
          <p:cNvSpPr/>
          <p:nvPr/>
        </p:nvSpPr>
        <p:spPr>
          <a:xfrm>
            <a:off x="7451725" y="3586163"/>
            <a:ext cx="1357313" cy="928687"/>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3" name="矩形 132"/>
          <p:cNvSpPr/>
          <p:nvPr/>
        </p:nvSpPr>
        <p:spPr>
          <a:xfrm>
            <a:off x="792163" y="3717925"/>
            <a:ext cx="971550" cy="6477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4" name="矩形 133"/>
          <p:cNvSpPr/>
          <p:nvPr/>
        </p:nvSpPr>
        <p:spPr>
          <a:xfrm>
            <a:off x="7019925" y="2003425"/>
            <a:ext cx="1660525" cy="11430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6" name="矩形 135"/>
          <p:cNvSpPr/>
          <p:nvPr/>
        </p:nvSpPr>
        <p:spPr>
          <a:xfrm>
            <a:off x="792163" y="3076575"/>
            <a:ext cx="971550" cy="6477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7" name="矩形 136"/>
          <p:cNvSpPr/>
          <p:nvPr/>
        </p:nvSpPr>
        <p:spPr>
          <a:xfrm>
            <a:off x="792163" y="1851025"/>
            <a:ext cx="971550" cy="6477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sp>
        <p:nvSpPr>
          <p:cNvPr id="138" name="矩形 137"/>
          <p:cNvSpPr/>
          <p:nvPr/>
        </p:nvSpPr>
        <p:spPr>
          <a:xfrm>
            <a:off x="4464050" y="1000125"/>
            <a:ext cx="2043113" cy="1787525"/>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hangingPunct="1">
              <a:defRPr/>
            </a:pPr>
            <a:endParaRPr lang="zh-CN" altLang="en-US" sz="1100">
              <a:solidFill>
                <a:prstClr val="white"/>
              </a:solidFill>
            </a:endParaRPr>
          </a:p>
        </p:txBody>
      </p:sp>
      <p:grpSp>
        <p:nvGrpSpPr>
          <p:cNvPr id="141331" name="组合 134"/>
          <p:cNvGrpSpPr>
            <a:grpSpLocks/>
          </p:cNvGrpSpPr>
          <p:nvPr/>
        </p:nvGrpSpPr>
        <p:grpSpPr bwMode="auto">
          <a:xfrm>
            <a:off x="4465638" y="-15875"/>
            <a:ext cx="4714875" cy="4548188"/>
            <a:chOff x="4465638" y="-15875"/>
            <a:chExt cx="4714874" cy="4548188"/>
          </a:xfrm>
        </p:grpSpPr>
        <p:sp>
          <p:nvSpPr>
            <p:cNvPr id="141332" name="Rectangle 54"/>
            <p:cNvSpPr>
              <a:spLocks noChangeArrowheads="1"/>
            </p:cNvSpPr>
            <p:nvPr/>
          </p:nvSpPr>
          <p:spPr bwMode="auto">
            <a:xfrm>
              <a:off x="7108911" y="2277971"/>
              <a:ext cx="2035089"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41333" name="Rectangle 55"/>
            <p:cNvSpPr>
              <a:spLocks noChangeArrowheads="1"/>
            </p:cNvSpPr>
            <p:nvPr/>
          </p:nvSpPr>
          <p:spPr bwMode="auto">
            <a:xfrm>
              <a:off x="7108910" y="2562088"/>
              <a:ext cx="2035089" cy="390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41334" name="Rectangle 68"/>
            <p:cNvSpPr>
              <a:spLocks noChangeArrowheads="1"/>
            </p:cNvSpPr>
            <p:nvPr/>
          </p:nvSpPr>
          <p:spPr bwMode="auto">
            <a:xfrm>
              <a:off x="7559744" y="4168833"/>
              <a:ext cx="1620768"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41335" name="Rectangle 67"/>
            <p:cNvSpPr>
              <a:spLocks noChangeArrowheads="1"/>
            </p:cNvSpPr>
            <p:nvPr/>
          </p:nvSpPr>
          <p:spPr bwMode="auto">
            <a:xfrm>
              <a:off x="7559744" y="3859319"/>
              <a:ext cx="1458850"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41336" name="Line 2"/>
            <p:cNvSpPr>
              <a:spLocks noChangeShapeType="1"/>
            </p:cNvSpPr>
            <p:nvPr/>
          </p:nvSpPr>
          <p:spPr bwMode="auto">
            <a:xfrm>
              <a:off x="4489326" y="1027296"/>
              <a:ext cx="1587" cy="17856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37" name="Line 3"/>
            <p:cNvSpPr>
              <a:spLocks noChangeShapeType="1"/>
            </p:cNvSpPr>
            <p:nvPr/>
          </p:nvSpPr>
          <p:spPr bwMode="auto">
            <a:xfrm>
              <a:off x="6140057" y="1027296"/>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38" name="Line 4"/>
            <p:cNvSpPr>
              <a:spLocks noChangeShapeType="1"/>
            </p:cNvSpPr>
            <p:nvPr/>
          </p:nvSpPr>
          <p:spPr bwMode="auto">
            <a:xfrm flipV="1">
              <a:off x="4490913" y="2784951"/>
              <a:ext cx="19864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39" name="Line 5"/>
            <p:cNvSpPr>
              <a:spLocks noChangeShapeType="1"/>
            </p:cNvSpPr>
            <p:nvPr/>
          </p:nvSpPr>
          <p:spPr bwMode="auto">
            <a:xfrm>
              <a:off x="4490913" y="2489723"/>
              <a:ext cx="19737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0" name="Line 6"/>
            <p:cNvSpPr>
              <a:spLocks noChangeShapeType="1"/>
            </p:cNvSpPr>
            <p:nvPr/>
          </p:nvSpPr>
          <p:spPr bwMode="auto">
            <a:xfrm flipV="1">
              <a:off x="4478213" y="2200273"/>
              <a:ext cx="19864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1" name="Line 7"/>
            <p:cNvSpPr>
              <a:spLocks noChangeShapeType="1"/>
            </p:cNvSpPr>
            <p:nvPr/>
          </p:nvSpPr>
          <p:spPr bwMode="auto">
            <a:xfrm flipV="1">
              <a:off x="4503612" y="1924093"/>
              <a:ext cx="1977941"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2" name="Line 8"/>
            <p:cNvSpPr>
              <a:spLocks noChangeShapeType="1"/>
            </p:cNvSpPr>
            <p:nvPr/>
          </p:nvSpPr>
          <p:spPr bwMode="auto">
            <a:xfrm>
              <a:off x="4502025" y="1633625"/>
              <a:ext cx="2020800"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3" name="Line 9"/>
            <p:cNvSpPr>
              <a:spLocks noChangeShapeType="1"/>
            </p:cNvSpPr>
            <p:nvPr/>
          </p:nvSpPr>
          <p:spPr bwMode="auto">
            <a:xfrm flipV="1">
              <a:off x="4490913" y="1338397"/>
              <a:ext cx="20091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4" name="Rectangle 10"/>
            <p:cNvSpPr>
              <a:spLocks noChangeArrowheads="1"/>
            </p:cNvSpPr>
            <p:nvPr/>
          </p:nvSpPr>
          <p:spPr bwMode="auto">
            <a:xfrm>
              <a:off x="4916344" y="976504"/>
              <a:ext cx="1738457"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1800">
                  <a:solidFill>
                    <a:srgbClr val="000000"/>
                  </a:solidFill>
                  <a:ea typeface="宋体" panose="02010600030101010101" pitchFamily="2" charset="-122"/>
                  <a:cs typeface="Times New Roman" panose="02020603050405020304" pitchFamily="18" charset="0"/>
                </a:rPr>
                <a:t>48</a:t>
              </a:r>
            </a:p>
          </p:txBody>
        </p:sp>
        <p:sp>
          <p:nvSpPr>
            <p:cNvPr id="141345" name="Rectangle 11"/>
            <p:cNvSpPr>
              <a:spLocks noChangeArrowheads="1"/>
            </p:cNvSpPr>
            <p:nvPr/>
          </p:nvSpPr>
          <p:spPr bwMode="auto">
            <a:xfrm>
              <a:off x="4860213" y="703497"/>
              <a:ext cx="1168351"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41346" name="Line 12"/>
            <p:cNvSpPr>
              <a:spLocks noChangeShapeType="1"/>
            </p:cNvSpPr>
            <p:nvPr/>
          </p:nvSpPr>
          <p:spPr bwMode="auto">
            <a:xfrm flipV="1">
              <a:off x="4502024" y="1025709"/>
              <a:ext cx="2020801"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7" name="Line 13"/>
            <p:cNvSpPr>
              <a:spLocks noChangeShapeType="1"/>
            </p:cNvSpPr>
            <p:nvPr/>
          </p:nvSpPr>
          <p:spPr bwMode="auto">
            <a:xfrm>
              <a:off x="4867135" y="1041582"/>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8" name="Line 14"/>
            <p:cNvSpPr>
              <a:spLocks noChangeShapeType="1"/>
            </p:cNvSpPr>
            <p:nvPr/>
          </p:nvSpPr>
          <p:spPr bwMode="auto">
            <a:xfrm>
              <a:off x="5564018" y="1314266"/>
              <a:ext cx="0" cy="146344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49" name="Rectangle 15"/>
            <p:cNvSpPr>
              <a:spLocks noChangeArrowheads="1"/>
            </p:cNvSpPr>
            <p:nvPr/>
          </p:nvSpPr>
          <p:spPr bwMode="auto">
            <a:xfrm>
              <a:off x="7092367" y="-15875"/>
              <a:ext cx="1428690" cy="428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41350" name="Rectangle 25"/>
            <p:cNvSpPr>
              <a:spLocks noChangeArrowheads="1"/>
            </p:cNvSpPr>
            <p:nvPr/>
          </p:nvSpPr>
          <p:spPr bwMode="auto">
            <a:xfrm>
              <a:off x="4484563" y="1282844"/>
              <a:ext cx="2038263"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41351" name="Rectangle 26"/>
            <p:cNvSpPr>
              <a:spLocks noChangeArrowheads="1"/>
            </p:cNvSpPr>
            <p:nvPr/>
          </p:nvSpPr>
          <p:spPr bwMode="auto">
            <a:xfrm>
              <a:off x="4501480" y="1585513"/>
              <a:ext cx="2070606"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sp>
          <p:nvSpPr>
            <p:cNvPr id="141352" name="Rectangle 28"/>
            <p:cNvSpPr>
              <a:spLocks noChangeArrowheads="1"/>
            </p:cNvSpPr>
            <p:nvPr/>
          </p:nvSpPr>
          <p:spPr bwMode="auto">
            <a:xfrm>
              <a:off x="4465638" y="1835206"/>
              <a:ext cx="131439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sp>
          <p:nvSpPr>
            <p:cNvPr id="141353" name="Rectangle 31"/>
            <p:cNvSpPr>
              <a:spLocks noChangeArrowheads="1"/>
            </p:cNvSpPr>
            <p:nvPr/>
          </p:nvSpPr>
          <p:spPr bwMode="auto">
            <a:xfrm>
              <a:off x="7169582" y="970179"/>
              <a:ext cx="1271534" cy="403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41354" name="Line 32"/>
            <p:cNvSpPr>
              <a:spLocks noChangeShapeType="1"/>
            </p:cNvSpPr>
            <p:nvPr/>
          </p:nvSpPr>
          <p:spPr bwMode="auto">
            <a:xfrm>
              <a:off x="7090260" y="1375449"/>
              <a:ext cx="0" cy="2920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55" name="Line 33"/>
            <p:cNvSpPr>
              <a:spLocks noChangeShapeType="1"/>
            </p:cNvSpPr>
            <p:nvPr/>
          </p:nvSpPr>
          <p:spPr bwMode="auto">
            <a:xfrm>
              <a:off x="8321661" y="1375449"/>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56" name="Line 34"/>
            <p:cNvSpPr>
              <a:spLocks noChangeShapeType="1"/>
            </p:cNvSpPr>
            <p:nvPr/>
          </p:nvSpPr>
          <p:spPr bwMode="auto">
            <a:xfrm>
              <a:off x="7091847" y="1684961"/>
              <a:ext cx="11953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57" name="Rectangle 35"/>
            <p:cNvSpPr>
              <a:spLocks noChangeArrowheads="1"/>
            </p:cNvSpPr>
            <p:nvPr/>
          </p:nvSpPr>
          <p:spPr bwMode="auto">
            <a:xfrm>
              <a:off x="7313591" y="1323070"/>
              <a:ext cx="107836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0</a:t>
              </a:r>
            </a:p>
          </p:txBody>
        </p:sp>
        <p:sp>
          <p:nvSpPr>
            <p:cNvPr id="141358" name="Line 36"/>
            <p:cNvSpPr>
              <a:spLocks noChangeShapeType="1"/>
            </p:cNvSpPr>
            <p:nvPr/>
          </p:nvSpPr>
          <p:spPr bwMode="auto">
            <a:xfrm flipV="1">
              <a:off x="7104547" y="1373861"/>
              <a:ext cx="1217114"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59" name="Line 37"/>
            <p:cNvSpPr>
              <a:spLocks noChangeShapeType="1"/>
            </p:cNvSpPr>
            <p:nvPr/>
          </p:nvSpPr>
          <p:spPr bwMode="auto">
            <a:xfrm>
              <a:off x="7313591" y="1389734"/>
              <a:ext cx="0" cy="2841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0" name="Rectangle 39"/>
            <p:cNvSpPr>
              <a:spLocks noChangeArrowheads="1"/>
            </p:cNvSpPr>
            <p:nvPr/>
          </p:nvSpPr>
          <p:spPr bwMode="auto">
            <a:xfrm>
              <a:off x="4465638" y="2132022"/>
              <a:ext cx="1260422" cy="363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41361" name="Line 42"/>
            <p:cNvSpPr>
              <a:spLocks noChangeShapeType="1"/>
            </p:cNvSpPr>
            <p:nvPr/>
          </p:nvSpPr>
          <p:spPr bwMode="auto">
            <a:xfrm>
              <a:off x="7058113" y="1997027"/>
              <a:ext cx="1587" cy="11793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2" name="Line 43"/>
            <p:cNvSpPr>
              <a:spLocks noChangeShapeType="1"/>
            </p:cNvSpPr>
            <p:nvPr/>
          </p:nvSpPr>
          <p:spPr bwMode="auto">
            <a:xfrm flipH="1">
              <a:off x="8694756" y="1995440"/>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3" name="Line 44"/>
            <p:cNvSpPr>
              <a:spLocks noChangeShapeType="1"/>
            </p:cNvSpPr>
            <p:nvPr/>
          </p:nvSpPr>
          <p:spPr bwMode="auto">
            <a:xfrm flipV="1">
              <a:off x="7047001" y="3177941"/>
              <a:ext cx="1639819"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4" name="Line 45"/>
            <p:cNvSpPr>
              <a:spLocks noChangeShapeType="1"/>
            </p:cNvSpPr>
            <p:nvPr/>
          </p:nvSpPr>
          <p:spPr bwMode="auto">
            <a:xfrm flipV="1">
              <a:off x="7070813" y="2895410"/>
              <a:ext cx="164299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5" name="Line 46"/>
            <p:cNvSpPr>
              <a:spLocks noChangeShapeType="1"/>
            </p:cNvSpPr>
            <p:nvPr/>
          </p:nvSpPr>
          <p:spPr bwMode="auto">
            <a:xfrm flipV="1">
              <a:off x="7070813" y="260177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6" name="Line 47"/>
            <p:cNvSpPr>
              <a:spLocks noChangeShapeType="1"/>
            </p:cNvSpPr>
            <p:nvPr/>
          </p:nvSpPr>
          <p:spPr bwMode="auto">
            <a:xfrm flipV="1">
              <a:off x="7059700" y="2306541"/>
              <a:ext cx="16398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67" name="Rectangle 48"/>
            <p:cNvSpPr>
              <a:spLocks noChangeArrowheads="1"/>
            </p:cNvSpPr>
            <p:nvPr/>
          </p:nvSpPr>
          <p:spPr bwMode="auto">
            <a:xfrm>
              <a:off x="7550217" y="1944649"/>
              <a:ext cx="1304001"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41368" name="Rectangle 49"/>
            <p:cNvSpPr>
              <a:spLocks noChangeArrowheads="1"/>
            </p:cNvSpPr>
            <p:nvPr/>
          </p:nvSpPr>
          <p:spPr bwMode="auto">
            <a:xfrm>
              <a:off x="7270109" y="1658944"/>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41369" name="Line 50"/>
            <p:cNvSpPr>
              <a:spLocks noChangeShapeType="1"/>
            </p:cNvSpPr>
            <p:nvPr/>
          </p:nvSpPr>
          <p:spPr bwMode="auto">
            <a:xfrm flipV="1">
              <a:off x="7070813" y="1995440"/>
              <a:ext cx="1639818"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0" name="Line 51"/>
            <p:cNvSpPr>
              <a:spLocks noChangeShapeType="1"/>
            </p:cNvSpPr>
            <p:nvPr/>
          </p:nvSpPr>
          <p:spPr bwMode="auto">
            <a:xfrm>
              <a:off x="7435922" y="201131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1" name="Line 52"/>
            <p:cNvSpPr>
              <a:spLocks noChangeShapeType="1"/>
            </p:cNvSpPr>
            <p:nvPr/>
          </p:nvSpPr>
          <p:spPr bwMode="auto">
            <a:xfrm>
              <a:off x="7990159" y="2330350"/>
              <a:ext cx="0" cy="8602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2" name="Line 56"/>
            <p:cNvSpPr>
              <a:spLocks noChangeShapeType="1"/>
            </p:cNvSpPr>
            <p:nvPr/>
          </p:nvSpPr>
          <p:spPr bwMode="auto">
            <a:xfrm flipH="1">
              <a:off x="7507358"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3" name="Line 57"/>
            <p:cNvSpPr>
              <a:spLocks noChangeShapeType="1"/>
            </p:cNvSpPr>
            <p:nvPr/>
          </p:nvSpPr>
          <p:spPr bwMode="auto">
            <a:xfrm flipH="1">
              <a:off x="8802827" y="3589487"/>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4" name="Line 58"/>
            <p:cNvSpPr>
              <a:spLocks noChangeShapeType="1"/>
            </p:cNvSpPr>
            <p:nvPr/>
          </p:nvSpPr>
          <p:spPr bwMode="auto">
            <a:xfrm>
              <a:off x="7532757" y="4489458"/>
              <a:ext cx="12780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5" name="Line 59"/>
            <p:cNvSpPr>
              <a:spLocks noChangeShapeType="1"/>
            </p:cNvSpPr>
            <p:nvPr/>
          </p:nvSpPr>
          <p:spPr bwMode="auto">
            <a:xfrm flipV="1">
              <a:off x="7531171" y="4175605"/>
              <a:ext cx="12795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6" name="Line 60"/>
            <p:cNvSpPr>
              <a:spLocks noChangeShapeType="1"/>
            </p:cNvSpPr>
            <p:nvPr/>
          </p:nvSpPr>
          <p:spPr bwMode="auto">
            <a:xfrm flipV="1">
              <a:off x="7520058" y="3883550"/>
              <a:ext cx="12907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77" name="Rectangle 61"/>
            <p:cNvSpPr>
              <a:spLocks noChangeArrowheads="1"/>
            </p:cNvSpPr>
            <p:nvPr/>
          </p:nvSpPr>
          <p:spPr bwMode="auto">
            <a:xfrm>
              <a:off x="7794758" y="3537108"/>
              <a:ext cx="1188914"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8</a:t>
              </a:r>
            </a:p>
          </p:txBody>
        </p:sp>
        <p:sp>
          <p:nvSpPr>
            <p:cNvPr id="141378" name="Rectangle 62"/>
            <p:cNvSpPr>
              <a:spLocks noChangeArrowheads="1"/>
            </p:cNvSpPr>
            <p:nvPr/>
          </p:nvSpPr>
          <p:spPr bwMode="auto">
            <a:xfrm>
              <a:off x="7680290" y="3252197"/>
              <a:ext cx="1350906" cy="3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41379" name="Line 63"/>
            <p:cNvSpPr>
              <a:spLocks noChangeShapeType="1"/>
            </p:cNvSpPr>
            <p:nvPr/>
          </p:nvSpPr>
          <p:spPr bwMode="auto">
            <a:xfrm>
              <a:off x="7531170" y="3591074"/>
              <a:ext cx="1269945" cy="158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0" name="Line 64"/>
            <p:cNvSpPr>
              <a:spLocks noChangeShapeType="1"/>
            </p:cNvSpPr>
            <p:nvPr/>
          </p:nvSpPr>
          <p:spPr bwMode="auto">
            <a:xfrm>
              <a:off x="7794758" y="3603773"/>
              <a:ext cx="1587" cy="2825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1" name="Line 65"/>
            <p:cNvSpPr>
              <a:spLocks noChangeShapeType="1"/>
            </p:cNvSpPr>
            <p:nvPr/>
          </p:nvSpPr>
          <p:spPr bwMode="auto">
            <a:xfrm flipH="1">
              <a:off x="7801108" y="3902175"/>
              <a:ext cx="0" cy="5777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2" name="Rectangle 69"/>
            <p:cNvSpPr>
              <a:spLocks noChangeArrowheads="1"/>
            </p:cNvSpPr>
            <p:nvPr/>
          </p:nvSpPr>
          <p:spPr bwMode="auto">
            <a:xfrm>
              <a:off x="7054938" y="2817636"/>
              <a:ext cx="1166763" cy="41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141383" name="Rectangle 72"/>
            <p:cNvSpPr>
              <a:spLocks noChangeArrowheads="1"/>
            </p:cNvSpPr>
            <p:nvPr/>
          </p:nvSpPr>
          <p:spPr bwMode="auto">
            <a:xfrm>
              <a:off x="4465638" y="2417726"/>
              <a:ext cx="1242959" cy="388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191" name="Line 103"/>
            <p:cNvSpPr>
              <a:spLocks noChangeShapeType="1"/>
            </p:cNvSpPr>
            <p:nvPr/>
          </p:nvSpPr>
          <p:spPr bwMode="auto">
            <a:xfrm flipH="1" flipV="1">
              <a:off x="6365875" y="2092325"/>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41385" name="Line 17"/>
            <p:cNvSpPr>
              <a:spLocks noChangeShapeType="1"/>
            </p:cNvSpPr>
            <p:nvPr/>
          </p:nvSpPr>
          <p:spPr bwMode="auto">
            <a:xfrm>
              <a:off x="7094996" y="360303"/>
              <a:ext cx="0" cy="5920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6" name="Line 18"/>
            <p:cNvSpPr>
              <a:spLocks noChangeShapeType="1"/>
            </p:cNvSpPr>
            <p:nvPr/>
          </p:nvSpPr>
          <p:spPr bwMode="auto">
            <a:xfrm>
              <a:off x="8386620" y="360303"/>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7" name="Line 19"/>
            <p:cNvSpPr>
              <a:spLocks noChangeShapeType="1"/>
            </p:cNvSpPr>
            <p:nvPr/>
          </p:nvSpPr>
          <p:spPr bwMode="auto">
            <a:xfrm flipV="1">
              <a:off x="7107695" y="952347"/>
              <a:ext cx="1228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8" name="Line 20"/>
            <p:cNvSpPr>
              <a:spLocks noChangeShapeType="1"/>
            </p:cNvSpPr>
            <p:nvPr/>
          </p:nvSpPr>
          <p:spPr bwMode="auto">
            <a:xfrm flipV="1">
              <a:off x="7096583" y="653945"/>
              <a:ext cx="128582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89" name="Rectangle 21"/>
            <p:cNvSpPr>
              <a:spLocks noChangeArrowheads="1"/>
            </p:cNvSpPr>
            <p:nvPr/>
          </p:nvSpPr>
          <p:spPr bwMode="auto">
            <a:xfrm>
              <a:off x="7339460" y="287463"/>
              <a:ext cx="1119165" cy="36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r>
                <a:rPr lang="en-US" altLang="zh-CN" sz="2100">
                  <a:solidFill>
                    <a:srgbClr val="000000"/>
                  </a:solidFill>
                  <a:ea typeface="宋体" panose="02010600030101010101" pitchFamily="2" charset="-122"/>
                  <a:cs typeface="Times New Roman" panose="02020603050405020304" pitchFamily="18" charset="0"/>
                </a:rPr>
                <a:t>4</a:t>
              </a:r>
              <a:r>
                <a:rPr lang="en-US" altLang="zh-CN" sz="2100" i="1">
                  <a:solidFill>
                    <a:srgbClr val="000000"/>
                  </a:solidFill>
                  <a:ea typeface="宋体" panose="02010600030101010101" pitchFamily="2" charset="-122"/>
                  <a:cs typeface="Times New Roman" panose="02020603050405020304" pitchFamily="18" charset="0"/>
                </a:rPr>
                <a:t> </a:t>
              </a:r>
            </a:p>
          </p:txBody>
        </p:sp>
        <p:sp>
          <p:nvSpPr>
            <p:cNvPr id="141390" name="Line 22"/>
            <p:cNvSpPr>
              <a:spLocks noChangeShapeType="1"/>
            </p:cNvSpPr>
            <p:nvPr/>
          </p:nvSpPr>
          <p:spPr bwMode="auto">
            <a:xfrm>
              <a:off x="7107696" y="360303"/>
              <a:ext cx="125407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1" name="Line 23"/>
            <p:cNvSpPr>
              <a:spLocks noChangeShapeType="1"/>
            </p:cNvSpPr>
            <p:nvPr/>
          </p:nvSpPr>
          <p:spPr bwMode="auto">
            <a:xfrm>
              <a:off x="7378551" y="374588"/>
              <a:ext cx="0" cy="28411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2" name="Rectangle 40"/>
            <p:cNvSpPr>
              <a:spLocks noChangeArrowheads="1"/>
            </p:cNvSpPr>
            <p:nvPr/>
          </p:nvSpPr>
          <p:spPr bwMode="auto">
            <a:xfrm>
              <a:off x="7126744" y="615850"/>
              <a:ext cx="1220390" cy="36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41393" name="Line 24"/>
            <p:cNvSpPr>
              <a:spLocks noChangeShapeType="1"/>
            </p:cNvSpPr>
            <p:nvPr/>
          </p:nvSpPr>
          <p:spPr bwMode="auto">
            <a:xfrm>
              <a:off x="7378551" y="696799"/>
              <a:ext cx="0" cy="26983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1" name="Line 95"/>
            <p:cNvSpPr>
              <a:spLocks noChangeShapeType="1"/>
            </p:cNvSpPr>
            <p:nvPr/>
          </p:nvSpPr>
          <p:spPr bwMode="auto">
            <a:xfrm>
              <a:off x="6819900" y="2066925"/>
              <a:ext cx="0" cy="6318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2" name="Line 43"/>
            <p:cNvSpPr>
              <a:spLocks noChangeShapeType="1"/>
            </p:cNvSpPr>
            <p:nvPr/>
          </p:nvSpPr>
          <p:spPr bwMode="auto">
            <a:xfrm>
              <a:off x="6840537" y="2066925"/>
              <a:ext cx="24606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41396" name="Line 51"/>
            <p:cNvSpPr>
              <a:spLocks noChangeShapeType="1"/>
            </p:cNvSpPr>
            <p:nvPr/>
          </p:nvSpPr>
          <p:spPr bwMode="auto">
            <a:xfrm flipH="1" flipV="1">
              <a:off x="6498916" y="2198608"/>
              <a:ext cx="821399"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7" name="Line 3"/>
            <p:cNvSpPr>
              <a:spLocks noChangeShapeType="1"/>
            </p:cNvSpPr>
            <p:nvPr/>
          </p:nvSpPr>
          <p:spPr bwMode="auto">
            <a:xfrm>
              <a:off x="6481777" y="1049790"/>
              <a:ext cx="0" cy="17602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8" name="Line 18"/>
            <p:cNvSpPr>
              <a:spLocks noChangeShapeType="1"/>
            </p:cNvSpPr>
            <p:nvPr/>
          </p:nvSpPr>
          <p:spPr bwMode="auto">
            <a:xfrm>
              <a:off x="8098600" y="362956"/>
              <a:ext cx="1587" cy="6206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399" name="Line 33"/>
            <p:cNvSpPr>
              <a:spLocks noChangeShapeType="1"/>
            </p:cNvSpPr>
            <p:nvPr/>
          </p:nvSpPr>
          <p:spPr bwMode="auto">
            <a:xfrm>
              <a:off x="8105646" y="1370687"/>
              <a:ext cx="0" cy="3222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00" name="Line 57"/>
            <p:cNvSpPr>
              <a:spLocks noChangeShapeType="1"/>
            </p:cNvSpPr>
            <p:nvPr/>
          </p:nvSpPr>
          <p:spPr bwMode="auto">
            <a:xfrm flipH="1">
              <a:off x="8586812" y="3610543"/>
              <a:ext cx="0" cy="9031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01" name="Line 43"/>
            <p:cNvSpPr>
              <a:spLocks noChangeShapeType="1"/>
            </p:cNvSpPr>
            <p:nvPr/>
          </p:nvSpPr>
          <p:spPr bwMode="auto">
            <a:xfrm flipH="1">
              <a:off x="8350184" y="1980237"/>
              <a:ext cx="4763" cy="11967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9" name="Line 103"/>
            <p:cNvSpPr>
              <a:spLocks noChangeShapeType="1"/>
            </p:cNvSpPr>
            <p:nvPr/>
          </p:nvSpPr>
          <p:spPr bwMode="auto">
            <a:xfrm flipH="1">
              <a:off x="6356350" y="2381250"/>
              <a:ext cx="37465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0" name="Line 103"/>
            <p:cNvSpPr>
              <a:spLocks noChangeShapeType="1"/>
            </p:cNvSpPr>
            <p:nvPr/>
          </p:nvSpPr>
          <p:spPr bwMode="auto">
            <a:xfrm flipH="1" flipV="1">
              <a:off x="6376988" y="2692400"/>
              <a:ext cx="431800"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1" name="Line 95"/>
            <p:cNvSpPr>
              <a:spLocks noChangeShapeType="1"/>
            </p:cNvSpPr>
            <p:nvPr/>
          </p:nvSpPr>
          <p:spPr bwMode="auto">
            <a:xfrm flipH="1">
              <a:off x="6732588" y="1511300"/>
              <a:ext cx="0" cy="865188"/>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2" name="Line 95"/>
            <p:cNvSpPr>
              <a:spLocks noChangeShapeType="1"/>
            </p:cNvSpPr>
            <p:nvPr/>
          </p:nvSpPr>
          <p:spPr bwMode="auto">
            <a:xfrm flipH="1">
              <a:off x="6626225" y="852488"/>
              <a:ext cx="0" cy="1252537"/>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3" name="Line 43"/>
            <p:cNvSpPr>
              <a:spLocks noChangeShapeType="1"/>
            </p:cNvSpPr>
            <p:nvPr/>
          </p:nvSpPr>
          <p:spPr bwMode="auto">
            <a:xfrm flipV="1">
              <a:off x="6732588" y="1511300"/>
              <a:ext cx="28416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4" name="Line 43"/>
            <p:cNvSpPr>
              <a:spLocks noChangeShapeType="1"/>
            </p:cNvSpPr>
            <p:nvPr/>
          </p:nvSpPr>
          <p:spPr bwMode="auto">
            <a:xfrm>
              <a:off x="6635750" y="825500"/>
              <a:ext cx="471488"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5" name="Line 95"/>
            <p:cNvSpPr>
              <a:spLocks noChangeShapeType="1"/>
            </p:cNvSpPr>
            <p:nvPr/>
          </p:nvSpPr>
          <p:spPr bwMode="auto">
            <a:xfrm flipH="1">
              <a:off x="8440737" y="3030538"/>
              <a:ext cx="0" cy="21590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6" name="Line 43"/>
            <p:cNvSpPr>
              <a:spLocks noChangeShapeType="1"/>
            </p:cNvSpPr>
            <p:nvPr/>
          </p:nvSpPr>
          <p:spPr bwMode="auto">
            <a:xfrm>
              <a:off x="7740649" y="3262313"/>
              <a:ext cx="0" cy="280987"/>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7" name="Line 103"/>
            <p:cNvSpPr>
              <a:spLocks noChangeShapeType="1"/>
            </p:cNvSpPr>
            <p:nvPr/>
          </p:nvSpPr>
          <p:spPr bwMode="auto">
            <a:xfrm flipH="1" flipV="1">
              <a:off x="7740649" y="3233738"/>
              <a:ext cx="696913"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41411" name="Line 51"/>
            <p:cNvSpPr>
              <a:spLocks noChangeShapeType="1"/>
            </p:cNvSpPr>
            <p:nvPr/>
          </p:nvSpPr>
          <p:spPr bwMode="auto">
            <a:xfrm flipV="1">
              <a:off x="7570011" y="3277643"/>
              <a:ext cx="1" cy="38462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12" name="Line 51"/>
            <p:cNvSpPr>
              <a:spLocks noChangeShapeType="1"/>
            </p:cNvSpPr>
            <p:nvPr/>
          </p:nvSpPr>
          <p:spPr bwMode="auto">
            <a:xfrm flipH="1">
              <a:off x="6464638" y="1609715"/>
              <a:ext cx="736791" cy="1659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13" name="Line 103"/>
            <p:cNvSpPr>
              <a:spLocks noChangeShapeType="1"/>
            </p:cNvSpPr>
            <p:nvPr/>
          </p:nvSpPr>
          <p:spPr bwMode="auto">
            <a:xfrm flipH="1" flipV="1">
              <a:off x="6282255" y="556698"/>
              <a:ext cx="968484"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41414" name="Line 51"/>
            <p:cNvSpPr>
              <a:spLocks noChangeShapeType="1"/>
            </p:cNvSpPr>
            <p:nvPr/>
          </p:nvSpPr>
          <p:spPr bwMode="auto">
            <a:xfrm flipH="1">
              <a:off x="6300658" y="542412"/>
              <a:ext cx="0" cy="45819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42</a:t>
            </a:fld>
            <a:endParaRPr lang="en-US" altLang="zh-CN" dirty="0"/>
          </a:p>
        </p:txBody>
      </p:sp>
    </p:spTree>
    <p:extLst>
      <p:ext uri="{BB962C8B-B14F-4D97-AF65-F5344CB8AC3E}">
        <p14:creationId xmlns:p14="http://schemas.microsoft.com/office/powerpoint/2010/main" val="20234971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p:cTn id="7" dur="500" fill="hold"/>
                                        <p:tgtEl>
                                          <p:spTgt spid="131"/>
                                        </p:tgtEl>
                                        <p:attrNameLst>
                                          <p:attrName>ppt_w</p:attrName>
                                        </p:attrNameLst>
                                      </p:cBhvr>
                                      <p:tavLst>
                                        <p:tav tm="0">
                                          <p:val>
                                            <p:fltVal val="0"/>
                                          </p:val>
                                        </p:tav>
                                        <p:tav tm="100000">
                                          <p:val>
                                            <p:strVal val="#ppt_w"/>
                                          </p:val>
                                        </p:tav>
                                      </p:tavLst>
                                    </p:anim>
                                    <p:anim calcmode="lin" valueType="num">
                                      <p:cBhvr>
                                        <p:cTn id="8" dur="500" fill="hold"/>
                                        <p:tgtEl>
                                          <p:spTgt spid="131"/>
                                        </p:tgtEl>
                                        <p:attrNameLst>
                                          <p:attrName>ppt_h</p:attrName>
                                        </p:attrNameLst>
                                      </p:cBhvr>
                                      <p:tavLst>
                                        <p:tav tm="0">
                                          <p:val>
                                            <p:fltVal val="0"/>
                                          </p:val>
                                        </p:tav>
                                        <p:tav tm="100000">
                                          <p:val>
                                            <p:strVal val="#ppt_h"/>
                                          </p:val>
                                        </p:tav>
                                      </p:tavLst>
                                    </p:anim>
                                    <p:animEffect transition="in" filter="fade">
                                      <p:cBhvr>
                                        <p:cTn id="9" dur="500"/>
                                        <p:tgtEl>
                                          <p:spTgt spid="13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32"/>
                                        </p:tgtEl>
                                        <p:attrNameLst>
                                          <p:attrName>style.visibility</p:attrName>
                                        </p:attrNameLst>
                                      </p:cBhvr>
                                      <p:to>
                                        <p:strVal val="visible"/>
                                      </p:to>
                                    </p:set>
                                    <p:anim calcmode="lin" valueType="num">
                                      <p:cBhvr>
                                        <p:cTn id="21" dur="500" fill="hold"/>
                                        <p:tgtEl>
                                          <p:spTgt spid="132"/>
                                        </p:tgtEl>
                                        <p:attrNameLst>
                                          <p:attrName>ppt_w</p:attrName>
                                        </p:attrNameLst>
                                      </p:cBhvr>
                                      <p:tavLst>
                                        <p:tav tm="0">
                                          <p:val>
                                            <p:fltVal val="0"/>
                                          </p:val>
                                        </p:tav>
                                        <p:tav tm="100000">
                                          <p:val>
                                            <p:strVal val="#ppt_w"/>
                                          </p:val>
                                        </p:tav>
                                      </p:tavLst>
                                    </p:anim>
                                    <p:anim calcmode="lin" valueType="num">
                                      <p:cBhvr>
                                        <p:cTn id="22" dur="500" fill="hold"/>
                                        <p:tgtEl>
                                          <p:spTgt spid="132"/>
                                        </p:tgtEl>
                                        <p:attrNameLst>
                                          <p:attrName>ppt_h</p:attrName>
                                        </p:attrNameLst>
                                      </p:cBhvr>
                                      <p:tavLst>
                                        <p:tav tm="0">
                                          <p:val>
                                            <p:fltVal val="0"/>
                                          </p:val>
                                        </p:tav>
                                        <p:tav tm="100000">
                                          <p:val>
                                            <p:strVal val="#ppt_h"/>
                                          </p:val>
                                        </p:tav>
                                      </p:tavLst>
                                    </p:anim>
                                    <p:animEffect transition="in" filter="fade">
                                      <p:cBhvr>
                                        <p:cTn id="23" dur="500"/>
                                        <p:tgtEl>
                                          <p:spTgt spid="132"/>
                                        </p:tgtEl>
                                      </p:cBhvr>
                                    </p:animEffect>
                                  </p:childTnLst>
                                </p:cTn>
                              </p:par>
                              <p:par>
                                <p:cTn id="24" presetID="53" presetClass="entr" presetSubtype="0" fill="hold" grpId="0" nodeType="withEffect">
                                  <p:stCondLst>
                                    <p:cond delay="0"/>
                                  </p:stCondLst>
                                  <p:childTnLst>
                                    <p:set>
                                      <p:cBhvr>
                                        <p:cTn id="25" dur="1" fill="hold">
                                          <p:stCondLst>
                                            <p:cond delay="0"/>
                                          </p:stCondLst>
                                        </p:cTn>
                                        <p:tgtEl>
                                          <p:spTgt spid="133"/>
                                        </p:tgtEl>
                                        <p:attrNameLst>
                                          <p:attrName>style.visibility</p:attrName>
                                        </p:attrNameLst>
                                      </p:cBhvr>
                                      <p:to>
                                        <p:strVal val="visible"/>
                                      </p:to>
                                    </p:set>
                                    <p:anim calcmode="lin" valueType="num">
                                      <p:cBhvr>
                                        <p:cTn id="26" dur="500" fill="hold"/>
                                        <p:tgtEl>
                                          <p:spTgt spid="133"/>
                                        </p:tgtEl>
                                        <p:attrNameLst>
                                          <p:attrName>ppt_w</p:attrName>
                                        </p:attrNameLst>
                                      </p:cBhvr>
                                      <p:tavLst>
                                        <p:tav tm="0">
                                          <p:val>
                                            <p:fltVal val="0"/>
                                          </p:val>
                                        </p:tav>
                                        <p:tav tm="100000">
                                          <p:val>
                                            <p:strVal val="#ppt_w"/>
                                          </p:val>
                                        </p:tav>
                                      </p:tavLst>
                                    </p:anim>
                                    <p:anim calcmode="lin" valueType="num">
                                      <p:cBhvr>
                                        <p:cTn id="27" dur="500" fill="hold"/>
                                        <p:tgtEl>
                                          <p:spTgt spid="133"/>
                                        </p:tgtEl>
                                        <p:attrNameLst>
                                          <p:attrName>ppt_h</p:attrName>
                                        </p:attrNameLst>
                                      </p:cBhvr>
                                      <p:tavLst>
                                        <p:tav tm="0">
                                          <p:val>
                                            <p:fltVal val="0"/>
                                          </p:val>
                                        </p:tav>
                                        <p:tav tm="100000">
                                          <p:val>
                                            <p:strVal val="#ppt_h"/>
                                          </p:val>
                                        </p:tav>
                                      </p:tavLst>
                                    </p:anim>
                                    <p:animEffect transition="in" filter="fade">
                                      <p:cBhvr>
                                        <p:cTn id="28" dur="500"/>
                                        <p:tgtEl>
                                          <p:spTgt spid="13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134"/>
                                        </p:tgtEl>
                                        <p:attrNameLst>
                                          <p:attrName>style.visibility</p:attrName>
                                        </p:attrNameLst>
                                      </p:cBhvr>
                                      <p:to>
                                        <p:strVal val="visible"/>
                                      </p:to>
                                    </p:set>
                                    <p:anim calcmode="lin" valueType="num">
                                      <p:cBhvr>
                                        <p:cTn id="33" dur="500" fill="hold"/>
                                        <p:tgtEl>
                                          <p:spTgt spid="134"/>
                                        </p:tgtEl>
                                        <p:attrNameLst>
                                          <p:attrName>ppt_w</p:attrName>
                                        </p:attrNameLst>
                                      </p:cBhvr>
                                      <p:tavLst>
                                        <p:tav tm="0">
                                          <p:val>
                                            <p:fltVal val="0"/>
                                          </p:val>
                                        </p:tav>
                                        <p:tav tm="100000">
                                          <p:val>
                                            <p:strVal val="#ppt_w"/>
                                          </p:val>
                                        </p:tav>
                                      </p:tavLst>
                                    </p:anim>
                                    <p:anim calcmode="lin" valueType="num">
                                      <p:cBhvr>
                                        <p:cTn id="34" dur="500" fill="hold"/>
                                        <p:tgtEl>
                                          <p:spTgt spid="134"/>
                                        </p:tgtEl>
                                        <p:attrNameLst>
                                          <p:attrName>ppt_h</p:attrName>
                                        </p:attrNameLst>
                                      </p:cBhvr>
                                      <p:tavLst>
                                        <p:tav tm="0">
                                          <p:val>
                                            <p:fltVal val="0"/>
                                          </p:val>
                                        </p:tav>
                                        <p:tav tm="100000">
                                          <p:val>
                                            <p:strVal val="#ppt_h"/>
                                          </p:val>
                                        </p:tav>
                                      </p:tavLst>
                                    </p:anim>
                                    <p:animEffect transition="in" filter="fade">
                                      <p:cBhvr>
                                        <p:cTn id="35" dur="500"/>
                                        <p:tgtEl>
                                          <p:spTgt spid="134"/>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136"/>
                                        </p:tgtEl>
                                        <p:attrNameLst>
                                          <p:attrName>style.visibility</p:attrName>
                                        </p:attrNameLst>
                                      </p:cBhvr>
                                      <p:to>
                                        <p:strVal val="visible"/>
                                      </p:to>
                                    </p:set>
                                    <p:anim calcmode="lin" valueType="num">
                                      <p:cBhvr>
                                        <p:cTn id="38" dur="500" fill="hold"/>
                                        <p:tgtEl>
                                          <p:spTgt spid="136"/>
                                        </p:tgtEl>
                                        <p:attrNameLst>
                                          <p:attrName>ppt_w</p:attrName>
                                        </p:attrNameLst>
                                      </p:cBhvr>
                                      <p:tavLst>
                                        <p:tav tm="0">
                                          <p:val>
                                            <p:fltVal val="0"/>
                                          </p:val>
                                        </p:tav>
                                        <p:tav tm="100000">
                                          <p:val>
                                            <p:strVal val="#ppt_w"/>
                                          </p:val>
                                        </p:tav>
                                      </p:tavLst>
                                    </p:anim>
                                    <p:anim calcmode="lin" valueType="num">
                                      <p:cBhvr>
                                        <p:cTn id="39" dur="500" fill="hold"/>
                                        <p:tgtEl>
                                          <p:spTgt spid="136"/>
                                        </p:tgtEl>
                                        <p:attrNameLst>
                                          <p:attrName>ppt_h</p:attrName>
                                        </p:attrNameLst>
                                      </p:cBhvr>
                                      <p:tavLst>
                                        <p:tav tm="0">
                                          <p:val>
                                            <p:fltVal val="0"/>
                                          </p:val>
                                        </p:tav>
                                        <p:tav tm="100000">
                                          <p:val>
                                            <p:strVal val="#ppt_h"/>
                                          </p:val>
                                        </p:tav>
                                      </p:tavLst>
                                    </p:anim>
                                    <p:animEffect transition="in" filter="fade">
                                      <p:cBhvr>
                                        <p:cTn id="40" dur="500"/>
                                        <p:tgtEl>
                                          <p:spTgt spid="13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0" fill="hold" grpId="0" nodeType="clickEffect">
                                  <p:stCondLst>
                                    <p:cond delay="0"/>
                                  </p:stCondLst>
                                  <p:childTnLst>
                                    <p:set>
                                      <p:cBhvr>
                                        <p:cTn id="44" dur="1" fill="hold">
                                          <p:stCondLst>
                                            <p:cond delay="0"/>
                                          </p:stCondLst>
                                        </p:cTn>
                                        <p:tgtEl>
                                          <p:spTgt spid="137"/>
                                        </p:tgtEl>
                                        <p:attrNameLst>
                                          <p:attrName>style.visibility</p:attrName>
                                        </p:attrNameLst>
                                      </p:cBhvr>
                                      <p:to>
                                        <p:strVal val="visible"/>
                                      </p:to>
                                    </p:set>
                                    <p:anim calcmode="lin" valueType="num">
                                      <p:cBhvr>
                                        <p:cTn id="45" dur="500" fill="hold"/>
                                        <p:tgtEl>
                                          <p:spTgt spid="137"/>
                                        </p:tgtEl>
                                        <p:attrNameLst>
                                          <p:attrName>ppt_w</p:attrName>
                                        </p:attrNameLst>
                                      </p:cBhvr>
                                      <p:tavLst>
                                        <p:tav tm="0">
                                          <p:val>
                                            <p:fltVal val="0"/>
                                          </p:val>
                                        </p:tav>
                                        <p:tav tm="100000">
                                          <p:val>
                                            <p:strVal val="#ppt_w"/>
                                          </p:val>
                                        </p:tav>
                                      </p:tavLst>
                                    </p:anim>
                                    <p:anim calcmode="lin" valueType="num">
                                      <p:cBhvr>
                                        <p:cTn id="46" dur="500" fill="hold"/>
                                        <p:tgtEl>
                                          <p:spTgt spid="137"/>
                                        </p:tgtEl>
                                        <p:attrNameLst>
                                          <p:attrName>ppt_h</p:attrName>
                                        </p:attrNameLst>
                                      </p:cBhvr>
                                      <p:tavLst>
                                        <p:tav tm="0">
                                          <p:val>
                                            <p:fltVal val="0"/>
                                          </p:val>
                                        </p:tav>
                                        <p:tav tm="100000">
                                          <p:val>
                                            <p:strVal val="#ppt_h"/>
                                          </p:val>
                                        </p:tav>
                                      </p:tavLst>
                                    </p:anim>
                                    <p:animEffect transition="in" filter="fade">
                                      <p:cBhvr>
                                        <p:cTn id="47" dur="500"/>
                                        <p:tgtEl>
                                          <p:spTgt spid="137"/>
                                        </p:tgtEl>
                                      </p:cBhvr>
                                    </p:animEffect>
                                  </p:childTnLst>
                                </p:cTn>
                              </p:par>
                              <p:par>
                                <p:cTn id="48" presetID="53" presetClass="entr" presetSubtype="0" fill="hold" grpId="0" nodeType="withEffect">
                                  <p:stCondLst>
                                    <p:cond delay="0"/>
                                  </p:stCondLst>
                                  <p:childTnLst>
                                    <p:set>
                                      <p:cBhvr>
                                        <p:cTn id="49" dur="1" fill="hold">
                                          <p:stCondLst>
                                            <p:cond delay="0"/>
                                          </p:stCondLst>
                                        </p:cTn>
                                        <p:tgtEl>
                                          <p:spTgt spid="138"/>
                                        </p:tgtEl>
                                        <p:attrNameLst>
                                          <p:attrName>style.visibility</p:attrName>
                                        </p:attrNameLst>
                                      </p:cBhvr>
                                      <p:to>
                                        <p:strVal val="visible"/>
                                      </p:to>
                                    </p:set>
                                    <p:anim calcmode="lin" valueType="num">
                                      <p:cBhvr>
                                        <p:cTn id="50" dur="500" fill="hold"/>
                                        <p:tgtEl>
                                          <p:spTgt spid="138"/>
                                        </p:tgtEl>
                                        <p:attrNameLst>
                                          <p:attrName>ppt_w</p:attrName>
                                        </p:attrNameLst>
                                      </p:cBhvr>
                                      <p:tavLst>
                                        <p:tav tm="0">
                                          <p:val>
                                            <p:fltVal val="0"/>
                                          </p:val>
                                        </p:tav>
                                        <p:tav tm="100000">
                                          <p:val>
                                            <p:strVal val="#ppt_w"/>
                                          </p:val>
                                        </p:tav>
                                      </p:tavLst>
                                    </p:anim>
                                    <p:anim calcmode="lin" valueType="num">
                                      <p:cBhvr>
                                        <p:cTn id="51" dur="500" fill="hold"/>
                                        <p:tgtEl>
                                          <p:spTgt spid="138"/>
                                        </p:tgtEl>
                                        <p:attrNameLst>
                                          <p:attrName>ppt_h</p:attrName>
                                        </p:attrNameLst>
                                      </p:cBhvr>
                                      <p:tavLst>
                                        <p:tav tm="0">
                                          <p:val>
                                            <p:fltVal val="0"/>
                                          </p:val>
                                        </p:tav>
                                        <p:tav tm="100000">
                                          <p:val>
                                            <p:strVal val="#ppt_h"/>
                                          </p:val>
                                        </p:tav>
                                      </p:tavLst>
                                    </p:anim>
                                    <p:animEffect transition="in" filter="fade">
                                      <p:cBhvr>
                                        <p:cTn id="52" dur="500"/>
                                        <p:tgtEl>
                                          <p:spTgt spid="13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16" fill="hold" nodeType="clickEffect">
                                  <p:stCondLst>
                                    <p:cond delay="0"/>
                                  </p:stCondLst>
                                  <p:childTnLst>
                                    <p:set>
                                      <p:cBhvr>
                                        <p:cTn id="56" dur="1" fill="hold">
                                          <p:stCondLst>
                                            <p:cond delay="0"/>
                                          </p:stCondLst>
                                        </p:cTn>
                                        <p:tgtEl>
                                          <p:spTgt spid="127"/>
                                        </p:tgtEl>
                                        <p:attrNameLst>
                                          <p:attrName>style.visibility</p:attrName>
                                        </p:attrNameLst>
                                      </p:cBhvr>
                                      <p:to>
                                        <p:strVal val="visible"/>
                                      </p:to>
                                    </p:set>
                                    <p:anim calcmode="lin" valueType="num">
                                      <p:cBhvr>
                                        <p:cTn id="57" dur="500" fill="hold"/>
                                        <p:tgtEl>
                                          <p:spTgt spid="127"/>
                                        </p:tgtEl>
                                        <p:attrNameLst>
                                          <p:attrName>ppt_w</p:attrName>
                                        </p:attrNameLst>
                                      </p:cBhvr>
                                      <p:tavLst>
                                        <p:tav tm="0">
                                          <p:val>
                                            <p:fltVal val="0"/>
                                          </p:val>
                                        </p:tav>
                                        <p:tav tm="100000">
                                          <p:val>
                                            <p:strVal val="#ppt_w"/>
                                          </p:val>
                                        </p:tav>
                                      </p:tavLst>
                                    </p:anim>
                                    <p:anim calcmode="lin" valueType="num">
                                      <p:cBhvr>
                                        <p:cTn id="58" dur="500" fill="hold"/>
                                        <p:tgtEl>
                                          <p:spTgt spid="127"/>
                                        </p:tgtEl>
                                        <p:attrNameLst>
                                          <p:attrName>ppt_h</p:attrName>
                                        </p:attrNameLst>
                                      </p:cBhvr>
                                      <p:tavLst>
                                        <p:tav tm="0">
                                          <p:val>
                                            <p:fltVal val="0"/>
                                          </p:val>
                                        </p:tav>
                                        <p:tav tm="100000">
                                          <p:val>
                                            <p:strVal val="#ppt_h"/>
                                          </p:val>
                                        </p:tav>
                                      </p:tavLst>
                                    </p:anim>
                                    <p:animEffect transition="in" filter="fade">
                                      <p:cBhvr>
                                        <p:cTn id="59"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132" grpId="0" animBg="1"/>
      <p:bldP spid="133" grpId="0" animBg="1"/>
      <p:bldP spid="134" grpId="0" animBg="1"/>
      <p:bldP spid="136" grpId="0" animBg="1"/>
      <p:bldP spid="137" grpId="0" animBg="1"/>
      <p:bldP spid="13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2"/>
          <p:cNvSpPr>
            <a:spLocks noGrp="1"/>
          </p:cNvSpPr>
          <p:nvPr>
            <p:ph idx="1"/>
          </p:nvPr>
        </p:nvSpPr>
        <p:spPr>
          <a:xfrm>
            <a:off x="323850" y="857250"/>
            <a:ext cx="8713788" cy="4213225"/>
          </a:xfrm>
        </p:spPr>
        <p:txBody>
          <a:bodyPr/>
          <a:lstStyle/>
          <a:p>
            <a:pPr>
              <a:lnSpc>
                <a:spcPts val="2800"/>
              </a:lnSpc>
              <a:buClrTx/>
              <a:buFont typeface="Wingdings" pitchFamily="2" charset="2"/>
              <a:buChar char="Ø"/>
              <a:defRPr/>
            </a:pPr>
            <a:r>
              <a:rPr lang="zh-CN" altLang="en-US" sz="2500" b="1" dirty="0">
                <a:solidFill>
                  <a:schemeClr val="tx1"/>
                </a:solidFill>
                <a:cs typeface="Times New Roman" pitchFamily="18" charset="0"/>
              </a:rPr>
              <a:t>当在某一层的</a:t>
            </a:r>
            <a:r>
              <a:rPr lang="zh-CN" altLang="en-US" sz="2500" b="1" dirty="0">
                <a:solidFill>
                  <a:schemeClr val="tx2">
                    <a:lumMod val="60000"/>
                    <a:lumOff val="40000"/>
                  </a:schemeClr>
                </a:solidFill>
                <a:cs typeface="Times New Roman" pitchFamily="18" charset="0"/>
              </a:rPr>
              <a:t>声明语句</a:t>
            </a:r>
            <a:r>
              <a:rPr lang="zh-CN" altLang="en-US" sz="2500" b="1" dirty="0">
                <a:solidFill>
                  <a:schemeClr val="tx1"/>
                </a:solidFill>
                <a:cs typeface="Times New Roman" pitchFamily="18" charset="0"/>
              </a:rPr>
              <a:t>中识别出一个标识符</a:t>
            </a:r>
            <a:r>
              <a:rPr lang="en-US" altLang="zh-CN" sz="2800" b="1" dirty="0">
                <a:solidFill>
                  <a:schemeClr val="tx1"/>
                </a:solidFill>
                <a:ea typeface="楷体" pitchFamily="49" charset="-122"/>
                <a:cs typeface="Times New Roman" pitchFamily="18" charset="0"/>
              </a:rPr>
              <a:t>(</a:t>
            </a:r>
            <a:r>
              <a:rPr lang="en-US" altLang="zh-CN" sz="2500" b="1" dirty="0">
                <a:solidFill>
                  <a:schemeClr val="tx1"/>
                </a:solidFill>
                <a:cs typeface="Times New Roman" pitchFamily="18" charset="0"/>
              </a:rPr>
              <a:t>id</a:t>
            </a:r>
            <a:r>
              <a:rPr lang="zh-CN" altLang="en-US" sz="2500" b="1" dirty="0">
                <a:solidFill>
                  <a:schemeClr val="tx1"/>
                </a:solidFill>
                <a:cs typeface="Times New Roman" pitchFamily="18" charset="0"/>
              </a:rPr>
              <a:t>的</a:t>
            </a:r>
            <a:r>
              <a:rPr lang="zh-CN" altLang="en-US" sz="2500" b="1" dirty="0">
                <a:solidFill>
                  <a:schemeClr val="tx2">
                    <a:lumMod val="60000"/>
                    <a:lumOff val="40000"/>
                  </a:schemeClr>
                </a:solidFill>
                <a:cs typeface="Times New Roman" pitchFamily="18" charset="0"/>
              </a:rPr>
              <a:t>定义性出现</a:t>
            </a:r>
            <a:r>
              <a:rPr lang="en-US" altLang="zh-CN" sz="2800" b="1" dirty="0">
                <a:solidFill>
                  <a:schemeClr val="tx1"/>
                </a:solidFill>
                <a:ea typeface="楷体" pitchFamily="49" charset="-122"/>
                <a:cs typeface="Times New Roman" pitchFamily="18" charset="0"/>
              </a:rPr>
              <a:t>)</a:t>
            </a:r>
            <a:r>
              <a:rPr lang="zh-CN" altLang="en-US" sz="2500" b="1" dirty="0">
                <a:solidFill>
                  <a:schemeClr val="tx1"/>
                </a:solidFill>
                <a:cs typeface="Times New Roman" pitchFamily="18" charset="0"/>
              </a:rPr>
              <a:t>时，以此标识符查相应于本层的符号表</a:t>
            </a:r>
            <a:endParaRPr lang="en-US" altLang="zh-CN" sz="2500" b="1" dirty="0">
              <a:solidFill>
                <a:schemeClr val="tx1"/>
              </a:solidFill>
              <a:cs typeface="Times New Roman" pitchFamily="18" charset="0"/>
            </a:endParaRPr>
          </a:p>
          <a:p>
            <a:pPr lvl="1">
              <a:lnSpc>
                <a:spcPts val="2800"/>
              </a:lnSpc>
              <a:buClrTx/>
              <a:buFont typeface="Wingdings" pitchFamily="2" charset="2"/>
              <a:buChar char="Ø"/>
              <a:defRPr/>
            </a:pPr>
            <a:r>
              <a:rPr lang="zh-CN" altLang="en-US" sz="2400" b="1" dirty="0">
                <a:solidFill>
                  <a:schemeClr val="tx1"/>
                </a:solidFill>
                <a:cs typeface="Times New Roman" pitchFamily="18" charset="0"/>
              </a:rPr>
              <a:t>如果查到，则报错并发出诊断信息“</a:t>
            </a:r>
            <a:r>
              <a:rPr lang="en-US" altLang="zh-CN" sz="2400" b="1" dirty="0">
                <a:solidFill>
                  <a:schemeClr val="tx1"/>
                </a:solidFill>
                <a:cs typeface="Times New Roman" pitchFamily="18" charset="0"/>
              </a:rPr>
              <a:t>id</a:t>
            </a:r>
            <a:r>
              <a:rPr lang="zh-CN" altLang="en-US" sz="2400" b="1" dirty="0">
                <a:solidFill>
                  <a:schemeClr val="tx2">
                    <a:lumMod val="60000"/>
                    <a:lumOff val="40000"/>
                  </a:schemeClr>
                </a:solidFill>
                <a:cs typeface="Times New Roman" pitchFamily="18" charset="0"/>
              </a:rPr>
              <a:t>重复声明</a:t>
            </a:r>
            <a:r>
              <a:rPr lang="zh-CN" altLang="en-US" sz="2400" b="1" dirty="0">
                <a:solidFill>
                  <a:schemeClr val="tx1"/>
                </a:solidFill>
                <a:cs typeface="Times New Roman" pitchFamily="18" charset="0"/>
              </a:rPr>
              <a:t>”</a:t>
            </a:r>
            <a:endParaRPr lang="en-US" altLang="zh-CN" sz="2400" b="1" dirty="0">
              <a:solidFill>
                <a:schemeClr val="tx1"/>
              </a:solidFill>
              <a:cs typeface="Times New Roman" pitchFamily="18" charset="0"/>
            </a:endParaRPr>
          </a:p>
          <a:p>
            <a:pPr lvl="1">
              <a:lnSpc>
                <a:spcPts val="2800"/>
              </a:lnSpc>
              <a:buClrTx/>
              <a:buFont typeface="Wingdings" pitchFamily="2" charset="2"/>
              <a:buChar char="Ø"/>
              <a:defRPr/>
            </a:pPr>
            <a:r>
              <a:rPr lang="zh-CN" altLang="en-US" sz="2400" b="1" dirty="0">
                <a:solidFill>
                  <a:schemeClr val="tx1"/>
                </a:solidFill>
                <a:cs typeface="Times New Roman" pitchFamily="18" charset="0"/>
              </a:rPr>
              <a:t>否则，在符号表中加入新登记项，将标识符及有关信息填入</a:t>
            </a:r>
            <a:endParaRPr lang="en-US" altLang="zh-CN" sz="2400" b="1" dirty="0">
              <a:solidFill>
                <a:schemeClr val="tx1"/>
              </a:solidFill>
              <a:cs typeface="Times New Roman" pitchFamily="18" charset="0"/>
            </a:endParaRPr>
          </a:p>
          <a:p>
            <a:pPr>
              <a:lnSpc>
                <a:spcPts val="2800"/>
              </a:lnSpc>
              <a:buClrTx/>
              <a:buFont typeface="Wingdings" pitchFamily="2" charset="2"/>
              <a:buChar char="Ø"/>
              <a:defRPr/>
            </a:pPr>
            <a:r>
              <a:rPr lang="zh-CN" altLang="en-US" sz="2500" b="1" dirty="0">
                <a:solidFill>
                  <a:schemeClr val="tx1"/>
                </a:solidFill>
                <a:cs typeface="Times New Roman" pitchFamily="18" charset="0"/>
              </a:rPr>
              <a:t>当在</a:t>
            </a:r>
            <a:r>
              <a:rPr lang="zh-CN" altLang="en-US" sz="2500" b="1" dirty="0">
                <a:solidFill>
                  <a:schemeClr val="tx2">
                    <a:lumMod val="60000"/>
                    <a:lumOff val="40000"/>
                  </a:schemeClr>
                </a:solidFill>
                <a:cs typeface="Times New Roman" pitchFamily="18" charset="0"/>
              </a:rPr>
              <a:t>可执行语句</a:t>
            </a:r>
            <a:r>
              <a:rPr lang="zh-CN" altLang="en-US" sz="2500" b="1" dirty="0">
                <a:solidFill>
                  <a:schemeClr val="tx1"/>
                </a:solidFill>
                <a:cs typeface="Times New Roman" pitchFamily="18" charset="0"/>
              </a:rPr>
              <a:t>部分扫视到标识符时</a:t>
            </a:r>
            <a:r>
              <a:rPr lang="en-US" altLang="zh-CN" sz="2800" b="1" dirty="0">
                <a:solidFill>
                  <a:schemeClr val="tx1"/>
                </a:solidFill>
                <a:ea typeface="楷体" pitchFamily="49" charset="-122"/>
                <a:cs typeface="Times New Roman" pitchFamily="18" charset="0"/>
              </a:rPr>
              <a:t>( </a:t>
            </a:r>
            <a:r>
              <a:rPr lang="en-US" altLang="zh-CN" sz="2500" b="1" dirty="0">
                <a:solidFill>
                  <a:schemeClr val="tx1"/>
                </a:solidFill>
                <a:cs typeface="Times New Roman" pitchFamily="18" charset="0"/>
              </a:rPr>
              <a:t>id</a:t>
            </a:r>
            <a:r>
              <a:rPr lang="zh-CN" altLang="en-US" sz="2500" b="1" dirty="0">
                <a:solidFill>
                  <a:schemeClr val="tx1"/>
                </a:solidFill>
                <a:cs typeface="Times New Roman" pitchFamily="18" charset="0"/>
              </a:rPr>
              <a:t>的</a:t>
            </a:r>
            <a:r>
              <a:rPr lang="zh-CN" altLang="en-US" sz="2500" b="1" dirty="0">
                <a:solidFill>
                  <a:schemeClr val="tx2">
                    <a:lumMod val="60000"/>
                    <a:lumOff val="40000"/>
                  </a:schemeClr>
                </a:solidFill>
                <a:cs typeface="Times New Roman" pitchFamily="18" charset="0"/>
              </a:rPr>
              <a:t>应用性出现</a:t>
            </a:r>
            <a:r>
              <a:rPr lang="en-US" altLang="zh-CN" sz="2800" b="1" dirty="0">
                <a:solidFill>
                  <a:schemeClr val="tx1"/>
                </a:solidFill>
                <a:ea typeface="楷体" pitchFamily="49" charset="-122"/>
                <a:cs typeface="Times New Roman" pitchFamily="18" charset="0"/>
              </a:rPr>
              <a:t>)</a:t>
            </a:r>
            <a:endParaRPr lang="en-US" altLang="zh-CN" sz="2500" b="1" dirty="0">
              <a:solidFill>
                <a:schemeClr val="tx1"/>
              </a:solidFill>
              <a:cs typeface="Times New Roman" pitchFamily="18" charset="0"/>
            </a:endParaRPr>
          </a:p>
          <a:p>
            <a:pPr lvl="1">
              <a:lnSpc>
                <a:spcPts val="2800"/>
              </a:lnSpc>
              <a:buClrTx/>
              <a:buFont typeface="Wingdings" pitchFamily="2" charset="2"/>
              <a:buChar char="Ø"/>
              <a:defRPr/>
            </a:pPr>
            <a:r>
              <a:rPr lang="zh-CN" altLang="en-US" sz="2400" b="1" dirty="0">
                <a:solidFill>
                  <a:schemeClr val="tx1"/>
                </a:solidFill>
                <a:cs typeface="Times New Roman" pitchFamily="18" charset="0"/>
              </a:rPr>
              <a:t>首先在该层符号表中查找该</a:t>
            </a:r>
            <a:r>
              <a:rPr lang="en-US" altLang="zh-CN" sz="2400" b="1" dirty="0">
                <a:solidFill>
                  <a:schemeClr val="tx1"/>
                </a:solidFill>
                <a:cs typeface="Times New Roman" pitchFamily="18" charset="0"/>
              </a:rPr>
              <a:t>id</a:t>
            </a:r>
            <a:r>
              <a:rPr lang="zh-CN" altLang="en-US" sz="2400" b="1" dirty="0">
                <a:solidFill>
                  <a:schemeClr val="tx1"/>
                </a:solidFill>
                <a:cs typeface="Times New Roman" pitchFamily="18" charset="0"/>
              </a:rPr>
              <a:t>，如果找不到，则到直接外层符号表中去查，如此等等，一旦找到，则在表中取出有关信息并作相应处理</a:t>
            </a:r>
            <a:endParaRPr lang="en-US" altLang="zh-CN" sz="2400" b="1" dirty="0">
              <a:solidFill>
                <a:schemeClr val="tx1"/>
              </a:solidFill>
              <a:cs typeface="Times New Roman" pitchFamily="18" charset="0"/>
            </a:endParaRPr>
          </a:p>
          <a:p>
            <a:pPr lvl="1">
              <a:lnSpc>
                <a:spcPts val="2800"/>
              </a:lnSpc>
              <a:buClrTx/>
              <a:buFont typeface="Wingdings" pitchFamily="2" charset="2"/>
              <a:buChar char="Ø"/>
              <a:defRPr/>
            </a:pPr>
            <a:r>
              <a:rPr lang="zh-CN" altLang="en-US" sz="2400" b="1" dirty="0">
                <a:solidFill>
                  <a:schemeClr val="tx1"/>
                </a:solidFill>
                <a:cs typeface="Times New Roman" pitchFamily="18" charset="0"/>
              </a:rPr>
              <a:t>如果查遍所有外层符号表均未找到该</a:t>
            </a:r>
            <a:r>
              <a:rPr lang="en-US" altLang="zh-CN" sz="2400" b="1" dirty="0">
                <a:solidFill>
                  <a:schemeClr val="tx1"/>
                </a:solidFill>
                <a:cs typeface="Times New Roman" pitchFamily="18" charset="0"/>
              </a:rPr>
              <a:t>id</a:t>
            </a:r>
            <a:r>
              <a:rPr lang="zh-CN" altLang="en-US" sz="2400" b="1" dirty="0">
                <a:solidFill>
                  <a:schemeClr val="tx1"/>
                </a:solidFill>
                <a:cs typeface="Times New Roman" pitchFamily="18" charset="0"/>
              </a:rPr>
              <a:t>，则报错并发出诊断信息“</a:t>
            </a:r>
            <a:r>
              <a:rPr lang="en-US" altLang="zh-CN" sz="2400" b="1" dirty="0">
                <a:solidFill>
                  <a:schemeClr val="tx1"/>
                </a:solidFill>
                <a:cs typeface="Times New Roman" pitchFamily="18" charset="0"/>
              </a:rPr>
              <a:t>id</a:t>
            </a:r>
            <a:r>
              <a:rPr lang="zh-CN" altLang="en-US" sz="2400" b="1" dirty="0">
                <a:solidFill>
                  <a:schemeClr val="tx2">
                    <a:lumMod val="60000"/>
                    <a:lumOff val="40000"/>
                  </a:schemeClr>
                </a:solidFill>
                <a:cs typeface="Times New Roman" pitchFamily="18" charset="0"/>
              </a:rPr>
              <a:t>未声明</a:t>
            </a:r>
            <a:r>
              <a:rPr lang="zh-CN" altLang="en-US" sz="2400" b="1" dirty="0">
                <a:solidFill>
                  <a:schemeClr val="tx1"/>
                </a:solidFill>
                <a:cs typeface="Times New Roman" pitchFamily="18" charset="0"/>
              </a:rPr>
              <a:t>”</a:t>
            </a:r>
          </a:p>
        </p:txBody>
      </p:sp>
      <p:sp>
        <p:nvSpPr>
          <p:cNvPr id="143363" name="标题 1"/>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标识符的基本处理方法</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43</a:t>
            </a:fld>
            <a:endParaRPr lang="en-US" altLang="zh-CN" dirty="0"/>
          </a:p>
        </p:txBody>
      </p:sp>
    </p:spTree>
    <p:extLst>
      <p:ext uri="{BB962C8B-B14F-4D97-AF65-F5344CB8AC3E}">
        <p14:creationId xmlns:p14="http://schemas.microsoft.com/office/powerpoint/2010/main" val="4027115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92162">
                                            <p:txEl>
                                              <p:pRg st="0" end="0"/>
                                            </p:txEl>
                                          </p:spTgt>
                                        </p:tgtEl>
                                        <p:attrNameLst>
                                          <p:attrName>style.visibility</p:attrName>
                                        </p:attrNameLst>
                                      </p:cBhvr>
                                      <p:to>
                                        <p:strVal val="visible"/>
                                      </p:to>
                                    </p:set>
                                    <p:anim calcmode="lin" valueType="num">
                                      <p:cBhvr>
                                        <p:cTn id="7" dur="500" fill="hold"/>
                                        <p:tgtEl>
                                          <p:spTgt spid="9216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216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2162">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92162">
                                            <p:txEl>
                                              <p:pRg st="1" end="1"/>
                                            </p:txEl>
                                          </p:spTgt>
                                        </p:tgtEl>
                                        <p:attrNameLst>
                                          <p:attrName>style.visibility</p:attrName>
                                        </p:attrNameLst>
                                      </p:cBhvr>
                                      <p:to>
                                        <p:strVal val="visible"/>
                                      </p:to>
                                    </p:set>
                                    <p:anim calcmode="lin" valueType="num">
                                      <p:cBhvr>
                                        <p:cTn id="14" dur="500" fill="hold"/>
                                        <p:tgtEl>
                                          <p:spTgt spid="9216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9216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92162">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92162">
                                            <p:txEl>
                                              <p:pRg st="2" end="2"/>
                                            </p:txEl>
                                          </p:spTgt>
                                        </p:tgtEl>
                                        <p:attrNameLst>
                                          <p:attrName>style.visibility</p:attrName>
                                        </p:attrNameLst>
                                      </p:cBhvr>
                                      <p:to>
                                        <p:strVal val="visible"/>
                                      </p:to>
                                    </p:set>
                                    <p:anim calcmode="lin" valueType="num">
                                      <p:cBhvr>
                                        <p:cTn id="21" dur="500" fill="hold"/>
                                        <p:tgtEl>
                                          <p:spTgt spid="92162">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92162">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92162">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92162">
                                            <p:txEl>
                                              <p:pRg st="3" end="3"/>
                                            </p:txEl>
                                          </p:spTgt>
                                        </p:tgtEl>
                                        <p:attrNameLst>
                                          <p:attrName>style.visibility</p:attrName>
                                        </p:attrNameLst>
                                      </p:cBhvr>
                                      <p:to>
                                        <p:strVal val="visible"/>
                                      </p:to>
                                    </p:set>
                                    <p:anim calcmode="lin" valueType="num">
                                      <p:cBhvr>
                                        <p:cTn id="28" dur="500" fill="hold"/>
                                        <p:tgtEl>
                                          <p:spTgt spid="92162">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92162">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92162">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92162">
                                            <p:txEl>
                                              <p:pRg st="4" end="4"/>
                                            </p:txEl>
                                          </p:spTgt>
                                        </p:tgtEl>
                                        <p:attrNameLst>
                                          <p:attrName>style.visibility</p:attrName>
                                        </p:attrNameLst>
                                      </p:cBhvr>
                                      <p:to>
                                        <p:strVal val="visible"/>
                                      </p:to>
                                    </p:set>
                                    <p:anim calcmode="lin" valueType="num">
                                      <p:cBhvr>
                                        <p:cTn id="35" dur="500" fill="hold"/>
                                        <p:tgtEl>
                                          <p:spTgt spid="92162">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92162">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92162">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92162">
                                            <p:txEl>
                                              <p:pRg st="5" end="5"/>
                                            </p:txEl>
                                          </p:spTgt>
                                        </p:tgtEl>
                                        <p:attrNameLst>
                                          <p:attrName>style.visibility</p:attrName>
                                        </p:attrNameLst>
                                      </p:cBhvr>
                                      <p:to>
                                        <p:strVal val="visible"/>
                                      </p:to>
                                    </p:set>
                                    <p:anim calcmode="lin" valueType="num">
                                      <p:cBhvr>
                                        <p:cTn id="42" dur="500" fill="hold"/>
                                        <p:tgtEl>
                                          <p:spTgt spid="92162">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92162">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9216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p:cNvSpPr>
            <a:spLocks noGrp="1" noChangeArrowheads="1"/>
          </p:cNvSpPr>
          <p:nvPr>
            <p:ph idx="1"/>
          </p:nvPr>
        </p:nvSpPr>
        <p:spPr>
          <a:xfrm>
            <a:off x="428625" y="785813"/>
            <a:ext cx="8072438" cy="3225800"/>
          </a:xfrm>
        </p:spPr>
        <p:txBody>
          <a:bodyPr/>
          <a:lstStyle/>
          <a:p>
            <a:pPr algn="just" eaLnBrk="1" hangingPunct="1">
              <a:lnSpc>
                <a:spcPts val="3500"/>
              </a:lnSpc>
              <a:spcBef>
                <a:spcPct val="15000"/>
              </a:spcBef>
              <a:buClrTx/>
              <a:buFont typeface="Wingdings" pitchFamily="2" charset="2"/>
              <a:buChar char="Ø"/>
              <a:defRPr/>
            </a:pPr>
            <a:r>
              <a:rPr lang="zh-CN" altLang="en-US" sz="2500" b="1" dirty="0">
                <a:solidFill>
                  <a:schemeClr val="tx1"/>
                </a:solidFill>
                <a:latin typeface="楷体" pitchFamily="49" charset="-122"/>
                <a:cs typeface="Times New Roman" pitchFamily="18" charset="0"/>
              </a:rPr>
              <a:t>嵌套过程声明语句的文法</a:t>
            </a:r>
            <a:endParaRPr lang="en-US" altLang="zh-CN" sz="2500" b="1" dirty="0">
              <a:solidFill>
                <a:schemeClr val="tx1"/>
              </a:solidFill>
              <a:latin typeface="楷体" pitchFamily="49" charset="-122"/>
              <a:cs typeface="Times New Roman" pitchFamily="18" charset="0"/>
            </a:endParaRPr>
          </a:p>
          <a:p>
            <a:pPr algn="just" eaLnBrk="1" hangingPunct="1">
              <a:lnSpc>
                <a:spcPts val="3500"/>
              </a:lnSpc>
              <a:spcBef>
                <a:spcPct val="15000"/>
              </a:spcBef>
              <a:buFont typeface="Wingdings" pitchFamily="2" charset="2"/>
              <a:buNone/>
              <a:defRPr/>
            </a:pPr>
            <a:r>
              <a:rPr lang="en-US" altLang="zh-CN" sz="2500" b="1" i="1" dirty="0">
                <a:solidFill>
                  <a:schemeClr val="tx1"/>
                </a:solidFill>
                <a:ea typeface="楷体_GB2312"/>
                <a:cs typeface="Times New Roman" pitchFamily="18" charset="0"/>
              </a:rPr>
              <a:t>	P</a:t>
            </a:r>
            <a:r>
              <a:rPr lang="en-US" altLang="zh-CN" sz="2500" b="1" dirty="0">
                <a:solidFill>
                  <a:schemeClr val="tx1"/>
                </a:solidFill>
                <a:ea typeface="楷体_GB2312"/>
                <a:cs typeface="Times New Roman" pitchFamily="18" charset="0"/>
              </a:rPr>
              <a:t> </a:t>
            </a:r>
            <a:r>
              <a:rPr lang="en-US" altLang="zh-CN" sz="2500" b="1" dirty="0">
                <a:solidFill>
                  <a:schemeClr val="tx1"/>
                </a:solidFill>
                <a:ea typeface="楷体_GB2312"/>
                <a:cs typeface="Times New Roman" pitchFamily="18" charset="0"/>
                <a:sym typeface="Symbol" pitchFamily="18" charset="2"/>
              </a:rPr>
              <a:t></a:t>
            </a:r>
            <a:r>
              <a:rPr lang="en-US" altLang="zh-CN" sz="2500" b="1" dirty="0">
                <a:solidFill>
                  <a:schemeClr val="tx1"/>
                </a:solidFill>
                <a:ea typeface="楷体_GB2312"/>
                <a:cs typeface="Times New Roman" pitchFamily="18" charset="0"/>
              </a:rPr>
              <a:t> </a:t>
            </a:r>
            <a:r>
              <a:rPr lang="en-US" altLang="zh-CN" sz="2500" b="1" i="1" dirty="0">
                <a:solidFill>
                  <a:schemeClr val="tx1"/>
                </a:solidFill>
                <a:ea typeface="楷体_GB2312"/>
                <a:cs typeface="Times New Roman" pitchFamily="18" charset="0"/>
              </a:rPr>
              <a:t>D </a:t>
            </a:r>
          </a:p>
          <a:p>
            <a:pPr algn="just" eaLnBrk="1" hangingPunct="1">
              <a:lnSpc>
                <a:spcPts val="3500"/>
              </a:lnSpc>
              <a:spcBef>
                <a:spcPct val="15000"/>
              </a:spcBef>
              <a:buFont typeface="Wingdings" pitchFamily="2" charset="2"/>
              <a:buNone/>
              <a:defRPr/>
            </a:pPr>
            <a:r>
              <a:rPr lang="en-US" altLang="zh-CN" sz="2500" b="1" dirty="0">
                <a:solidFill>
                  <a:schemeClr val="tx1"/>
                </a:solidFill>
                <a:ea typeface="楷体_GB2312"/>
                <a:cs typeface="Times New Roman" pitchFamily="18" charset="0"/>
              </a:rPr>
              <a:t>	</a:t>
            </a:r>
            <a:r>
              <a:rPr lang="en-US" altLang="zh-CN" sz="2500" b="1" i="1" dirty="0">
                <a:solidFill>
                  <a:schemeClr val="tx1"/>
                </a:solidFill>
                <a:ea typeface="楷体_GB2312"/>
                <a:cs typeface="Times New Roman" pitchFamily="18" charset="0"/>
              </a:rPr>
              <a:t>D</a:t>
            </a:r>
            <a:r>
              <a:rPr lang="en-US" altLang="zh-CN" sz="2500" b="1" dirty="0">
                <a:solidFill>
                  <a:schemeClr val="tx1"/>
                </a:solidFill>
                <a:ea typeface="楷体_GB2312"/>
                <a:cs typeface="Times New Roman" pitchFamily="18" charset="0"/>
              </a:rPr>
              <a:t> </a:t>
            </a:r>
            <a:r>
              <a:rPr lang="en-US" altLang="zh-CN" sz="2500" b="1" dirty="0">
                <a:solidFill>
                  <a:schemeClr val="tx1"/>
                </a:solidFill>
                <a:ea typeface="楷体_GB2312"/>
                <a:cs typeface="Times New Roman" pitchFamily="18" charset="0"/>
                <a:sym typeface="Symbol" pitchFamily="18" charset="2"/>
              </a:rPr>
              <a:t></a:t>
            </a:r>
            <a:r>
              <a:rPr lang="en-US" altLang="zh-CN" sz="2500" b="1" dirty="0">
                <a:solidFill>
                  <a:schemeClr val="tx1"/>
                </a:solidFill>
                <a:ea typeface="楷体_GB2312"/>
                <a:cs typeface="Times New Roman" pitchFamily="18" charset="0"/>
              </a:rPr>
              <a:t> </a:t>
            </a:r>
            <a:r>
              <a:rPr lang="en-US" altLang="zh-CN" sz="2500" b="1" i="1" dirty="0">
                <a:solidFill>
                  <a:schemeClr val="tx1"/>
                </a:solidFill>
                <a:ea typeface="楷体_GB2312"/>
                <a:cs typeface="Times New Roman" pitchFamily="18" charset="0"/>
              </a:rPr>
              <a:t>D</a:t>
            </a:r>
            <a:r>
              <a:rPr lang="en-US" altLang="zh-CN" sz="2500" b="1" dirty="0">
                <a:solidFill>
                  <a:schemeClr val="tx1"/>
                </a:solidFill>
                <a:ea typeface="楷体_GB2312"/>
                <a:cs typeface="Times New Roman" pitchFamily="18" charset="0"/>
              </a:rPr>
              <a:t>  </a:t>
            </a:r>
            <a:r>
              <a:rPr lang="en-US" altLang="zh-CN" sz="2500" b="1" i="1" dirty="0" err="1">
                <a:solidFill>
                  <a:schemeClr val="tx1"/>
                </a:solidFill>
                <a:ea typeface="楷体_GB2312"/>
                <a:cs typeface="Times New Roman" pitchFamily="18" charset="0"/>
              </a:rPr>
              <a:t>D</a:t>
            </a:r>
            <a:r>
              <a:rPr lang="en-US" altLang="zh-CN" sz="2500" b="1" dirty="0">
                <a:solidFill>
                  <a:schemeClr val="tx1"/>
                </a:solidFill>
                <a:ea typeface="楷体_GB2312"/>
                <a:cs typeface="Times New Roman" pitchFamily="18" charset="0"/>
              </a:rPr>
              <a:t> | </a:t>
            </a:r>
            <a:r>
              <a:rPr lang="en-US" altLang="zh-CN" sz="2500" b="1" dirty="0" err="1">
                <a:solidFill>
                  <a:schemeClr val="tx1"/>
                </a:solidFill>
                <a:ea typeface="楷体_GB2312"/>
                <a:cs typeface="Times New Roman" pitchFamily="18" charset="0"/>
              </a:rPr>
              <a:t>proc</a:t>
            </a:r>
            <a:r>
              <a:rPr lang="en-US" altLang="zh-CN" sz="2500" b="1" dirty="0">
                <a:solidFill>
                  <a:schemeClr val="tx1"/>
                </a:solidFill>
                <a:ea typeface="楷体_GB2312"/>
                <a:cs typeface="Times New Roman" pitchFamily="18" charset="0"/>
              </a:rPr>
              <a:t> id ; </a:t>
            </a:r>
            <a:r>
              <a:rPr lang="en-US" altLang="zh-CN" sz="2500" b="1" i="1" dirty="0">
                <a:solidFill>
                  <a:schemeClr val="tx1"/>
                </a:solidFill>
                <a:ea typeface="楷体_GB2312"/>
                <a:cs typeface="Times New Roman" pitchFamily="18" charset="0"/>
              </a:rPr>
              <a:t>D</a:t>
            </a:r>
            <a:r>
              <a:rPr lang="en-US" altLang="zh-CN" sz="2500" b="1" dirty="0">
                <a:solidFill>
                  <a:schemeClr val="tx1"/>
                </a:solidFill>
                <a:ea typeface="楷体_GB2312"/>
                <a:cs typeface="Times New Roman" pitchFamily="18" charset="0"/>
              </a:rPr>
              <a:t>  </a:t>
            </a:r>
            <a:r>
              <a:rPr lang="en-US" altLang="zh-CN" sz="2500" b="1" i="1" dirty="0">
                <a:solidFill>
                  <a:schemeClr val="tx1"/>
                </a:solidFill>
                <a:ea typeface="楷体_GB2312"/>
                <a:cs typeface="Times New Roman" pitchFamily="18" charset="0"/>
              </a:rPr>
              <a:t>S </a:t>
            </a:r>
            <a:r>
              <a:rPr lang="en-US" altLang="zh-CN" sz="2500" b="1" dirty="0">
                <a:solidFill>
                  <a:schemeClr val="tx1"/>
                </a:solidFill>
                <a:ea typeface="楷体_GB2312"/>
                <a:cs typeface="Times New Roman" pitchFamily="18" charset="0"/>
              </a:rPr>
              <a:t>| id : </a:t>
            </a:r>
            <a:r>
              <a:rPr lang="en-US" altLang="zh-CN" sz="2500" b="1" i="1" dirty="0">
                <a:solidFill>
                  <a:schemeClr val="tx1"/>
                </a:solidFill>
                <a:ea typeface="楷体_GB2312"/>
                <a:cs typeface="Times New Roman" pitchFamily="18" charset="0"/>
              </a:rPr>
              <a:t>T</a:t>
            </a:r>
            <a:r>
              <a:rPr lang="en-US" altLang="zh-CN" sz="2500" b="1" dirty="0">
                <a:solidFill>
                  <a:schemeClr val="tx1"/>
                </a:solidFill>
                <a:ea typeface="楷体_GB2312"/>
                <a:cs typeface="Times New Roman" pitchFamily="18" charset="0"/>
              </a:rPr>
              <a:t> ;</a:t>
            </a:r>
          </a:p>
          <a:p>
            <a:pPr eaLnBrk="1" hangingPunct="1">
              <a:lnSpc>
                <a:spcPts val="3500"/>
              </a:lnSpc>
              <a:buClrTx/>
              <a:buFont typeface="Wingdings" pitchFamily="2" charset="2"/>
              <a:buChar char="Ø"/>
              <a:defRPr/>
            </a:pPr>
            <a:r>
              <a:rPr lang="zh-CN" altLang="en-US" sz="2500" b="1" dirty="0">
                <a:solidFill>
                  <a:schemeClr val="tx1"/>
                </a:solidFill>
                <a:cs typeface="Times New Roman" pitchFamily="18" charset="0"/>
              </a:rPr>
              <a:t>在允许</a:t>
            </a:r>
            <a:r>
              <a:rPr lang="zh-CN" altLang="en-US" sz="2500" b="1" dirty="0">
                <a:solidFill>
                  <a:schemeClr val="tx2">
                    <a:lumMod val="60000"/>
                    <a:lumOff val="40000"/>
                  </a:schemeClr>
                </a:solidFill>
                <a:cs typeface="Times New Roman" pitchFamily="18" charset="0"/>
              </a:rPr>
              <a:t>嵌套过程声明</a:t>
            </a:r>
            <a:r>
              <a:rPr lang="zh-CN" altLang="en-US" sz="2500" b="1" dirty="0">
                <a:solidFill>
                  <a:schemeClr val="tx1"/>
                </a:solidFill>
                <a:cs typeface="Times New Roman" pitchFamily="18" charset="0"/>
              </a:rPr>
              <a:t>的语言中，</a:t>
            </a:r>
            <a:r>
              <a:rPr lang="zh-CN" altLang="en-US" sz="2500" b="1" dirty="0">
                <a:solidFill>
                  <a:schemeClr val="tx2">
                    <a:lumMod val="60000"/>
                    <a:lumOff val="40000"/>
                  </a:schemeClr>
                </a:solidFill>
                <a:cs typeface="Times New Roman" pitchFamily="18" charset="0"/>
              </a:rPr>
              <a:t>局部于每个过程的名字</a:t>
            </a:r>
            <a:r>
              <a:rPr lang="zh-CN" altLang="en-US" sz="2500" b="1" dirty="0">
                <a:solidFill>
                  <a:schemeClr val="tx1"/>
                </a:solidFill>
                <a:cs typeface="Times New Roman" pitchFamily="18" charset="0"/>
              </a:rPr>
              <a:t>可以使用第</a:t>
            </a:r>
            <a:r>
              <a:rPr lang="en-US" altLang="zh-CN" sz="2500" b="1" dirty="0">
                <a:solidFill>
                  <a:schemeClr val="tx1"/>
                </a:solidFill>
                <a:cs typeface="Times New Roman" pitchFamily="18" charset="0"/>
              </a:rPr>
              <a:t>6</a:t>
            </a:r>
            <a:r>
              <a:rPr lang="zh-CN" altLang="en-US" sz="2500" b="1" dirty="0">
                <a:solidFill>
                  <a:schemeClr val="tx1"/>
                </a:solidFill>
                <a:cs typeface="Times New Roman" pitchFamily="18" charset="0"/>
              </a:rPr>
              <a:t>章介绍的方法分配相对地址；当看到</a:t>
            </a:r>
            <a:r>
              <a:rPr lang="zh-CN" altLang="en-US" sz="2500" b="1" dirty="0">
                <a:solidFill>
                  <a:schemeClr val="tx2">
                    <a:lumMod val="60000"/>
                    <a:lumOff val="40000"/>
                  </a:schemeClr>
                </a:solidFill>
                <a:cs typeface="Times New Roman" pitchFamily="18" charset="0"/>
              </a:rPr>
              <a:t>嵌套的过程</a:t>
            </a:r>
            <a:r>
              <a:rPr lang="en-US" altLang="zh-CN" sz="2500" b="1" i="1" dirty="0">
                <a:solidFill>
                  <a:schemeClr val="tx1"/>
                </a:solidFill>
                <a:cs typeface="Times New Roman" pitchFamily="18" charset="0"/>
              </a:rPr>
              <a:t>p</a:t>
            </a:r>
            <a:r>
              <a:rPr lang="zh-CN" altLang="en-US" sz="2500" b="1" dirty="0">
                <a:solidFill>
                  <a:schemeClr val="tx1"/>
                </a:solidFill>
                <a:cs typeface="Times New Roman" pitchFamily="18" charset="0"/>
              </a:rPr>
              <a:t>时，应暂时</a:t>
            </a:r>
            <a:r>
              <a:rPr lang="zh-CN" altLang="en-US" sz="2500" b="1" dirty="0">
                <a:solidFill>
                  <a:schemeClr val="tx2">
                    <a:lumMod val="60000"/>
                    <a:lumOff val="40000"/>
                  </a:schemeClr>
                </a:solidFill>
                <a:cs typeface="Times New Roman" pitchFamily="18" charset="0"/>
              </a:rPr>
              <a:t>挂起</a:t>
            </a:r>
            <a:r>
              <a:rPr lang="zh-CN" altLang="en-US" sz="2500" b="1" dirty="0">
                <a:solidFill>
                  <a:schemeClr val="tx1"/>
                </a:solidFill>
                <a:cs typeface="Times New Roman" pitchFamily="18" charset="0"/>
              </a:rPr>
              <a:t>对</a:t>
            </a:r>
            <a:r>
              <a:rPr lang="zh-CN" altLang="en-US" sz="2500" b="1" dirty="0">
                <a:solidFill>
                  <a:schemeClr val="tx2">
                    <a:lumMod val="60000"/>
                    <a:lumOff val="40000"/>
                  </a:schemeClr>
                </a:solidFill>
                <a:cs typeface="Times New Roman" pitchFamily="18" charset="0"/>
              </a:rPr>
              <a:t>外围过程</a:t>
            </a:r>
            <a:r>
              <a:rPr lang="en-US" altLang="zh-CN" sz="2500" b="1" i="1" dirty="0">
                <a:solidFill>
                  <a:schemeClr val="tx1"/>
                </a:solidFill>
                <a:cs typeface="Times New Roman" pitchFamily="18" charset="0"/>
              </a:rPr>
              <a:t>q</a:t>
            </a:r>
            <a:r>
              <a:rPr lang="zh-CN" altLang="en-US" sz="2500" b="1" dirty="0">
                <a:solidFill>
                  <a:schemeClr val="tx1"/>
                </a:solidFill>
                <a:cs typeface="Times New Roman" pitchFamily="18" charset="0"/>
              </a:rPr>
              <a:t>声明语句的处理</a:t>
            </a:r>
            <a:endParaRPr lang="en-US" altLang="zh-CN" sz="2500" b="1" dirty="0">
              <a:solidFill>
                <a:schemeClr val="tx1"/>
              </a:solidFill>
              <a:ea typeface="楷体_GB2312"/>
              <a:cs typeface="楷体_GB2312"/>
            </a:endParaRPr>
          </a:p>
        </p:txBody>
      </p:sp>
      <p:sp>
        <p:nvSpPr>
          <p:cNvPr id="148483" name="Rectangle 2"/>
          <p:cNvSpPr>
            <a:spLocks noGrp="1" noChangeArrowheads="1"/>
          </p:cNvSpPr>
          <p:nvPr>
            <p:ph type="title"/>
          </p:nvPr>
        </p:nvSpPr>
        <p:spPr>
          <a:xfrm>
            <a:off x="755650" y="268288"/>
            <a:ext cx="7931150" cy="358775"/>
          </a:xfrm>
        </p:spPr>
        <p:txBody>
          <a:bodyPr/>
          <a:lstStyle/>
          <a:p>
            <a:pPr eaLnBrk="1" hangingPunct="1"/>
            <a:r>
              <a:rPr lang="en-US" altLang="zh-CN"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7. </a:t>
            </a:r>
            <a:r>
              <a:rPr lang="zh-CN" altLang="en-US" sz="30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符号表的建立</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44</a:t>
            </a:fld>
            <a:endParaRPr lang="en-US" altLang="zh-CN" dirty="0"/>
          </a:p>
        </p:txBody>
      </p:sp>
    </p:spTree>
    <p:extLst>
      <p:ext uri="{BB962C8B-B14F-4D97-AF65-F5344CB8AC3E}">
        <p14:creationId xmlns:p14="http://schemas.microsoft.com/office/powerpoint/2010/main" val="23939305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p:cTn id="7" dur="500" fill="hold"/>
                                        <p:tgtEl>
                                          <p:spTgt spid="7475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475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4755">
                                            <p:txEl>
                                              <p:pRg st="0" end="0"/>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74755">
                                            <p:txEl>
                                              <p:pRg st="1" end="1"/>
                                            </p:txEl>
                                          </p:spTgt>
                                        </p:tgtEl>
                                        <p:attrNameLst>
                                          <p:attrName>style.visibility</p:attrName>
                                        </p:attrNameLst>
                                      </p:cBhvr>
                                      <p:to>
                                        <p:strVal val="visible"/>
                                      </p:to>
                                    </p:set>
                                    <p:anim calcmode="lin" valueType="num">
                                      <p:cBhvr>
                                        <p:cTn id="12" dur="500" fill="hold"/>
                                        <p:tgtEl>
                                          <p:spTgt spid="7475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475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74755">
                                            <p:txEl>
                                              <p:pRg st="1" end="1"/>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74755">
                                            <p:txEl>
                                              <p:pRg st="2" end="2"/>
                                            </p:txEl>
                                          </p:spTgt>
                                        </p:tgtEl>
                                        <p:attrNameLst>
                                          <p:attrName>style.visibility</p:attrName>
                                        </p:attrNameLst>
                                      </p:cBhvr>
                                      <p:to>
                                        <p:strVal val="visible"/>
                                      </p:to>
                                    </p:set>
                                    <p:anim calcmode="lin" valueType="num">
                                      <p:cBhvr>
                                        <p:cTn id="17" dur="500" fill="hold"/>
                                        <p:tgtEl>
                                          <p:spTgt spid="74755">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74755">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74755">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0" fill="hold" nodeType="clickEffect">
                                  <p:stCondLst>
                                    <p:cond delay="0"/>
                                  </p:stCondLst>
                                  <p:childTnLst>
                                    <p:set>
                                      <p:cBhvr>
                                        <p:cTn id="23" dur="1" fill="hold">
                                          <p:stCondLst>
                                            <p:cond delay="0"/>
                                          </p:stCondLst>
                                        </p:cTn>
                                        <p:tgtEl>
                                          <p:spTgt spid="74755">
                                            <p:txEl>
                                              <p:pRg st="3" end="3"/>
                                            </p:txEl>
                                          </p:spTgt>
                                        </p:tgtEl>
                                        <p:attrNameLst>
                                          <p:attrName>style.visibility</p:attrName>
                                        </p:attrNameLst>
                                      </p:cBhvr>
                                      <p:to>
                                        <p:strVal val="visible"/>
                                      </p:to>
                                    </p:set>
                                    <p:anim calcmode="lin" valueType="num">
                                      <p:cBhvr>
                                        <p:cTn id="24" dur="500" fill="hold"/>
                                        <p:tgtEl>
                                          <p:spTgt spid="74755">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74755">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747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3"/>
          <p:cNvSpPr>
            <a:spLocks noGrp="1" noChangeArrowheads="1"/>
          </p:cNvSpPr>
          <p:nvPr>
            <p:ph idx="1"/>
          </p:nvPr>
        </p:nvSpPr>
        <p:spPr>
          <a:xfrm>
            <a:off x="107950" y="842963"/>
            <a:ext cx="7088188" cy="4465637"/>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50531"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嵌套过程声明语句的</a:t>
            </a:r>
            <a:r>
              <a:rPr lang="en-US" altLang="zh-CN" sz="3000" i="1">
                <a:solidFill>
                  <a:schemeClr val="tx1"/>
                </a:solidFill>
                <a:ea typeface="楷体_GB2312"/>
                <a:cs typeface="Times New Roman" panose="02020603050405020304" pitchFamily="18" charset="0"/>
              </a:rPr>
              <a:t>SDT</a:t>
            </a:r>
            <a:endParaRPr lang="zh-CN" altLang="en-US" sz="3000" i="1">
              <a:solidFill>
                <a:schemeClr val="tx1"/>
              </a:solidFill>
              <a:ea typeface="楷体_GB2312"/>
              <a:cs typeface="Times New Roman" panose="02020603050405020304" pitchFamily="18" charset="0"/>
            </a:endParaRPr>
          </a:p>
        </p:txBody>
      </p:sp>
      <p:sp>
        <p:nvSpPr>
          <p:cNvPr id="267268" name="AutoShape 4"/>
          <p:cNvSpPr>
            <a:spLocks noChangeArrowheads="1"/>
          </p:cNvSpPr>
          <p:nvPr/>
        </p:nvSpPr>
        <p:spPr bwMode="auto">
          <a:xfrm>
            <a:off x="3178175" y="1131888"/>
            <a:ext cx="5556250" cy="792162"/>
          </a:xfrm>
          <a:prstGeom prst="wedgeRectCallout">
            <a:avLst>
              <a:gd name="adj1" fmla="val -54824"/>
              <a:gd name="adj2" fmla="val 38471"/>
            </a:avLst>
          </a:prstGeom>
          <a:solidFill>
            <a:schemeClr val="accent5">
              <a:lumMod val="60000"/>
              <a:lumOff val="40000"/>
            </a:schemeClr>
          </a:solidFill>
          <a:ln w="9525" algn="ctr">
            <a:solidFill>
              <a:schemeClr val="tx1"/>
            </a:solidFill>
            <a:prstDash val="solid"/>
            <a:miter lim="800000"/>
            <a:headEnd/>
            <a:tailEnd/>
          </a:ln>
        </p:spPr>
        <p:txBody>
          <a:bodyPr lIns="68580" tIns="34290" rIns="68580" bIns="34290" anchor="ctr"/>
          <a:lstStyle/>
          <a:p>
            <a:pPr eaLnBrk="1" hangingPunct="1">
              <a:defRPr/>
            </a:pPr>
            <a:r>
              <a:rPr lang="en-US" altLang="zh-CN" sz="1600" i="1" dirty="0" err="1">
                <a:solidFill>
                  <a:srgbClr val="0000FF"/>
                </a:solidFill>
                <a:latin typeface="Times New Roman" panose="02020603050405020304" pitchFamily="18" charset="0"/>
                <a:ea typeface="楷体_GB2312"/>
              </a:rPr>
              <a:t>mktable</a:t>
            </a:r>
            <a:r>
              <a:rPr lang="en-US" altLang="zh-CN" sz="1600" dirty="0">
                <a:solidFill>
                  <a:srgbClr val="0000FF"/>
                </a:solidFill>
                <a:latin typeface="Times New Roman" panose="02020603050405020304" pitchFamily="18" charset="0"/>
                <a:ea typeface="楷体_GB2312"/>
              </a:rPr>
              <a:t>(</a:t>
            </a:r>
            <a:r>
              <a:rPr lang="en-US" altLang="zh-CN" sz="1600" i="1" dirty="0">
                <a:solidFill>
                  <a:srgbClr val="0000FF"/>
                </a:solidFill>
                <a:latin typeface="Times New Roman" panose="02020603050405020304" pitchFamily="18" charset="0"/>
                <a:ea typeface="楷体_GB2312"/>
              </a:rPr>
              <a:t> previous</a:t>
            </a:r>
            <a:r>
              <a:rPr lang="en-US" altLang="zh-CN" sz="1600" dirty="0">
                <a:solidFill>
                  <a:srgbClr val="0000FF"/>
                </a:solidFill>
                <a:latin typeface="Times New Roman" panose="02020603050405020304" pitchFamily="18" charset="0"/>
                <a:ea typeface="楷体_GB2312"/>
              </a:rPr>
              <a:t> )</a:t>
            </a:r>
          </a:p>
          <a:p>
            <a:pPr eaLnBrk="1" hangingPunct="1">
              <a:defRPr/>
            </a:pPr>
            <a:r>
              <a:rPr lang="zh-CN" altLang="en-US" sz="1600" dirty="0">
                <a:solidFill>
                  <a:prstClr val="black"/>
                </a:solidFill>
                <a:latin typeface="Times New Roman" panose="02020603050405020304" pitchFamily="18" charset="0"/>
                <a:ea typeface="楷体" pitchFamily="49" charset="-122"/>
                <a:cs typeface="Times New Roman" pitchFamily="18" charset="0"/>
              </a:rPr>
              <a:t>创建一个新的符号表，并返回指向新表的指针。参数 </a:t>
            </a:r>
            <a:r>
              <a:rPr lang="en-US" altLang="zh-CN" sz="1600" i="1" dirty="0">
                <a:solidFill>
                  <a:prstClr val="black"/>
                </a:solidFill>
                <a:latin typeface="Times New Roman" panose="02020603050405020304" pitchFamily="18" charset="0"/>
                <a:ea typeface="楷体" pitchFamily="49" charset="-122"/>
                <a:cs typeface="Times New Roman" pitchFamily="18" charset="0"/>
              </a:rPr>
              <a:t>previous</a:t>
            </a:r>
            <a:r>
              <a:rPr lang="zh-CN" altLang="en-US" sz="1600" dirty="0">
                <a:solidFill>
                  <a:prstClr val="black"/>
                </a:solidFill>
                <a:latin typeface="Times New Roman" panose="02020603050405020304" pitchFamily="18" charset="0"/>
                <a:ea typeface="楷体" pitchFamily="49" charset="-122"/>
                <a:cs typeface="Times New Roman" pitchFamily="18" charset="0"/>
              </a:rPr>
              <a:t>指向先前创建的符号表</a:t>
            </a:r>
            <a:r>
              <a:rPr lang="en-US" altLang="zh-CN" sz="1600" dirty="0">
                <a:solidFill>
                  <a:prstClr val="black"/>
                </a:solidFill>
                <a:latin typeface="Times New Roman" panose="02020603050405020304" pitchFamily="18" charset="0"/>
                <a:ea typeface="楷体_GB2312"/>
              </a:rPr>
              <a:t>(</a:t>
            </a:r>
            <a:r>
              <a:rPr lang="zh-CN" altLang="en-US" sz="1600" dirty="0">
                <a:solidFill>
                  <a:prstClr val="black"/>
                </a:solidFill>
                <a:latin typeface="Times New Roman" panose="02020603050405020304" pitchFamily="18" charset="0"/>
                <a:ea typeface="楷体" pitchFamily="49" charset="-122"/>
                <a:cs typeface="Times New Roman" pitchFamily="18" charset="0"/>
              </a:rPr>
              <a:t>外围过程的符号表</a:t>
            </a:r>
            <a:r>
              <a:rPr lang="en-US" altLang="zh-CN" sz="1600" dirty="0">
                <a:solidFill>
                  <a:prstClr val="black"/>
                </a:solidFill>
                <a:latin typeface="Times New Roman" panose="02020603050405020304" pitchFamily="18" charset="0"/>
                <a:ea typeface="楷体_GB2312"/>
              </a:rPr>
              <a:t>)</a:t>
            </a:r>
            <a:endParaRPr lang="zh-CN" altLang="en-US" sz="1600" dirty="0">
              <a:solidFill>
                <a:prstClr val="black"/>
              </a:solidFill>
              <a:latin typeface="Times New Roman" panose="02020603050405020304" pitchFamily="18" charset="0"/>
              <a:ea typeface="楷体" pitchFamily="49" charset="-122"/>
              <a:cs typeface="Times New Roman" pitchFamily="18" charset="0"/>
            </a:endParaRPr>
          </a:p>
        </p:txBody>
      </p:sp>
      <p:sp>
        <p:nvSpPr>
          <p:cNvPr id="267269" name="AutoShape 5"/>
          <p:cNvSpPr>
            <a:spLocks noChangeArrowheads="1"/>
          </p:cNvSpPr>
          <p:nvPr/>
        </p:nvSpPr>
        <p:spPr bwMode="auto">
          <a:xfrm>
            <a:off x="5219700" y="4357688"/>
            <a:ext cx="2881313" cy="661987"/>
          </a:xfrm>
          <a:prstGeom prst="wedgeRectCallout">
            <a:avLst>
              <a:gd name="adj1" fmla="val -40495"/>
              <a:gd name="adj2" fmla="val -67081"/>
            </a:avLst>
          </a:prstGeom>
          <a:solidFill>
            <a:schemeClr val="accent5">
              <a:lumMod val="60000"/>
              <a:lumOff val="40000"/>
            </a:schemeClr>
          </a:solidFill>
          <a:ln w="9525" algn="ctr">
            <a:solidFill>
              <a:schemeClr val="tx1"/>
            </a:solidFill>
            <a:prstDash val="solid"/>
            <a:miter lim="800000"/>
            <a:headEnd/>
            <a:tailEnd/>
          </a:ln>
        </p:spPr>
        <p:txBody>
          <a:bodyPr lIns="68580" tIns="34290" rIns="68580" bIns="34290" anchor="ctr"/>
          <a:lstStyle/>
          <a:p>
            <a:pPr eaLnBrk="1" hangingPunct="1">
              <a:defRPr/>
            </a:pPr>
            <a:r>
              <a:rPr lang="en-US" altLang="zh-CN" sz="1600" i="1" dirty="0">
                <a:solidFill>
                  <a:srgbClr val="0000FF"/>
                </a:solidFill>
                <a:latin typeface="Times New Roman" panose="02020603050405020304" pitchFamily="18" charset="0"/>
                <a:ea typeface="楷体_GB2312"/>
              </a:rPr>
              <a:t>enter</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table</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name</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type</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offset</a:t>
            </a:r>
            <a:r>
              <a:rPr lang="en-US" altLang="zh-CN" sz="1600" dirty="0">
                <a:solidFill>
                  <a:srgbClr val="0000FF"/>
                </a:solidFill>
                <a:latin typeface="Times New Roman" panose="02020603050405020304" pitchFamily="18" charset="0"/>
                <a:ea typeface="楷体_GB2312"/>
              </a:rPr>
              <a:t> )</a:t>
            </a:r>
          </a:p>
          <a:p>
            <a:pPr eaLnBrk="1" hangingPunct="1">
              <a:defRPr/>
            </a:pPr>
            <a:r>
              <a:rPr lang="zh-CN" altLang="en-US" sz="1600" dirty="0">
                <a:solidFill>
                  <a:prstClr val="black"/>
                </a:solidFill>
                <a:latin typeface="Times New Roman" panose="02020603050405020304" pitchFamily="18" charset="0"/>
                <a:ea typeface="楷体" pitchFamily="49" charset="-122"/>
                <a:cs typeface="Times New Roman" pitchFamily="18" charset="0"/>
              </a:rPr>
              <a:t>在</a:t>
            </a:r>
            <a:r>
              <a:rPr lang="en-US" altLang="zh-CN" sz="1600" i="1" dirty="0">
                <a:solidFill>
                  <a:prstClr val="black"/>
                </a:solidFill>
                <a:latin typeface="Times New Roman" panose="02020603050405020304" pitchFamily="18" charset="0"/>
                <a:ea typeface="楷体" pitchFamily="49" charset="-122"/>
                <a:cs typeface="Times New Roman" pitchFamily="18" charset="0"/>
              </a:rPr>
              <a:t>table</a:t>
            </a:r>
            <a:r>
              <a:rPr lang="zh-CN" altLang="en-US" sz="1600" dirty="0">
                <a:solidFill>
                  <a:prstClr val="black"/>
                </a:solidFill>
                <a:latin typeface="Times New Roman" panose="02020603050405020304" pitchFamily="18" charset="0"/>
                <a:ea typeface="楷体" pitchFamily="49" charset="-122"/>
                <a:cs typeface="Times New Roman" pitchFamily="18" charset="0"/>
              </a:rPr>
              <a:t>指向的符号表中为名字</a:t>
            </a:r>
            <a:r>
              <a:rPr lang="en-US" altLang="zh-CN" sz="1600" i="1" dirty="0">
                <a:solidFill>
                  <a:prstClr val="black"/>
                </a:solidFill>
                <a:latin typeface="Times New Roman" panose="02020603050405020304" pitchFamily="18" charset="0"/>
                <a:ea typeface="楷体" pitchFamily="49" charset="-122"/>
                <a:cs typeface="Times New Roman" pitchFamily="18" charset="0"/>
              </a:rPr>
              <a:t>name</a:t>
            </a:r>
            <a:r>
              <a:rPr lang="zh-CN" altLang="en-US" sz="1600" dirty="0">
                <a:solidFill>
                  <a:prstClr val="black"/>
                </a:solidFill>
                <a:latin typeface="Times New Roman" panose="02020603050405020304" pitchFamily="18" charset="0"/>
                <a:ea typeface="楷体" pitchFamily="49" charset="-122"/>
                <a:cs typeface="Times New Roman" pitchFamily="18" charset="0"/>
              </a:rPr>
              <a:t>建立一个新表项</a:t>
            </a:r>
          </a:p>
        </p:txBody>
      </p:sp>
      <p:sp>
        <p:nvSpPr>
          <p:cNvPr id="12" name="AutoShape 16"/>
          <p:cNvSpPr>
            <a:spLocks noChangeArrowheads="1"/>
          </p:cNvSpPr>
          <p:nvPr/>
        </p:nvSpPr>
        <p:spPr bwMode="auto">
          <a:xfrm>
            <a:off x="3995738" y="2085975"/>
            <a:ext cx="3556000" cy="630238"/>
          </a:xfrm>
          <a:prstGeom prst="wedgeRectCallout">
            <a:avLst>
              <a:gd name="adj1" fmla="val -37253"/>
              <a:gd name="adj2" fmla="val 89274"/>
            </a:avLst>
          </a:prstGeom>
          <a:solidFill>
            <a:schemeClr val="accent5">
              <a:lumMod val="60000"/>
              <a:lumOff val="40000"/>
            </a:schemeClr>
          </a:solidFill>
          <a:ln w="9525" algn="ctr">
            <a:solidFill>
              <a:schemeClr val="tx1"/>
            </a:solidFill>
            <a:prstDash val="solid"/>
            <a:miter lim="800000"/>
            <a:headEnd/>
            <a:tailEnd/>
          </a:ln>
        </p:spPr>
        <p:txBody>
          <a:bodyPr lIns="68580" tIns="34290" rIns="68580" bIns="34290" anchor="ctr"/>
          <a:lstStyle/>
          <a:p>
            <a:pPr eaLnBrk="1" hangingPunct="1">
              <a:lnSpc>
                <a:spcPct val="90000"/>
              </a:lnSpc>
              <a:defRPr/>
            </a:pPr>
            <a:r>
              <a:rPr lang="en-US" altLang="zh-CN" sz="1600" i="1" dirty="0">
                <a:solidFill>
                  <a:srgbClr val="0000FF"/>
                </a:solidFill>
                <a:latin typeface="Times New Roman" panose="02020603050405020304" pitchFamily="18" charset="0"/>
                <a:ea typeface="楷体_GB2312"/>
              </a:rPr>
              <a:t>addwidth</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table</a:t>
            </a:r>
            <a:r>
              <a:rPr lang="en-US" altLang="zh-CN" sz="1600" dirty="0">
                <a:solidFill>
                  <a:srgbClr val="0000FF"/>
                </a:solidFill>
                <a:latin typeface="Times New Roman" panose="02020603050405020304" pitchFamily="18" charset="0"/>
                <a:ea typeface="楷体_GB2312"/>
              </a:rPr>
              <a:t>, </a:t>
            </a:r>
            <a:r>
              <a:rPr lang="en-US" altLang="zh-CN" sz="1600" i="1" dirty="0">
                <a:solidFill>
                  <a:srgbClr val="0000FF"/>
                </a:solidFill>
                <a:latin typeface="Times New Roman" panose="02020603050405020304" pitchFamily="18" charset="0"/>
                <a:ea typeface="楷体_GB2312"/>
              </a:rPr>
              <a:t>width</a:t>
            </a:r>
            <a:r>
              <a:rPr lang="en-US" altLang="zh-CN" sz="1600" dirty="0">
                <a:solidFill>
                  <a:srgbClr val="0000FF"/>
                </a:solidFill>
                <a:latin typeface="Times New Roman" panose="02020603050405020304" pitchFamily="18" charset="0"/>
                <a:ea typeface="楷体_GB2312"/>
              </a:rPr>
              <a:t> )  </a:t>
            </a:r>
          </a:p>
          <a:p>
            <a:pPr eaLnBrk="1" hangingPunct="1">
              <a:lnSpc>
                <a:spcPct val="90000"/>
              </a:lnSpc>
              <a:defRPr/>
            </a:pPr>
            <a:r>
              <a:rPr lang="zh-CN" altLang="en-US" sz="1600" dirty="0">
                <a:solidFill>
                  <a:prstClr val="black"/>
                </a:solidFill>
                <a:latin typeface="Times New Roman" panose="02020603050405020304" pitchFamily="18" charset="0"/>
                <a:ea typeface="楷体" pitchFamily="49" charset="-122"/>
                <a:cs typeface="Times New Roman" pitchFamily="18" charset="0"/>
              </a:rPr>
              <a:t>将</a:t>
            </a:r>
            <a:r>
              <a:rPr lang="en-US" altLang="zh-CN" sz="1600" i="1" dirty="0">
                <a:solidFill>
                  <a:prstClr val="black"/>
                </a:solidFill>
                <a:latin typeface="Times New Roman" panose="02020603050405020304" pitchFamily="18" charset="0"/>
                <a:ea typeface="楷体" pitchFamily="49" charset="-122"/>
                <a:cs typeface="Times New Roman" pitchFamily="18" charset="0"/>
              </a:rPr>
              <a:t>table</a:t>
            </a:r>
            <a:r>
              <a:rPr lang="zh-CN" altLang="en-US" sz="1600" dirty="0">
                <a:solidFill>
                  <a:prstClr val="black"/>
                </a:solidFill>
                <a:latin typeface="Times New Roman" panose="02020603050405020304" pitchFamily="18" charset="0"/>
                <a:ea typeface="楷体" pitchFamily="49" charset="-122"/>
                <a:cs typeface="Times New Roman" pitchFamily="18" charset="0"/>
              </a:rPr>
              <a:t>指向的符号表中所有表项的宽度之和</a:t>
            </a:r>
            <a:r>
              <a:rPr lang="en-US" altLang="zh-CN" sz="1600" i="1" dirty="0">
                <a:solidFill>
                  <a:prstClr val="black"/>
                </a:solidFill>
                <a:latin typeface="Times New Roman" panose="02020603050405020304" pitchFamily="18" charset="0"/>
                <a:ea typeface="楷体" pitchFamily="49" charset="-122"/>
                <a:cs typeface="Times New Roman" pitchFamily="18" charset="0"/>
              </a:rPr>
              <a:t>width</a:t>
            </a:r>
            <a:r>
              <a:rPr lang="zh-CN" altLang="en-US" sz="1600" dirty="0">
                <a:solidFill>
                  <a:prstClr val="black"/>
                </a:solidFill>
                <a:latin typeface="Times New Roman" panose="02020603050405020304" pitchFamily="18" charset="0"/>
                <a:ea typeface="楷体" pitchFamily="49" charset="-122"/>
                <a:cs typeface="Times New Roman" pitchFamily="18" charset="0"/>
              </a:rPr>
              <a:t>记录在符号表的表头中</a:t>
            </a:r>
          </a:p>
        </p:txBody>
      </p:sp>
      <p:sp>
        <p:nvSpPr>
          <p:cNvPr id="13" name="AutoShape 15"/>
          <p:cNvSpPr>
            <a:spLocks noChangeArrowheads="1"/>
          </p:cNvSpPr>
          <p:nvPr/>
        </p:nvSpPr>
        <p:spPr bwMode="auto">
          <a:xfrm>
            <a:off x="5292725" y="2844800"/>
            <a:ext cx="3800475" cy="879475"/>
          </a:xfrm>
          <a:prstGeom prst="wedgeRectCallout">
            <a:avLst>
              <a:gd name="adj1" fmla="val -36727"/>
              <a:gd name="adj2" fmla="val 65014"/>
            </a:avLst>
          </a:prstGeom>
          <a:solidFill>
            <a:schemeClr val="accent5">
              <a:lumMod val="60000"/>
              <a:lumOff val="40000"/>
            </a:schemeClr>
          </a:solidFill>
          <a:ln w="9525" algn="ctr">
            <a:solidFill>
              <a:schemeClr val="tx1"/>
            </a:solidFill>
            <a:prstDash val="solid"/>
            <a:miter lim="800000"/>
            <a:headEnd/>
            <a:tailEnd/>
          </a:ln>
        </p:spPr>
        <p:txBody>
          <a:bodyPr lIns="68580" tIns="34290" rIns="68580" bIns="34290" anchor="ctr"/>
          <a:lstStyle/>
          <a:p>
            <a:pPr eaLnBrk="1" hangingPunct="1">
              <a:lnSpc>
                <a:spcPct val="90000"/>
              </a:lnSpc>
              <a:defRPr/>
            </a:pPr>
            <a:r>
              <a:rPr lang="en-US" altLang="zh-CN" sz="1500" i="1" dirty="0" err="1">
                <a:solidFill>
                  <a:srgbClr val="0000FF"/>
                </a:solidFill>
                <a:latin typeface="Times New Roman" panose="02020603050405020304" pitchFamily="18" charset="0"/>
                <a:ea typeface="楷体_GB2312"/>
              </a:rPr>
              <a:t>enterproc</a:t>
            </a:r>
            <a:r>
              <a:rPr lang="en-US" altLang="zh-CN" sz="1500" dirty="0">
                <a:solidFill>
                  <a:srgbClr val="0000FF"/>
                </a:solidFill>
                <a:latin typeface="Times New Roman" panose="02020603050405020304" pitchFamily="18" charset="0"/>
                <a:ea typeface="楷体_GB2312"/>
              </a:rPr>
              <a:t>(</a:t>
            </a:r>
            <a:r>
              <a:rPr lang="en-US" altLang="zh-CN" sz="1500" i="1" dirty="0">
                <a:solidFill>
                  <a:srgbClr val="0000FF"/>
                </a:solidFill>
                <a:latin typeface="Times New Roman" panose="02020603050405020304" pitchFamily="18" charset="0"/>
                <a:ea typeface="楷体_GB2312"/>
              </a:rPr>
              <a:t>table</a:t>
            </a:r>
            <a:r>
              <a:rPr lang="en-US" altLang="zh-CN" sz="1500" dirty="0">
                <a:solidFill>
                  <a:srgbClr val="0000FF"/>
                </a:solidFill>
                <a:latin typeface="Times New Roman" panose="02020603050405020304" pitchFamily="18" charset="0"/>
                <a:ea typeface="楷体_GB2312"/>
              </a:rPr>
              <a:t>, </a:t>
            </a:r>
            <a:r>
              <a:rPr lang="en-US" altLang="zh-CN" sz="1500" i="1" dirty="0">
                <a:solidFill>
                  <a:srgbClr val="0000FF"/>
                </a:solidFill>
                <a:latin typeface="Times New Roman" panose="02020603050405020304" pitchFamily="18" charset="0"/>
                <a:ea typeface="楷体_GB2312"/>
              </a:rPr>
              <a:t>name</a:t>
            </a:r>
            <a:r>
              <a:rPr lang="en-US" altLang="zh-CN" sz="1500" dirty="0">
                <a:solidFill>
                  <a:srgbClr val="0000FF"/>
                </a:solidFill>
                <a:latin typeface="Times New Roman" panose="02020603050405020304" pitchFamily="18" charset="0"/>
                <a:ea typeface="楷体_GB2312"/>
              </a:rPr>
              <a:t>, </a:t>
            </a:r>
            <a:r>
              <a:rPr lang="en-US" altLang="zh-CN" sz="1500" i="1" dirty="0" err="1">
                <a:solidFill>
                  <a:srgbClr val="0000FF"/>
                </a:solidFill>
                <a:latin typeface="Times New Roman" panose="02020603050405020304" pitchFamily="18" charset="0"/>
                <a:ea typeface="楷体_GB2312"/>
              </a:rPr>
              <a:t>newtable</a:t>
            </a:r>
            <a:r>
              <a:rPr lang="en-US" altLang="zh-CN" sz="1500" dirty="0">
                <a:solidFill>
                  <a:srgbClr val="0000FF"/>
                </a:solidFill>
                <a:latin typeface="Times New Roman" panose="02020603050405020304" pitchFamily="18" charset="0"/>
                <a:ea typeface="楷体_GB2312"/>
              </a:rPr>
              <a:t> )</a:t>
            </a:r>
          </a:p>
          <a:p>
            <a:pPr eaLnBrk="1" hangingPunct="1">
              <a:defRPr/>
            </a:pPr>
            <a:r>
              <a:rPr lang="zh-CN" altLang="en-US" sz="1500" dirty="0">
                <a:solidFill>
                  <a:prstClr val="black"/>
                </a:solidFill>
                <a:latin typeface="Times New Roman" panose="02020603050405020304" pitchFamily="18" charset="0"/>
                <a:ea typeface="楷体" pitchFamily="49" charset="-122"/>
                <a:cs typeface="Times New Roman" pitchFamily="18" charset="0"/>
              </a:rPr>
              <a:t>在</a:t>
            </a:r>
            <a:r>
              <a:rPr lang="en-US" altLang="zh-CN" sz="1500" i="1" dirty="0">
                <a:solidFill>
                  <a:prstClr val="black"/>
                </a:solidFill>
                <a:latin typeface="Times New Roman" panose="02020603050405020304" pitchFamily="18" charset="0"/>
                <a:ea typeface="楷体" pitchFamily="49" charset="-122"/>
                <a:cs typeface="Times New Roman" pitchFamily="18" charset="0"/>
              </a:rPr>
              <a:t>table</a:t>
            </a:r>
            <a:r>
              <a:rPr lang="zh-CN" altLang="en-US" sz="1500" dirty="0">
                <a:solidFill>
                  <a:prstClr val="black"/>
                </a:solidFill>
                <a:latin typeface="Times New Roman" panose="02020603050405020304" pitchFamily="18" charset="0"/>
                <a:ea typeface="楷体" pitchFamily="49" charset="-122"/>
                <a:cs typeface="Times New Roman" pitchFamily="18" charset="0"/>
              </a:rPr>
              <a:t>指向的符号表中为过程</a:t>
            </a:r>
            <a:r>
              <a:rPr lang="en-US" altLang="zh-CN" sz="1500" i="1" dirty="0">
                <a:solidFill>
                  <a:prstClr val="black"/>
                </a:solidFill>
                <a:latin typeface="Times New Roman" panose="02020603050405020304" pitchFamily="18" charset="0"/>
                <a:ea typeface="楷体" pitchFamily="49" charset="-122"/>
                <a:cs typeface="Times New Roman" pitchFamily="18" charset="0"/>
              </a:rPr>
              <a:t>name</a:t>
            </a:r>
            <a:r>
              <a:rPr lang="zh-CN" altLang="en-US" sz="1500" dirty="0">
                <a:solidFill>
                  <a:prstClr val="black"/>
                </a:solidFill>
                <a:latin typeface="Times New Roman" panose="02020603050405020304" pitchFamily="18" charset="0"/>
                <a:ea typeface="楷体" pitchFamily="49" charset="-122"/>
                <a:cs typeface="Times New Roman" pitchFamily="18" charset="0"/>
              </a:rPr>
              <a:t>建立一条记录，</a:t>
            </a:r>
            <a:r>
              <a:rPr lang="en-US" altLang="zh-CN" sz="1500" i="1" dirty="0" err="1">
                <a:solidFill>
                  <a:prstClr val="black"/>
                </a:solidFill>
                <a:latin typeface="Times New Roman" panose="02020603050405020304" pitchFamily="18" charset="0"/>
                <a:ea typeface="楷体" pitchFamily="49" charset="-122"/>
                <a:cs typeface="Times New Roman" pitchFamily="18" charset="0"/>
              </a:rPr>
              <a:t>newtable</a:t>
            </a:r>
            <a:r>
              <a:rPr lang="zh-CN" altLang="en-US" sz="1500" dirty="0">
                <a:solidFill>
                  <a:prstClr val="black"/>
                </a:solidFill>
                <a:latin typeface="Times New Roman" panose="02020603050405020304" pitchFamily="18" charset="0"/>
                <a:ea typeface="楷体" pitchFamily="49" charset="-122"/>
                <a:cs typeface="Times New Roman" pitchFamily="18" charset="0"/>
              </a:rPr>
              <a:t>指向过程</a:t>
            </a:r>
            <a:r>
              <a:rPr lang="en-US" altLang="zh-CN" sz="1500" i="1" dirty="0">
                <a:solidFill>
                  <a:prstClr val="black"/>
                </a:solidFill>
                <a:latin typeface="Times New Roman" panose="02020603050405020304" pitchFamily="18" charset="0"/>
                <a:ea typeface="楷体" pitchFamily="49" charset="-122"/>
                <a:cs typeface="Times New Roman" pitchFamily="18" charset="0"/>
              </a:rPr>
              <a:t>name</a:t>
            </a:r>
            <a:r>
              <a:rPr lang="zh-CN" altLang="en-US" sz="1500" dirty="0">
                <a:solidFill>
                  <a:prstClr val="black"/>
                </a:solidFill>
                <a:latin typeface="Times New Roman" panose="02020603050405020304" pitchFamily="18" charset="0"/>
                <a:ea typeface="楷体" pitchFamily="49" charset="-122"/>
                <a:cs typeface="Times New Roman" pitchFamily="18" charset="0"/>
              </a:rPr>
              <a:t>的符号表</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45</a:t>
            </a:fld>
            <a:endParaRPr lang="en-US" altLang="zh-CN" dirty="0"/>
          </a:p>
        </p:txBody>
      </p:sp>
    </p:spTree>
    <p:extLst>
      <p:ext uri="{BB962C8B-B14F-4D97-AF65-F5344CB8AC3E}">
        <p14:creationId xmlns:p14="http://schemas.microsoft.com/office/powerpoint/2010/main" val="349106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67268"/>
                                        </p:tgtEl>
                                        <p:attrNameLst>
                                          <p:attrName>style.visibility</p:attrName>
                                        </p:attrNameLst>
                                      </p:cBhvr>
                                      <p:to>
                                        <p:strVal val="visible"/>
                                      </p:to>
                                    </p:set>
                                    <p:anim calcmode="lin" valueType="num">
                                      <p:cBhvr>
                                        <p:cTn id="7" dur="500" fill="hold"/>
                                        <p:tgtEl>
                                          <p:spTgt spid="267268"/>
                                        </p:tgtEl>
                                        <p:attrNameLst>
                                          <p:attrName>ppt_w</p:attrName>
                                        </p:attrNameLst>
                                      </p:cBhvr>
                                      <p:tavLst>
                                        <p:tav tm="0">
                                          <p:val>
                                            <p:fltVal val="0"/>
                                          </p:val>
                                        </p:tav>
                                        <p:tav tm="100000">
                                          <p:val>
                                            <p:strVal val="#ppt_w"/>
                                          </p:val>
                                        </p:tav>
                                      </p:tavLst>
                                    </p:anim>
                                    <p:anim calcmode="lin" valueType="num">
                                      <p:cBhvr>
                                        <p:cTn id="8" dur="500" fill="hold"/>
                                        <p:tgtEl>
                                          <p:spTgt spid="267268"/>
                                        </p:tgtEl>
                                        <p:attrNameLst>
                                          <p:attrName>ppt_h</p:attrName>
                                        </p:attrNameLst>
                                      </p:cBhvr>
                                      <p:tavLst>
                                        <p:tav tm="0">
                                          <p:val>
                                            <p:fltVal val="0"/>
                                          </p:val>
                                        </p:tav>
                                        <p:tav tm="100000">
                                          <p:val>
                                            <p:strVal val="#ppt_h"/>
                                          </p:val>
                                        </p:tav>
                                      </p:tavLst>
                                    </p:anim>
                                    <p:animEffect transition="in" filter="fade">
                                      <p:cBhvr>
                                        <p:cTn id="9" dur="500"/>
                                        <p:tgtEl>
                                          <p:spTgt spid="26726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32" fill="hold" grpId="1" nodeType="clickEffect">
                                  <p:stCondLst>
                                    <p:cond delay="0"/>
                                  </p:stCondLst>
                                  <p:childTnLst>
                                    <p:anim calcmode="lin" valueType="num">
                                      <p:cBhvr>
                                        <p:cTn id="13" dur="500"/>
                                        <p:tgtEl>
                                          <p:spTgt spid="267268"/>
                                        </p:tgtEl>
                                        <p:attrNameLst>
                                          <p:attrName>ppt_w</p:attrName>
                                        </p:attrNameLst>
                                      </p:cBhvr>
                                      <p:tavLst>
                                        <p:tav tm="0">
                                          <p:val>
                                            <p:strVal val="ppt_w"/>
                                          </p:val>
                                        </p:tav>
                                        <p:tav tm="100000">
                                          <p:val>
                                            <p:fltVal val="0"/>
                                          </p:val>
                                        </p:tav>
                                      </p:tavLst>
                                    </p:anim>
                                    <p:anim calcmode="lin" valueType="num">
                                      <p:cBhvr>
                                        <p:cTn id="14" dur="500"/>
                                        <p:tgtEl>
                                          <p:spTgt spid="267268"/>
                                        </p:tgtEl>
                                        <p:attrNameLst>
                                          <p:attrName>ppt_h</p:attrName>
                                        </p:attrNameLst>
                                      </p:cBhvr>
                                      <p:tavLst>
                                        <p:tav tm="0">
                                          <p:val>
                                            <p:strVal val="ppt_h"/>
                                          </p:val>
                                        </p:tav>
                                        <p:tav tm="100000">
                                          <p:val>
                                            <p:fltVal val="0"/>
                                          </p:val>
                                        </p:tav>
                                      </p:tavLst>
                                    </p:anim>
                                    <p:animEffect transition="out" filter="fade">
                                      <p:cBhvr>
                                        <p:cTn id="15" dur="500"/>
                                        <p:tgtEl>
                                          <p:spTgt spid="267268"/>
                                        </p:tgtEl>
                                      </p:cBhvr>
                                    </p:animEffect>
                                    <p:set>
                                      <p:cBhvr>
                                        <p:cTn id="16" dur="1" fill="hold">
                                          <p:stCondLst>
                                            <p:cond delay="499"/>
                                          </p:stCondLst>
                                        </p:cTn>
                                        <p:tgtEl>
                                          <p:spTgt spid="267268"/>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267269"/>
                                        </p:tgtEl>
                                        <p:attrNameLst>
                                          <p:attrName>style.visibility</p:attrName>
                                        </p:attrNameLst>
                                      </p:cBhvr>
                                      <p:to>
                                        <p:strVal val="visible"/>
                                      </p:to>
                                    </p:set>
                                    <p:anim calcmode="lin" valueType="num">
                                      <p:cBhvr>
                                        <p:cTn id="21" dur="500" fill="hold"/>
                                        <p:tgtEl>
                                          <p:spTgt spid="267269"/>
                                        </p:tgtEl>
                                        <p:attrNameLst>
                                          <p:attrName>ppt_w</p:attrName>
                                        </p:attrNameLst>
                                      </p:cBhvr>
                                      <p:tavLst>
                                        <p:tav tm="0">
                                          <p:val>
                                            <p:fltVal val="0"/>
                                          </p:val>
                                        </p:tav>
                                        <p:tav tm="100000">
                                          <p:val>
                                            <p:strVal val="#ppt_w"/>
                                          </p:val>
                                        </p:tav>
                                      </p:tavLst>
                                    </p:anim>
                                    <p:anim calcmode="lin" valueType="num">
                                      <p:cBhvr>
                                        <p:cTn id="22" dur="500" fill="hold"/>
                                        <p:tgtEl>
                                          <p:spTgt spid="267269"/>
                                        </p:tgtEl>
                                        <p:attrNameLst>
                                          <p:attrName>ppt_h</p:attrName>
                                        </p:attrNameLst>
                                      </p:cBhvr>
                                      <p:tavLst>
                                        <p:tav tm="0">
                                          <p:val>
                                            <p:fltVal val="0"/>
                                          </p:val>
                                        </p:tav>
                                        <p:tav tm="100000">
                                          <p:val>
                                            <p:strVal val="#ppt_h"/>
                                          </p:val>
                                        </p:tav>
                                      </p:tavLst>
                                    </p:anim>
                                    <p:animEffect transition="in" filter="fade">
                                      <p:cBhvr>
                                        <p:cTn id="23" dur="500"/>
                                        <p:tgtEl>
                                          <p:spTgt spid="26726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xit" presetSubtype="32" fill="hold" grpId="1" nodeType="clickEffect">
                                  <p:stCondLst>
                                    <p:cond delay="0"/>
                                  </p:stCondLst>
                                  <p:childTnLst>
                                    <p:anim calcmode="lin" valueType="num">
                                      <p:cBhvr>
                                        <p:cTn id="27" dur="500"/>
                                        <p:tgtEl>
                                          <p:spTgt spid="267269"/>
                                        </p:tgtEl>
                                        <p:attrNameLst>
                                          <p:attrName>ppt_w</p:attrName>
                                        </p:attrNameLst>
                                      </p:cBhvr>
                                      <p:tavLst>
                                        <p:tav tm="0">
                                          <p:val>
                                            <p:strVal val="ppt_w"/>
                                          </p:val>
                                        </p:tav>
                                        <p:tav tm="100000">
                                          <p:val>
                                            <p:fltVal val="0"/>
                                          </p:val>
                                        </p:tav>
                                      </p:tavLst>
                                    </p:anim>
                                    <p:anim calcmode="lin" valueType="num">
                                      <p:cBhvr>
                                        <p:cTn id="28" dur="500"/>
                                        <p:tgtEl>
                                          <p:spTgt spid="267269"/>
                                        </p:tgtEl>
                                        <p:attrNameLst>
                                          <p:attrName>ppt_h</p:attrName>
                                        </p:attrNameLst>
                                      </p:cBhvr>
                                      <p:tavLst>
                                        <p:tav tm="0">
                                          <p:val>
                                            <p:strVal val="ppt_h"/>
                                          </p:val>
                                        </p:tav>
                                        <p:tav tm="100000">
                                          <p:val>
                                            <p:fltVal val="0"/>
                                          </p:val>
                                        </p:tav>
                                      </p:tavLst>
                                    </p:anim>
                                    <p:animEffect transition="out" filter="fade">
                                      <p:cBhvr>
                                        <p:cTn id="29" dur="500"/>
                                        <p:tgtEl>
                                          <p:spTgt spid="267269"/>
                                        </p:tgtEl>
                                      </p:cBhvr>
                                    </p:animEffect>
                                    <p:set>
                                      <p:cBhvr>
                                        <p:cTn id="30" dur="1" fill="hold">
                                          <p:stCondLst>
                                            <p:cond delay="499"/>
                                          </p:stCondLst>
                                        </p:cTn>
                                        <p:tgtEl>
                                          <p:spTgt spid="267269"/>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xit" presetSubtype="32" fill="hold" grpId="1" nodeType="clickEffect">
                                  <p:stCondLst>
                                    <p:cond delay="0"/>
                                  </p:stCondLst>
                                  <p:childTnLst>
                                    <p:anim calcmode="lin" valueType="num">
                                      <p:cBhvr>
                                        <p:cTn id="41" dur="500"/>
                                        <p:tgtEl>
                                          <p:spTgt spid="12"/>
                                        </p:tgtEl>
                                        <p:attrNameLst>
                                          <p:attrName>ppt_w</p:attrName>
                                        </p:attrNameLst>
                                      </p:cBhvr>
                                      <p:tavLst>
                                        <p:tav tm="0">
                                          <p:val>
                                            <p:strVal val="ppt_w"/>
                                          </p:val>
                                        </p:tav>
                                        <p:tav tm="100000">
                                          <p:val>
                                            <p:fltVal val="0"/>
                                          </p:val>
                                        </p:tav>
                                      </p:tavLst>
                                    </p:anim>
                                    <p:anim calcmode="lin" valueType="num">
                                      <p:cBhvr>
                                        <p:cTn id="42" dur="500"/>
                                        <p:tgtEl>
                                          <p:spTgt spid="12"/>
                                        </p:tgtEl>
                                        <p:attrNameLst>
                                          <p:attrName>ppt_h</p:attrName>
                                        </p:attrNameLst>
                                      </p:cBhvr>
                                      <p:tavLst>
                                        <p:tav tm="0">
                                          <p:val>
                                            <p:strVal val="ppt_h"/>
                                          </p:val>
                                        </p:tav>
                                        <p:tav tm="100000">
                                          <p:val>
                                            <p:fltVal val="0"/>
                                          </p:val>
                                        </p:tav>
                                      </p:tavLst>
                                    </p:anim>
                                    <p:animEffect transition="out" filter="fade">
                                      <p:cBhvr>
                                        <p:cTn id="43" dur="500"/>
                                        <p:tgtEl>
                                          <p:spTgt spid="12"/>
                                        </p:tgtEl>
                                      </p:cBhvr>
                                    </p:animEffect>
                                    <p:set>
                                      <p:cBhvr>
                                        <p:cTn id="44" dur="1" fill="hold">
                                          <p:stCondLst>
                                            <p:cond delay="499"/>
                                          </p:stCondLst>
                                        </p:cTn>
                                        <p:tgtEl>
                                          <p:spTgt spid="12"/>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xit" presetSubtype="32" fill="hold" grpId="1" nodeType="clickEffect">
                                  <p:stCondLst>
                                    <p:cond delay="0"/>
                                  </p:stCondLst>
                                  <p:childTnLst>
                                    <p:anim calcmode="lin" valueType="num">
                                      <p:cBhvr>
                                        <p:cTn id="55" dur="500"/>
                                        <p:tgtEl>
                                          <p:spTgt spid="13"/>
                                        </p:tgtEl>
                                        <p:attrNameLst>
                                          <p:attrName>ppt_w</p:attrName>
                                        </p:attrNameLst>
                                      </p:cBhvr>
                                      <p:tavLst>
                                        <p:tav tm="0">
                                          <p:val>
                                            <p:strVal val="ppt_w"/>
                                          </p:val>
                                        </p:tav>
                                        <p:tav tm="100000">
                                          <p:val>
                                            <p:fltVal val="0"/>
                                          </p:val>
                                        </p:tav>
                                      </p:tavLst>
                                    </p:anim>
                                    <p:anim calcmode="lin" valueType="num">
                                      <p:cBhvr>
                                        <p:cTn id="56" dur="500"/>
                                        <p:tgtEl>
                                          <p:spTgt spid="13"/>
                                        </p:tgtEl>
                                        <p:attrNameLst>
                                          <p:attrName>ppt_h</p:attrName>
                                        </p:attrNameLst>
                                      </p:cBhvr>
                                      <p:tavLst>
                                        <p:tav tm="0">
                                          <p:val>
                                            <p:strVal val="ppt_h"/>
                                          </p:val>
                                        </p:tav>
                                        <p:tav tm="100000">
                                          <p:val>
                                            <p:fltVal val="0"/>
                                          </p:val>
                                        </p:tav>
                                      </p:tavLst>
                                    </p:anim>
                                    <p:animEffect transition="out" filter="fade">
                                      <p:cBhvr>
                                        <p:cTn id="57" dur="500"/>
                                        <p:tgtEl>
                                          <p:spTgt spid="13"/>
                                        </p:tgtEl>
                                      </p:cBhvr>
                                    </p:animEffect>
                                    <p:set>
                                      <p:cBhvr>
                                        <p:cTn id="58"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8" grpId="0" animBg="1"/>
      <p:bldP spid="267268" grpId="1" animBg="1"/>
      <p:bldP spid="267269" grpId="0" animBg="1"/>
      <p:bldP spid="267269" grpId="1" animBg="1"/>
      <p:bldP spid="12" grpId="0" animBg="1"/>
      <p:bldP spid="12" grpId="1" animBg="1"/>
      <p:bldP spid="13" grpId="0" animBg="1"/>
      <p:bldP spid="13"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p>
        </p:txBody>
      </p:sp>
      <p:sp>
        <p:nvSpPr>
          <p:cNvPr id="5" name="矩形 4"/>
          <p:cNvSpPr/>
          <p:nvPr/>
        </p:nvSpPr>
        <p:spPr>
          <a:xfrm>
            <a:off x="155575" y="828675"/>
            <a:ext cx="8177213" cy="4279900"/>
          </a:xfrm>
          <a:prstGeom prst="rect">
            <a:avLst/>
          </a:prstGeom>
          <a:noFill/>
          <a:ln>
            <a:noFill/>
          </a:ln>
        </p:spPr>
        <p:txBody>
          <a:bodyPr lIns="68580" tIns="34290" rIns="68580" bIns="34290">
            <a:spAutoFit/>
          </a:bodyPr>
          <a:lstStyle/>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program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sort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input</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output</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array</a:t>
            </a:r>
            <a:r>
              <a:rPr lang="en-US" altLang="zh-CN" sz="2000" kern="0" dirty="0">
                <a:solidFill>
                  <a:srgbClr val="000000"/>
                </a:solidFill>
                <a:latin typeface="Times New Roman" panose="02020603050405020304" pitchFamily="18" charset="0"/>
                <a:ea typeface="楷体_GB2312" pitchFamily="49" charset="-122"/>
              </a:rPr>
              <a:t>[0..10] </a:t>
            </a:r>
            <a:r>
              <a:rPr lang="en-US" altLang="zh-CN" sz="2000" i="1" kern="0" dirty="0">
                <a:solidFill>
                  <a:srgbClr val="000000"/>
                </a:solidFill>
                <a:latin typeface="Times New Roman" panose="02020603050405020304" pitchFamily="18" charset="0"/>
                <a:ea typeface="楷体_GB2312" pitchFamily="49" charset="-122"/>
              </a:rPr>
              <a:t>of 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i="1" kern="0" dirty="0">
                <a:solidFill>
                  <a:srgbClr val="000000"/>
                </a:solidFill>
                <a:latin typeface="Times New Roman" panose="02020603050405020304" pitchFamily="18" charset="0"/>
                <a:ea typeface="楷体_GB2312" pitchFamily="49" charset="-122"/>
              </a:rPr>
              <a:t>           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FF0000"/>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 </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exchang</a:t>
            </a:r>
            <a:r>
              <a:rPr lang="en-US" altLang="zh-CN" sz="2000" kern="0" dirty="0">
                <a:solidFill>
                  <a:srgbClr val="FF0000"/>
                </a:solidFill>
                <a:latin typeface="Times New Roman" panose="02020603050405020304" pitchFamily="18" charset="0"/>
                <a:ea typeface="楷体_GB2312" pitchFamily="49" charset="-122"/>
              </a:rPr>
              <a:t>e</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err="1">
                <a:solidFill>
                  <a:prstClr val="black"/>
                </a:solidFill>
                <a:latin typeface="Times New Roman" panose="02020603050405020304" pitchFamily="18" charset="0"/>
                <a:ea typeface="楷体_GB2312" pitchFamily="49" charset="-122"/>
              </a:rPr>
              <a:t>i</a:t>
            </a:r>
            <a:r>
              <a:rPr lang="en-US" altLang="zh-CN" sz="2000" kern="0" dirty="0">
                <a:solidFill>
                  <a:prstClr val="black"/>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x</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a:t>
            </a:r>
            <a:r>
              <a:rPr lang="en-US" altLang="zh-CN" sz="2000" kern="0" dirty="0">
                <a:solidFill>
                  <a:srgbClr val="0000FF"/>
                </a:solidFill>
                <a:latin typeface="Times New Roman" panose="02020603050405020304" pitchFamily="18" charset="0"/>
                <a:ea typeface="楷体_GB2312" pitchFamily="49" charset="-122"/>
              </a:rPr>
              <a:t>e</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procedure</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quicksort</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m</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n</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k</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v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function</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FF0000"/>
                </a:solidFill>
                <a:latin typeface="Times New Roman" panose="02020603050405020304" pitchFamily="18" charset="0"/>
                <a:ea typeface="楷体_GB2312" pitchFamily="49" charset="-122"/>
              </a:rPr>
              <a:t>partition</a:t>
            </a:r>
            <a:r>
              <a:rPr lang="en-US" altLang="zh-CN" sz="2000" kern="0" dirty="0">
                <a:solidFill>
                  <a:prstClr val="black"/>
                </a:solidFill>
                <a:latin typeface="Times New Roman" panose="02020603050405020304" pitchFamily="18" charset="0"/>
                <a:ea typeface="楷体_GB2312" pitchFamily="49" charset="-122"/>
              </a:rPr>
              <a:t>(</a:t>
            </a:r>
            <a:r>
              <a:rPr lang="en-US" altLang="zh-CN" sz="2000" i="1" kern="0" dirty="0">
                <a:solidFill>
                  <a:prstClr val="black"/>
                </a:solidFill>
                <a:latin typeface="Times New Roman" panose="02020603050405020304" pitchFamily="18" charset="0"/>
                <a:ea typeface="楷体_GB2312" pitchFamily="49" charset="-122"/>
              </a:rPr>
              <a:t>y</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z</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00"/>
                </a:solidFill>
                <a:latin typeface="Times New Roman" panose="02020603050405020304" pitchFamily="18" charset="0"/>
                <a:ea typeface="楷体_GB2312" pitchFamily="49" charset="-122"/>
              </a:rPr>
              <a:t>intege</a:t>
            </a:r>
            <a:r>
              <a:rPr lang="en-US" altLang="zh-CN" sz="2000" kern="0" dirty="0">
                <a:solidFill>
                  <a:srgbClr val="000000"/>
                </a:solidFill>
                <a:latin typeface="Times New Roman" panose="02020603050405020304" pitchFamily="18" charset="0"/>
                <a:ea typeface="楷体_GB2312" pitchFamily="49" charset="-122"/>
              </a:rPr>
              <a:t>r;</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var</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err="1">
                <a:solidFill>
                  <a:srgbClr val="000000"/>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integer</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exchange</a:t>
            </a:r>
            <a:r>
              <a:rPr lang="en-US" altLang="zh-CN" sz="2000" kern="0" dirty="0">
                <a:solidFill>
                  <a:srgbClr val="0000FF"/>
                </a:solidFill>
                <a:latin typeface="Times New Roman" panose="02020603050405020304" pitchFamily="18" charset="0"/>
                <a:ea typeface="楷体_GB2312" pitchFamily="49" charset="-122"/>
              </a:rPr>
              <a:t>(</a:t>
            </a:r>
            <a:r>
              <a:rPr lang="en-US" altLang="zh-CN" sz="2000" i="1" kern="0" dirty="0" err="1">
                <a:solidFill>
                  <a:srgbClr val="0000FF"/>
                </a:solidFill>
                <a:latin typeface="Times New Roman" panose="02020603050405020304" pitchFamily="18" charset="0"/>
                <a:ea typeface="楷体_GB2312" pitchFamily="49" charset="-122"/>
              </a:rPr>
              <a:t>i</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j</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end </a:t>
            </a:r>
            <a:r>
              <a:rPr lang="en-US" altLang="zh-CN" sz="2000" kern="0" dirty="0">
                <a:solidFill>
                  <a:srgbClr val="000000"/>
                </a:solidFill>
                <a:latin typeface="Times New Roman" panose="02020603050405020304" pitchFamily="18" charset="0"/>
                <a:ea typeface="楷体_GB2312" pitchFamily="49" charset="-122"/>
              </a:rPr>
              <a:t>{</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v</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FF"/>
                </a:solidFill>
                <a:latin typeface="Times New Roman" panose="02020603050405020304" pitchFamily="18" charset="0"/>
                <a:ea typeface="楷体_GB2312" pitchFamily="49" charset="-122"/>
              </a:rPr>
              <a:t>partition</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00"/>
                </a:solidFill>
                <a:latin typeface="Times New Roman" panose="02020603050405020304" pitchFamily="18" charset="0"/>
                <a:ea typeface="楷体_GB2312" pitchFamily="49" charset="-122"/>
              </a:rPr>
              <a:t>} </a:t>
            </a:r>
            <a:r>
              <a:rPr lang="zh-CN" altLang="en-US" sz="2000" kern="0" dirty="0">
                <a:solidFill>
                  <a:srgbClr val="000000"/>
                </a:solidFill>
                <a:latin typeface="Times New Roman" panose="02020603050405020304" pitchFamily="18" charset="0"/>
                <a:ea typeface="楷体_GB2312" pitchFamily="49" charset="-122"/>
              </a:rPr>
              <a:t>；</a:t>
            </a:r>
          </a:p>
          <a:p>
            <a:pPr marL="257175" indent="-257175" algn="just" eaLnBrk="1" hangingPunct="1">
              <a:lnSpc>
                <a:spcPct val="80000"/>
              </a:lnSpc>
              <a:spcBef>
                <a:spcPct val="12000"/>
              </a:spcBef>
              <a:buClr>
                <a:srgbClr val="3333CC"/>
              </a:buClr>
              <a:buSzPct val="60000"/>
              <a:defRPr/>
            </a:pP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begin</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a:solidFill>
                  <a:srgbClr val="000000"/>
                </a:solidFill>
                <a:latin typeface="Times New Roman" panose="02020603050405020304" pitchFamily="18" charset="0"/>
                <a:ea typeface="楷体_GB2312" pitchFamily="49" charset="-122"/>
              </a:rPr>
              <a:t>a</a:t>
            </a:r>
            <a:r>
              <a:rPr lang="en-US" altLang="zh-CN" sz="2000" kern="0" dirty="0">
                <a:solidFill>
                  <a:srgbClr val="000000"/>
                </a:solidFill>
                <a:latin typeface="Times New Roman" panose="02020603050405020304" pitchFamily="18" charset="0"/>
                <a:ea typeface="楷体_GB2312" pitchFamily="49" charset="-122"/>
              </a:rPr>
              <a:t> … </a:t>
            </a:r>
            <a:r>
              <a:rPr lang="en-US" altLang="zh-CN" sz="2000" i="1" kern="0" dirty="0" err="1">
                <a:solidFill>
                  <a:srgbClr val="0000FF"/>
                </a:solidFill>
                <a:latin typeface="Times New Roman" panose="02020603050405020304" pitchFamily="18" charset="0"/>
                <a:ea typeface="楷体_GB2312" pitchFamily="49" charset="-122"/>
              </a:rPr>
              <a:t>readarray</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quicksort</a:t>
            </a:r>
            <a:r>
              <a:rPr lang="en-US" altLang="zh-CN" sz="2000" kern="0" dirty="0">
                <a:solidFill>
                  <a:srgbClr val="0000FF"/>
                </a:solidFill>
                <a:latin typeface="Times New Roman" panose="02020603050405020304" pitchFamily="18" charset="0"/>
                <a:ea typeface="楷体_GB2312" pitchFamily="49" charset="-122"/>
              </a:rPr>
              <a:t> </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00"/>
                </a:solidFill>
                <a:latin typeface="Times New Roman" panose="02020603050405020304" pitchFamily="18" charset="0"/>
                <a:ea typeface="楷体_GB2312" pitchFamily="49" charset="-122"/>
              </a:rPr>
              <a:t>end</a:t>
            </a:r>
            <a:r>
              <a:rPr lang="en-US" altLang="zh-CN" sz="2000" kern="0" dirty="0">
                <a:solidFill>
                  <a:srgbClr val="000000"/>
                </a:solidFill>
                <a:latin typeface="Times New Roman" panose="02020603050405020304" pitchFamily="18" charset="0"/>
                <a:ea typeface="楷体_GB2312" pitchFamily="49" charset="-122"/>
              </a:rPr>
              <a:t> {</a:t>
            </a:r>
            <a:r>
              <a:rPr lang="en-US" altLang="zh-CN" sz="2000" i="1" kern="0" dirty="0">
                <a:solidFill>
                  <a:srgbClr val="0000FF"/>
                </a:solidFill>
                <a:latin typeface="Times New Roman" panose="02020603050405020304" pitchFamily="18" charset="0"/>
                <a:ea typeface="楷体_GB2312" pitchFamily="49" charset="-122"/>
              </a:rPr>
              <a:t>sort</a:t>
            </a:r>
            <a:r>
              <a:rPr lang="en-US" altLang="zh-CN" sz="2000" kern="0" dirty="0">
                <a:solidFill>
                  <a:srgbClr val="000000"/>
                </a:solidFill>
                <a:latin typeface="Times New Roman" panose="02020603050405020304" pitchFamily="18" charset="0"/>
                <a:ea typeface="楷体_GB2312" pitchFamily="49" charset="-122"/>
              </a:rPr>
              <a:t>}</a:t>
            </a:r>
            <a:r>
              <a:rPr lang="zh-CN" altLang="en-US" sz="2000" kern="0" dirty="0">
                <a:solidFill>
                  <a:srgbClr val="000000"/>
                </a:solidFill>
                <a:latin typeface="Times New Roman" panose="02020603050405020304" pitchFamily="18" charset="0"/>
                <a:ea typeface="楷体_GB2312" pitchFamily="49" charset="-122"/>
              </a:rPr>
              <a:t>；</a:t>
            </a:r>
            <a:endParaRPr lang="en-US" altLang="zh-CN" sz="2000" kern="0" dirty="0">
              <a:solidFill>
                <a:srgbClr val="000000"/>
              </a:solidFill>
              <a:latin typeface="Times New Roman" panose="02020603050405020304" pitchFamily="18" charset="0"/>
              <a:ea typeface="楷体_GB2312" pitchFamily="49" charset="-122"/>
            </a:endParaRPr>
          </a:p>
        </p:txBody>
      </p:sp>
      <p:sp>
        <p:nvSpPr>
          <p:cNvPr id="4" name="Rectangle 3"/>
          <p:cNvSpPr txBox="1">
            <a:spLocks noChangeArrowheads="1"/>
          </p:cNvSpPr>
          <p:nvPr/>
        </p:nvSpPr>
        <p:spPr bwMode="auto">
          <a:xfrm>
            <a:off x="5286375" y="285750"/>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46</a:t>
            </a:fld>
            <a:endParaRPr lang="en-US" altLang="zh-CN" dirty="0"/>
          </a:p>
        </p:txBody>
      </p:sp>
    </p:spTree>
    <p:extLst>
      <p:ext uri="{BB962C8B-B14F-4D97-AF65-F5344CB8AC3E}">
        <p14:creationId xmlns:p14="http://schemas.microsoft.com/office/powerpoint/2010/main" val="1647212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80223"/>
          <p:cNvGrpSpPr>
            <a:grpSpLocks/>
          </p:cNvGrpSpPr>
          <p:nvPr/>
        </p:nvGrpSpPr>
        <p:grpSpPr bwMode="auto">
          <a:xfrm>
            <a:off x="4886325" y="842963"/>
            <a:ext cx="2362200" cy="2327275"/>
            <a:chOff x="4885681" y="843558"/>
            <a:chExt cx="2362199" cy="2326457"/>
          </a:xfrm>
        </p:grpSpPr>
        <p:sp>
          <p:nvSpPr>
            <p:cNvPr id="154697"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8"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9"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0"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54701"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54702"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3"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4"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5"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6"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707"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54628"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3" name="组合 180241"/>
          <p:cNvGrpSpPr>
            <a:grpSpLocks/>
          </p:cNvGrpSpPr>
          <p:nvPr/>
        </p:nvGrpSpPr>
        <p:grpSpPr bwMode="auto">
          <a:xfrm>
            <a:off x="6678613" y="-92075"/>
            <a:ext cx="2238375" cy="1449388"/>
            <a:chOff x="6678686" y="-92546"/>
            <a:chExt cx="2238896" cy="1449933"/>
          </a:xfrm>
        </p:grpSpPr>
        <p:sp>
          <p:nvSpPr>
            <p:cNvPr id="154687"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54688"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9"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0"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1"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54692"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3"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4"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5"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96"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4" name="组合 5"/>
          <p:cNvGrpSpPr>
            <a:grpSpLocks/>
          </p:cNvGrpSpPr>
          <p:nvPr/>
        </p:nvGrpSpPr>
        <p:grpSpPr bwMode="auto">
          <a:xfrm>
            <a:off x="5070475" y="79375"/>
            <a:ext cx="1517650" cy="969963"/>
            <a:chOff x="5069755" y="79300"/>
            <a:chExt cx="1518468" cy="970576"/>
          </a:xfrm>
        </p:grpSpPr>
        <p:sp>
          <p:nvSpPr>
            <p:cNvPr id="154678"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4679"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0"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1"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54682"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3"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4"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5"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86"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5" name="组合 180235"/>
          <p:cNvGrpSpPr>
            <a:grpSpLocks/>
          </p:cNvGrpSpPr>
          <p:nvPr/>
        </p:nvGrpSpPr>
        <p:grpSpPr bwMode="auto">
          <a:xfrm>
            <a:off x="3816350" y="-14288"/>
            <a:ext cx="1331913" cy="1649413"/>
            <a:chOff x="3816350" y="-15044"/>
            <a:chExt cx="1331714" cy="1649918"/>
          </a:xfrm>
        </p:grpSpPr>
        <p:sp>
          <p:nvSpPr>
            <p:cNvPr id="154670"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1"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2"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3"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4"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75"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54676"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54677"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27"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38"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6" name="组合 180224"/>
          <p:cNvGrpSpPr>
            <a:grpSpLocks/>
          </p:cNvGrpSpPr>
          <p:nvPr/>
        </p:nvGrpSpPr>
        <p:grpSpPr bwMode="auto">
          <a:xfrm>
            <a:off x="4881563" y="1639888"/>
            <a:ext cx="2038350" cy="361950"/>
            <a:chOff x="4880918" y="1639665"/>
            <a:chExt cx="2038349" cy="361950"/>
          </a:xfrm>
        </p:grpSpPr>
        <p:sp>
          <p:nvSpPr>
            <p:cNvPr id="154668"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54669"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42"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7" name="组合 180236"/>
          <p:cNvGrpSpPr>
            <a:grpSpLocks/>
          </p:cNvGrpSpPr>
          <p:nvPr/>
        </p:nvGrpSpPr>
        <p:grpSpPr bwMode="auto">
          <a:xfrm>
            <a:off x="3913188" y="311150"/>
            <a:ext cx="1266825" cy="315913"/>
            <a:chOff x="3913756" y="310816"/>
            <a:chExt cx="1266106" cy="316804"/>
          </a:xfrm>
        </p:grpSpPr>
        <p:sp>
          <p:nvSpPr>
            <p:cNvPr id="154665"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8" name="组合 180238"/>
          <p:cNvGrpSpPr>
            <a:grpSpLocks/>
          </p:cNvGrpSpPr>
          <p:nvPr/>
        </p:nvGrpSpPr>
        <p:grpSpPr bwMode="auto">
          <a:xfrm>
            <a:off x="3908425" y="636588"/>
            <a:ext cx="990600" cy="769937"/>
            <a:chOff x="3907724" y="637094"/>
            <a:chExt cx="990625" cy="769481"/>
          </a:xfrm>
        </p:grpSpPr>
        <p:sp>
          <p:nvSpPr>
            <p:cNvPr id="154662"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9" name="组合 180240"/>
          <p:cNvGrpSpPr>
            <a:grpSpLocks/>
          </p:cNvGrpSpPr>
          <p:nvPr/>
        </p:nvGrpSpPr>
        <p:grpSpPr bwMode="auto">
          <a:xfrm>
            <a:off x="4897438" y="1943100"/>
            <a:ext cx="2071687" cy="363538"/>
            <a:chOff x="4897836" y="1942382"/>
            <a:chExt cx="2070694" cy="363537"/>
          </a:xfrm>
        </p:grpSpPr>
        <p:sp>
          <p:nvSpPr>
            <p:cNvPr id="154660"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61"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64" name="矩形 163"/>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65"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0" name="组合 166"/>
          <p:cNvGrpSpPr>
            <a:grpSpLocks/>
          </p:cNvGrpSpPr>
          <p:nvPr/>
        </p:nvGrpSpPr>
        <p:grpSpPr bwMode="auto">
          <a:xfrm>
            <a:off x="3924300" y="585788"/>
            <a:ext cx="3562350" cy="638175"/>
            <a:chOff x="3913756" y="-10450"/>
            <a:chExt cx="3562797" cy="638070"/>
          </a:xfrm>
        </p:grpSpPr>
        <p:sp>
          <p:nvSpPr>
            <p:cNvPr id="154657"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69" name="直接箭头连接符 168"/>
            <p:cNvCxnSpPr/>
            <p:nvPr/>
          </p:nvCxnSpPr>
          <p:spPr>
            <a:xfrm flipV="1">
              <a:off x="4617107" y="-10450"/>
              <a:ext cx="2859446" cy="487282"/>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70" name="矩形 169"/>
            <p:cNvSpPr/>
            <p:nvPr/>
          </p:nvSpPr>
          <p:spPr>
            <a:xfrm>
              <a:off x="3913756" y="335568"/>
              <a:ext cx="439793" cy="29205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72"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1" name="组合 180243"/>
          <p:cNvGrpSpPr>
            <a:grpSpLocks/>
          </p:cNvGrpSpPr>
          <p:nvPr/>
        </p:nvGrpSpPr>
        <p:grpSpPr bwMode="auto">
          <a:xfrm>
            <a:off x="7504113" y="539750"/>
            <a:ext cx="1239837" cy="361950"/>
            <a:chOff x="7504161" y="539279"/>
            <a:chExt cx="1239492" cy="361950"/>
          </a:xfrm>
        </p:grpSpPr>
        <p:sp>
          <p:nvSpPr>
            <p:cNvPr id="154655"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56"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76" name="矩形 175"/>
          <p:cNvSpPr/>
          <p:nvPr/>
        </p:nvSpPr>
        <p:spPr>
          <a:xfrm>
            <a:off x="3916363" y="915988"/>
            <a:ext cx="439737"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7"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2"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54653"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4654"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13" name="灯片编号占位符 12"/>
          <p:cNvSpPr>
            <a:spLocks noGrp="1"/>
          </p:cNvSpPr>
          <p:nvPr>
            <p:ph type="sldNum" sz="quarter" idx="12"/>
          </p:nvPr>
        </p:nvSpPr>
        <p:spPr/>
        <p:txBody>
          <a:bodyPr/>
          <a:lstStyle/>
          <a:p>
            <a:pPr>
              <a:defRPr/>
            </a:pPr>
            <a:fld id="{64CF1D47-2B30-44A6-81DA-EC28584A641A}" type="slidenum">
              <a:rPr lang="zh-CN" altLang="en-US" smtClean="0"/>
              <a:pPr>
                <a:defRPr/>
              </a:pPr>
              <a:t>47</a:t>
            </a:fld>
            <a:endParaRPr lang="en-US" altLang="zh-CN" dirty="0"/>
          </a:p>
        </p:txBody>
      </p:sp>
    </p:spTree>
    <p:extLst>
      <p:ext uri="{BB962C8B-B14F-4D97-AF65-F5344CB8AC3E}">
        <p14:creationId xmlns:p14="http://schemas.microsoft.com/office/powerpoint/2010/main" val="2731246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27"/>
                                        </p:tgtEl>
                                        <p:attrNameLst>
                                          <p:attrName>style.visibility</p:attrName>
                                        </p:attrNameLst>
                                      </p:cBhvr>
                                      <p:to>
                                        <p:strVal val="visible"/>
                                      </p:to>
                                    </p:set>
                                    <p:anim calcmode="lin" valueType="num">
                                      <p:cBhvr>
                                        <p:cTn id="28" dur="500" fill="hold"/>
                                        <p:tgtEl>
                                          <p:spTgt spid="127"/>
                                        </p:tgtEl>
                                        <p:attrNameLst>
                                          <p:attrName>ppt_w</p:attrName>
                                        </p:attrNameLst>
                                      </p:cBhvr>
                                      <p:tavLst>
                                        <p:tav tm="0">
                                          <p:val>
                                            <p:fltVal val="0"/>
                                          </p:val>
                                        </p:tav>
                                        <p:tav tm="100000">
                                          <p:val>
                                            <p:strVal val="#ppt_w"/>
                                          </p:val>
                                        </p:tav>
                                      </p:tavLst>
                                    </p:anim>
                                    <p:anim calcmode="lin" valueType="num">
                                      <p:cBhvr>
                                        <p:cTn id="29" dur="500" fill="hold"/>
                                        <p:tgtEl>
                                          <p:spTgt spid="127"/>
                                        </p:tgtEl>
                                        <p:attrNameLst>
                                          <p:attrName>ppt_h</p:attrName>
                                        </p:attrNameLst>
                                      </p:cBhvr>
                                      <p:tavLst>
                                        <p:tav tm="0">
                                          <p:val>
                                            <p:fltVal val="0"/>
                                          </p:val>
                                        </p:tav>
                                        <p:tav tm="100000">
                                          <p:val>
                                            <p:strVal val="#ppt_h"/>
                                          </p:val>
                                        </p:tav>
                                      </p:tavLst>
                                    </p:anim>
                                    <p:animEffect transition="in" filter="fade">
                                      <p:cBhvr>
                                        <p:cTn id="30" dur="500"/>
                                        <p:tgtEl>
                                          <p:spTgt spid="12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ppt_w</p:attrName>
                                        </p:attrNameLst>
                                      </p:cBhvr>
                                      <p:tavLst>
                                        <p:tav tm="0">
                                          <p:val>
                                            <p:fltVal val="0"/>
                                          </p:val>
                                        </p:tav>
                                        <p:tav tm="100000">
                                          <p:val>
                                            <p:strVal val="#ppt_w"/>
                                          </p:val>
                                        </p:tav>
                                      </p:tavLst>
                                    </p:anim>
                                    <p:anim calcmode="lin" valueType="num">
                                      <p:cBhvr>
                                        <p:cTn id="36" dur="500" fill="hold"/>
                                        <p:tgtEl>
                                          <p:spTgt spid="2"/>
                                        </p:tgtEl>
                                        <p:attrNameLst>
                                          <p:attrName>ppt_h</p:attrName>
                                        </p:attrNameLst>
                                      </p:cBhvr>
                                      <p:tavLst>
                                        <p:tav tm="0">
                                          <p:val>
                                            <p:fltVal val="0"/>
                                          </p:val>
                                        </p:tav>
                                        <p:tav tm="100000">
                                          <p:val>
                                            <p:strVal val="#ppt_h"/>
                                          </p:val>
                                        </p:tav>
                                      </p:tavLst>
                                    </p:anim>
                                    <p:animEffect transition="in" filter="fade">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animEffect transition="in" filter="fade">
                                      <p:cBhvr>
                                        <p:cTn id="44" dur="500"/>
                                        <p:tgtEl>
                                          <p:spTgt spid="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38"/>
                                        </p:tgtEl>
                                        <p:attrNameLst>
                                          <p:attrName>style.visibility</p:attrName>
                                        </p:attrNameLst>
                                      </p:cBhvr>
                                      <p:to>
                                        <p:strVal val="visible"/>
                                      </p:to>
                                    </p:set>
                                    <p:anim calcmode="lin" valueType="num">
                                      <p:cBhvr>
                                        <p:cTn id="49" dur="500" fill="hold"/>
                                        <p:tgtEl>
                                          <p:spTgt spid="138"/>
                                        </p:tgtEl>
                                        <p:attrNameLst>
                                          <p:attrName>ppt_w</p:attrName>
                                        </p:attrNameLst>
                                      </p:cBhvr>
                                      <p:tavLst>
                                        <p:tav tm="0">
                                          <p:val>
                                            <p:fltVal val="0"/>
                                          </p:val>
                                        </p:tav>
                                        <p:tav tm="100000">
                                          <p:val>
                                            <p:strVal val="#ppt_w"/>
                                          </p:val>
                                        </p:tav>
                                      </p:tavLst>
                                    </p:anim>
                                    <p:anim calcmode="lin" valueType="num">
                                      <p:cBhvr>
                                        <p:cTn id="50" dur="500" fill="hold"/>
                                        <p:tgtEl>
                                          <p:spTgt spid="138"/>
                                        </p:tgtEl>
                                        <p:attrNameLst>
                                          <p:attrName>ppt_h</p:attrName>
                                        </p:attrNameLst>
                                      </p:cBhvr>
                                      <p:tavLst>
                                        <p:tav tm="0">
                                          <p:val>
                                            <p:fltVal val="0"/>
                                          </p:val>
                                        </p:tav>
                                        <p:tav tm="100000">
                                          <p:val>
                                            <p:strVal val="#ppt_h"/>
                                          </p:val>
                                        </p:tav>
                                      </p:tavLst>
                                    </p:anim>
                                    <p:animEffect transition="in" filter="fade">
                                      <p:cBhvr>
                                        <p:cTn id="51" dur="500"/>
                                        <p:tgtEl>
                                          <p:spTgt spid="13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80232"/>
                                        </p:tgtEl>
                                        <p:attrNameLst>
                                          <p:attrName>style.visibility</p:attrName>
                                        </p:attrNameLst>
                                      </p:cBhvr>
                                      <p:to>
                                        <p:strVal val="visible"/>
                                      </p:to>
                                    </p:set>
                                    <p:anim calcmode="lin" valueType="num">
                                      <p:cBhvr>
                                        <p:cTn id="63" dur="500" fill="hold"/>
                                        <p:tgtEl>
                                          <p:spTgt spid="180232"/>
                                        </p:tgtEl>
                                        <p:attrNameLst>
                                          <p:attrName>ppt_w</p:attrName>
                                        </p:attrNameLst>
                                      </p:cBhvr>
                                      <p:tavLst>
                                        <p:tav tm="0">
                                          <p:val>
                                            <p:fltVal val="0"/>
                                          </p:val>
                                        </p:tav>
                                        <p:tav tm="100000">
                                          <p:val>
                                            <p:strVal val="#ppt_w"/>
                                          </p:val>
                                        </p:tav>
                                      </p:tavLst>
                                    </p:anim>
                                    <p:anim calcmode="lin" valueType="num">
                                      <p:cBhvr>
                                        <p:cTn id="64" dur="500" fill="hold"/>
                                        <p:tgtEl>
                                          <p:spTgt spid="180232"/>
                                        </p:tgtEl>
                                        <p:attrNameLst>
                                          <p:attrName>ppt_h</p:attrName>
                                        </p:attrNameLst>
                                      </p:cBhvr>
                                      <p:tavLst>
                                        <p:tav tm="0">
                                          <p:val>
                                            <p:fltVal val="0"/>
                                          </p:val>
                                        </p:tav>
                                        <p:tav tm="100000">
                                          <p:val>
                                            <p:strVal val="#ppt_h"/>
                                          </p:val>
                                        </p:tav>
                                      </p:tavLst>
                                    </p:anim>
                                    <p:animEffect transition="in" filter="fade">
                                      <p:cBhvr>
                                        <p:cTn id="65" dur="500"/>
                                        <p:tgtEl>
                                          <p:spTgt spid="18023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42"/>
                                        </p:tgtEl>
                                        <p:attrNameLst>
                                          <p:attrName>style.visibility</p:attrName>
                                        </p:attrNameLst>
                                      </p:cBhvr>
                                      <p:to>
                                        <p:strVal val="visible"/>
                                      </p:to>
                                    </p:set>
                                    <p:anim calcmode="lin" valueType="num">
                                      <p:cBhvr>
                                        <p:cTn id="70" dur="500" fill="hold"/>
                                        <p:tgtEl>
                                          <p:spTgt spid="142"/>
                                        </p:tgtEl>
                                        <p:attrNameLst>
                                          <p:attrName>ppt_w</p:attrName>
                                        </p:attrNameLst>
                                      </p:cBhvr>
                                      <p:tavLst>
                                        <p:tav tm="0">
                                          <p:val>
                                            <p:fltVal val="0"/>
                                          </p:val>
                                        </p:tav>
                                        <p:tav tm="100000">
                                          <p:val>
                                            <p:strVal val="#ppt_w"/>
                                          </p:val>
                                        </p:tav>
                                      </p:tavLst>
                                    </p:anim>
                                    <p:anim calcmode="lin" valueType="num">
                                      <p:cBhvr>
                                        <p:cTn id="71" dur="500" fill="hold"/>
                                        <p:tgtEl>
                                          <p:spTgt spid="142"/>
                                        </p:tgtEl>
                                        <p:attrNameLst>
                                          <p:attrName>ppt_h</p:attrName>
                                        </p:attrNameLst>
                                      </p:cBhvr>
                                      <p:tavLst>
                                        <p:tav tm="0">
                                          <p:val>
                                            <p:fltVal val="0"/>
                                          </p:val>
                                        </p:tav>
                                        <p:tav tm="100000">
                                          <p:val>
                                            <p:strVal val="#ppt_h"/>
                                          </p:val>
                                        </p:tav>
                                      </p:tavLst>
                                    </p:anim>
                                    <p:animEffect transition="in" filter="fade">
                                      <p:cBhvr>
                                        <p:cTn id="72" dur="500"/>
                                        <p:tgtEl>
                                          <p:spTgt spid="14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16" fill="hold" nodeType="click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500" fill="hold"/>
                                        <p:tgtEl>
                                          <p:spTgt spid="9"/>
                                        </p:tgtEl>
                                        <p:attrNameLst>
                                          <p:attrName>ppt_w</p:attrName>
                                        </p:attrNameLst>
                                      </p:cBhvr>
                                      <p:tavLst>
                                        <p:tav tm="0">
                                          <p:val>
                                            <p:fltVal val="0"/>
                                          </p:val>
                                        </p:tav>
                                        <p:tav tm="100000">
                                          <p:val>
                                            <p:strVal val="#ppt_w"/>
                                          </p:val>
                                        </p:tav>
                                      </p:tavLst>
                                    </p:anim>
                                    <p:anim calcmode="lin" valueType="num">
                                      <p:cBhvr>
                                        <p:cTn id="78" dur="500" fill="hold"/>
                                        <p:tgtEl>
                                          <p:spTgt spid="9"/>
                                        </p:tgtEl>
                                        <p:attrNameLst>
                                          <p:attrName>ppt_h</p:attrName>
                                        </p:attrNameLst>
                                      </p:cBhvr>
                                      <p:tavLst>
                                        <p:tav tm="0">
                                          <p:val>
                                            <p:fltVal val="0"/>
                                          </p:val>
                                        </p:tav>
                                        <p:tav tm="100000">
                                          <p:val>
                                            <p:strVal val="#ppt_h"/>
                                          </p:val>
                                        </p:tav>
                                      </p:tavLst>
                                    </p:anim>
                                    <p:animEffect transition="in" filter="fade">
                                      <p:cBhvr>
                                        <p:cTn id="79" dur="500"/>
                                        <p:tgtEl>
                                          <p:spTgt spid="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164"/>
                                        </p:tgtEl>
                                        <p:attrNameLst>
                                          <p:attrName>style.visibility</p:attrName>
                                        </p:attrNameLst>
                                      </p:cBhvr>
                                      <p:to>
                                        <p:strVal val="visible"/>
                                      </p:to>
                                    </p:set>
                                    <p:anim calcmode="lin" valueType="num">
                                      <p:cBhvr>
                                        <p:cTn id="84" dur="500" fill="hold"/>
                                        <p:tgtEl>
                                          <p:spTgt spid="164"/>
                                        </p:tgtEl>
                                        <p:attrNameLst>
                                          <p:attrName>ppt_w</p:attrName>
                                        </p:attrNameLst>
                                      </p:cBhvr>
                                      <p:tavLst>
                                        <p:tav tm="0">
                                          <p:val>
                                            <p:fltVal val="0"/>
                                          </p:val>
                                        </p:tav>
                                        <p:tav tm="100000">
                                          <p:val>
                                            <p:strVal val="#ppt_w"/>
                                          </p:val>
                                        </p:tav>
                                      </p:tavLst>
                                    </p:anim>
                                    <p:anim calcmode="lin" valueType="num">
                                      <p:cBhvr>
                                        <p:cTn id="85" dur="500" fill="hold"/>
                                        <p:tgtEl>
                                          <p:spTgt spid="164"/>
                                        </p:tgtEl>
                                        <p:attrNameLst>
                                          <p:attrName>ppt_h</p:attrName>
                                        </p:attrNameLst>
                                      </p:cBhvr>
                                      <p:tavLst>
                                        <p:tav tm="0">
                                          <p:val>
                                            <p:fltVal val="0"/>
                                          </p:val>
                                        </p:tav>
                                        <p:tav tm="100000">
                                          <p:val>
                                            <p:strVal val="#ppt_h"/>
                                          </p:val>
                                        </p:tav>
                                      </p:tavLst>
                                    </p:anim>
                                    <p:animEffect transition="in" filter="fade">
                                      <p:cBhvr>
                                        <p:cTn id="86" dur="500"/>
                                        <p:tgtEl>
                                          <p:spTgt spid="16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165"/>
                                        </p:tgtEl>
                                        <p:attrNameLst>
                                          <p:attrName>style.visibility</p:attrName>
                                        </p:attrNameLst>
                                      </p:cBhvr>
                                      <p:to>
                                        <p:strVal val="visible"/>
                                      </p:to>
                                    </p:set>
                                    <p:anim calcmode="lin" valueType="num">
                                      <p:cBhvr>
                                        <p:cTn id="91" dur="500" fill="hold"/>
                                        <p:tgtEl>
                                          <p:spTgt spid="165"/>
                                        </p:tgtEl>
                                        <p:attrNameLst>
                                          <p:attrName>ppt_w</p:attrName>
                                        </p:attrNameLst>
                                      </p:cBhvr>
                                      <p:tavLst>
                                        <p:tav tm="0">
                                          <p:val>
                                            <p:fltVal val="0"/>
                                          </p:val>
                                        </p:tav>
                                        <p:tav tm="100000">
                                          <p:val>
                                            <p:strVal val="#ppt_w"/>
                                          </p:val>
                                        </p:tav>
                                      </p:tavLst>
                                    </p:anim>
                                    <p:anim calcmode="lin" valueType="num">
                                      <p:cBhvr>
                                        <p:cTn id="92" dur="500" fill="hold"/>
                                        <p:tgtEl>
                                          <p:spTgt spid="165"/>
                                        </p:tgtEl>
                                        <p:attrNameLst>
                                          <p:attrName>ppt_h</p:attrName>
                                        </p:attrNameLst>
                                      </p:cBhvr>
                                      <p:tavLst>
                                        <p:tav tm="0">
                                          <p:val>
                                            <p:fltVal val="0"/>
                                          </p:val>
                                        </p:tav>
                                        <p:tav tm="100000">
                                          <p:val>
                                            <p:strVal val="#ppt_h"/>
                                          </p:val>
                                        </p:tav>
                                      </p:tavLst>
                                    </p:anim>
                                    <p:animEffect transition="in" filter="fade">
                                      <p:cBhvr>
                                        <p:cTn id="93" dur="500"/>
                                        <p:tgtEl>
                                          <p:spTgt spid="16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3" presetClass="entr" presetSubtype="16" fill="hold" nodeType="clickEffect">
                                  <p:stCondLst>
                                    <p:cond delay="0"/>
                                  </p:stCondLst>
                                  <p:childTnLst>
                                    <p:set>
                                      <p:cBhvr>
                                        <p:cTn id="97" dur="1" fill="hold">
                                          <p:stCondLst>
                                            <p:cond delay="0"/>
                                          </p:stCondLst>
                                        </p:cTn>
                                        <p:tgtEl>
                                          <p:spTgt spid="3"/>
                                        </p:tgtEl>
                                        <p:attrNameLst>
                                          <p:attrName>style.visibility</p:attrName>
                                        </p:attrNameLst>
                                      </p:cBhvr>
                                      <p:to>
                                        <p:strVal val="visible"/>
                                      </p:to>
                                    </p:set>
                                    <p:anim calcmode="lin" valueType="num">
                                      <p:cBhvr>
                                        <p:cTn id="98" dur="500" fill="hold"/>
                                        <p:tgtEl>
                                          <p:spTgt spid="3"/>
                                        </p:tgtEl>
                                        <p:attrNameLst>
                                          <p:attrName>ppt_w</p:attrName>
                                        </p:attrNameLst>
                                      </p:cBhvr>
                                      <p:tavLst>
                                        <p:tav tm="0">
                                          <p:val>
                                            <p:fltVal val="0"/>
                                          </p:val>
                                        </p:tav>
                                        <p:tav tm="100000">
                                          <p:val>
                                            <p:strVal val="#ppt_w"/>
                                          </p:val>
                                        </p:tav>
                                      </p:tavLst>
                                    </p:anim>
                                    <p:anim calcmode="lin" valueType="num">
                                      <p:cBhvr>
                                        <p:cTn id="99" dur="500" fill="hold"/>
                                        <p:tgtEl>
                                          <p:spTgt spid="3"/>
                                        </p:tgtEl>
                                        <p:attrNameLst>
                                          <p:attrName>ppt_h</p:attrName>
                                        </p:attrNameLst>
                                      </p:cBhvr>
                                      <p:tavLst>
                                        <p:tav tm="0">
                                          <p:val>
                                            <p:fltVal val="0"/>
                                          </p:val>
                                        </p:tav>
                                        <p:tav tm="100000">
                                          <p:val>
                                            <p:strVal val="#ppt_h"/>
                                          </p:val>
                                        </p:tav>
                                      </p:tavLst>
                                    </p:anim>
                                    <p:animEffect transition="in" filter="fade">
                                      <p:cBhvr>
                                        <p:cTn id="100" dur="500"/>
                                        <p:tgtEl>
                                          <p:spTgt spid="3"/>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3" presetClass="entr" presetSubtype="16" fill="hold" nodeType="clickEffect">
                                  <p:stCondLst>
                                    <p:cond delay="0"/>
                                  </p:stCondLst>
                                  <p:childTnLst>
                                    <p:set>
                                      <p:cBhvr>
                                        <p:cTn id="104" dur="1" fill="hold">
                                          <p:stCondLst>
                                            <p:cond delay="0"/>
                                          </p:stCondLst>
                                        </p:cTn>
                                        <p:tgtEl>
                                          <p:spTgt spid="10"/>
                                        </p:tgtEl>
                                        <p:attrNameLst>
                                          <p:attrName>style.visibility</p:attrName>
                                        </p:attrNameLst>
                                      </p:cBhvr>
                                      <p:to>
                                        <p:strVal val="visible"/>
                                      </p:to>
                                    </p:set>
                                    <p:anim calcmode="lin" valueType="num">
                                      <p:cBhvr>
                                        <p:cTn id="105" dur="500" fill="hold"/>
                                        <p:tgtEl>
                                          <p:spTgt spid="10"/>
                                        </p:tgtEl>
                                        <p:attrNameLst>
                                          <p:attrName>ppt_w</p:attrName>
                                        </p:attrNameLst>
                                      </p:cBhvr>
                                      <p:tavLst>
                                        <p:tav tm="0">
                                          <p:val>
                                            <p:fltVal val="0"/>
                                          </p:val>
                                        </p:tav>
                                        <p:tav tm="100000">
                                          <p:val>
                                            <p:strVal val="#ppt_w"/>
                                          </p:val>
                                        </p:tav>
                                      </p:tavLst>
                                    </p:anim>
                                    <p:anim calcmode="lin" valueType="num">
                                      <p:cBhvr>
                                        <p:cTn id="106" dur="500" fill="hold"/>
                                        <p:tgtEl>
                                          <p:spTgt spid="10"/>
                                        </p:tgtEl>
                                        <p:attrNameLst>
                                          <p:attrName>ppt_h</p:attrName>
                                        </p:attrNameLst>
                                      </p:cBhvr>
                                      <p:tavLst>
                                        <p:tav tm="0">
                                          <p:val>
                                            <p:fltVal val="0"/>
                                          </p:val>
                                        </p:tav>
                                        <p:tav tm="100000">
                                          <p:val>
                                            <p:strVal val="#ppt_h"/>
                                          </p:val>
                                        </p:tav>
                                      </p:tavLst>
                                    </p:anim>
                                    <p:animEffect transition="in" filter="fade">
                                      <p:cBhvr>
                                        <p:cTn id="107" dur="500"/>
                                        <p:tgtEl>
                                          <p:spTgt spid="1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172"/>
                                        </p:tgtEl>
                                        <p:attrNameLst>
                                          <p:attrName>style.visibility</p:attrName>
                                        </p:attrNameLst>
                                      </p:cBhvr>
                                      <p:to>
                                        <p:strVal val="visible"/>
                                      </p:to>
                                    </p:set>
                                    <p:anim calcmode="lin" valueType="num">
                                      <p:cBhvr>
                                        <p:cTn id="112" dur="500" fill="hold"/>
                                        <p:tgtEl>
                                          <p:spTgt spid="172"/>
                                        </p:tgtEl>
                                        <p:attrNameLst>
                                          <p:attrName>ppt_w</p:attrName>
                                        </p:attrNameLst>
                                      </p:cBhvr>
                                      <p:tavLst>
                                        <p:tav tm="0">
                                          <p:val>
                                            <p:fltVal val="0"/>
                                          </p:val>
                                        </p:tav>
                                        <p:tav tm="100000">
                                          <p:val>
                                            <p:strVal val="#ppt_w"/>
                                          </p:val>
                                        </p:tav>
                                      </p:tavLst>
                                    </p:anim>
                                    <p:anim calcmode="lin" valueType="num">
                                      <p:cBhvr>
                                        <p:cTn id="113" dur="500" fill="hold"/>
                                        <p:tgtEl>
                                          <p:spTgt spid="172"/>
                                        </p:tgtEl>
                                        <p:attrNameLst>
                                          <p:attrName>ppt_h</p:attrName>
                                        </p:attrNameLst>
                                      </p:cBhvr>
                                      <p:tavLst>
                                        <p:tav tm="0">
                                          <p:val>
                                            <p:fltVal val="0"/>
                                          </p:val>
                                        </p:tav>
                                        <p:tav tm="100000">
                                          <p:val>
                                            <p:strVal val="#ppt_h"/>
                                          </p:val>
                                        </p:tav>
                                      </p:tavLst>
                                    </p:anim>
                                    <p:animEffect transition="in" filter="fade">
                                      <p:cBhvr>
                                        <p:cTn id="114" dur="500"/>
                                        <p:tgtEl>
                                          <p:spTgt spid="17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3" presetClass="entr" presetSubtype="16" fill="hold" nodeType="clickEffect">
                                  <p:stCondLst>
                                    <p:cond delay="0"/>
                                  </p:stCondLst>
                                  <p:childTnLst>
                                    <p:set>
                                      <p:cBhvr>
                                        <p:cTn id="118" dur="1" fill="hold">
                                          <p:stCondLst>
                                            <p:cond delay="0"/>
                                          </p:stCondLst>
                                        </p:cTn>
                                        <p:tgtEl>
                                          <p:spTgt spid="11"/>
                                        </p:tgtEl>
                                        <p:attrNameLst>
                                          <p:attrName>style.visibility</p:attrName>
                                        </p:attrNameLst>
                                      </p:cBhvr>
                                      <p:to>
                                        <p:strVal val="visible"/>
                                      </p:to>
                                    </p:set>
                                    <p:anim calcmode="lin" valueType="num">
                                      <p:cBhvr>
                                        <p:cTn id="119" dur="500" fill="hold"/>
                                        <p:tgtEl>
                                          <p:spTgt spid="11"/>
                                        </p:tgtEl>
                                        <p:attrNameLst>
                                          <p:attrName>ppt_w</p:attrName>
                                        </p:attrNameLst>
                                      </p:cBhvr>
                                      <p:tavLst>
                                        <p:tav tm="0">
                                          <p:val>
                                            <p:fltVal val="0"/>
                                          </p:val>
                                        </p:tav>
                                        <p:tav tm="100000">
                                          <p:val>
                                            <p:strVal val="#ppt_w"/>
                                          </p:val>
                                        </p:tav>
                                      </p:tavLst>
                                    </p:anim>
                                    <p:anim calcmode="lin" valueType="num">
                                      <p:cBhvr>
                                        <p:cTn id="120" dur="500" fill="hold"/>
                                        <p:tgtEl>
                                          <p:spTgt spid="11"/>
                                        </p:tgtEl>
                                        <p:attrNameLst>
                                          <p:attrName>ppt_h</p:attrName>
                                        </p:attrNameLst>
                                      </p:cBhvr>
                                      <p:tavLst>
                                        <p:tav tm="0">
                                          <p:val>
                                            <p:fltVal val="0"/>
                                          </p:val>
                                        </p:tav>
                                        <p:tav tm="100000">
                                          <p:val>
                                            <p:strVal val="#ppt_h"/>
                                          </p:val>
                                        </p:tav>
                                      </p:tavLst>
                                    </p:anim>
                                    <p:animEffect transition="in" filter="fade">
                                      <p:cBhvr>
                                        <p:cTn id="121" dur="500"/>
                                        <p:tgtEl>
                                          <p:spTgt spid="11"/>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176"/>
                                        </p:tgtEl>
                                        <p:attrNameLst>
                                          <p:attrName>style.visibility</p:attrName>
                                        </p:attrNameLst>
                                      </p:cBhvr>
                                      <p:to>
                                        <p:strVal val="visible"/>
                                      </p:to>
                                    </p:set>
                                    <p:anim calcmode="lin" valueType="num">
                                      <p:cBhvr>
                                        <p:cTn id="126" dur="500" fill="hold"/>
                                        <p:tgtEl>
                                          <p:spTgt spid="176"/>
                                        </p:tgtEl>
                                        <p:attrNameLst>
                                          <p:attrName>ppt_w</p:attrName>
                                        </p:attrNameLst>
                                      </p:cBhvr>
                                      <p:tavLst>
                                        <p:tav tm="0">
                                          <p:val>
                                            <p:fltVal val="0"/>
                                          </p:val>
                                        </p:tav>
                                        <p:tav tm="100000">
                                          <p:val>
                                            <p:strVal val="#ppt_w"/>
                                          </p:val>
                                        </p:tav>
                                      </p:tavLst>
                                    </p:anim>
                                    <p:anim calcmode="lin" valueType="num">
                                      <p:cBhvr>
                                        <p:cTn id="127" dur="500" fill="hold"/>
                                        <p:tgtEl>
                                          <p:spTgt spid="176"/>
                                        </p:tgtEl>
                                        <p:attrNameLst>
                                          <p:attrName>ppt_h</p:attrName>
                                        </p:attrNameLst>
                                      </p:cBhvr>
                                      <p:tavLst>
                                        <p:tav tm="0">
                                          <p:val>
                                            <p:fltVal val="0"/>
                                          </p:val>
                                        </p:tav>
                                        <p:tav tm="100000">
                                          <p:val>
                                            <p:strVal val="#ppt_h"/>
                                          </p:val>
                                        </p:tav>
                                      </p:tavLst>
                                    </p:anim>
                                    <p:animEffect transition="in" filter="fade">
                                      <p:cBhvr>
                                        <p:cTn id="128" dur="500"/>
                                        <p:tgtEl>
                                          <p:spTgt spid="176"/>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53" presetClass="entr" presetSubtype="16" fill="hold" grpId="0" nodeType="clickEffect">
                                  <p:stCondLst>
                                    <p:cond delay="0"/>
                                  </p:stCondLst>
                                  <p:childTnLst>
                                    <p:set>
                                      <p:cBhvr>
                                        <p:cTn id="132" dur="1" fill="hold">
                                          <p:stCondLst>
                                            <p:cond delay="0"/>
                                          </p:stCondLst>
                                        </p:cTn>
                                        <p:tgtEl>
                                          <p:spTgt spid="177"/>
                                        </p:tgtEl>
                                        <p:attrNameLst>
                                          <p:attrName>style.visibility</p:attrName>
                                        </p:attrNameLst>
                                      </p:cBhvr>
                                      <p:to>
                                        <p:strVal val="visible"/>
                                      </p:to>
                                    </p:set>
                                    <p:anim calcmode="lin" valueType="num">
                                      <p:cBhvr>
                                        <p:cTn id="133" dur="500" fill="hold"/>
                                        <p:tgtEl>
                                          <p:spTgt spid="177"/>
                                        </p:tgtEl>
                                        <p:attrNameLst>
                                          <p:attrName>ppt_w</p:attrName>
                                        </p:attrNameLst>
                                      </p:cBhvr>
                                      <p:tavLst>
                                        <p:tav tm="0">
                                          <p:val>
                                            <p:fltVal val="0"/>
                                          </p:val>
                                        </p:tav>
                                        <p:tav tm="100000">
                                          <p:val>
                                            <p:strVal val="#ppt_w"/>
                                          </p:val>
                                        </p:tav>
                                      </p:tavLst>
                                    </p:anim>
                                    <p:anim calcmode="lin" valueType="num">
                                      <p:cBhvr>
                                        <p:cTn id="134" dur="500" fill="hold"/>
                                        <p:tgtEl>
                                          <p:spTgt spid="177"/>
                                        </p:tgtEl>
                                        <p:attrNameLst>
                                          <p:attrName>ppt_h</p:attrName>
                                        </p:attrNameLst>
                                      </p:cBhvr>
                                      <p:tavLst>
                                        <p:tav tm="0">
                                          <p:val>
                                            <p:fltVal val="0"/>
                                          </p:val>
                                        </p:tav>
                                        <p:tav tm="100000">
                                          <p:val>
                                            <p:strVal val="#ppt_h"/>
                                          </p:val>
                                        </p:tav>
                                      </p:tavLst>
                                    </p:anim>
                                    <p:animEffect transition="in" filter="fade">
                                      <p:cBhvr>
                                        <p:cTn id="135" dur="500"/>
                                        <p:tgtEl>
                                          <p:spTgt spid="177"/>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53" presetClass="entr" presetSubtype="16" fill="hold" grpId="0" nodeType="clickEffect">
                                  <p:stCondLst>
                                    <p:cond delay="0"/>
                                  </p:stCondLst>
                                  <p:childTnLst>
                                    <p:set>
                                      <p:cBhvr>
                                        <p:cTn id="139" dur="1" fill="hold">
                                          <p:stCondLst>
                                            <p:cond delay="0"/>
                                          </p:stCondLst>
                                        </p:cTn>
                                        <p:tgtEl>
                                          <p:spTgt spid="178"/>
                                        </p:tgtEl>
                                        <p:attrNameLst>
                                          <p:attrName>style.visibility</p:attrName>
                                        </p:attrNameLst>
                                      </p:cBhvr>
                                      <p:to>
                                        <p:strVal val="visible"/>
                                      </p:to>
                                    </p:set>
                                    <p:anim calcmode="lin" valueType="num">
                                      <p:cBhvr>
                                        <p:cTn id="140" dur="500" fill="hold"/>
                                        <p:tgtEl>
                                          <p:spTgt spid="178"/>
                                        </p:tgtEl>
                                        <p:attrNameLst>
                                          <p:attrName>ppt_w</p:attrName>
                                        </p:attrNameLst>
                                      </p:cBhvr>
                                      <p:tavLst>
                                        <p:tav tm="0">
                                          <p:val>
                                            <p:fltVal val="0"/>
                                          </p:val>
                                        </p:tav>
                                        <p:tav tm="100000">
                                          <p:val>
                                            <p:strVal val="#ppt_w"/>
                                          </p:val>
                                        </p:tav>
                                      </p:tavLst>
                                    </p:anim>
                                    <p:anim calcmode="lin" valueType="num">
                                      <p:cBhvr>
                                        <p:cTn id="141" dur="500" fill="hold"/>
                                        <p:tgtEl>
                                          <p:spTgt spid="178"/>
                                        </p:tgtEl>
                                        <p:attrNameLst>
                                          <p:attrName>ppt_h</p:attrName>
                                        </p:attrNameLst>
                                      </p:cBhvr>
                                      <p:tavLst>
                                        <p:tav tm="0">
                                          <p:val>
                                            <p:fltVal val="0"/>
                                          </p:val>
                                        </p:tav>
                                        <p:tav tm="100000">
                                          <p:val>
                                            <p:strVal val="#ppt_h"/>
                                          </p:val>
                                        </p:tav>
                                      </p:tavLst>
                                    </p:anim>
                                    <p:animEffect transition="in" filter="fade">
                                      <p:cBhvr>
                                        <p:cTn id="142" dur="500"/>
                                        <p:tgtEl>
                                          <p:spTgt spid="178"/>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53" presetClass="exit" presetSubtype="32" fill="hold" nodeType="clickEffect">
                                  <p:stCondLst>
                                    <p:cond delay="0"/>
                                  </p:stCondLst>
                                  <p:childTnLst>
                                    <p:anim calcmode="lin" valueType="num">
                                      <p:cBhvr>
                                        <p:cTn id="146" dur="500"/>
                                        <p:tgtEl>
                                          <p:spTgt spid="10"/>
                                        </p:tgtEl>
                                        <p:attrNameLst>
                                          <p:attrName>ppt_w</p:attrName>
                                        </p:attrNameLst>
                                      </p:cBhvr>
                                      <p:tavLst>
                                        <p:tav tm="0">
                                          <p:val>
                                            <p:strVal val="ppt_w"/>
                                          </p:val>
                                        </p:tav>
                                        <p:tav tm="100000">
                                          <p:val>
                                            <p:fltVal val="0"/>
                                          </p:val>
                                        </p:tav>
                                      </p:tavLst>
                                    </p:anim>
                                    <p:anim calcmode="lin" valueType="num">
                                      <p:cBhvr>
                                        <p:cTn id="147" dur="500"/>
                                        <p:tgtEl>
                                          <p:spTgt spid="10"/>
                                        </p:tgtEl>
                                        <p:attrNameLst>
                                          <p:attrName>ppt_h</p:attrName>
                                        </p:attrNameLst>
                                      </p:cBhvr>
                                      <p:tavLst>
                                        <p:tav tm="0">
                                          <p:val>
                                            <p:strVal val="ppt_h"/>
                                          </p:val>
                                        </p:tav>
                                        <p:tav tm="100000">
                                          <p:val>
                                            <p:fltVal val="0"/>
                                          </p:val>
                                        </p:tav>
                                      </p:tavLst>
                                    </p:anim>
                                    <p:animEffect transition="out" filter="fade">
                                      <p:cBhvr>
                                        <p:cTn id="148" dur="500"/>
                                        <p:tgtEl>
                                          <p:spTgt spid="10"/>
                                        </p:tgtEl>
                                      </p:cBhvr>
                                    </p:animEffect>
                                    <p:set>
                                      <p:cBhvr>
                                        <p:cTn id="149" dur="1" fill="hold">
                                          <p:stCondLst>
                                            <p:cond delay="499"/>
                                          </p:stCondLst>
                                        </p:cTn>
                                        <p:tgtEl>
                                          <p:spTgt spid="10"/>
                                        </p:tgtEl>
                                        <p:attrNameLst>
                                          <p:attrName>style.visibility</p:attrName>
                                        </p:attrNameLst>
                                      </p:cBhvr>
                                      <p:to>
                                        <p:strVal val="hidden"/>
                                      </p:to>
                                    </p:set>
                                  </p:childTnLst>
                                </p:cTn>
                              </p:par>
                              <p:par>
                                <p:cTn id="150" presetID="53" presetClass="exit" presetSubtype="32" fill="hold" grpId="1" nodeType="withEffect">
                                  <p:stCondLst>
                                    <p:cond delay="0"/>
                                  </p:stCondLst>
                                  <p:childTnLst>
                                    <p:anim calcmode="lin" valueType="num">
                                      <p:cBhvr>
                                        <p:cTn id="151" dur="500"/>
                                        <p:tgtEl>
                                          <p:spTgt spid="176"/>
                                        </p:tgtEl>
                                        <p:attrNameLst>
                                          <p:attrName>ppt_w</p:attrName>
                                        </p:attrNameLst>
                                      </p:cBhvr>
                                      <p:tavLst>
                                        <p:tav tm="0">
                                          <p:val>
                                            <p:strVal val="ppt_w"/>
                                          </p:val>
                                        </p:tav>
                                        <p:tav tm="100000">
                                          <p:val>
                                            <p:fltVal val="0"/>
                                          </p:val>
                                        </p:tav>
                                      </p:tavLst>
                                    </p:anim>
                                    <p:anim calcmode="lin" valueType="num">
                                      <p:cBhvr>
                                        <p:cTn id="152" dur="500"/>
                                        <p:tgtEl>
                                          <p:spTgt spid="176"/>
                                        </p:tgtEl>
                                        <p:attrNameLst>
                                          <p:attrName>ppt_h</p:attrName>
                                        </p:attrNameLst>
                                      </p:cBhvr>
                                      <p:tavLst>
                                        <p:tav tm="0">
                                          <p:val>
                                            <p:strVal val="ppt_h"/>
                                          </p:val>
                                        </p:tav>
                                        <p:tav tm="100000">
                                          <p:val>
                                            <p:fltVal val="0"/>
                                          </p:val>
                                        </p:tav>
                                      </p:tavLst>
                                    </p:anim>
                                    <p:animEffect transition="out" filter="fade">
                                      <p:cBhvr>
                                        <p:cTn id="153" dur="500"/>
                                        <p:tgtEl>
                                          <p:spTgt spid="176"/>
                                        </p:tgtEl>
                                      </p:cBhvr>
                                    </p:animEffect>
                                    <p:set>
                                      <p:cBhvr>
                                        <p:cTn id="154" dur="1" fill="hold">
                                          <p:stCondLst>
                                            <p:cond delay="499"/>
                                          </p:stCondLst>
                                        </p:cTn>
                                        <p:tgtEl>
                                          <p:spTgt spid="176"/>
                                        </p:tgtEl>
                                        <p:attrNameLst>
                                          <p:attrName>style.visibility</p:attrName>
                                        </p:attrNameLst>
                                      </p:cBhvr>
                                      <p:to>
                                        <p:strVal val="hidden"/>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53" presetClass="entr" presetSubtype="16" fill="hold" nodeType="clickEffect">
                                  <p:stCondLst>
                                    <p:cond delay="0"/>
                                  </p:stCondLst>
                                  <p:childTnLst>
                                    <p:set>
                                      <p:cBhvr>
                                        <p:cTn id="158" dur="1" fill="hold">
                                          <p:stCondLst>
                                            <p:cond delay="0"/>
                                          </p:stCondLst>
                                        </p:cTn>
                                        <p:tgtEl>
                                          <p:spTgt spid="12"/>
                                        </p:tgtEl>
                                        <p:attrNameLst>
                                          <p:attrName>style.visibility</p:attrName>
                                        </p:attrNameLst>
                                      </p:cBhvr>
                                      <p:to>
                                        <p:strVal val="visible"/>
                                      </p:to>
                                    </p:set>
                                    <p:anim calcmode="lin" valueType="num">
                                      <p:cBhvr>
                                        <p:cTn id="159" dur="500" fill="hold"/>
                                        <p:tgtEl>
                                          <p:spTgt spid="12"/>
                                        </p:tgtEl>
                                        <p:attrNameLst>
                                          <p:attrName>ppt_w</p:attrName>
                                        </p:attrNameLst>
                                      </p:cBhvr>
                                      <p:tavLst>
                                        <p:tav tm="0">
                                          <p:val>
                                            <p:fltVal val="0"/>
                                          </p:val>
                                        </p:tav>
                                        <p:tav tm="100000">
                                          <p:val>
                                            <p:strVal val="#ppt_w"/>
                                          </p:val>
                                        </p:tav>
                                      </p:tavLst>
                                    </p:anim>
                                    <p:anim calcmode="lin" valueType="num">
                                      <p:cBhvr>
                                        <p:cTn id="160" dur="500" fill="hold"/>
                                        <p:tgtEl>
                                          <p:spTgt spid="12"/>
                                        </p:tgtEl>
                                        <p:attrNameLst>
                                          <p:attrName>ppt_h</p:attrName>
                                        </p:attrNameLst>
                                      </p:cBhvr>
                                      <p:tavLst>
                                        <p:tav tm="0">
                                          <p:val>
                                            <p:fltVal val="0"/>
                                          </p:val>
                                        </p:tav>
                                        <p:tav tm="100000">
                                          <p:val>
                                            <p:strVal val="#ppt_h"/>
                                          </p:val>
                                        </p:tav>
                                      </p:tavLst>
                                    </p:anim>
                                    <p:animEffect transition="in" filter="fade">
                                      <p:cBhvr>
                                        <p:cTn id="161" dur="500"/>
                                        <p:tgtEl>
                                          <p:spTgt spid="12"/>
                                        </p:tgtEl>
                                      </p:cBhvr>
                                    </p:animEffect>
                                  </p:childTnLst>
                                </p:cTn>
                              </p:par>
                              <p:par>
                                <p:cTn id="162" presetID="53" presetClass="entr" presetSubtype="16" fill="hold" nodeType="withEffect">
                                  <p:stCondLst>
                                    <p:cond delay="0"/>
                                  </p:stCondLst>
                                  <p:childTnLst>
                                    <p:set>
                                      <p:cBhvr>
                                        <p:cTn id="163" dur="1" fill="hold">
                                          <p:stCondLst>
                                            <p:cond delay="0"/>
                                          </p:stCondLst>
                                        </p:cTn>
                                        <p:tgtEl>
                                          <p:spTgt spid="63"/>
                                        </p:tgtEl>
                                        <p:attrNameLst>
                                          <p:attrName>style.visibility</p:attrName>
                                        </p:attrNameLst>
                                      </p:cBhvr>
                                      <p:to>
                                        <p:strVal val="visible"/>
                                      </p:to>
                                    </p:set>
                                    <p:anim calcmode="lin" valueType="num">
                                      <p:cBhvr>
                                        <p:cTn id="164" dur="500" fill="hold"/>
                                        <p:tgtEl>
                                          <p:spTgt spid="63"/>
                                        </p:tgtEl>
                                        <p:attrNameLst>
                                          <p:attrName>ppt_w</p:attrName>
                                        </p:attrNameLst>
                                      </p:cBhvr>
                                      <p:tavLst>
                                        <p:tav tm="0">
                                          <p:val>
                                            <p:fltVal val="0"/>
                                          </p:val>
                                        </p:tav>
                                        <p:tav tm="100000">
                                          <p:val>
                                            <p:strVal val="#ppt_w"/>
                                          </p:val>
                                        </p:tav>
                                      </p:tavLst>
                                    </p:anim>
                                    <p:anim calcmode="lin" valueType="num">
                                      <p:cBhvr>
                                        <p:cTn id="165" dur="500" fill="hold"/>
                                        <p:tgtEl>
                                          <p:spTgt spid="63"/>
                                        </p:tgtEl>
                                        <p:attrNameLst>
                                          <p:attrName>ppt_h</p:attrName>
                                        </p:attrNameLst>
                                      </p:cBhvr>
                                      <p:tavLst>
                                        <p:tav tm="0">
                                          <p:val>
                                            <p:fltVal val="0"/>
                                          </p:val>
                                        </p:tav>
                                        <p:tav tm="100000">
                                          <p:val>
                                            <p:strVal val="#ppt_h"/>
                                          </p:val>
                                        </p:tav>
                                      </p:tavLst>
                                    </p:anim>
                                    <p:animEffect transition="in" filter="fade">
                                      <p:cBhvr>
                                        <p:cTn id="16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animBg="1"/>
      <p:bldP spid="138" grpId="0" animBg="1"/>
      <p:bldP spid="142" grpId="0" animBg="1"/>
      <p:bldP spid="180232" grpId="0" animBg="1"/>
      <p:bldP spid="164" grpId="0" animBg="1"/>
      <p:bldP spid="165" grpId="0" animBg="1"/>
      <p:bldP spid="172" grpId="0" animBg="1"/>
      <p:bldP spid="176" grpId="0" animBg="1"/>
      <p:bldP spid="176" grpId="1" animBg="1"/>
      <p:bldP spid="177" grpId="0" animBg="1"/>
      <p:bldP spid="17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6674" name="组合 180223"/>
          <p:cNvGrpSpPr>
            <a:grpSpLocks/>
          </p:cNvGrpSpPr>
          <p:nvPr/>
        </p:nvGrpSpPr>
        <p:grpSpPr bwMode="auto">
          <a:xfrm>
            <a:off x="4886325" y="842963"/>
            <a:ext cx="2362200" cy="2327275"/>
            <a:chOff x="4885681" y="843558"/>
            <a:chExt cx="2362199" cy="2326457"/>
          </a:xfrm>
        </p:grpSpPr>
        <p:sp>
          <p:nvSpPr>
            <p:cNvPr id="156763"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4"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5"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6"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56767"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56768"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9"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70"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71"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72"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73"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56676"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156678" name="组合 180241"/>
          <p:cNvGrpSpPr>
            <a:grpSpLocks/>
          </p:cNvGrpSpPr>
          <p:nvPr/>
        </p:nvGrpSpPr>
        <p:grpSpPr bwMode="auto">
          <a:xfrm>
            <a:off x="6678613" y="-92075"/>
            <a:ext cx="2238375" cy="1449388"/>
            <a:chOff x="6678686" y="-92546"/>
            <a:chExt cx="2238896" cy="1449933"/>
          </a:xfrm>
        </p:grpSpPr>
        <p:sp>
          <p:nvSpPr>
            <p:cNvPr id="156753"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56754"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5"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6"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7"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56758"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9"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0"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1"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62"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156680" name="组合 5"/>
          <p:cNvGrpSpPr>
            <a:grpSpLocks/>
          </p:cNvGrpSpPr>
          <p:nvPr/>
        </p:nvGrpSpPr>
        <p:grpSpPr bwMode="auto">
          <a:xfrm>
            <a:off x="5070475" y="79375"/>
            <a:ext cx="1517650" cy="969963"/>
            <a:chOff x="5069755" y="79300"/>
            <a:chExt cx="1518468" cy="970576"/>
          </a:xfrm>
        </p:grpSpPr>
        <p:sp>
          <p:nvSpPr>
            <p:cNvPr id="156744"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6745"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6"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7"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56748"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9"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0"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1"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52"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56681" name="组合 180235"/>
          <p:cNvGrpSpPr>
            <a:grpSpLocks/>
          </p:cNvGrpSpPr>
          <p:nvPr/>
        </p:nvGrpSpPr>
        <p:grpSpPr bwMode="auto">
          <a:xfrm>
            <a:off x="3816350" y="-14288"/>
            <a:ext cx="1331913" cy="1649413"/>
            <a:chOff x="3816350" y="-15044"/>
            <a:chExt cx="1331714" cy="1649918"/>
          </a:xfrm>
        </p:grpSpPr>
        <p:sp>
          <p:nvSpPr>
            <p:cNvPr id="156736"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37"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38"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39"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0"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41"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56742"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56743"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6682"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683"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6684" name="组合 180224"/>
          <p:cNvGrpSpPr>
            <a:grpSpLocks/>
          </p:cNvGrpSpPr>
          <p:nvPr/>
        </p:nvGrpSpPr>
        <p:grpSpPr bwMode="auto">
          <a:xfrm>
            <a:off x="4881563" y="1639888"/>
            <a:ext cx="2038350" cy="361950"/>
            <a:chOff x="4880918" y="1639665"/>
            <a:chExt cx="2038349" cy="361950"/>
          </a:xfrm>
        </p:grpSpPr>
        <p:sp>
          <p:nvSpPr>
            <p:cNvPr id="156734"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56735"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6685"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6686" name="组合 180236"/>
          <p:cNvGrpSpPr>
            <a:grpSpLocks/>
          </p:cNvGrpSpPr>
          <p:nvPr/>
        </p:nvGrpSpPr>
        <p:grpSpPr bwMode="auto">
          <a:xfrm>
            <a:off x="3913188" y="311150"/>
            <a:ext cx="1266825" cy="315913"/>
            <a:chOff x="3913756" y="310816"/>
            <a:chExt cx="1266106" cy="316804"/>
          </a:xfrm>
        </p:grpSpPr>
        <p:sp>
          <p:nvSpPr>
            <p:cNvPr id="156731"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156687" name="组合 180238"/>
          <p:cNvGrpSpPr>
            <a:grpSpLocks/>
          </p:cNvGrpSpPr>
          <p:nvPr/>
        </p:nvGrpSpPr>
        <p:grpSpPr bwMode="auto">
          <a:xfrm>
            <a:off x="3908425" y="636588"/>
            <a:ext cx="990600" cy="769937"/>
            <a:chOff x="3907724" y="637094"/>
            <a:chExt cx="990625" cy="769481"/>
          </a:xfrm>
        </p:grpSpPr>
        <p:sp>
          <p:nvSpPr>
            <p:cNvPr id="156728"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6689" name="组合 180240"/>
          <p:cNvGrpSpPr>
            <a:grpSpLocks/>
          </p:cNvGrpSpPr>
          <p:nvPr/>
        </p:nvGrpSpPr>
        <p:grpSpPr bwMode="auto">
          <a:xfrm>
            <a:off x="4897438" y="1943100"/>
            <a:ext cx="2071687" cy="363538"/>
            <a:chOff x="4897836" y="1942382"/>
            <a:chExt cx="2070694" cy="363537"/>
          </a:xfrm>
        </p:grpSpPr>
        <p:sp>
          <p:nvSpPr>
            <p:cNvPr id="156726"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27"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56690"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691"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6692" name="组合 180243"/>
          <p:cNvGrpSpPr>
            <a:grpSpLocks/>
          </p:cNvGrpSpPr>
          <p:nvPr/>
        </p:nvGrpSpPr>
        <p:grpSpPr bwMode="auto">
          <a:xfrm>
            <a:off x="7504113" y="539750"/>
            <a:ext cx="1239837" cy="361950"/>
            <a:chOff x="7504161" y="539279"/>
            <a:chExt cx="1239492" cy="361950"/>
          </a:xfrm>
        </p:grpSpPr>
        <p:sp>
          <p:nvSpPr>
            <p:cNvPr id="156724"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25"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56693"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6695"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56722"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23"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87" name="Line 20"/>
          <p:cNvSpPr>
            <a:spLocks noChangeShapeType="1"/>
          </p:cNvSpPr>
          <p:nvPr/>
        </p:nvSpPr>
        <p:spPr bwMode="auto">
          <a:xfrm>
            <a:off x="1619250" y="11318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2" name="组合 1"/>
          <p:cNvGrpSpPr>
            <a:grpSpLocks/>
          </p:cNvGrpSpPr>
          <p:nvPr/>
        </p:nvGrpSpPr>
        <p:grpSpPr bwMode="auto">
          <a:xfrm>
            <a:off x="6861175" y="893763"/>
            <a:ext cx="1976438" cy="727075"/>
            <a:chOff x="6861077" y="893664"/>
            <a:chExt cx="1976561" cy="727596"/>
          </a:xfrm>
        </p:grpSpPr>
        <p:sp>
          <p:nvSpPr>
            <p:cNvPr id="156711" name="Rectangle 31"/>
            <p:cNvSpPr>
              <a:spLocks noChangeArrowheads="1"/>
            </p:cNvSpPr>
            <p:nvPr/>
          </p:nvSpPr>
          <p:spPr bwMode="auto">
            <a:xfrm>
              <a:off x="7566050" y="893664"/>
              <a:ext cx="12715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56712" name="Line 32"/>
            <p:cNvSpPr>
              <a:spLocks noChangeShapeType="1"/>
            </p:cNvSpPr>
            <p:nvPr/>
          </p:nvSpPr>
          <p:spPr bwMode="auto">
            <a:xfrm>
              <a:off x="7486725" y="1298998"/>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3" name="Line 33"/>
            <p:cNvSpPr>
              <a:spLocks noChangeShapeType="1"/>
            </p:cNvSpPr>
            <p:nvPr/>
          </p:nvSpPr>
          <p:spPr bwMode="auto">
            <a:xfrm>
              <a:off x="8718178" y="1298998"/>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4" name="Line 34"/>
            <p:cNvSpPr>
              <a:spLocks noChangeShapeType="1"/>
            </p:cNvSpPr>
            <p:nvPr/>
          </p:nvSpPr>
          <p:spPr bwMode="auto">
            <a:xfrm>
              <a:off x="7488312" y="1608559"/>
              <a:ext cx="11953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5" name="Rectangle 35"/>
            <p:cNvSpPr>
              <a:spLocks noChangeArrowheads="1"/>
            </p:cNvSpPr>
            <p:nvPr/>
          </p:nvSpPr>
          <p:spPr bwMode="auto">
            <a:xfrm>
              <a:off x="7710066" y="1246610"/>
              <a:ext cx="107840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6716" name="Line 36"/>
            <p:cNvSpPr>
              <a:spLocks noChangeShapeType="1"/>
            </p:cNvSpPr>
            <p:nvPr/>
          </p:nvSpPr>
          <p:spPr bwMode="auto">
            <a:xfrm flipV="1">
              <a:off x="7501013" y="1297409"/>
              <a:ext cx="1217166"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7" name="Line 37"/>
            <p:cNvSpPr>
              <a:spLocks noChangeShapeType="1"/>
            </p:cNvSpPr>
            <p:nvPr/>
          </p:nvSpPr>
          <p:spPr bwMode="auto">
            <a:xfrm>
              <a:off x="7710066" y="1313285"/>
              <a:ext cx="0" cy="284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8" name="Line 33"/>
            <p:cNvSpPr>
              <a:spLocks noChangeShapeType="1"/>
            </p:cNvSpPr>
            <p:nvPr/>
          </p:nvSpPr>
          <p:spPr bwMode="auto">
            <a:xfrm>
              <a:off x="8502154" y="1294235"/>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19" name="Line 51"/>
            <p:cNvSpPr>
              <a:spLocks noChangeShapeType="1"/>
            </p:cNvSpPr>
            <p:nvPr/>
          </p:nvSpPr>
          <p:spPr bwMode="auto">
            <a:xfrm flipH="1">
              <a:off x="6861077" y="1533301"/>
              <a:ext cx="736822"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3" name="组合 114"/>
          <p:cNvGrpSpPr>
            <a:grpSpLocks/>
          </p:cNvGrpSpPr>
          <p:nvPr/>
        </p:nvGrpSpPr>
        <p:grpSpPr bwMode="auto">
          <a:xfrm>
            <a:off x="3924300" y="911225"/>
            <a:ext cx="3562350" cy="334963"/>
            <a:chOff x="3913756" y="335024"/>
            <a:chExt cx="3562797" cy="335608"/>
          </a:xfrm>
        </p:grpSpPr>
        <p:sp>
          <p:nvSpPr>
            <p:cNvPr id="156708"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18" name="直接箭头连接符 117"/>
            <p:cNvCxnSpPr/>
            <p:nvPr/>
          </p:nvCxnSpPr>
          <p:spPr>
            <a:xfrm>
              <a:off x="4617107" y="476584"/>
              <a:ext cx="2859446" cy="194048"/>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19" name="矩形 118"/>
            <p:cNvSpPr/>
            <p:nvPr/>
          </p:nvSpPr>
          <p:spPr>
            <a:xfrm>
              <a:off x="3913756" y="335024"/>
              <a:ext cx="439793" cy="29266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20" name="Line 20"/>
          <p:cNvSpPr>
            <a:spLocks noChangeShapeType="1"/>
          </p:cNvSpPr>
          <p:nvPr/>
        </p:nvSpPr>
        <p:spPr bwMode="auto">
          <a:xfrm flipV="1">
            <a:off x="3157538" y="11318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22" name="矩形 121"/>
          <p:cNvSpPr/>
          <p:nvPr/>
        </p:nvSpPr>
        <p:spPr>
          <a:xfrm>
            <a:off x="8510588" y="130333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4" name="组合 3"/>
          <p:cNvGrpSpPr>
            <a:grpSpLocks/>
          </p:cNvGrpSpPr>
          <p:nvPr/>
        </p:nvGrpSpPr>
        <p:grpSpPr bwMode="auto">
          <a:xfrm>
            <a:off x="4862513" y="1423988"/>
            <a:ext cx="2551112" cy="1428750"/>
            <a:chOff x="4861992" y="1423765"/>
            <a:chExt cx="2551631" cy="1428750"/>
          </a:xfrm>
        </p:grpSpPr>
        <p:sp>
          <p:nvSpPr>
            <p:cNvPr id="156703" name="Line 5"/>
            <p:cNvSpPr>
              <a:spLocks noChangeShapeType="1"/>
            </p:cNvSpPr>
            <p:nvPr/>
          </p:nvSpPr>
          <p:spPr bwMode="auto">
            <a:xfrm>
              <a:off x="4887268" y="2846735"/>
              <a:ext cx="19738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6704" name="Rectangle 39"/>
            <p:cNvSpPr>
              <a:spLocks noChangeArrowheads="1"/>
            </p:cNvSpPr>
            <p:nvPr/>
          </p:nvSpPr>
          <p:spPr bwMode="auto">
            <a:xfrm>
              <a:off x="4861992" y="2488977"/>
              <a:ext cx="1260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0" name="Line 103"/>
            <p:cNvSpPr>
              <a:spLocks noChangeShapeType="1"/>
            </p:cNvSpPr>
            <p:nvPr/>
          </p:nvSpPr>
          <p:spPr bwMode="auto">
            <a:xfrm flipH="1">
              <a:off x="6753089" y="2738215"/>
              <a:ext cx="3747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1" name="Line 95"/>
            <p:cNvSpPr>
              <a:spLocks noChangeShapeType="1"/>
            </p:cNvSpPr>
            <p:nvPr/>
          </p:nvSpPr>
          <p:spPr bwMode="auto">
            <a:xfrm flipH="1">
              <a:off x="7150044" y="1423765"/>
              <a:ext cx="0" cy="13303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2" name="Line 43"/>
            <p:cNvSpPr>
              <a:spLocks noChangeShapeType="1"/>
            </p:cNvSpPr>
            <p:nvPr/>
          </p:nvSpPr>
          <p:spPr bwMode="auto">
            <a:xfrm flipV="1">
              <a:off x="7129403" y="1436465"/>
              <a:ext cx="284220"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02" name="矩形 101"/>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48</a:t>
            </a:fld>
            <a:endParaRPr lang="en-US" altLang="zh-CN" dirty="0"/>
          </a:p>
        </p:txBody>
      </p:sp>
    </p:spTree>
    <p:extLst>
      <p:ext uri="{BB962C8B-B14F-4D97-AF65-F5344CB8AC3E}">
        <p14:creationId xmlns:p14="http://schemas.microsoft.com/office/powerpoint/2010/main" val="3128551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p:cTn id="7" dur="500" fill="hold"/>
                                        <p:tgtEl>
                                          <p:spTgt spid="87"/>
                                        </p:tgtEl>
                                        <p:attrNameLst>
                                          <p:attrName>ppt_w</p:attrName>
                                        </p:attrNameLst>
                                      </p:cBhvr>
                                      <p:tavLst>
                                        <p:tav tm="0">
                                          <p:val>
                                            <p:fltVal val="0"/>
                                          </p:val>
                                        </p:tav>
                                        <p:tav tm="100000">
                                          <p:val>
                                            <p:strVal val="#ppt_w"/>
                                          </p:val>
                                        </p:tav>
                                      </p:tavLst>
                                    </p:anim>
                                    <p:anim calcmode="lin" valueType="num">
                                      <p:cBhvr>
                                        <p:cTn id="8" dur="500" fill="hold"/>
                                        <p:tgtEl>
                                          <p:spTgt spid="87"/>
                                        </p:tgtEl>
                                        <p:attrNameLst>
                                          <p:attrName>ppt_h</p:attrName>
                                        </p:attrNameLst>
                                      </p:cBhvr>
                                      <p:tavLst>
                                        <p:tav tm="0">
                                          <p:val>
                                            <p:fltVal val="0"/>
                                          </p:val>
                                        </p:tav>
                                        <p:tav tm="100000">
                                          <p:val>
                                            <p:strVal val="#ppt_h"/>
                                          </p:val>
                                        </p:tav>
                                      </p:tavLst>
                                    </p:anim>
                                    <p:animEffect transition="in" filter="fade">
                                      <p:cBhvr>
                                        <p:cTn id="9" dur="500"/>
                                        <p:tgtEl>
                                          <p:spTgt spid="8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20"/>
                                        </p:tgtEl>
                                        <p:attrNameLst>
                                          <p:attrName>style.visibility</p:attrName>
                                        </p:attrNameLst>
                                      </p:cBhvr>
                                      <p:to>
                                        <p:strVal val="visible"/>
                                      </p:to>
                                    </p:set>
                                    <p:anim calcmode="lin" valueType="num">
                                      <p:cBhvr>
                                        <p:cTn id="28" dur="500" fill="hold"/>
                                        <p:tgtEl>
                                          <p:spTgt spid="120"/>
                                        </p:tgtEl>
                                        <p:attrNameLst>
                                          <p:attrName>ppt_w</p:attrName>
                                        </p:attrNameLst>
                                      </p:cBhvr>
                                      <p:tavLst>
                                        <p:tav tm="0">
                                          <p:val>
                                            <p:fltVal val="0"/>
                                          </p:val>
                                        </p:tav>
                                        <p:tav tm="100000">
                                          <p:val>
                                            <p:strVal val="#ppt_w"/>
                                          </p:val>
                                        </p:tav>
                                      </p:tavLst>
                                    </p:anim>
                                    <p:anim calcmode="lin" valueType="num">
                                      <p:cBhvr>
                                        <p:cTn id="29" dur="500" fill="hold"/>
                                        <p:tgtEl>
                                          <p:spTgt spid="120"/>
                                        </p:tgtEl>
                                        <p:attrNameLst>
                                          <p:attrName>ppt_h</p:attrName>
                                        </p:attrNameLst>
                                      </p:cBhvr>
                                      <p:tavLst>
                                        <p:tav tm="0">
                                          <p:val>
                                            <p:fltVal val="0"/>
                                          </p:val>
                                        </p:tav>
                                        <p:tav tm="100000">
                                          <p:val>
                                            <p:strVal val="#ppt_h"/>
                                          </p:val>
                                        </p:tav>
                                      </p:tavLst>
                                    </p:anim>
                                    <p:animEffect transition="in" filter="fade">
                                      <p:cBhvr>
                                        <p:cTn id="30" dur="500"/>
                                        <p:tgtEl>
                                          <p:spTgt spid="1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22"/>
                                        </p:tgtEl>
                                        <p:attrNameLst>
                                          <p:attrName>style.visibility</p:attrName>
                                        </p:attrNameLst>
                                      </p:cBhvr>
                                      <p:to>
                                        <p:strVal val="visible"/>
                                      </p:to>
                                    </p:set>
                                    <p:anim calcmode="lin" valueType="num">
                                      <p:cBhvr>
                                        <p:cTn id="35" dur="500" fill="hold"/>
                                        <p:tgtEl>
                                          <p:spTgt spid="122"/>
                                        </p:tgtEl>
                                        <p:attrNameLst>
                                          <p:attrName>ppt_w</p:attrName>
                                        </p:attrNameLst>
                                      </p:cBhvr>
                                      <p:tavLst>
                                        <p:tav tm="0">
                                          <p:val>
                                            <p:fltVal val="0"/>
                                          </p:val>
                                        </p:tav>
                                        <p:tav tm="100000">
                                          <p:val>
                                            <p:strVal val="#ppt_w"/>
                                          </p:val>
                                        </p:tav>
                                      </p:tavLst>
                                    </p:anim>
                                    <p:anim calcmode="lin" valueType="num">
                                      <p:cBhvr>
                                        <p:cTn id="36" dur="500" fill="hold"/>
                                        <p:tgtEl>
                                          <p:spTgt spid="122"/>
                                        </p:tgtEl>
                                        <p:attrNameLst>
                                          <p:attrName>ppt_h</p:attrName>
                                        </p:attrNameLst>
                                      </p:cBhvr>
                                      <p:tavLst>
                                        <p:tav tm="0">
                                          <p:val>
                                            <p:fltVal val="0"/>
                                          </p:val>
                                        </p:tav>
                                        <p:tav tm="100000">
                                          <p:val>
                                            <p:strVal val="#ppt_h"/>
                                          </p:val>
                                        </p:tav>
                                      </p:tavLst>
                                    </p:anim>
                                    <p:animEffect transition="in" filter="fade">
                                      <p:cBhvr>
                                        <p:cTn id="37" dur="500"/>
                                        <p:tgtEl>
                                          <p:spTgt spid="1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xit" presetSubtype="32" fill="hold" nodeType="clickEffect">
                                  <p:stCondLst>
                                    <p:cond delay="0"/>
                                  </p:stCondLst>
                                  <p:childTnLst>
                                    <p:anim calcmode="lin" valueType="num">
                                      <p:cBhvr>
                                        <p:cTn id="41" dur="500"/>
                                        <p:tgtEl>
                                          <p:spTgt spid="13"/>
                                        </p:tgtEl>
                                        <p:attrNameLst>
                                          <p:attrName>ppt_w</p:attrName>
                                        </p:attrNameLst>
                                      </p:cBhvr>
                                      <p:tavLst>
                                        <p:tav tm="0">
                                          <p:val>
                                            <p:strVal val="ppt_w"/>
                                          </p:val>
                                        </p:tav>
                                        <p:tav tm="100000">
                                          <p:val>
                                            <p:fltVal val="0"/>
                                          </p:val>
                                        </p:tav>
                                      </p:tavLst>
                                    </p:anim>
                                    <p:anim calcmode="lin" valueType="num">
                                      <p:cBhvr>
                                        <p:cTn id="42" dur="500"/>
                                        <p:tgtEl>
                                          <p:spTgt spid="13"/>
                                        </p:tgtEl>
                                        <p:attrNameLst>
                                          <p:attrName>ppt_h</p:attrName>
                                        </p:attrNameLst>
                                      </p:cBhvr>
                                      <p:tavLst>
                                        <p:tav tm="0">
                                          <p:val>
                                            <p:strVal val="ppt_h"/>
                                          </p:val>
                                        </p:tav>
                                        <p:tav tm="100000">
                                          <p:val>
                                            <p:fltVal val="0"/>
                                          </p:val>
                                        </p:tav>
                                      </p:tavLst>
                                    </p:anim>
                                    <p:animEffect transition="out" filter="fade">
                                      <p:cBhvr>
                                        <p:cTn id="43" dur="500"/>
                                        <p:tgtEl>
                                          <p:spTgt spid="13"/>
                                        </p:tgtEl>
                                      </p:cBhvr>
                                    </p:animEffect>
                                    <p:set>
                                      <p:cBhvr>
                                        <p:cTn id="44" dur="1" fill="hold">
                                          <p:stCondLst>
                                            <p:cond delay="499"/>
                                          </p:stCondLst>
                                        </p:cTn>
                                        <p:tgtEl>
                                          <p:spTgt spid="13"/>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120" grpId="0" animBg="1"/>
      <p:bldP spid="12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722" name="组合 180223"/>
          <p:cNvGrpSpPr>
            <a:grpSpLocks/>
          </p:cNvGrpSpPr>
          <p:nvPr/>
        </p:nvGrpSpPr>
        <p:grpSpPr bwMode="auto">
          <a:xfrm>
            <a:off x="4886325" y="842963"/>
            <a:ext cx="2362200" cy="2327275"/>
            <a:chOff x="4885681" y="843558"/>
            <a:chExt cx="2362199" cy="2326457"/>
          </a:xfrm>
        </p:grpSpPr>
        <p:sp>
          <p:nvSpPr>
            <p:cNvPr id="158865"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6"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7"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8"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58869"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58870"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1"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2"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3"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4"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75"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58724"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158726" name="组合 180241"/>
          <p:cNvGrpSpPr>
            <a:grpSpLocks/>
          </p:cNvGrpSpPr>
          <p:nvPr/>
        </p:nvGrpSpPr>
        <p:grpSpPr bwMode="auto">
          <a:xfrm>
            <a:off x="6678613" y="-92075"/>
            <a:ext cx="2238375" cy="1449388"/>
            <a:chOff x="6678686" y="-92546"/>
            <a:chExt cx="2238896" cy="1449933"/>
          </a:xfrm>
        </p:grpSpPr>
        <p:sp>
          <p:nvSpPr>
            <p:cNvPr id="158855"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58856"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7"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8"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9"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58860"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1"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2"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3"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64"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158728" name="组合 5"/>
          <p:cNvGrpSpPr>
            <a:grpSpLocks/>
          </p:cNvGrpSpPr>
          <p:nvPr/>
        </p:nvGrpSpPr>
        <p:grpSpPr bwMode="auto">
          <a:xfrm>
            <a:off x="5070475" y="79375"/>
            <a:ext cx="1517650" cy="969963"/>
            <a:chOff x="5069755" y="79300"/>
            <a:chExt cx="1518468" cy="970576"/>
          </a:xfrm>
        </p:grpSpPr>
        <p:sp>
          <p:nvSpPr>
            <p:cNvPr id="158846"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8847"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8"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9"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58850"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1"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2"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3"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54"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58729" name="组合 180235"/>
          <p:cNvGrpSpPr>
            <a:grpSpLocks/>
          </p:cNvGrpSpPr>
          <p:nvPr/>
        </p:nvGrpSpPr>
        <p:grpSpPr bwMode="auto">
          <a:xfrm>
            <a:off x="3816350" y="-14288"/>
            <a:ext cx="1331913" cy="1649413"/>
            <a:chOff x="3816350" y="-15044"/>
            <a:chExt cx="1331714" cy="1649918"/>
          </a:xfrm>
        </p:grpSpPr>
        <p:sp>
          <p:nvSpPr>
            <p:cNvPr id="158838"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39"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0"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1"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2"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43"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58844"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58845"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8730"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31"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8732" name="组合 180224"/>
          <p:cNvGrpSpPr>
            <a:grpSpLocks/>
          </p:cNvGrpSpPr>
          <p:nvPr/>
        </p:nvGrpSpPr>
        <p:grpSpPr bwMode="auto">
          <a:xfrm>
            <a:off x="4881563" y="1639888"/>
            <a:ext cx="2038350" cy="361950"/>
            <a:chOff x="4880918" y="1639665"/>
            <a:chExt cx="2038349" cy="361950"/>
          </a:xfrm>
        </p:grpSpPr>
        <p:sp>
          <p:nvSpPr>
            <p:cNvPr id="158836"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58837"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8733"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8734" name="组合 180236"/>
          <p:cNvGrpSpPr>
            <a:grpSpLocks/>
          </p:cNvGrpSpPr>
          <p:nvPr/>
        </p:nvGrpSpPr>
        <p:grpSpPr bwMode="auto">
          <a:xfrm>
            <a:off x="3913188" y="311150"/>
            <a:ext cx="1266825" cy="315913"/>
            <a:chOff x="3913756" y="310816"/>
            <a:chExt cx="1266106" cy="316804"/>
          </a:xfrm>
        </p:grpSpPr>
        <p:sp>
          <p:nvSpPr>
            <p:cNvPr id="158833"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158735" name="组合 180238"/>
          <p:cNvGrpSpPr>
            <a:grpSpLocks/>
          </p:cNvGrpSpPr>
          <p:nvPr/>
        </p:nvGrpSpPr>
        <p:grpSpPr bwMode="auto">
          <a:xfrm>
            <a:off x="3908425" y="636588"/>
            <a:ext cx="990600" cy="769937"/>
            <a:chOff x="3907724" y="637094"/>
            <a:chExt cx="990625" cy="769481"/>
          </a:xfrm>
        </p:grpSpPr>
        <p:sp>
          <p:nvSpPr>
            <p:cNvPr id="158830"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8737" name="组合 180240"/>
          <p:cNvGrpSpPr>
            <a:grpSpLocks/>
          </p:cNvGrpSpPr>
          <p:nvPr/>
        </p:nvGrpSpPr>
        <p:grpSpPr bwMode="auto">
          <a:xfrm>
            <a:off x="4897438" y="1943100"/>
            <a:ext cx="2071687" cy="363538"/>
            <a:chOff x="4897836" y="1942382"/>
            <a:chExt cx="2070694" cy="363537"/>
          </a:xfrm>
        </p:grpSpPr>
        <p:sp>
          <p:nvSpPr>
            <p:cNvPr id="158828"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9"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58738"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39"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8740" name="组合 180243"/>
          <p:cNvGrpSpPr>
            <a:grpSpLocks/>
          </p:cNvGrpSpPr>
          <p:nvPr/>
        </p:nvGrpSpPr>
        <p:grpSpPr bwMode="auto">
          <a:xfrm>
            <a:off x="7504113" y="539750"/>
            <a:ext cx="1239837" cy="361950"/>
            <a:chOff x="7504161" y="539279"/>
            <a:chExt cx="1239492" cy="361950"/>
          </a:xfrm>
        </p:grpSpPr>
        <p:sp>
          <p:nvSpPr>
            <p:cNvPr id="158826"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7"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58741"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8743"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58824"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5"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158744" name="Line 20"/>
          <p:cNvSpPr>
            <a:spLocks noChangeShapeType="1"/>
          </p:cNvSpPr>
          <p:nvPr/>
        </p:nvSpPr>
        <p:spPr bwMode="auto">
          <a:xfrm>
            <a:off x="1619250" y="11318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58745" name="组合 1"/>
          <p:cNvGrpSpPr>
            <a:grpSpLocks/>
          </p:cNvGrpSpPr>
          <p:nvPr/>
        </p:nvGrpSpPr>
        <p:grpSpPr bwMode="auto">
          <a:xfrm>
            <a:off x="6861175" y="893763"/>
            <a:ext cx="1976438" cy="727075"/>
            <a:chOff x="6861077" y="893664"/>
            <a:chExt cx="1976561" cy="727596"/>
          </a:xfrm>
        </p:grpSpPr>
        <p:sp>
          <p:nvSpPr>
            <p:cNvPr id="158813" name="Rectangle 31"/>
            <p:cNvSpPr>
              <a:spLocks noChangeArrowheads="1"/>
            </p:cNvSpPr>
            <p:nvPr/>
          </p:nvSpPr>
          <p:spPr bwMode="auto">
            <a:xfrm>
              <a:off x="7566050" y="893664"/>
              <a:ext cx="12715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58814" name="Line 32"/>
            <p:cNvSpPr>
              <a:spLocks noChangeShapeType="1"/>
            </p:cNvSpPr>
            <p:nvPr/>
          </p:nvSpPr>
          <p:spPr bwMode="auto">
            <a:xfrm>
              <a:off x="7486725" y="1298998"/>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15" name="Line 33"/>
            <p:cNvSpPr>
              <a:spLocks noChangeShapeType="1"/>
            </p:cNvSpPr>
            <p:nvPr/>
          </p:nvSpPr>
          <p:spPr bwMode="auto">
            <a:xfrm>
              <a:off x="8718178" y="1298998"/>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16" name="Line 34"/>
            <p:cNvSpPr>
              <a:spLocks noChangeShapeType="1"/>
            </p:cNvSpPr>
            <p:nvPr/>
          </p:nvSpPr>
          <p:spPr bwMode="auto">
            <a:xfrm>
              <a:off x="7488312" y="1608559"/>
              <a:ext cx="11953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17" name="Rectangle 35"/>
            <p:cNvSpPr>
              <a:spLocks noChangeArrowheads="1"/>
            </p:cNvSpPr>
            <p:nvPr/>
          </p:nvSpPr>
          <p:spPr bwMode="auto">
            <a:xfrm>
              <a:off x="7710066" y="1246610"/>
              <a:ext cx="107840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8818" name="Line 36"/>
            <p:cNvSpPr>
              <a:spLocks noChangeShapeType="1"/>
            </p:cNvSpPr>
            <p:nvPr/>
          </p:nvSpPr>
          <p:spPr bwMode="auto">
            <a:xfrm flipV="1">
              <a:off x="7501013" y="1297409"/>
              <a:ext cx="1217166"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19" name="Line 37"/>
            <p:cNvSpPr>
              <a:spLocks noChangeShapeType="1"/>
            </p:cNvSpPr>
            <p:nvPr/>
          </p:nvSpPr>
          <p:spPr bwMode="auto">
            <a:xfrm>
              <a:off x="7710066" y="1313285"/>
              <a:ext cx="0" cy="284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0" name="Line 33"/>
            <p:cNvSpPr>
              <a:spLocks noChangeShapeType="1"/>
            </p:cNvSpPr>
            <p:nvPr/>
          </p:nvSpPr>
          <p:spPr bwMode="auto">
            <a:xfrm>
              <a:off x="8502154" y="1294235"/>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21" name="Line 51"/>
            <p:cNvSpPr>
              <a:spLocks noChangeShapeType="1"/>
            </p:cNvSpPr>
            <p:nvPr/>
          </p:nvSpPr>
          <p:spPr bwMode="auto">
            <a:xfrm flipH="1">
              <a:off x="6861077" y="1533301"/>
              <a:ext cx="736822"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58746" name="Line 20"/>
          <p:cNvSpPr>
            <a:spLocks noChangeShapeType="1"/>
          </p:cNvSpPr>
          <p:nvPr/>
        </p:nvSpPr>
        <p:spPr bwMode="auto">
          <a:xfrm flipV="1">
            <a:off x="3157538" y="11318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22" name="矩形 121"/>
          <p:cNvSpPr/>
          <p:nvPr/>
        </p:nvSpPr>
        <p:spPr>
          <a:xfrm>
            <a:off x="8510588" y="130333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58748" name="组合 3"/>
          <p:cNvGrpSpPr>
            <a:grpSpLocks/>
          </p:cNvGrpSpPr>
          <p:nvPr/>
        </p:nvGrpSpPr>
        <p:grpSpPr bwMode="auto">
          <a:xfrm>
            <a:off x="4862513" y="1423988"/>
            <a:ext cx="2551112" cy="1428750"/>
            <a:chOff x="4861992" y="1423765"/>
            <a:chExt cx="2551631" cy="1428750"/>
          </a:xfrm>
        </p:grpSpPr>
        <p:sp>
          <p:nvSpPr>
            <p:cNvPr id="158808" name="Line 5"/>
            <p:cNvSpPr>
              <a:spLocks noChangeShapeType="1"/>
            </p:cNvSpPr>
            <p:nvPr/>
          </p:nvSpPr>
          <p:spPr bwMode="auto">
            <a:xfrm>
              <a:off x="4887268" y="2846735"/>
              <a:ext cx="19738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9" name="Rectangle 39"/>
            <p:cNvSpPr>
              <a:spLocks noChangeArrowheads="1"/>
            </p:cNvSpPr>
            <p:nvPr/>
          </p:nvSpPr>
          <p:spPr bwMode="auto">
            <a:xfrm>
              <a:off x="4861992" y="2488977"/>
              <a:ext cx="1260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0" name="Line 103"/>
            <p:cNvSpPr>
              <a:spLocks noChangeShapeType="1"/>
            </p:cNvSpPr>
            <p:nvPr/>
          </p:nvSpPr>
          <p:spPr bwMode="auto">
            <a:xfrm flipH="1">
              <a:off x="6753089" y="2738215"/>
              <a:ext cx="3747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1" name="Line 95"/>
            <p:cNvSpPr>
              <a:spLocks noChangeShapeType="1"/>
            </p:cNvSpPr>
            <p:nvPr/>
          </p:nvSpPr>
          <p:spPr bwMode="auto">
            <a:xfrm flipH="1">
              <a:off x="7150044" y="1423765"/>
              <a:ext cx="0" cy="13303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2" name="Line 43"/>
            <p:cNvSpPr>
              <a:spLocks noChangeShapeType="1"/>
            </p:cNvSpPr>
            <p:nvPr/>
          </p:nvSpPr>
          <p:spPr bwMode="auto">
            <a:xfrm flipV="1">
              <a:off x="7129403" y="1436465"/>
              <a:ext cx="284220"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35" name="Line 20"/>
          <p:cNvSpPr>
            <a:spLocks noChangeShapeType="1"/>
          </p:cNvSpPr>
          <p:nvPr/>
        </p:nvSpPr>
        <p:spPr bwMode="auto">
          <a:xfrm>
            <a:off x="1619250" y="13477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4" name="组合 2"/>
          <p:cNvGrpSpPr>
            <a:grpSpLocks/>
          </p:cNvGrpSpPr>
          <p:nvPr/>
        </p:nvGrpSpPr>
        <p:grpSpPr bwMode="auto">
          <a:xfrm>
            <a:off x="6896100" y="1582738"/>
            <a:ext cx="2354263" cy="1533525"/>
            <a:chOff x="6895356" y="1582537"/>
            <a:chExt cx="2355402" cy="1533525"/>
          </a:xfrm>
        </p:grpSpPr>
        <p:sp>
          <p:nvSpPr>
            <p:cNvPr id="158798" name="Line 42"/>
            <p:cNvSpPr>
              <a:spLocks noChangeShapeType="1"/>
            </p:cNvSpPr>
            <p:nvPr/>
          </p:nvSpPr>
          <p:spPr bwMode="auto">
            <a:xfrm>
              <a:off x="7454577" y="1920674"/>
              <a:ext cx="1587" cy="11795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99" name="Line 43"/>
            <p:cNvSpPr>
              <a:spLocks noChangeShapeType="1"/>
            </p:cNvSpPr>
            <p:nvPr/>
          </p:nvSpPr>
          <p:spPr bwMode="auto">
            <a:xfrm flipH="1">
              <a:off x="9091289" y="1919087"/>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0" name="Line 47"/>
            <p:cNvSpPr>
              <a:spLocks noChangeShapeType="1"/>
            </p:cNvSpPr>
            <p:nvPr/>
          </p:nvSpPr>
          <p:spPr bwMode="auto">
            <a:xfrm flipV="1">
              <a:off x="7456164" y="2230237"/>
              <a:ext cx="1639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1" name="Rectangle 48"/>
            <p:cNvSpPr>
              <a:spLocks noChangeArrowheads="1"/>
            </p:cNvSpPr>
            <p:nvPr/>
          </p:nvSpPr>
          <p:spPr bwMode="auto">
            <a:xfrm>
              <a:off x="7946702" y="1868287"/>
              <a:ext cx="1304056"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8802" name="Rectangle 49"/>
            <p:cNvSpPr>
              <a:spLocks noChangeArrowheads="1"/>
            </p:cNvSpPr>
            <p:nvPr/>
          </p:nvSpPr>
          <p:spPr bwMode="auto">
            <a:xfrm>
              <a:off x="7666582" y="1582537"/>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58803" name="Line 50"/>
            <p:cNvSpPr>
              <a:spLocks noChangeShapeType="1"/>
            </p:cNvSpPr>
            <p:nvPr/>
          </p:nvSpPr>
          <p:spPr bwMode="auto">
            <a:xfrm flipV="1">
              <a:off x="7467277" y="1919087"/>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4" name="Line 51"/>
            <p:cNvSpPr>
              <a:spLocks noChangeShapeType="1"/>
            </p:cNvSpPr>
            <p:nvPr/>
          </p:nvSpPr>
          <p:spPr bwMode="auto">
            <a:xfrm>
              <a:off x="7832402" y="1934962"/>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5" name="Line 52"/>
            <p:cNvSpPr>
              <a:spLocks noChangeShapeType="1"/>
            </p:cNvSpPr>
            <p:nvPr/>
          </p:nvSpPr>
          <p:spPr bwMode="auto">
            <a:xfrm>
              <a:off x="8386662" y="2254049"/>
              <a:ext cx="0" cy="8604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6" name="Line 51"/>
            <p:cNvSpPr>
              <a:spLocks noChangeShapeType="1"/>
            </p:cNvSpPr>
            <p:nvPr/>
          </p:nvSpPr>
          <p:spPr bwMode="auto">
            <a:xfrm flipH="1" flipV="1">
              <a:off x="6895356" y="2122287"/>
              <a:ext cx="821434"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807" name="Line 43"/>
            <p:cNvSpPr>
              <a:spLocks noChangeShapeType="1"/>
            </p:cNvSpPr>
            <p:nvPr/>
          </p:nvSpPr>
          <p:spPr bwMode="auto">
            <a:xfrm flipH="1">
              <a:off x="8746702" y="1903881"/>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5" name="组合 154"/>
          <p:cNvGrpSpPr>
            <a:grpSpLocks/>
          </p:cNvGrpSpPr>
          <p:nvPr/>
        </p:nvGrpSpPr>
        <p:grpSpPr bwMode="auto">
          <a:xfrm>
            <a:off x="3924300" y="911225"/>
            <a:ext cx="3530600" cy="992188"/>
            <a:chOff x="3913756" y="335024"/>
            <a:chExt cx="3530649" cy="992879"/>
          </a:xfrm>
        </p:grpSpPr>
        <p:sp>
          <p:nvSpPr>
            <p:cNvPr id="158795"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57" name="直接箭头连接符 156"/>
            <p:cNvCxnSpPr/>
            <p:nvPr/>
          </p:nvCxnSpPr>
          <p:spPr>
            <a:xfrm>
              <a:off x="4617029" y="476410"/>
              <a:ext cx="2827376" cy="851493"/>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8" name="矩形 157"/>
            <p:cNvSpPr/>
            <p:nvPr/>
          </p:nvSpPr>
          <p:spPr>
            <a:xfrm>
              <a:off x="3913756" y="335024"/>
              <a:ext cx="439744" cy="292303"/>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60" name="Line 20"/>
          <p:cNvSpPr>
            <a:spLocks noChangeShapeType="1"/>
          </p:cNvSpPr>
          <p:nvPr/>
        </p:nvSpPr>
        <p:spPr bwMode="auto">
          <a:xfrm flipV="1">
            <a:off x="1785938" y="15636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 name="组合 6"/>
          <p:cNvGrpSpPr>
            <a:grpSpLocks/>
          </p:cNvGrpSpPr>
          <p:nvPr/>
        </p:nvGrpSpPr>
        <p:grpSpPr bwMode="auto">
          <a:xfrm>
            <a:off x="7467600" y="2201863"/>
            <a:ext cx="1676400" cy="361950"/>
            <a:chOff x="7467277" y="2201662"/>
            <a:chExt cx="1676723" cy="361950"/>
          </a:xfrm>
        </p:grpSpPr>
        <p:sp>
          <p:nvSpPr>
            <p:cNvPr id="158793" name="Rectangle 54"/>
            <p:cNvSpPr>
              <a:spLocks noChangeArrowheads="1"/>
            </p:cNvSpPr>
            <p:nvPr/>
          </p:nvSpPr>
          <p:spPr bwMode="auto">
            <a:xfrm>
              <a:off x="7505377" y="2201662"/>
              <a:ext cx="163862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58794" name="Line 46"/>
            <p:cNvSpPr>
              <a:spLocks noChangeShapeType="1"/>
            </p:cNvSpPr>
            <p:nvPr/>
          </p:nvSpPr>
          <p:spPr bwMode="auto">
            <a:xfrm flipV="1">
              <a:off x="7467277" y="2525512"/>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7" name="矩形 166"/>
          <p:cNvSpPr/>
          <p:nvPr/>
        </p:nvSpPr>
        <p:spPr>
          <a:xfrm>
            <a:off x="3924300" y="915988"/>
            <a:ext cx="43973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7" name="组合 7"/>
          <p:cNvGrpSpPr>
            <a:grpSpLocks/>
          </p:cNvGrpSpPr>
          <p:nvPr/>
        </p:nvGrpSpPr>
        <p:grpSpPr bwMode="auto">
          <a:xfrm>
            <a:off x="7467600" y="2486025"/>
            <a:ext cx="1643063" cy="390525"/>
            <a:chOff x="7467277" y="2485824"/>
            <a:chExt cx="1643062" cy="390526"/>
          </a:xfrm>
        </p:grpSpPr>
        <p:sp>
          <p:nvSpPr>
            <p:cNvPr id="158791" name="Rectangle 55"/>
            <p:cNvSpPr>
              <a:spLocks noChangeArrowheads="1"/>
            </p:cNvSpPr>
            <p:nvPr/>
          </p:nvSpPr>
          <p:spPr bwMode="auto">
            <a:xfrm>
              <a:off x="7505376" y="2485824"/>
              <a:ext cx="1585913" cy="39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58792" name="Line 45"/>
            <p:cNvSpPr>
              <a:spLocks noChangeShapeType="1"/>
            </p:cNvSpPr>
            <p:nvPr/>
          </p:nvSpPr>
          <p:spPr bwMode="auto">
            <a:xfrm flipV="1">
              <a:off x="7467277" y="2819199"/>
              <a:ext cx="164306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70" name="矩形 169"/>
          <p:cNvSpPr/>
          <p:nvPr/>
        </p:nvSpPr>
        <p:spPr>
          <a:xfrm>
            <a:off x="3924300" y="915988"/>
            <a:ext cx="43973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71" name="Line 20"/>
          <p:cNvSpPr>
            <a:spLocks noChangeShapeType="1"/>
          </p:cNvSpPr>
          <p:nvPr/>
        </p:nvSpPr>
        <p:spPr bwMode="auto">
          <a:xfrm flipV="1">
            <a:off x="1938338" y="17795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8" name="组合 8"/>
          <p:cNvGrpSpPr>
            <a:grpSpLocks/>
          </p:cNvGrpSpPr>
          <p:nvPr/>
        </p:nvGrpSpPr>
        <p:grpSpPr bwMode="auto">
          <a:xfrm>
            <a:off x="7604125" y="3176588"/>
            <a:ext cx="1524000" cy="1260475"/>
            <a:chOff x="7603925" y="3176042"/>
            <a:chExt cx="1523902" cy="1261690"/>
          </a:xfrm>
        </p:grpSpPr>
        <p:sp>
          <p:nvSpPr>
            <p:cNvPr id="158781" name="Line 56"/>
            <p:cNvSpPr>
              <a:spLocks noChangeShapeType="1"/>
            </p:cNvSpPr>
            <p:nvPr/>
          </p:nvSpPr>
          <p:spPr bwMode="auto">
            <a:xfrm flipH="1">
              <a:off x="7603925"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2" name="Line 57"/>
            <p:cNvSpPr>
              <a:spLocks noChangeShapeType="1"/>
            </p:cNvSpPr>
            <p:nvPr/>
          </p:nvSpPr>
          <p:spPr bwMode="auto">
            <a:xfrm flipH="1">
              <a:off x="8899449"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3" name="Line 60"/>
            <p:cNvSpPr>
              <a:spLocks noChangeShapeType="1"/>
            </p:cNvSpPr>
            <p:nvPr/>
          </p:nvSpPr>
          <p:spPr bwMode="auto">
            <a:xfrm flipV="1">
              <a:off x="7616626" y="3807495"/>
              <a:ext cx="1290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4" name="Rectangle 61"/>
            <p:cNvSpPr>
              <a:spLocks noChangeArrowheads="1"/>
            </p:cNvSpPr>
            <p:nvPr/>
          </p:nvSpPr>
          <p:spPr bwMode="auto">
            <a:xfrm>
              <a:off x="7891337" y="3460998"/>
              <a:ext cx="1188964"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58785" name="Rectangle 62"/>
            <p:cNvSpPr>
              <a:spLocks noChangeArrowheads="1"/>
            </p:cNvSpPr>
            <p:nvPr/>
          </p:nvSpPr>
          <p:spPr bwMode="auto">
            <a:xfrm>
              <a:off x="7776864" y="3176042"/>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58786" name="Line 63"/>
            <p:cNvSpPr>
              <a:spLocks noChangeShapeType="1"/>
            </p:cNvSpPr>
            <p:nvPr/>
          </p:nvSpPr>
          <p:spPr bwMode="auto">
            <a:xfrm>
              <a:off x="7627738" y="3514972"/>
              <a:ext cx="1269999" cy="15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7" name="Line 64"/>
            <p:cNvSpPr>
              <a:spLocks noChangeShapeType="1"/>
            </p:cNvSpPr>
            <p:nvPr/>
          </p:nvSpPr>
          <p:spPr bwMode="auto">
            <a:xfrm>
              <a:off x="7891337" y="3527673"/>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8" name="Line 65"/>
            <p:cNvSpPr>
              <a:spLocks noChangeShapeType="1"/>
            </p:cNvSpPr>
            <p:nvPr/>
          </p:nvSpPr>
          <p:spPr bwMode="auto">
            <a:xfrm flipH="1">
              <a:off x="7897687" y="3826123"/>
              <a:ext cx="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89" name="Line 57"/>
            <p:cNvSpPr>
              <a:spLocks noChangeShapeType="1"/>
            </p:cNvSpPr>
            <p:nvPr/>
          </p:nvSpPr>
          <p:spPr bwMode="auto">
            <a:xfrm flipH="1">
              <a:off x="8683425" y="3534444"/>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90" name="Line 51"/>
            <p:cNvSpPr>
              <a:spLocks noChangeShapeType="1"/>
            </p:cNvSpPr>
            <p:nvPr/>
          </p:nvSpPr>
          <p:spPr bwMode="auto">
            <a:xfrm flipV="1">
              <a:off x="7666581" y="3201492"/>
              <a:ext cx="1" cy="38468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93" name="Line 20"/>
          <p:cNvSpPr>
            <a:spLocks noChangeShapeType="1"/>
          </p:cNvSpPr>
          <p:nvPr/>
        </p:nvSpPr>
        <p:spPr bwMode="auto">
          <a:xfrm flipV="1">
            <a:off x="2138363" y="1995488"/>
            <a:ext cx="113823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9" name="组合 9"/>
          <p:cNvGrpSpPr>
            <a:grpSpLocks/>
          </p:cNvGrpSpPr>
          <p:nvPr/>
        </p:nvGrpSpPr>
        <p:grpSpPr bwMode="auto">
          <a:xfrm>
            <a:off x="7627938" y="3783013"/>
            <a:ext cx="1303337" cy="363537"/>
            <a:chOff x="7627739" y="3783260"/>
            <a:chExt cx="1303462" cy="363538"/>
          </a:xfrm>
        </p:grpSpPr>
        <p:sp>
          <p:nvSpPr>
            <p:cNvPr id="158779" name="Rectangle 67"/>
            <p:cNvSpPr>
              <a:spLocks noChangeArrowheads="1"/>
            </p:cNvSpPr>
            <p:nvPr/>
          </p:nvSpPr>
          <p:spPr bwMode="auto">
            <a:xfrm>
              <a:off x="7656313" y="3783260"/>
              <a:ext cx="12748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58780" name="Line 59"/>
            <p:cNvSpPr>
              <a:spLocks noChangeShapeType="1"/>
            </p:cNvSpPr>
            <p:nvPr/>
          </p:nvSpPr>
          <p:spPr bwMode="auto">
            <a:xfrm flipV="1">
              <a:off x="7627739" y="4099596"/>
              <a:ext cx="1279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20" name="组合 11"/>
          <p:cNvGrpSpPr>
            <a:grpSpLocks/>
          </p:cNvGrpSpPr>
          <p:nvPr/>
        </p:nvGrpSpPr>
        <p:grpSpPr bwMode="auto">
          <a:xfrm>
            <a:off x="7629525" y="4092575"/>
            <a:ext cx="1330325" cy="363538"/>
            <a:chOff x="7629325" y="4092823"/>
            <a:chExt cx="1330451" cy="363537"/>
          </a:xfrm>
        </p:grpSpPr>
        <p:sp>
          <p:nvSpPr>
            <p:cNvPr id="158777" name="Rectangle 68"/>
            <p:cNvSpPr>
              <a:spLocks noChangeArrowheads="1"/>
            </p:cNvSpPr>
            <p:nvPr/>
          </p:nvSpPr>
          <p:spPr bwMode="auto">
            <a:xfrm>
              <a:off x="7656314" y="4092823"/>
              <a:ext cx="13034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58778" name="Line 58"/>
            <p:cNvSpPr>
              <a:spLocks noChangeShapeType="1"/>
            </p:cNvSpPr>
            <p:nvPr/>
          </p:nvSpPr>
          <p:spPr bwMode="auto">
            <a:xfrm>
              <a:off x="7629325" y="4413498"/>
              <a:ext cx="12780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99" name="Line 20"/>
          <p:cNvSpPr>
            <a:spLocks noChangeShapeType="1"/>
          </p:cNvSpPr>
          <p:nvPr/>
        </p:nvSpPr>
        <p:spPr bwMode="auto">
          <a:xfrm flipV="1">
            <a:off x="3309938" y="19954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21" name="组合 199"/>
          <p:cNvGrpSpPr>
            <a:grpSpLocks/>
          </p:cNvGrpSpPr>
          <p:nvPr/>
        </p:nvGrpSpPr>
        <p:grpSpPr bwMode="auto">
          <a:xfrm>
            <a:off x="3924300" y="1198563"/>
            <a:ext cx="3679825" cy="2314575"/>
            <a:chOff x="3913756" y="335024"/>
            <a:chExt cx="3679997" cy="2314351"/>
          </a:xfrm>
        </p:grpSpPr>
        <p:sp>
          <p:nvSpPr>
            <p:cNvPr id="158774"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202" name="直接箭头连接符 201"/>
            <p:cNvCxnSpPr>
              <a:endCxn id="158781" idx="0"/>
            </p:cNvCxnSpPr>
            <p:nvPr/>
          </p:nvCxnSpPr>
          <p:spPr>
            <a:xfrm>
              <a:off x="4617052" y="476297"/>
              <a:ext cx="2976701" cy="2173078"/>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203" name="矩形 202"/>
            <p:cNvSpPr/>
            <p:nvPr/>
          </p:nvSpPr>
          <p:spPr>
            <a:xfrm>
              <a:off x="3913756" y="335024"/>
              <a:ext cx="439759" cy="29207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204" name="矩形 203"/>
          <p:cNvSpPr/>
          <p:nvPr/>
        </p:nvSpPr>
        <p:spPr>
          <a:xfrm>
            <a:off x="3924300" y="1198563"/>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05" name="矩形 204"/>
          <p:cNvSpPr/>
          <p:nvPr/>
        </p:nvSpPr>
        <p:spPr>
          <a:xfrm>
            <a:off x="3924300" y="1198563"/>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06" name="矩形 205"/>
          <p:cNvSpPr/>
          <p:nvPr/>
        </p:nvSpPr>
        <p:spPr>
          <a:xfrm>
            <a:off x="8677275" y="3509963"/>
            <a:ext cx="23018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22" name="组合 208"/>
          <p:cNvGrpSpPr>
            <a:grpSpLocks/>
          </p:cNvGrpSpPr>
          <p:nvPr/>
        </p:nvGrpSpPr>
        <p:grpSpPr bwMode="auto">
          <a:xfrm>
            <a:off x="7443788" y="2741613"/>
            <a:ext cx="1639887" cy="725487"/>
            <a:chOff x="7443464" y="2741412"/>
            <a:chExt cx="1639888" cy="726359"/>
          </a:xfrm>
        </p:grpSpPr>
        <p:sp>
          <p:nvSpPr>
            <p:cNvPr id="158769" name="Line 44"/>
            <p:cNvSpPr>
              <a:spLocks noChangeShapeType="1"/>
            </p:cNvSpPr>
            <p:nvPr/>
          </p:nvSpPr>
          <p:spPr bwMode="auto">
            <a:xfrm flipV="1">
              <a:off x="7443464" y="3101774"/>
              <a:ext cx="1639888"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58770" name="Rectangle 69"/>
            <p:cNvSpPr>
              <a:spLocks noChangeArrowheads="1"/>
            </p:cNvSpPr>
            <p:nvPr/>
          </p:nvSpPr>
          <p:spPr bwMode="auto">
            <a:xfrm>
              <a:off x="7451402" y="2741412"/>
              <a:ext cx="116681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212" name="Line 95"/>
            <p:cNvSpPr>
              <a:spLocks noChangeShapeType="1"/>
            </p:cNvSpPr>
            <p:nvPr/>
          </p:nvSpPr>
          <p:spPr bwMode="auto">
            <a:xfrm flipH="1">
              <a:off x="8837290" y="2954393"/>
              <a:ext cx="0" cy="21616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3" name="Line 43"/>
            <p:cNvSpPr>
              <a:spLocks noChangeShapeType="1"/>
            </p:cNvSpPr>
            <p:nvPr/>
          </p:nvSpPr>
          <p:spPr bwMode="auto">
            <a:xfrm>
              <a:off x="7886376" y="3186446"/>
              <a:ext cx="0" cy="281325"/>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4" name="Line 103"/>
            <p:cNvSpPr>
              <a:spLocks noChangeShapeType="1"/>
            </p:cNvSpPr>
            <p:nvPr/>
          </p:nvSpPr>
          <p:spPr bwMode="auto">
            <a:xfrm flipH="1" flipV="1">
              <a:off x="7897489" y="3170552"/>
              <a:ext cx="9366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56" name="矩形 155"/>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49</a:t>
            </a:fld>
            <a:endParaRPr lang="en-US" altLang="zh-CN" dirty="0"/>
          </a:p>
        </p:txBody>
      </p:sp>
    </p:spTree>
    <p:extLst>
      <p:ext uri="{BB962C8B-B14F-4D97-AF65-F5344CB8AC3E}">
        <p14:creationId xmlns:p14="http://schemas.microsoft.com/office/powerpoint/2010/main" val="3750391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35"/>
                                        </p:tgtEl>
                                        <p:attrNameLst>
                                          <p:attrName>style.visibility</p:attrName>
                                        </p:attrNameLst>
                                      </p:cBhvr>
                                      <p:to>
                                        <p:strVal val="visible"/>
                                      </p:to>
                                    </p:set>
                                    <p:anim calcmode="lin" valueType="num">
                                      <p:cBhvr>
                                        <p:cTn id="7" dur="500" fill="hold"/>
                                        <p:tgtEl>
                                          <p:spTgt spid="135"/>
                                        </p:tgtEl>
                                        <p:attrNameLst>
                                          <p:attrName>ppt_w</p:attrName>
                                        </p:attrNameLst>
                                      </p:cBhvr>
                                      <p:tavLst>
                                        <p:tav tm="0">
                                          <p:val>
                                            <p:fltVal val="0"/>
                                          </p:val>
                                        </p:tav>
                                        <p:tav tm="100000">
                                          <p:val>
                                            <p:strVal val="#ppt_w"/>
                                          </p:val>
                                        </p:tav>
                                      </p:tavLst>
                                    </p:anim>
                                    <p:anim calcmode="lin" valueType="num">
                                      <p:cBhvr>
                                        <p:cTn id="8" dur="500" fill="hold"/>
                                        <p:tgtEl>
                                          <p:spTgt spid="135"/>
                                        </p:tgtEl>
                                        <p:attrNameLst>
                                          <p:attrName>ppt_h</p:attrName>
                                        </p:attrNameLst>
                                      </p:cBhvr>
                                      <p:tavLst>
                                        <p:tav tm="0">
                                          <p:val>
                                            <p:fltVal val="0"/>
                                          </p:val>
                                        </p:tav>
                                        <p:tav tm="100000">
                                          <p:val>
                                            <p:strVal val="#ppt_h"/>
                                          </p:val>
                                        </p:tav>
                                      </p:tavLst>
                                    </p:anim>
                                    <p:animEffect transition="in" filter="fade">
                                      <p:cBhvr>
                                        <p:cTn id="9" dur="500"/>
                                        <p:tgtEl>
                                          <p:spTgt spid="13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
                                          </p:val>
                                        </p:tav>
                                        <p:tav tm="100000">
                                          <p:val>
                                            <p:strVal val="#ppt_w"/>
                                          </p:val>
                                        </p:tav>
                                      </p:tavLst>
                                    </p:anim>
                                    <p:anim calcmode="lin" valueType="num">
                                      <p:cBhvr>
                                        <p:cTn id="15" dur="500" fill="hold"/>
                                        <p:tgtEl>
                                          <p:spTgt spid="14"/>
                                        </p:tgtEl>
                                        <p:attrNameLst>
                                          <p:attrName>ppt_h</p:attrName>
                                        </p:attrNameLst>
                                      </p:cBhvr>
                                      <p:tavLst>
                                        <p:tav tm="0">
                                          <p:val>
                                            <p:fltVal val="0"/>
                                          </p:val>
                                        </p:tav>
                                        <p:tav tm="100000">
                                          <p:val>
                                            <p:strVal val="#ppt_h"/>
                                          </p:val>
                                        </p:tav>
                                      </p:tavLst>
                                    </p:anim>
                                    <p:animEffect transition="in" filter="fade">
                                      <p:cBhvr>
                                        <p:cTn id="16" dur="500"/>
                                        <p:tgtEl>
                                          <p:spTgt spid="1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fltVal val="0"/>
                                          </p:val>
                                        </p:tav>
                                        <p:tav tm="100000">
                                          <p:val>
                                            <p:strVal val="#ppt_w"/>
                                          </p:val>
                                        </p:tav>
                                      </p:tavLst>
                                    </p:anim>
                                    <p:anim calcmode="lin" valueType="num">
                                      <p:cBhvr>
                                        <p:cTn id="22" dur="500" fill="hold"/>
                                        <p:tgtEl>
                                          <p:spTgt spid="15"/>
                                        </p:tgtEl>
                                        <p:attrNameLst>
                                          <p:attrName>ppt_h</p:attrName>
                                        </p:attrNameLst>
                                      </p:cBhvr>
                                      <p:tavLst>
                                        <p:tav tm="0">
                                          <p:val>
                                            <p:fltVal val="0"/>
                                          </p:val>
                                        </p:tav>
                                        <p:tav tm="100000">
                                          <p:val>
                                            <p:strVal val="#ppt_h"/>
                                          </p:val>
                                        </p:tav>
                                      </p:tavLst>
                                    </p:anim>
                                    <p:animEffect transition="in" filter="fade">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60"/>
                                        </p:tgtEl>
                                        <p:attrNameLst>
                                          <p:attrName>style.visibility</p:attrName>
                                        </p:attrNameLst>
                                      </p:cBhvr>
                                      <p:to>
                                        <p:strVal val="visible"/>
                                      </p:to>
                                    </p:set>
                                    <p:anim calcmode="lin" valueType="num">
                                      <p:cBhvr>
                                        <p:cTn id="28" dur="500" fill="hold"/>
                                        <p:tgtEl>
                                          <p:spTgt spid="160"/>
                                        </p:tgtEl>
                                        <p:attrNameLst>
                                          <p:attrName>ppt_w</p:attrName>
                                        </p:attrNameLst>
                                      </p:cBhvr>
                                      <p:tavLst>
                                        <p:tav tm="0">
                                          <p:val>
                                            <p:fltVal val="0"/>
                                          </p:val>
                                        </p:tav>
                                        <p:tav tm="100000">
                                          <p:val>
                                            <p:strVal val="#ppt_w"/>
                                          </p:val>
                                        </p:tav>
                                      </p:tavLst>
                                    </p:anim>
                                    <p:anim calcmode="lin" valueType="num">
                                      <p:cBhvr>
                                        <p:cTn id="29" dur="500" fill="hold"/>
                                        <p:tgtEl>
                                          <p:spTgt spid="160"/>
                                        </p:tgtEl>
                                        <p:attrNameLst>
                                          <p:attrName>ppt_h</p:attrName>
                                        </p:attrNameLst>
                                      </p:cBhvr>
                                      <p:tavLst>
                                        <p:tav tm="0">
                                          <p:val>
                                            <p:fltVal val="0"/>
                                          </p:val>
                                        </p:tav>
                                        <p:tav tm="100000">
                                          <p:val>
                                            <p:strVal val="#ppt_h"/>
                                          </p:val>
                                        </p:tav>
                                      </p:tavLst>
                                    </p:anim>
                                    <p:animEffect transition="in" filter="fade">
                                      <p:cBhvr>
                                        <p:cTn id="30" dur="500"/>
                                        <p:tgtEl>
                                          <p:spTgt spid="16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3" presetClass="entr" presetSubtype="16"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500" fill="hold"/>
                                        <p:tgtEl>
                                          <p:spTgt spid="16"/>
                                        </p:tgtEl>
                                        <p:attrNameLst>
                                          <p:attrName>ppt_w</p:attrName>
                                        </p:attrNameLst>
                                      </p:cBhvr>
                                      <p:tavLst>
                                        <p:tav tm="0">
                                          <p:val>
                                            <p:fltVal val="0"/>
                                          </p:val>
                                        </p:tav>
                                        <p:tav tm="100000">
                                          <p:val>
                                            <p:strVal val="#ppt_w"/>
                                          </p:val>
                                        </p:tav>
                                      </p:tavLst>
                                    </p:anim>
                                    <p:anim calcmode="lin" valueType="num">
                                      <p:cBhvr>
                                        <p:cTn id="36" dur="500" fill="hold"/>
                                        <p:tgtEl>
                                          <p:spTgt spid="16"/>
                                        </p:tgtEl>
                                        <p:attrNameLst>
                                          <p:attrName>ppt_h</p:attrName>
                                        </p:attrNameLst>
                                      </p:cBhvr>
                                      <p:tavLst>
                                        <p:tav tm="0">
                                          <p:val>
                                            <p:fltVal val="0"/>
                                          </p:val>
                                        </p:tav>
                                        <p:tav tm="100000">
                                          <p:val>
                                            <p:strVal val="#ppt_h"/>
                                          </p:val>
                                        </p:tav>
                                      </p:tavLst>
                                    </p:anim>
                                    <p:animEffect transition="in" filter="fade">
                                      <p:cBhvr>
                                        <p:cTn id="37" dur="500"/>
                                        <p:tgtEl>
                                          <p:spTgt spid="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67"/>
                                        </p:tgtEl>
                                        <p:attrNameLst>
                                          <p:attrName>style.visibility</p:attrName>
                                        </p:attrNameLst>
                                      </p:cBhvr>
                                      <p:to>
                                        <p:strVal val="visible"/>
                                      </p:to>
                                    </p:set>
                                    <p:anim calcmode="lin" valueType="num">
                                      <p:cBhvr>
                                        <p:cTn id="42" dur="500" fill="hold"/>
                                        <p:tgtEl>
                                          <p:spTgt spid="167"/>
                                        </p:tgtEl>
                                        <p:attrNameLst>
                                          <p:attrName>ppt_w</p:attrName>
                                        </p:attrNameLst>
                                      </p:cBhvr>
                                      <p:tavLst>
                                        <p:tav tm="0">
                                          <p:val>
                                            <p:fltVal val="0"/>
                                          </p:val>
                                        </p:tav>
                                        <p:tav tm="100000">
                                          <p:val>
                                            <p:strVal val="#ppt_w"/>
                                          </p:val>
                                        </p:tav>
                                      </p:tavLst>
                                    </p:anim>
                                    <p:anim calcmode="lin" valueType="num">
                                      <p:cBhvr>
                                        <p:cTn id="43" dur="500" fill="hold"/>
                                        <p:tgtEl>
                                          <p:spTgt spid="167"/>
                                        </p:tgtEl>
                                        <p:attrNameLst>
                                          <p:attrName>ppt_h</p:attrName>
                                        </p:attrNameLst>
                                      </p:cBhvr>
                                      <p:tavLst>
                                        <p:tav tm="0">
                                          <p:val>
                                            <p:fltVal val="0"/>
                                          </p:val>
                                        </p:tav>
                                        <p:tav tm="100000">
                                          <p:val>
                                            <p:strVal val="#ppt_h"/>
                                          </p:val>
                                        </p:tav>
                                      </p:tavLst>
                                    </p:anim>
                                    <p:animEffect transition="in" filter="fade">
                                      <p:cBhvr>
                                        <p:cTn id="44" dur="500"/>
                                        <p:tgtEl>
                                          <p:spTgt spid="16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500" fill="hold"/>
                                        <p:tgtEl>
                                          <p:spTgt spid="17"/>
                                        </p:tgtEl>
                                        <p:attrNameLst>
                                          <p:attrName>ppt_w</p:attrName>
                                        </p:attrNameLst>
                                      </p:cBhvr>
                                      <p:tavLst>
                                        <p:tav tm="0">
                                          <p:val>
                                            <p:fltVal val="0"/>
                                          </p:val>
                                        </p:tav>
                                        <p:tav tm="100000">
                                          <p:val>
                                            <p:strVal val="#ppt_w"/>
                                          </p:val>
                                        </p:tav>
                                      </p:tavLst>
                                    </p:anim>
                                    <p:anim calcmode="lin" valueType="num">
                                      <p:cBhvr>
                                        <p:cTn id="50" dur="500" fill="hold"/>
                                        <p:tgtEl>
                                          <p:spTgt spid="17"/>
                                        </p:tgtEl>
                                        <p:attrNameLst>
                                          <p:attrName>ppt_h</p:attrName>
                                        </p:attrNameLst>
                                      </p:cBhvr>
                                      <p:tavLst>
                                        <p:tav tm="0">
                                          <p:val>
                                            <p:fltVal val="0"/>
                                          </p:val>
                                        </p:tav>
                                        <p:tav tm="100000">
                                          <p:val>
                                            <p:strVal val="#ppt_h"/>
                                          </p:val>
                                        </p:tav>
                                      </p:tavLst>
                                    </p:anim>
                                    <p:animEffect transition="in" filter="fade">
                                      <p:cBhvr>
                                        <p:cTn id="51" dur="500"/>
                                        <p:tgtEl>
                                          <p:spTgt spid="1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70"/>
                                        </p:tgtEl>
                                        <p:attrNameLst>
                                          <p:attrName>style.visibility</p:attrName>
                                        </p:attrNameLst>
                                      </p:cBhvr>
                                      <p:to>
                                        <p:strVal val="visible"/>
                                      </p:to>
                                    </p:set>
                                    <p:anim calcmode="lin" valueType="num">
                                      <p:cBhvr>
                                        <p:cTn id="56" dur="500" fill="hold"/>
                                        <p:tgtEl>
                                          <p:spTgt spid="170"/>
                                        </p:tgtEl>
                                        <p:attrNameLst>
                                          <p:attrName>ppt_w</p:attrName>
                                        </p:attrNameLst>
                                      </p:cBhvr>
                                      <p:tavLst>
                                        <p:tav tm="0">
                                          <p:val>
                                            <p:fltVal val="0"/>
                                          </p:val>
                                        </p:tav>
                                        <p:tav tm="100000">
                                          <p:val>
                                            <p:strVal val="#ppt_w"/>
                                          </p:val>
                                        </p:tav>
                                      </p:tavLst>
                                    </p:anim>
                                    <p:anim calcmode="lin" valueType="num">
                                      <p:cBhvr>
                                        <p:cTn id="57" dur="500" fill="hold"/>
                                        <p:tgtEl>
                                          <p:spTgt spid="170"/>
                                        </p:tgtEl>
                                        <p:attrNameLst>
                                          <p:attrName>ppt_h</p:attrName>
                                        </p:attrNameLst>
                                      </p:cBhvr>
                                      <p:tavLst>
                                        <p:tav tm="0">
                                          <p:val>
                                            <p:fltVal val="0"/>
                                          </p:val>
                                        </p:tav>
                                        <p:tav tm="100000">
                                          <p:val>
                                            <p:strVal val="#ppt_h"/>
                                          </p:val>
                                        </p:tav>
                                      </p:tavLst>
                                    </p:anim>
                                    <p:animEffect transition="in" filter="fade">
                                      <p:cBhvr>
                                        <p:cTn id="58" dur="500"/>
                                        <p:tgtEl>
                                          <p:spTgt spid="17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71"/>
                                        </p:tgtEl>
                                        <p:attrNameLst>
                                          <p:attrName>style.visibility</p:attrName>
                                        </p:attrNameLst>
                                      </p:cBhvr>
                                      <p:to>
                                        <p:strVal val="visible"/>
                                      </p:to>
                                    </p:set>
                                    <p:anim calcmode="lin" valueType="num">
                                      <p:cBhvr>
                                        <p:cTn id="63" dur="500" fill="hold"/>
                                        <p:tgtEl>
                                          <p:spTgt spid="171"/>
                                        </p:tgtEl>
                                        <p:attrNameLst>
                                          <p:attrName>ppt_w</p:attrName>
                                        </p:attrNameLst>
                                      </p:cBhvr>
                                      <p:tavLst>
                                        <p:tav tm="0">
                                          <p:val>
                                            <p:fltVal val="0"/>
                                          </p:val>
                                        </p:tav>
                                        <p:tav tm="100000">
                                          <p:val>
                                            <p:strVal val="#ppt_w"/>
                                          </p:val>
                                        </p:tav>
                                      </p:tavLst>
                                    </p:anim>
                                    <p:anim calcmode="lin" valueType="num">
                                      <p:cBhvr>
                                        <p:cTn id="64" dur="500" fill="hold"/>
                                        <p:tgtEl>
                                          <p:spTgt spid="171"/>
                                        </p:tgtEl>
                                        <p:attrNameLst>
                                          <p:attrName>ppt_h</p:attrName>
                                        </p:attrNameLst>
                                      </p:cBhvr>
                                      <p:tavLst>
                                        <p:tav tm="0">
                                          <p:val>
                                            <p:fltVal val="0"/>
                                          </p:val>
                                        </p:tav>
                                        <p:tav tm="100000">
                                          <p:val>
                                            <p:strVal val="#ppt_h"/>
                                          </p:val>
                                        </p:tav>
                                      </p:tavLst>
                                    </p:anim>
                                    <p:animEffect transition="in" filter="fade">
                                      <p:cBhvr>
                                        <p:cTn id="65" dur="500"/>
                                        <p:tgtEl>
                                          <p:spTgt spid="17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16" fill="hold" nodeType="click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p:cTn id="70" dur="500" fill="hold"/>
                                        <p:tgtEl>
                                          <p:spTgt spid="18"/>
                                        </p:tgtEl>
                                        <p:attrNameLst>
                                          <p:attrName>ppt_w</p:attrName>
                                        </p:attrNameLst>
                                      </p:cBhvr>
                                      <p:tavLst>
                                        <p:tav tm="0">
                                          <p:val>
                                            <p:fltVal val="0"/>
                                          </p:val>
                                        </p:tav>
                                        <p:tav tm="100000">
                                          <p:val>
                                            <p:strVal val="#ppt_w"/>
                                          </p:val>
                                        </p:tav>
                                      </p:tavLst>
                                    </p:anim>
                                    <p:anim calcmode="lin" valueType="num">
                                      <p:cBhvr>
                                        <p:cTn id="71" dur="500" fill="hold"/>
                                        <p:tgtEl>
                                          <p:spTgt spid="18"/>
                                        </p:tgtEl>
                                        <p:attrNameLst>
                                          <p:attrName>ppt_h</p:attrName>
                                        </p:attrNameLst>
                                      </p:cBhvr>
                                      <p:tavLst>
                                        <p:tav tm="0">
                                          <p:val>
                                            <p:fltVal val="0"/>
                                          </p:val>
                                        </p:tav>
                                        <p:tav tm="100000">
                                          <p:val>
                                            <p:strVal val="#ppt_h"/>
                                          </p:val>
                                        </p:tav>
                                      </p:tavLst>
                                    </p:anim>
                                    <p:animEffect transition="in" filter="fade">
                                      <p:cBhvr>
                                        <p:cTn id="72" dur="500"/>
                                        <p:tgtEl>
                                          <p:spTgt spid="1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16"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p:cTn id="77" dur="500" fill="hold"/>
                                        <p:tgtEl>
                                          <p:spTgt spid="21"/>
                                        </p:tgtEl>
                                        <p:attrNameLst>
                                          <p:attrName>ppt_w</p:attrName>
                                        </p:attrNameLst>
                                      </p:cBhvr>
                                      <p:tavLst>
                                        <p:tav tm="0">
                                          <p:val>
                                            <p:fltVal val="0"/>
                                          </p:val>
                                        </p:tav>
                                        <p:tav tm="100000">
                                          <p:val>
                                            <p:strVal val="#ppt_w"/>
                                          </p:val>
                                        </p:tav>
                                      </p:tavLst>
                                    </p:anim>
                                    <p:anim calcmode="lin" valueType="num">
                                      <p:cBhvr>
                                        <p:cTn id="78" dur="500" fill="hold"/>
                                        <p:tgtEl>
                                          <p:spTgt spid="21"/>
                                        </p:tgtEl>
                                        <p:attrNameLst>
                                          <p:attrName>ppt_h</p:attrName>
                                        </p:attrNameLst>
                                      </p:cBhvr>
                                      <p:tavLst>
                                        <p:tav tm="0">
                                          <p:val>
                                            <p:fltVal val="0"/>
                                          </p:val>
                                        </p:tav>
                                        <p:tav tm="100000">
                                          <p:val>
                                            <p:strVal val="#ppt_h"/>
                                          </p:val>
                                        </p:tav>
                                      </p:tavLst>
                                    </p:anim>
                                    <p:animEffect transition="in" filter="fade">
                                      <p:cBhvr>
                                        <p:cTn id="79" dur="500"/>
                                        <p:tgtEl>
                                          <p:spTgt spid="2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193"/>
                                        </p:tgtEl>
                                        <p:attrNameLst>
                                          <p:attrName>style.visibility</p:attrName>
                                        </p:attrNameLst>
                                      </p:cBhvr>
                                      <p:to>
                                        <p:strVal val="visible"/>
                                      </p:to>
                                    </p:set>
                                    <p:anim calcmode="lin" valueType="num">
                                      <p:cBhvr>
                                        <p:cTn id="84" dur="500" fill="hold"/>
                                        <p:tgtEl>
                                          <p:spTgt spid="193"/>
                                        </p:tgtEl>
                                        <p:attrNameLst>
                                          <p:attrName>ppt_w</p:attrName>
                                        </p:attrNameLst>
                                      </p:cBhvr>
                                      <p:tavLst>
                                        <p:tav tm="0">
                                          <p:val>
                                            <p:fltVal val="0"/>
                                          </p:val>
                                        </p:tav>
                                        <p:tav tm="100000">
                                          <p:val>
                                            <p:strVal val="#ppt_w"/>
                                          </p:val>
                                        </p:tav>
                                      </p:tavLst>
                                    </p:anim>
                                    <p:anim calcmode="lin" valueType="num">
                                      <p:cBhvr>
                                        <p:cTn id="85" dur="500" fill="hold"/>
                                        <p:tgtEl>
                                          <p:spTgt spid="193"/>
                                        </p:tgtEl>
                                        <p:attrNameLst>
                                          <p:attrName>ppt_h</p:attrName>
                                        </p:attrNameLst>
                                      </p:cBhvr>
                                      <p:tavLst>
                                        <p:tav tm="0">
                                          <p:val>
                                            <p:fltVal val="0"/>
                                          </p:val>
                                        </p:tav>
                                        <p:tav tm="100000">
                                          <p:val>
                                            <p:strVal val="#ppt_h"/>
                                          </p:val>
                                        </p:tav>
                                      </p:tavLst>
                                    </p:anim>
                                    <p:animEffect transition="in" filter="fade">
                                      <p:cBhvr>
                                        <p:cTn id="86" dur="500"/>
                                        <p:tgtEl>
                                          <p:spTgt spid="19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16" fill="hold" nodeType="click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p:cTn id="91" dur="500" fill="hold"/>
                                        <p:tgtEl>
                                          <p:spTgt spid="19"/>
                                        </p:tgtEl>
                                        <p:attrNameLst>
                                          <p:attrName>ppt_w</p:attrName>
                                        </p:attrNameLst>
                                      </p:cBhvr>
                                      <p:tavLst>
                                        <p:tav tm="0">
                                          <p:val>
                                            <p:fltVal val="0"/>
                                          </p:val>
                                        </p:tav>
                                        <p:tav tm="100000">
                                          <p:val>
                                            <p:strVal val="#ppt_w"/>
                                          </p:val>
                                        </p:tav>
                                      </p:tavLst>
                                    </p:anim>
                                    <p:anim calcmode="lin" valueType="num">
                                      <p:cBhvr>
                                        <p:cTn id="92" dur="500" fill="hold"/>
                                        <p:tgtEl>
                                          <p:spTgt spid="19"/>
                                        </p:tgtEl>
                                        <p:attrNameLst>
                                          <p:attrName>ppt_h</p:attrName>
                                        </p:attrNameLst>
                                      </p:cBhvr>
                                      <p:tavLst>
                                        <p:tav tm="0">
                                          <p:val>
                                            <p:fltVal val="0"/>
                                          </p:val>
                                        </p:tav>
                                        <p:tav tm="100000">
                                          <p:val>
                                            <p:strVal val="#ppt_h"/>
                                          </p:val>
                                        </p:tav>
                                      </p:tavLst>
                                    </p:anim>
                                    <p:animEffect transition="in" filter="fade">
                                      <p:cBhvr>
                                        <p:cTn id="93" dur="500"/>
                                        <p:tgtEl>
                                          <p:spTgt spid="19"/>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204"/>
                                        </p:tgtEl>
                                        <p:attrNameLst>
                                          <p:attrName>style.visibility</p:attrName>
                                        </p:attrNameLst>
                                      </p:cBhvr>
                                      <p:to>
                                        <p:strVal val="visible"/>
                                      </p:to>
                                    </p:set>
                                    <p:anim calcmode="lin" valueType="num">
                                      <p:cBhvr>
                                        <p:cTn id="98" dur="500" fill="hold"/>
                                        <p:tgtEl>
                                          <p:spTgt spid="204"/>
                                        </p:tgtEl>
                                        <p:attrNameLst>
                                          <p:attrName>ppt_w</p:attrName>
                                        </p:attrNameLst>
                                      </p:cBhvr>
                                      <p:tavLst>
                                        <p:tav tm="0">
                                          <p:val>
                                            <p:fltVal val="0"/>
                                          </p:val>
                                        </p:tav>
                                        <p:tav tm="100000">
                                          <p:val>
                                            <p:strVal val="#ppt_w"/>
                                          </p:val>
                                        </p:tav>
                                      </p:tavLst>
                                    </p:anim>
                                    <p:anim calcmode="lin" valueType="num">
                                      <p:cBhvr>
                                        <p:cTn id="99" dur="500" fill="hold"/>
                                        <p:tgtEl>
                                          <p:spTgt spid="204"/>
                                        </p:tgtEl>
                                        <p:attrNameLst>
                                          <p:attrName>ppt_h</p:attrName>
                                        </p:attrNameLst>
                                      </p:cBhvr>
                                      <p:tavLst>
                                        <p:tav tm="0">
                                          <p:val>
                                            <p:fltVal val="0"/>
                                          </p:val>
                                        </p:tav>
                                        <p:tav tm="100000">
                                          <p:val>
                                            <p:strVal val="#ppt_h"/>
                                          </p:val>
                                        </p:tav>
                                      </p:tavLst>
                                    </p:anim>
                                    <p:animEffect transition="in" filter="fade">
                                      <p:cBhvr>
                                        <p:cTn id="100" dur="500"/>
                                        <p:tgtEl>
                                          <p:spTgt spid="204"/>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3" presetClass="entr" presetSubtype="16" fill="hold" nodeType="clickEffect">
                                  <p:stCondLst>
                                    <p:cond delay="0"/>
                                  </p:stCondLst>
                                  <p:childTnLst>
                                    <p:set>
                                      <p:cBhvr>
                                        <p:cTn id="104" dur="1" fill="hold">
                                          <p:stCondLst>
                                            <p:cond delay="0"/>
                                          </p:stCondLst>
                                        </p:cTn>
                                        <p:tgtEl>
                                          <p:spTgt spid="20"/>
                                        </p:tgtEl>
                                        <p:attrNameLst>
                                          <p:attrName>style.visibility</p:attrName>
                                        </p:attrNameLst>
                                      </p:cBhvr>
                                      <p:to>
                                        <p:strVal val="visible"/>
                                      </p:to>
                                    </p:set>
                                    <p:anim calcmode="lin" valueType="num">
                                      <p:cBhvr>
                                        <p:cTn id="105" dur="500" fill="hold"/>
                                        <p:tgtEl>
                                          <p:spTgt spid="20"/>
                                        </p:tgtEl>
                                        <p:attrNameLst>
                                          <p:attrName>ppt_w</p:attrName>
                                        </p:attrNameLst>
                                      </p:cBhvr>
                                      <p:tavLst>
                                        <p:tav tm="0">
                                          <p:val>
                                            <p:fltVal val="0"/>
                                          </p:val>
                                        </p:tav>
                                        <p:tav tm="100000">
                                          <p:val>
                                            <p:strVal val="#ppt_w"/>
                                          </p:val>
                                        </p:tav>
                                      </p:tavLst>
                                    </p:anim>
                                    <p:anim calcmode="lin" valueType="num">
                                      <p:cBhvr>
                                        <p:cTn id="106" dur="500" fill="hold"/>
                                        <p:tgtEl>
                                          <p:spTgt spid="20"/>
                                        </p:tgtEl>
                                        <p:attrNameLst>
                                          <p:attrName>ppt_h</p:attrName>
                                        </p:attrNameLst>
                                      </p:cBhvr>
                                      <p:tavLst>
                                        <p:tav tm="0">
                                          <p:val>
                                            <p:fltVal val="0"/>
                                          </p:val>
                                        </p:tav>
                                        <p:tav tm="100000">
                                          <p:val>
                                            <p:strVal val="#ppt_h"/>
                                          </p:val>
                                        </p:tav>
                                      </p:tavLst>
                                    </p:anim>
                                    <p:animEffect transition="in" filter="fade">
                                      <p:cBhvr>
                                        <p:cTn id="107" dur="500"/>
                                        <p:tgtEl>
                                          <p:spTgt spid="2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205"/>
                                        </p:tgtEl>
                                        <p:attrNameLst>
                                          <p:attrName>style.visibility</p:attrName>
                                        </p:attrNameLst>
                                      </p:cBhvr>
                                      <p:to>
                                        <p:strVal val="visible"/>
                                      </p:to>
                                    </p:set>
                                    <p:anim calcmode="lin" valueType="num">
                                      <p:cBhvr>
                                        <p:cTn id="112" dur="500" fill="hold"/>
                                        <p:tgtEl>
                                          <p:spTgt spid="205"/>
                                        </p:tgtEl>
                                        <p:attrNameLst>
                                          <p:attrName>ppt_w</p:attrName>
                                        </p:attrNameLst>
                                      </p:cBhvr>
                                      <p:tavLst>
                                        <p:tav tm="0">
                                          <p:val>
                                            <p:fltVal val="0"/>
                                          </p:val>
                                        </p:tav>
                                        <p:tav tm="100000">
                                          <p:val>
                                            <p:strVal val="#ppt_w"/>
                                          </p:val>
                                        </p:tav>
                                      </p:tavLst>
                                    </p:anim>
                                    <p:anim calcmode="lin" valueType="num">
                                      <p:cBhvr>
                                        <p:cTn id="113" dur="500" fill="hold"/>
                                        <p:tgtEl>
                                          <p:spTgt spid="205"/>
                                        </p:tgtEl>
                                        <p:attrNameLst>
                                          <p:attrName>ppt_h</p:attrName>
                                        </p:attrNameLst>
                                      </p:cBhvr>
                                      <p:tavLst>
                                        <p:tav tm="0">
                                          <p:val>
                                            <p:fltVal val="0"/>
                                          </p:val>
                                        </p:tav>
                                        <p:tav tm="100000">
                                          <p:val>
                                            <p:strVal val="#ppt_h"/>
                                          </p:val>
                                        </p:tav>
                                      </p:tavLst>
                                    </p:anim>
                                    <p:animEffect transition="in" filter="fade">
                                      <p:cBhvr>
                                        <p:cTn id="114" dur="500"/>
                                        <p:tgtEl>
                                          <p:spTgt spid="205"/>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199"/>
                                        </p:tgtEl>
                                        <p:attrNameLst>
                                          <p:attrName>style.visibility</p:attrName>
                                        </p:attrNameLst>
                                      </p:cBhvr>
                                      <p:to>
                                        <p:strVal val="visible"/>
                                      </p:to>
                                    </p:set>
                                    <p:anim calcmode="lin" valueType="num">
                                      <p:cBhvr>
                                        <p:cTn id="119" dur="500" fill="hold"/>
                                        <p:tgtEl>
                                          <p:spTgt spid="199"/>
                                        </p:tgtEl>
                                        <p:attrNameLst>
                                          <p:attrName>ppt_w</p:attrName>
                                        </p:attrNameLst>
                                      </p:cBhvr>
                                      <p:tavLst>
                                        <p:tav tm="0">
                                          <p:val>
                                            <p:fltVal val="0"/>
                                          </p:val>
                                        </p:tav>
                                        <p:tav tm="100000">
                                          <p:val>
                                            <p:strVal val="#ppt_w"/>
                                          </p:val>
                                        </p:tav>
                                      </p:tavLst>
                                    </p:anim>
                                    <p:anim calcmode="lin" valueType="num">
                                      <p:cBhvr>
                                        <p:cTn id="120" dur="500" fill="hold"/>
                                        <p:tgtEl>
                                          <p:spTgt spid="199"/>
                                        </p:tgtEl>
                                        <p:attrNameLst>
                                          <p:attrName>ppt_h</p:attrName>
                                        </p:attrNameLst>
                                      </p:cBhvr>
                                      <p:tavLst>
                                        <p:tav tm="0">
                                          <p:val>
                                            <p:fltVal val="0"/>
                                          </p:val>
                                        </p:tav>
                                        <p:tav tm="100000">
                                          <p:val>
                                            <p:strVal val="#ppt_h"/>
                                          </p:val>
                                        </p:tav>
                                      </p:tavLst>
                                    </p:anim>
                                    <p:animEffect transition="in" filter="fade">
                                      <p:cBhvr>
                                        <p:cTn id="121" dur="500"/>
                                        <p:tgtEl>
                                          <p:spTgt spid="199"/>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206"/>
                                        </p:tgtEl>
                                        <p:attrNameLst>
                                          <p:attrName>style.visibility</p:attrName>
                                        </p:attrNameLst>
                                      </p:cBhvr>
                                      <p:to>
                                        <p:strVal val="visible"/>
                                      </p:to>
                                    </p:set>
                                    <p:anim calcmode="lin" valueType="num">
                                      <p:cBhvr>
                                        <p:cTn id="126" dur="500" fill="hold"/>
                                        <p:tgtEl>
                                          <p:spTgt spid="206"/>
                                        </p:tgtEl>
                                        <p:attrNameLst>
                                          <p:attrName>ppt_w</p:attrName>
                                        </p:attrNameLst>
                                      </p:cBhvr>
                                      <p:tavLst>
                                        <p:tav tm="0">
                                          <p:val>
                                            <p:fltVal val="0"/>
                                          </p:val>
                                        </p:tav>
                                        <p:tav tm="100000">
                                          <p:val>
                                            <p:strVal val="#ppt_w"/>
                                          </p:val>
                                        </p:tav>
                                      </p:tavLst>
                                    </p:anim>
                                    <p:anim calcmode="lin" valueType="num">
                                      <p:cBhvr>
                                        <p:cTn id="127" dur="500" fill="hold"/>
                                        <p:tgtEl>
                                          <p:spTgt spid="206"/>
                                        </p:tgtEl>
                                        <p:attrNameLst>
                                          <p:attrName>ppt_h</p:attrName>
                                        </p:attrNameLst>
                                      </p:cBhvr>
                                      <p:tavLst>
                                        <p:tav tm="0">
                                          <p:val>
                                            <p:fltVal val="0"/>
                                          </p:val>
                                        </p:tav>
                                        <p:tav tm="100000">
                                          <p:val>
                                            <p:strVal val="#ppt_h"/>
                                          </p:val>
                                        </p:tav>
                                      </p:tavLst>
                                    </p:anim>
                                    <p:animEffect transition="in" filter="fade">
                                      <p:cBhvr>
                                        <p:cTn id="128" dur="500"/>
                                        <p:tgtEl>
                                          <p:spTgt spid="206"/>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53" presetClass="exit" presetSubtype="32" fill="hold" nodeType="clickEffect">
                                  <p:stCondLst>
                                    <p:cond delay="0"/>
                                  </p:stCondLst>
                                  <p:childTnLst>
                                    <p:anim calcmode="lin" valueType="num">
                                      <p:cBhvr>
                                        <p:cTn id="132" dur="500"/>
                                        <p:tgtEl>
                                          <p:spTgt spid="21"/>
                                        </p:tgtEl>
                                        <p:attrNameLst>
                                          <p:attrName>ppt_w</p:attrName>
                                        </p:attrNameLst>
                                      </p:cBhvr>
                                      <p:tavLst>
                                        <p:tav tm="0">
                                          <p:val>
                                            <p:strVal val="ppt_w"/>
                                          </p:val>
                                        </p:tav>
                                        <p:tav tm="100000">
                                          <p:val>
                                            <p:fltVal val="0"/>
                                          </p:val>
                                        </p:tav>
                                      </p:tavLst>
                                    </p:anim>
                                    <p:anim calcmode="lin" valueType="num">
                                      <p:cBhvr>
                                        <p:cTn id="133" dur="500"/>
                                        <p:tgtEl>
                                          <p:spTgt spid="21"/>
                                        </p:tgtEl>
                                        <p:attrNameLst>
                                          <p:attrName>ppt_h</p:attrName>
                                        </p:attrNameLst>
                                      </p:cBhvr>
                                      <p:tavLst>
                                        <p:tav tm="0">
                                          <p:val>
                                            <p:strVal val="ppt_h"/>
                                          </p:val>
                                        </p:tav>
                                        <p:tav tm="100000">
                                          <p:val>
                                            <p:fltVal val="0"/>
                                          </p:val>
                                        </p:tav>
                                      </p:tavLst>
                                    </p:anim>
                                    <p:animEffect transition="out" filter="fade">
                                      <p:cBhvr>
                                        <p:cTn id="134" dur="500"/>
                                        <p:tgtEl>
                                          <p:spTgt spid="21"/>
                                        </p:tgtEl>
                                      </p:cBhvr>
                                    </p:animEffect>
                                    <p:set>
                                      <p:cBhvr>
                                        <p:cTn id="135" dur="1" fill="hold">
                                          <p:stCondLst>
                                            <p:cond delay="499"/>
                                          </p:stCondLst>
                                        </p:cTn>
                                        <p:tgtEl>
                                          <p:spTgt spid="21"/>
                                        </p:tgtEl>
                                        <p:attrNameLst>
                                          <p:attrName>style.visibility</p:attrName>
                                        </p:attrNameLst>
                                      </p:cBhvr>
                                      <p:to>
                                        <p:strVal val="hidden"/>
                                      </p:to>
                                    </p:set>
                                  </p:childTnLst>
                                </p:cTn>
                              </p:par>
                              <p:par>
                                <p:cTn id="136" presetID="53" presetClass="exit" presetSubtype="32" fill="hold" grpId="1" nodeType="withEffect">
                                  <p:stCondLst>
                                    <p:cond delay="0"/>
                                  </p:stCondLst>
                                  <p:childTnLst>
                                    <p:anim calcmode="lin" valueType="num">
                                      <p:cBhvr>
                                        <p:cTn id="137" dur="500"/>
                                        <p:tgtEl>
                                          <p:spTgt spid="204"/>
                                        </p:tgtEl>
                                        <p:attrNameLst>
                                          <p:attrName>ppt_w</p:attrName>
                                        </p:attrNameLst>
                                      </p:cBhvr>
                                      <p:tavLst>
                                        <p:tav tm="0">
                                          <p:val>
                                            <p:strVal val="ppt_w"/>
                                          </p:val>
                                        </p:tav>
                                        <p:tav tm="100000">
                                          <p:val>
                                            <p:fltVal val="0"/>
                                          </p:val>
                                        </p:tav>
                                      </p:tavLst>
                                    </p:anim>
                                    <p:anim calcmode="lin" valueType="num">
                                      <p:cBhvr>
                                        <p:cTn id="138" dur="500"/>
                                        <p:tgtEl>
                                          <p:spTgt spid="204"/>
                                        </p:tgtEl>
                                        <p:attrNameLst>
                                          <p:attrName>ppt_h</p:attrName>
                                        </p:attrNameLst>
                                      </p:cBhvr>
                                      <p:tavLst>
                                        <p:tav tm="0">
                                          <p:val>
                                            <p:strVal val="ppt_h"/>
                                          </p:val>
                                        </p:tav>
                                        <p:tav tm="100000">
                                          <p:val>
                                            <p:fltVal val="0"/>
                                          </p:val>
                                        </p:tav>
                                      </p:tavLst>
                                    </p:anim>
                                    <p:animEffect transition="out" filter="fade">
                                      <p:cBhvr>
                                        <p:cTn id="139" dur="500"/>
                                        <p:tgtEl>
                                          <p:spTgt spid="204"/>
                                        </p:tgtEl>
                                      </p:cBhvr>
                                    </p:animEffect>
                                    <p:set>
                                      <p:cBhvr>
                                        <p:cTn id="140" dur="1" fill="hold">
                                          <p:stCondLst>
                                            <p:cond delay="499"/>
                                          </p:stCondLst>
                                        </p:cTn>
                                        <p:tgtEl>
                                          <p:spTgt spid="204"/>
                                        </p:tgtEl>
                                        <p:attrNameLst>
                                          <p:attrName>style.visibility</p:attrName>
                                        </p:attrNameLst>
                                      </p:cBhvr>
                                      <p:to>
                                        <p:strVal val="hidden"/>
                                      </p:to>
                                    </p:set>
                                  </p:childTnLst>
                                </p:cTn>
                              </p:par>
                              <p:par>
                                <p:cTn id="141" presetID="53" presetClass="exit" presetSubtype="32" fill="hold" grpId="1" nodeType="withEffect">
                                  <p:stCondLst>
                                    <p:cond delay="0"/>
                                  </p:stCondLst>
                                  <p:childTnLst>
                                    <p:anim calcmode="lin" valueType="num">
                                      <p:cBhvr>
                                        <p:cTn id="142" dur="500"/>
                                        <p:tgtEl>
                                          <p:spTgt spid="205"/>
                                        </p:tgtEl>
                                        <p:attrNameLst>
                                          <p:attrName>ppt_w</p:attrName>
                                        </p:attrNameLst>
                                      </p:cBhvr>
                                      <p:tavLst>
                                        <p:tav tm="0">
                                          <p:val>
                                            <p:strVal val="ppt_w"/>
                                          </p:val>
                                        </p:tav>
                                        <p:tav tm="100000">
                                          <p:val>
                                            <p:fltVal val="0"/>
                                          </p:val>
                                        </p:tav>
                                      </p:tavLst>
                                    </p:anim>
                                    <p:anim calcmode="lin" valueType="num">
                                      <p:cBhvr>
                                        <p:cTn id="143" dur="500"/>
                                        <p:tgtEl>
                                          <p:spTgt spid="205"/>
                                        </p:tgtEl>
                                        <p:attrNameLst>
                                          <p:attrName>ppt_h</p:attrName>
                                        </p:attrNameLst>
                                      </p:cBhvr>
                                      <p:tavLst>
                                        <p:tav tm="0">
                                          <p:val>
                                            <p:strVal val="ppt_h"/>
                                          </p:val>
                                        </p:tav>
                                        <p:tav tm="100000">
                                          <p:val>
                                            <p:fltVal val="0"/>
                                          </p:val>
                                        </p:tav>
                                      </p:tavLst>
                                    </p:anim>
                                    <p:animEffect transition="out" filter="fade">
                                      <p:cBhvr>
                                        <p:cTn id="144" dur="500"/>
                                        <p:tgtEl>
                                          <p:spTgt spid="205"/>
                                        </p:tgtEl>
                                      </p:cBhvr>
                                    </p:animEffect>
                                    <p:set>
                                      <p:cBhvr>
                                        <p:cTn id="145" dur="1" fill="hold">
                                          <p:stCondLst>
                                            <p:cond delay="499"/>
                                          </p:stCondLst>
                                        </p:cTn>
                                        <p:tgtEl>
                                          <p:spTgt spid="205"/>
                                        </p:tgtEl>
                                        <p:attrNameLst>
                                          <p:attrName>style.visibility</p:attrName>
                                        </p:attrNameLst>
                                      </p:cBhvr>
                                      <p:to>
                                        <p:strVal val="hidden"/>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53" presetClass="entr" presetSubtype="16" fill="hold" nodeType="clickEffect">
                                  <p:stCondLst>
                                    <p:cond delay="0"/>
                                  </p:stCondLst>
                                  <p:childTnLst>
                                    <p:set>
                                      <p:cBhvr>
                                        <p:cTn id="149" dur="1" fill="hold">
                                          <p:stCondLst>
                                            <p:cond delay="0"/>
                                          </p:stCondLst>
                                        </p:cTn>
                                        <p:tgtEl>
                                          <p:spTgt spid="22"/>
                                        </p:tgtEl>
                                        <p:attrNameLst>
                                          <p:attrName>style.visibility</p:attrName>
                                        </p:attrNameLst>
                                      </p:cBhvr>
                                      <p:to>
                                        <p:strVal val="visible"/>
                                      </p:to>
                                    </p:set>
                                    <p:anim calcmode="lin" valueType="num">
                                      <p:cBhvr>
                                        <p:cTn id="150" dur="500" fill="hold"/>
                                        <p:tgtEl>
                                          <p:spTgt spid="22"/>
                                        </p:tgtEl>
                                        <p:attrNameLst>
                                          <p:attrName>ppt_w</p:attrName>
                                        </p:attrNameLst>
                                      </p:cBhvr>
                                      <p:tavLst>
                                        <p:tav tm="0">
                                          <p:val>
                                            <p:fltVal val="0"/>
                                          </p:val>
                                        </p:tav>
                                        <p:tav tm="100000">
                                          <p:val>
                                            <p:strVal val="#ppt_w"/>
                                          </p:val>
                                        </p:tav>
                                      </p:tavLst>
                                    </p:anim>
                                    <p:anim calcmode="lin" valueType="num">
                                      <p:cBhvr>
                                        <p:cTn id="151" dur="500" fill="hold"/>
                                        <p:tgtEl>
                                          <p:spTgt spid="22"/>
                                        </p:tgtEl>
                                        <p:attrNameLst>
                                          <p:attrName>ppt_h</p:attrName>
                                        </p:attrNameLst>
                                      </p:cBhvr>
                                      <p:tavLst>
                                        <p:tav tm="0">
                                          <p:val>
                                            <p:fltVal val="0"/>
                                          </p:val>
                                        </p:tav>
                                        <p:tav tm="100000">
                                          <p:val>
                                            <p:strVal val="#ppt_h"/>
                                          </p:val>
                                        </p:tav>
                                      </p:tavLst>
                                    </p:anim>
                                    <p:animEffect transition="in" filter="fade">
                                      <p:cBhvr>
                                        <p:cTn id="1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60" grpId="0" animBg="1"/>
      <p:bldP spid="167" grpId="0" animBg="1"/>
      <p:bldP spid="170" grpId="0" animBg="1"/>
      <p:bldP spid="171" grpId="0" animBg="1"/>
      <p:bldP spid="193" grpId="0" animBg="1"/>
      <p:bldP spid="199" grpId="0" animBg="1"/>
      <p:bldP spid="204" grpId="0" animBg="1"/>
      <p:bldP spid="204" grpId="1" animBg="1"/>
      <p:bldP spid="205" grpId="0" animBg="1"/>
      <p:bldP spid="205" grpId="1" animBg="1"/>
      <p:bldP spid="20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0770" name="组合 180223"/>
          <p:cNvGrpSpPr>
            <a:grpSpLocks/>
          </p:cNvGrpSpPr>
          <p:nvPr/>
        </p:nvGrpSpPr>
        <p:grpSpPr bwMode="auto">
          <a:xfrm>
            <a:off x="4886325" y="842963"/>
            <a:ext cx="2362200" cy="2327275"/>
            <a:chOff x="4885681" y="843558"/>
            <a:chExt cx="2362199" cy="2326457"/>
          </a:xfrm>
        </p:grpSpPr>
        <p:sp>
          <p:nvSpPr>
            <p:cNvPr id="160915"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6"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7"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8"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60919"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60920"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1"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2"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3"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4"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25"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60772"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160774" name="组合 180241"/>
          <p:cNvGrpSpPr>
            <a:grpSpLocks/>
          </p:cNvGrpSpPr>
          <p:nvPr/>
        </p:nvGrpSpPr>
        <p:grpSpPr bwMode="auto">
          <a:xfrm>
            <a:off x="6678613" y="-92075"/>
            <a:ext cx="2238375" cy="1449388"/>
            <a:chOff x="6678686" y="-92546"/>
            <a:chExt cx="2238896" cy="1449933"/>
          </a:xfrm>
        </p:grpSpPr>
        <p:sp>
          <p:nvSpPr>
            <p:cNvPr id="160905"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60906"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7"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8"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9"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60910"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1"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2"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3"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14"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160776" name="组合 5"/>
          <p:cNvGrpSpPr>
            <a:grpSpLocks/>
          </p:cNvGrpSpPr>
          <p:nvPr/>
        </p:nvGrpSpPr>
        <p:grpSpPr bwMode="auto">
          <a:xfrm>
            <a:off x="5070475" y="79375"/>
            <a:ext cx="1517650" cy="969963"/>
            <a:chOff x="5069755" y="79300"/>
            <a:chExt cx="1518468" cy="970576"/>
          </a:xfrm>
        </p:grpSpPr>
        <p:sp>
          <p:nvSpPr>
            <p:cNvPr id="160896"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0897"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8"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9"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60900"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1"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2"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3"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904"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0777" name="组合 180235"/>
          <p:cNvGrpSpPr>
            <a:grpSpLocks/>
          </p:cNvGrpSpPr>
          <p:nvPr/>
        </p:nvGrpSpPr>
        <p:grpSpPr bwMode="auto">
          <a:xfrm>
            <a:off x="3816350" y="-14288"/>
            <a:ext cx="1331913" cy="1649413"/>
            <a:chOff x="3816350" y="-15044"/>
            <a:chExt cx="1331714" cy="1649918"/>
          </a:xfrm>
        </p:grpSpPr>
        <p:sp>
          <p:nvSpPr>
            <p:cNvPr id="160888"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89"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0"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1"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2"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93"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60894"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60895"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778"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779"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80" name="组合 180224"/>
          <p:cNvGrpSpPr>
            <a:grpSpLocks/>
          </p:cNvGrpSpPr>
          <p:nvPr/>
        </p:nvGrpSpPr>
        <p:grpSpPr bwMode="auto">
          <a:xfrm>
            <a:off x="4881563" y="1639888"/>
            <a:ext cx="2038350" cy="361950"/>
            <a:chOff x="4880918" y="1639665"/>
            <a:chExt cx="2038349" cy="361950"/>
          </a:xfrm>
        </p:grpSpPr>
        <p:sp>
          <p:nvSpPr>
            <p:cNvPr id="160886"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60887"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781"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82" name="组合 180236"/>
          <p:cNvGrpSpPr>
            <a:grpSpLocks/>
          </p:cNvGrpSpPr>
          <p:nvPr/>
        </p:nvGrpSpPr>
        <p:grpSpPr bwMode="auto">
          <a:xfrm>
            <a:off x="3913188" y="311150"/>
            <a:ext cx="1266825" cy="315913"/>
            <a:chOff x="3913756" y="310816"/>
            <a:chExt cx="1266106" cy="316804"/>
          </a:xfrm>
        </p:grpSpPr>
        <p:sp>
          <p:nvSpPr>
            <p:cNvPr id="160883"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160783" name="组合 180238"/>
          <p:cNvGrpSpPr>
            <a:grpSpLocks/>
          </p:cNvGrpSpPr>
          <p:nvPr/>
        </p:nvGrpSpPr>
        <p:grpSpPr bwMode="auto">
          <a:xfrm>
            <a:off x="3908425" y="636588"/>
            <a:ext cx="990600" cy="769937"/>
            <a:chOff x="3907724" y="637094"/>
            <a:chExt cx="990625" cy="769481"/>
          </a:xfrm>
        </p:grpSpPr>
        <p:sp>
          <p:nvSpPr>
            <p:cNvPr id="160880"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785" name="组合 180240"/>
          <p:cNvGrpSpPr>
            <a:grpSpLocks/>
          </p:cNvGrpSpPr>
          <p:nvPr/>
        </p:nvGrpSpPr>
        <p:grpSpPr bwMode="auto">
          <a:xfrm>
            <a:off x="4897438" y="1943100"/>
            <a:ext cx="2071687" cy="363538"/>
            <a:chOff x="4897836" y="1942382"/>
            <a:chExt cx="2070694" cy="363537"/>
          </a:xfrm>
        </p:grpSpPr>
        <p:sp>
          <p:nvSpPr>
            <p:cNvPr id="160878"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9"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60786"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787"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88" name="组合 180243"/>
          <p:cNvGrpSpPr>
            <a:grpSpLocks/>
          </p:cNvGrpSpPr>
          <p:nvPr/>
        </p:nvGrpSpPr>
        <p:grpSpPr bwMode="auto">
          <a:xfrm>
            <a:off x="7504113" y="539750"/>
            <a:ext cx="1239837" cy="361950"/>
            <a:chOff x="7504161" y="539279"/>
            <a:chExt cx="1239492" cy="361950"/>
          </a:xfrm>
        </p:grpSpPr>
        <p:sp>
          <p:nvSpPr>
            <p:cNvPr id="160876"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7"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60789"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791"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60874"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5"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160792" name="Line 20"/>
          <p:cNvSpPr>
            <a:spLocks noChangeShapeType="1"/>
          </p:cNvSpPr>
          <p:nvPr/>
        </p:nvSpPr>
        <p:spPr bwMode="auto">
          <a:xfrm>
            <a:off x="1619250" y="11318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93" name="组合 1"/>
          <p:cNvGrpSpPr>
            <a:grpSpLocks/>
          </p:cNvGrpSpPr>
          <p:nvPr/>
        </p:nvGrpSpPr>
        <p:grpSpPr bwMode="auto">
          <a:xfrm>
            <a:off x="6861175" y="893763"/>
            <a:ext cx="1976438" cy="727075"/>
            <a:chOff x="6861077" y="893664"/>
            <a:chExt cx="1976561" cy="727596"/>
          </a:xfrm>
        </p:grpSpPr>
        <p:sp>
          <p:nvSpPr>
            <p:cNvPr id="160863" name="Rectangle 31"/>
            <p:cNvSpPr>
              <a:spLocks noChangeArrowheads="1"/>
            </p:cNvSpPr>
            <p:nvPr/>
          </p:nvSpPr>
          <p:spPr bwMode="auto">
            <a:xfrm>
              <a:off x="7566050" y="893664"/>
              <a:ext cx="12715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60864" name="Line 32"/>
            <p:cNvSpPr>
              <a:spLocks noChangeShapeType="1"/>
            </p:cNvSpPr>
            <p:nvPr/>
          </p:nvSpPr>
          <p:spPr bwMode="auto">
            <a:xfrm>
              <a:off x="7486725" y="1298998"/>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65" name="Line 33"/>
            <p:cNvSpPr>
              <a:spLocks noChangeShapeType="1"/>
            </p:cNvSpPr>
            <p:nvPr/>
          </p:nvSpPr>
          <p:spPr bwMode="auto">
            <a:xfrm>
              <a:off x="8718178" y="1298998"/>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66" name="Line 34"/>
            <p:cNvSpPr>
              <a:spLocks noChangeShapeType="1"/>
            </p:cNvSpPr>
            <p:nvPr/>
          </p:nvSpPr>
          <p:spPr bwMode="auto">
            <a:xfrm>
              <a:off x="7488312" y="1608559"/>
              <a:ext cx="11953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67" name="Rectangle 35"/>
            <p:cNvSpPr>
              <a:spLocks noChangeArrowheads="1"/>
            </p:cNvSpPr>
            <p:nvPr/>
          </p:nvSpPr>
          <p:spPr bwMode="auto">
            <a:xfrm>
              <a:off x="7710066" y="1246610"/>
              <a:ext cx="107840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0868" name="Line 36"/>
            <p:cNvSpPr>
              <a:spLocks noChangeShapeType="1"/>
            </p:cNvSpPr>
            <p:nvPr/>
          </p:nvSpPr>
          <p:spPr bwMode="auto">
            <a:xfrm flipV="1">
              <a:off x="7501013" y="1297409"/>
              <a:ext cx="1217166"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69" name="Line 37"/>
            <p:cNvSpPr>
              <a:spLocks noChangeShapeType="1"/>
            </p:cNvSpPr>
            <p:nvPr/>
          </p:nvSpPr>
          <p:spPr bwMode="auto">
            <a:xfrm>
              <a:off x="7710066" y="1313285"/>
              <a:ext cx="0" cy="284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0" name="Line 33"/>
            <p:cNvSpPr>
              <a:spLocks noChangeShapeType="1"/>
            </p:cNvSpPr>
            <p:nvPr/>
          </p:nvSpPr>
          <p:spPr bwMode="auto">
            <a:xfrm>
              <a:off x="8502154" y="1294235"/>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71" name="Line 51"/>
            <p:cNvSpPr>
              <a:spLocks noChangeShapeType="1"/>
            </p:cNvSpPr>
            <p:nvPr/>
          </p:nvSpPr>
          <p:spPr bwMode="auto">
            <a:xfrm flipH="1">
              <a:off x="6861077" y="1533301"/>
              <a:ext cx="736822"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794" name="Line 20"/>
          <p:cNvSpPr>
            <a:spLocks noChangeShapeType="1"/>
          </p:cNvSpPr>
          <p:nvPr/>
        </p:nvSpPr>
        <p:spPr bwMode="auto">
          <a:xfrm flipV="1">
            <a:off x="3157538" y="11318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22" name="矩形 121"/>
          <p:cNvSpPr/>
          <p:nvPr/>
        </p:nvSpPr>
        <p:spPr>
          <a:xfrm>
            <a:off x="8510588" y="130333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796" name="组合 3"/>
          <p:cNvGrpSpPr>
            <a:grpSpLocks/>
          </p:cNvGrpSpPr>
          <p:nvPr/>
        </p:nvGrpSpPr>
        <p:grpSpPr bwMode="auto">
          <a:xfrm>
            <a:off x="4862513" y="1423988"/>
            <a:ext cx="2551112" cy="1428750"/>
            <a:chOff x="4861992" y="1423765"/>
            <a:chExt cx="2551631" cy="1428750"/>
          </a:xfrm>
        </p:grpSpPr>
        <p:sp>
          <p:nvSpPr>
            <p:cNvPr id="160858" name="Line 5"/>
            <p:cNvSpPr>
              <a:spLocks noChangeShapeType="1"/>
            </p:cNvSpPr>
            <p:nvPr/>
          </p:nvSpPr>
          <p:spPr bwMode="auto">
            <a:xfrm>
              <a:off x="4887268" y="2846735"/>
              <a:ext cx="19738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9" name="Rectangle 39"/>
            <p:cNvSpPr>
              <a:spLocks noChangeArrowheads="1"/>
            </p:cNvSpPr>
            <p:nvPr/>
          </p:nvSpPr>
          <p:spPr bwMode="auto">
            <a:xfrm>
              <a:off x="4861992" y="2488977"/>
              <a:ext cx="1260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0" name="Line 103"/>
            <p:cNvSpPr>
              <a:spLocks noChangeShapeType="1"/>
            </p:cNvSpPr>
            <p:nvPr/>
          </p:nvSpPr>
          <p:spPr bwMode="auto">
            <a:xfrm flipH="1">
              <a:off x="6753089" y="2738215"/>
              <a:ext cx="3747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1" name="Line 95"/>
            <p:cNvSpPr>
              <a:spLocks noChangeShapeType="1"/>
            </p:cNvSpPr>
            <p:nvPr/>
          </p:nvSpPr>
          <p:spPr bwMode="auto">
            <a:xfrm flipH="1">
              <a:off x="7150044" y="1423765"/>
              <a:ext cx="0" cy="13303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2" name="Line 43"/>
            <p:cNvSpPr>
              <a:spLocks noChangeShapeType="1"/>
            </p:cNvSpPr>
            <p:nvPr/>
          </p:nvSpPr>
          <p:spPr bwMode="auto">
            <a:xfrm flipV="1">
              <a:off x="7129403" y="1436465"/>
              <a:ext cx="284220"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60797" name="Line 20"/>
          <p:cNvSpPr>
            <a:spLocks noChangeShapeType="1"/>
          </p:cNvSpPr>
          <p:nvPr/>
        </p:nvSpPr>
        <p:spPr bwMode="auto">
          <a:xfrm>
            <a:off x="1619250" y="13477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798" name="组合 2"/>
          <p:cNvGrpSpPr>
            <a:grpSpLocks/>
          </p:cNvGrpSpPr>
          <p:nvPr/>
        </p:nvGrpSpPr>
        <p:grpSpPr bwMode="auto">
          <a:xfrm>
            <a:off x="6896100" y="1582738"/>
            <a:ext cx="2354263" cy="1533525"/>
            <a:chOff x="6895356" y="1582537"/>
            <a:chExt cx="2355402" cy="1533525"/>
          </a:xfrm>
        </p:grpSpPr>
        <p:sp>
          <p:nvSpPr>
            <p:cNvPr id="160848" name="Line 42"/>
            <p:cNvSpPr>
              <a:spLocks noChangeShapeType="1"/>
            </p:cNvSpPr>
            <p:nvPr/>
          </p:nvSpPr>
          <p:spPr bwMode="auto">
            <a:xfrm>
              <a:off x="7454577" y="1920674"/>
              <a:ext cx="1587" cy="11795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49" name="Line 43"/>
            <p:cNvSpPr>
              <a:spLocks noChangeShapeType="1"/>
            </p:cNvSpPr>
            <p:nvPr/>
          </p:nvSpPr>
          <p:spPr bwMode="auto">
            <a:xfrm flipH="1">
              <a:off x="9091289" y="1919087"/>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0" name="Line 47"/>
            <p:cNvSpPr>
              <a:spLocks noChangeShapeType="1"/>
            </p:cNvSpPr>
            <p:nvPr/>
          </p:nvSpPr>
          <p:spPr bwMode="auto">
            <a:xfrm flipV="1">
              <a:off x="7456164" y="2230237"/>
              <a:ext cx="1639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1" name="Rectangle 48"/>
            <p:cNvSpPr>
              <a:spLocks noChangeArrowheads="1"/>
            </p:cNvSpPr>
            <p:nvPr/>
          </p:nvSpPr>
          <p:spPr bwMode="auto">
            <a:xfrm>
              <a:off x="7946702" y="1868287"/>
              <a:ext cx="1304056"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0852" name="Rectangle 49"/>
            <p:cNvSpPr>
              <a:spLocks noChangeArrowheads="1"/>
            </p:cNvSpPr>
            <p:nvPr/>
          </p:nvSpPr>
          <p:spPr bwMode="auto">
            <a:xfrm>
              <a:off x="7666582" y="1582537"/>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60853" name="Line 50"/>
            <p:cNvSpPr>
              <a:spLocks noChangeShapeType="1"/>
            </p:cNvSpPr>
            <p:nvPr/>
          </p:nvSpPr>
          <p:spPr bwMode="auto">
            <a:xfrm flipV="1">
              <a:off x="7467277" y="1919087"/>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4" name="Line 51"/>
            <p:cNvSpPr>
              <a:spLocks noChangeShapeType="1"/>
            </p:cNvSpPr>
            <p:nvPr/>
          </p:nvSpPr>
          <p:spPr bwMode="auto">
            <a:xfrm>
              <a:off x="7832402" y="1934962"/>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5" name="Line 52"/>
            <p:cNvSpPr>
              <a:spLocks noChangeShapeType="1"/>
            </p:cNvSpPr>
            <p:nvPr/>
          </p:nvSpPr>
          <p:spPr bwMode="auto">
            <a:xfrm>
              <a:off x="8386662" y="2254049"/>
              <a:ext cx="0" cy="8604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6" name="Line 51"/>
            <p:cNvSpPr>
              <a:spLocks noChangeShapeType="1"/>
            </p:cNvSpPr>
            <p:nvPr/>
          </p:nvSpPr>
          <p:spPr bwMode="auto">
            <a:xfrm flipH="1" flipV="1">
              <a:off x="6895356" y="2122287"/>
              <a:ext cx="821434"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57" name="Line 43"/>
            <p:cNvSpPr>
              <a:spLocks noChangeShapeType="1"/>
            </p:cNvSpPr>
            <p:nvPr/>
          </p:nvSpPr>
          <p:spPr bwMode="auto">
            <a:xfrm flipH="1">
              <a:off x="8746702" y="1903881"/>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5" name="组合 154"/>
          <p:cNvGrpSpPr>
            <a:grpSpLocks/>
          </p:cNvGrpSpPr>
          <p:nvPr/>
        </p:nvGrpSpPr>
        <p:grpSpPr bwMode="auto">
          <a:xfrm>
            <a:off x="3924300" y="911225"/>
            <a:ext cx="3530600" cy="992188"/>
            <a:chOff x="3913756" y="335024"/>
            <a:chExt cx="3530649" cy="992879"/>
          </a:xfrm>
        </p:grpSpPr>
        <p:sp>
          <p:nvSpPr>
            <p:cNvPr id="160845"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57" name="直接箭头连接符 156"/>
            <p:cNvCxnSpPr/>
            <p:nvPr/>
          </p:nvCxnSpPr>
          <p:spPr>
            <a:xfrm>
              <a:off x="4617029" y="476410"/>
              <a:ext cx="2827376" cy="851493"/>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8" name="矩形 157"/>
            <p:cNvSpPr/>
            <p:nvPr/>
          </p:nvSpPr>
          <p:spPr>
            <a:xfrm>
              <a:off x="3913756" y="335024"/>
              <a:ext cx="439744" cy="292303"/>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60800" name="Line 20"/>
          <p:cNvSpPr>
            <a:spLocks noChangeShapeType="1"/>
          </p:cNvSpPr>
          <p:nvPr/>
        </p:nvSpPr>
        <p:spPr bwMode="auto">
          <a:xfrm flipV="1">
            <a:off x="1785938" y="15636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801" name="组合 6"/>
          <p:cNvGrpSpPr>
            <a:grpSpLocks/>
          </p:cNvGrpSpPr>
          <p:nvPr/>
        </p:nvGrpSpPr>
        <p:grpSpPr bwMode="auto">
          <a:xfrm>
            <a:off x="7467600" y="2201863"/>
            <a:ext cx="1676400" cy="361950"/>
            <a:chOff x="7467277" y="2201662"/>
            <a:chExt cx="1676723" cy="361950"/>
          </a:xfrm>
        </p:grpSpPr>
        <p:sp>
          <p:nvSpPr>
            <p:cNvPr id="160843" name="Rectangle 54"/>
            <p:cNvSpPr>
              <a:spLocks noChangeArrowheads="1"/>
            </p:cNvSpPr>
            <p:nvPr/>
          </p:nvSpPr>
          <p:spPr bwMode="auto">
            <a:xfrm>
              <a:off x="7505377" y="2201662"/>
              <a:ext cx="163862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60844" name="Line 46"/>
            <p:cNvSpPr>
              <a:spLocks noChangeShapeType="1"/>
            </p:cNvSpPr>
            <p:nvPr/>
          </p:nvSpPr>
          <p:spPr bwMode="auto">
            <a:xfrm flipV="1">
              <a:off x="7467277" y="2525512"/>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7" name="矩形 166"/>
          <p:cNvSpPr/>
          <p:nvPr/>
        </p:nvSpPr>
        <p:spPr>
          <a:xfrm>
            <a:off x="3924300" y="915988"/>
            <a:ext cx="43973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803" name="组合 7"/>
          <p:cNvGrpSpPr>
            <a:grpSpLocks/>
          </p:cNvGrpSpPr>
          <p:nvPr/>
        </p:nvGrpSpPr>
        <p:grpSpPr bwMode="auto">
          <a:xfrm>
            <a:off x="7467600" y="2486025"/>
            <a:ext cx="1643063" cy="390525"/>
            <a:chOff x="7467277" y="2485824"/>
            <a:chExt cx="1643062" cy="390526"/>
          </a:xfrm>
        </p:grpSpPr>
        <p:sp>
          <p:nvSpPr>
            <p:cNvPr id="160841" name="Rectangle 55"/>
            <p:cNvSpPr>
              <a:spLocks noChangeArrowheads="1"/>
            </p:cNvSpPr>
            <p:nvPr/>
          </p:nvSpPr>
          <p:spPr bwMode="auto">
            <a:xfrm>
              <a:off x="7505376" y="2485824"/>
              <a:ext cx="1585913" cy="39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60842" name="Line 45"/>
            <p:cNvSpPr>
              <a:spLocks noChangeShapeType="1"/>
            </p:cNvSpPr>
            <p:nvPr/>
          </p:nvSpPr>
          <p:spPr bwMode="auto">
            <a:xfrm flipV="1">
              <a:off x="7467277" y="2819199"/>
              <a:ext cx="164306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70" name="矩形 169"/>
          <p:cNvSpPr/>
          <p:nvPr/>
        </p:nvSpPr>
        <p:spPr>
          <a:xfrm>
            <a:off x="3924300" y="915988"/>
            <a:ext cx="43973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60805" name="Line 20"/>
          <p:cNvSpPr>
            <a:spLocks noChangeShapeType="1"/>
          </p:cNvSpPr>
          <p:nvPr/>
        </p:nvSpPr>
        <p:spPr bwMode="auto">
          <a:xfrm flipV="1">
            <a:off x="1938338" y="17795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806" name="组合 8"/>
          <p:cNvGrpSpPr>
            <a:grpSpLocks/>
          </p:cNvGrpSpPr>
          <p:nvPr/>
        </p:nvGrpSpPr>
        <p:grpSpPr bwMode="auto">
          <a:xfrm>
            <a:off x="7604125" y="3176588"/>
            <a:ext cx="1524000" cy="1260475"/>
            <a:chOff x="7603925" y="3176042"/>
            <a:chExt cx="1523902" cy="1261690"/>
          </a:xfrm>
        </p:grpSpPr>
        <p:sp>
          <p:nvSpPr>
            <p:cNvPr id="160831" name="Line 56"/>
            <p:cNvSpPr>
              <a:spLocks noChangeShapeType="1"/>
            </p:cNvSpPr>
            <p:nvPr/>
          </p:nvSpPr>
          <p:spPr bwMode="auto">
            <a:xfrm flipH="1">
              <a:off x="7603925"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2" name="Line 57"/>
            <p:cNvSpPr>
              <a:spLocks noChangeShapeType="1"/>
            </p:cNvSpPr>
            <p:nvPr/>
          </p:nvSpPr>
          <p:spPr bwMode="auto">
            <a:xfrm flipH="1">
              <a:off x="8899449"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3" name="Line 60"/>
            <p:cNvSpPr>
              <a:spLocks noChangeShapeType="1"/>
            </p:cNvSpPr>
            <p:nvPr/>
          </p:nvSpPr>
          <p:spPr bwMode="auto">
            <a:xfrm flipV="1">
              <a:off x="7616626" y="3807495"/>
              <a:ext cx="1290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4" name="Rectangle 61"/>
            <p:cNvSpPr>
              <a:spLocks noChangeArrowheads="1"/>
            </p:cNvSpPr>
            <p:nvPr/>
          </p:nvSpPr>
          <p:spPr bwMode="auto">
            <a:xfrm>
              <a:off x="7891337" y="3460998"/>
              <a:ext cx="1188964"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0835" name="Rectangle 62"/>
            <p:cNvSpPr>
              <a:spLocks noChangeArrowheads="1"/>
            </p:cNvSpPr>
            <p:nvPr/>
          </p:nvSpPr>
          <p:spPr bwMode="auto">
            <a:xfrm>
              <a:off x="7776864" y="3176042"/>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60836" name="Line 63"/>
            <p:cNvSpPr>
              <a:spLocks noChangeShapeType="1"/>
            </p:cNvSpPr>
            <p:nvPr/>
          </p:nvSpPr>
          <p:spPr bwMode="auto">
            <a:xfrm>
              <a:off x="7627738" y="3514972"/>
              <a:ext cx="1269999" cy="15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7" name="Line 64"/>
            <p:cNvSpPr>
              <a:spLocks noChangeShapeType="1"/>
            </p:cNvSpPr>
            <p:nvPr/>
          </p:nvSpPr>
          <p:spPr bwMode="auto">
            <a:xfrm>
              <a:off x="7891337" y="3527673"/>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8" name="Line 65"/>
            <p:cNvSpPr>
              <a:spLocks noChangeShapeType="1"/>
            </p:cNvSpPr>
            <p:nvPr/>
          </p:nvSpPr>
          <p:spPr bwMode="auto">
            <a:xfrm flipH="1">
              <a:off x="7897687" y="3826123"/>
              <a:ext cx="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39" name="Line 57"/>
            <p:cNvSpPr>
              <a:spLocks noChangeShapeType="1"/>
            </p:cNvSpPr>
            <p:nvPr/>
          </p:nvSpPr>
          <p:spPr bwMode="auto">
            <a:xfrm flipH="1">
              <a:off x="8683425" y="3534444"/>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40" name="Line 51"/>
            <p:cNvSpPr>
              <a:spLocks noChangeShapeType="1"/>
            </p:cNvSpPr>
            <p:nvPr/>
          </p:nvSpPr>
          <p:spPr bwMode="auto">
            <a:xfrm flipV="1">
              <a:off x="7666581" y="3201492"/>
              <a:ext cx="1" cy="38468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807" name="Line 20"/>
          <p:cNvSpPr>
            <a:spLocks noChangeShapeType="1"/>
          </p:cNvSpPr>
          <p:nvPr/>
        </p:nvSpPr>
        <p:spPr bwMode="auto">
          <a:xfrm flipV="1">
            <a:off x="2138363" y="1995488"/>
            <a:ext cx="113823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0808" name="组合 9"/>
          <p:cNvGrpSpPr>
            <a:grpSpLocks/>
          </p:cNvGrpSpPr>
          <p:nvPr/>
        </p:nvGrpSpPr>
        <p:grpSpPr bwMode="auto">
          <a:xfrm>
            <a:off x="7627938" y="3783013"/>
            <a:ext cx="1303337" cy="363537"/>
            <a:chOff x="7627739" y="3783260"/>
            <a:chExt cx="1303462" cy="363538"/>
          </a:xfrm>
        </p:grpSpPr>
        <p:sp>
          <p:nvSpPr>
            <p:cNvPr id="160829" name="Rectangle 67"/>
            <p:cNvSpPr>
              <a:spLocks noChangeArrowheads="1"/>
            </p:cNvSpPr>
            <p:nvPr/>
          </p:nvSpPr>
          <p:spPr bwMode="auto">
            <a:xfrm>
              <a:off x="7656313" y="3783260"/>
              <a:ext cx="12748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60830" name="Line 59"/>
            <p:cNvSpPr>
              <a:spLocks noChangeShapeType="1"/>
            </p:cNvSpPr>
            <p:nvPr/>
          </p:nvSpPr>
          <p:spPr bwMode="auto">
            <a:xfrm flipV="1">
              <a:off x="7627739" y="4099596"/>
              <a:ext cx="1279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0809" name="组合 11"/>
          <p:cNvGrpSpPr>
            <a:grpSpLocks/>
          </p:cNvGrpSpPr>
          <p:nvPr/>
        </p:nvGrpSpPr>
        <p:grpSpPr bwMode="auto">
          <a:xfrm>
            <a:off x="7629525" y="4092575"/>
            <a:ext cx="1330325" cy="363538"/>
            <a:chOff x="7629325" y="4092823"/>
            <a:chExt cx="1330451" cy="363537"/>
          </a:xfrm>
        </p:grpSpPr>
        <p:sp>
          <p:nvSpPr>
            <p:cNvPr id="160827" name="Rectangle 68"/>
            <p:cNvSpPr>
              <a:spLocks noChangeArrowheads="1"/>
            </p:cNvSpPr>
            <p:nvPr/>
          </p:nvSpPr>
          <p:spPr bwMode="auto">
            <a:xfrm>
              <a:off x="7656314" y="4092823"/>
              <a:ext cx="13034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60828" name="Line 58"/>
            <p:cNvSpPr>
              <a:spLocks noChangeShapeType="1"/>
            </p:cNvSpPr>
            <p:nvPr/>
          </p:nvSpPr>
          <p:spPr bwMode="auto">
            <a:xfrm>
              <a:off x="7629325" y="4413498"/>
              <a:ext cx="12780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0810" name="Line 20"/>
          <p:cNvSpPr>
            <a:spLocks noChangeShapeType="1"/>
          </p:cNvSpPr>
          <p:nvPr/>
        </p:nvSpPr>
        <p:spPr bwMode="auto">
          <a:xfrm flipV="1">
            <a:off x="3309938" y="19954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6" name="矩形 205"/>
          <p:cNvSpPr/>
          <p:nvPr/>
        </p:nvSpPr>
        <p:spPr>
          <a:xfrm>
            <a:off x="8677275" y="3509963"/>
            <a:ext cx="23018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0812" name="组合 208"/>
          <p:cNvGrpSpPr>
            <a:grpSpLocks/>
          </p:cNvGrpSpPr>
          <p:nvPr/>
        </p:nvGrpSpPr>
        <p:grpSpPr bwMode="auto">
          <a:xfrm>
            <a:off x="7443788" y="2741613"/>
            <a:ext cx="1639887" cy="725487"/>
            <a:chOff x="7443464" y="2741412"/>
            <a:chExt cx="1639888" cy="726359"/>
          </a:xfrm>
        </p:grpSpPr>
        <p:sp>
          <p:nvSpPr>
            <p:cNvPr id="160822" name="Line 44"/>
            <p:cNvSpPr>
              <a:spLocks noChangeShapeType="1"/>
            </p:cNvSpPr>
            <p:nvPr/>
          </p:nvSpPr>
          <p:spPr bwMode="auto">
            <a:xfrm flipV="1">
              <a:off x="7443464" y="3101774"/>
              <a:ext cx="1639888"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23" name="Rectangle 69"/>
            <p:cNvSpPr>
              <a:spLocks noChangeArrowheads="1"/>
            </p:cNvSpPr>
            <p:nvPr/>
          </p:nvSpPr>
          <p:spPr bwMode="auto">
            <a:xfrm>
              <a:off x="7451402" y="2741412"/>
              <a:ext cx="116681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212" name="Line 95"/>
            <p:cNvSpPr>
              <a:spLocks noChangeShapeType="1"/>
            </p:cNvSpPr>
            <p:nvPr/>
          </p:nvSpPr>
          <p:spPr bwMode="auto">
            <a:xfrm flipH="1">
              <a:off x="8837290" y="2954393"/>
              <a:ext cx="0" cy="21616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3" name="Line 43"/>
            <p:cNvSpPr>
              <a:spLocks noChangeShapeType="1"/>
            </p:cNvSpPr>
            <p:nvPr/>
          </p:nvSpPr>
          <p:spPr bwMode="auto">
            <a:xfrm>
              <a:off x="7886376" y="3186446"/>
              <a:ext cx="0" cy="281325"/>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4" name="Line 103"/>
            <p:cNvSpPr>
              <a:spLocks noChangeShapeType="1"/>
            </p:cNvSpPr>
            <p:nvPr/>
          </p:nvSpPr>
          <p:spPr bwMode="auto">
            <a:xfrm flipH="1" flipV="1">
              <a:off x="7897489" y="3170552"/>
              <a:ext cx="9366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59" name="Line 20"/>
          <p:cNvSpPr>
            <a:spLocks noChangeShapeType="1"/>
          </p:cNvSpPr>
          <p:nvPr/>
        </p:nvSpPr>
        <p:spPr bwMode="auto">
          <a:xfrm flipV="1">
            <a:off x="1789113" y="22113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5" name="矩形 174"/>
          <p:cNvSpPr/>
          <p:nvPr/>
        </p:nvSpPr>
        <p:spPr>
          <a:xfrm>
            <a:off x="8748713" y="1924050"/>
            <a:ext cx="3270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22" name="组合 4"/>
          <p:cNvGrpSpPr>
            <a:grpSpLocks/>
          </p:cNvGrpSpPr>
          <p:nvPr/>
        </p:nvGrpSpPr>
        <p:grpSpPr bwMode="auto">
          <a:xfrm>
            <a:off x="4862513" y="2570163"/>
            <a:ext cx="2632075" cy="593725"/>
            <a:chOff x="4861992" y="2569673"/>
            <a:chExt cx="2632273" cy="593992"/>
          </a:xfrm>
        </p:grpSpPr>
        <p:sp>
          <p:nvSpPr>
            <p:cNvPr id="160817" name="Line 4"/>
            <p:cNvSpPr>
              <a:spLocks noChangeShapeType="1"/>
            </p:cNvSpPr>
            <p:nvPr/>
          </p:nvSpPr>
          <p:spPr bwMode="auto">
            <a:xfrm flipV="1">
              <a:off x="4887268" y="3142010"/>
              <a:ext cx="19865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0818" name="Rectangle 72"/>
            <p:cNvSpPr>
              <a:spLocks noChangeArrowheads="1"/>
            </p:cNvSpPr>
            <p:nvPr/>
          </p:nvSpPr>
          <p:spPr bwMode="auto">
            <a:xfrm>
              <a:off x="4861992" y="2774727"/>
              <a:ext cx="1243012"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182" name="Line 95"/>
            <p:cNvSpPr>
              <a:spLocks noChangeShapeType="1"/>
            </p:cNvSpPr>
            <p:nvPr/>
          </p:nvSpPr>
          <p:spPr bwMode="auto">
            <a:xfrm>
              <a:off x="7248183" y="2569673"/>
              <a:ext cx="0" cy="485993"/>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6" name="Line 43"/>
            <p:cNvSpPr>
              <a:spLocks noChangeShapeType="1"/>
            </p:cNvSpPr>
            <p:nvPr/>
          </p:nvSpPr>
          <p:spPr bwMode="auto">
            <a:xfrm>
              <a:off x="7248183" y="2572849"/>
              <a:ext cx="24608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7" name="Line 103"/>
            <p:cNvSpPr>
              <a:spLocks noChangeShapeType="1"/>
            </p:cNvSpPr>
            <p:nvPr/>
          </p:nvSpPr>
          <p:spPr bwMode="auto">
            <a:xfrm flipH="1" flipV="1">
              <a:off x="6773486" y="3049314"/>
              <a:ext cx="481048"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60" name="矩形 159"/>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50</a:t>
            </a:fld>
            <a:endParaRPr lang="en-US" altLang="zh-CN" dirty="0"/>
          </a:p>
        </p:txBody>
      </p:sp>
    </p:spTree>
    <p:extLst>
      <p:ext uri="{BB962C8B-B14F-4D97-AF65-F5344CB8AC3E}">
        <p14:creationId xmlns:p14="http://schemas.microsoft.com/office/powerpoint/2010/main" val="1199110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59"/>
                                        </p:tgtEl>
                                        <p:attrNameLst>
                                          <p:attrName>style.visibility</p:attrName>
                                        </p:attrNameLst>
                                      </p:cBhvr>
                                      <p:to>
                                        <p:strVal val="visible"/>
                                      </p:to>
                                    </p:set>
                                    <p:anim calcmode="lin" valueType="num">
                                      <p:cBhvr>
                                        <p:cTn id="7" dur="500" fill="hold"/>
                                        <p:tgtEl>
                                          <p:spTgt spid="159"/>
                                        </p:tgtEl>
                                        <p:attrNameLst>
                                          <p:attrName>ppt_w</p:attrName>
                                        </p:attrNameLst>
                                      </p:cBhvr>
                                      <p:tavLst>
                                        <p:tav tm="0">
                                          <p:val>
                                            <p:fltVal val="0"/>
                                          </p:val>
                                        </p:tav>
                                        <p:tav tm="100000">
                                          <p:val>
                                            <p:strVal val="#ppt_w"/>
                                          </p:val>
                                        </p:tav>
                                      </p:tavLst>
                                    </p:anim>
                                    <p:anim calcmode="lin" valueType="num">
                                      <p:cBhvr>
                                        <p:cTn id="8" dur="500" fill="hold"/>
                                        <p:tgtEl>
                                          <p:spTgt spid="159"/>
                                        </p:tgtEl>
                                        <p:attrNameLst>
                                          <p:attrName>ppt_h</p:attrName>
                                        </p:attrNameLst>
                                      </p:cBhvr>
                                      <p:tavLst>
                                        <p:tav tm="0">
                                          <p:val>
                                            <p:fltVal val="0"/>
                                          </p:val>
                                        </p:tav>
                                        <p:tav tm="100000">
                                          <p:val>
                                            <p:strVal val="#ppt_h"/>
                                          </p:val>
                                        </p:tav>
                                      </p:tavLst>
                                    </p:anim>
                                    <p:animEffect transition="in" filter="fade">
                                      <p:cBhvr>
                                        <p:cTn id="9" dur="500"/>
                                        <p:tgtEl>
                                          <p:spTgt spid="15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75"/>
                                        </p:tgtEl>
                                        <p:attrNameLst>
                                          <p:attrName>style.visibility</p:attrName>
                                        </p:attrNameLst>
                                      </p:cBhvr>
                                      <p:to>
                                        <p:strVal val="visible"/>
                                      </p:to>
                                    </p:set>
                                    <p:anim calcmode="lin" valueType="num">
                                      <p:cBhvr>
                                        <p:cTn id="14" dur="500" fill="hold"/>
                                        <p:tgtEl>
                                          <p:spTgt spid="175"/>
                                        </p:tgtEl>
                                        <p:attrNameLst>
                                          <p:attrName>ppt_w</p:attrName>
                                        </p:attrNameLst>
                                      </p:cBhvr>
                                      <p:tavLst>
                                        <p:tav tm="0">
                                          <p:val>
                                            <p:fltVal val="0"/>
                                          </p:val>
                                        </p:tav>
                                        <p:tav tm="100000">
                                          <p:val>
                                            <p:strVal val="#ppt_w"/>
                                          </p:val>
                                        </p:tav>
                                      </p:tavLst>
                                    </p:anim>
                                    <p:anim calcmode="lin" valueType="num">
                                      <p:cBhvr>
                                        <p:cTn id="15" dur="500" fill="hold"/>
                                        <p:tgtEl>
                                          <p:spTgt spid="175"/>
                                        </p:tgtEl>
                                        <p:attrNameLst>
                                          <p:attrName>ppt_h</p:attrName>
                                        </p:attrNameLst>
                                      </p:cBhvr>
                                      <p:tavLst>
                                        <p:tav tm="0">
                                          <p:val>
                                            <p:fltVal val="0"/>
                                          </p:val>
                                        </p:tav>
                                        <p:tav tm="100000">
                                          <p:val>
                                            <p:strVal val="#ppt_h"/>
                                          </p:val>
                                        </p:tav>
                                      </p:tavLst>
                                    </p:anim>
                                    <p:animEffect transition="in" filter="fade">
                                      <p:cBhvr>
                                        <p:cTn id="16" dur="500"/>
                                        <p:tgtEl>
                                          <p:spTgt spid="17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32" fill="hold" nodeType="clickEffect">
                                  <p:stCondLst>
                                    <p:cond delay="0"/>
                                  </p:stCondLst>
                                  <p:childTnLst>
                                    <p:anim calcmode="lin" valueType="num">
                                      <p:cBhvr>
                                        <p:cTn id="20" dur="500"/>
                                        <p:tgtEl>
                                          <p:spTgt spid="15"/>
                                        </p:tgtEl>
                                        <p:attrNameLst>
                                          <p:attrName>ppt_w</p:attrName>
                                        </p:attrNameLst>
                                      </p:cBhvr>
                                      <p:tavLst>
                                        <p:tav tm="0">
                                          <p:val>
                                            <p:strVal val="ppt_w"/>
                                          </p:val>
                                        </p:tav>
                                        <p:tav tm="100000">
                                          <p:val>
                                            <p:fltVal val="0"/>
                                          </p:val>
                                        </p:tav>
                                      </p:tavLst>
                                    </p:anim>
                                    <p:anim calcmode="lin" valueType="num">
                                      <p:cBhvr>
                                        <p:cTn id="21" dur="500"/>
                                        <p:tgtEl>
                                          <p:spTgt spid="15"/>
                                        </p:tgtEl>
                                        <p:attrNameLst>
                                          <p:attrName>ppt_h</p:attrName>
                                        </p:attrNameLst>
                                      </p:cBhvr>
                                      <p:tavLst>
                                        <p:tav tm="0">
                                          <p:val>
                                            <p:strVal val="ppt_h"/>
                                          </p:val>
                                        </p:tav>
                                        <p:tav tm="100000">
                                          <p:val>
                                            <p:fltVal val="0"/>
                                          </p:val>
                                        </p:tav>
                                      </p:tavLst>
                                    </p:anim>
                                    <p:animEffect transition="out" filter="fade">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par>
                                <p:cTn id="24" presetID="53" presetClass="exit" presetSubtype="32" fill="hold" grpId="0" nodeType="withEffect">
                                  <p:stCondLst>
                                    <p:cond delay="0"/>
                                  </p:stCondLst>
                                  <p:childTnLst>
                                    <p:anim calcmode="lin" valueType="num">
                                      <p:cBhvr>
                                        <p:cTn id="25" dur="500"/>
                                        <p:tgtEl>
                                          <p:spTgt spid="167"/>
                                        </p:tgtEl>
                                        <p:attrNameLst>
                                          <p:attrName>ppt_w</p:attrName>
                                        </p:attrNameLst>
                                      </p:cBhvr>
                                      <p:tavLst>
                                        <p:tav tm="0">
                                          <p:val>
                                            <p:strVal val="ppt_w"/>
                                          </p:val>
                                        </p:tav>
                                        <p:tav tm="100000">
                                          <p:val>
                                            <p:fltVal val="0"/>
                                          </p:val>
                                        </p:tav>
                                      </p:tavLst>
                                    </p:anim>
                                    <p:anim calcmode="lin" valueType="num">
                                      <p:cBhvr>
                                        <p:cTn id="26" dur="500"/>
                                        <p:tgtEl>
                                          <p:spTgt spid="167"/>
                                        </p:tgtEl>
                                        <p:attrNameLst>
                                          <p:attrName>ppt_h</p:attrName>
                                        </p:attrNameLst>
                                      </p:cBhvr>
                                      <p:tavLst>
                                        <p:tav tm="0">
                                          <p:val>
                                            <p:strVal val="ppt_h"/>
                                          </p:val>
                                        </p:tav>
                                        <p:tav tm="100000">
                                          <p:val>
                                            <p:fltVal val="0"/>
                                          </p:val>
                                        </p:tav>
                                      </p:tavLst>
                                    </p:anim>
                                    <p:animEffect transition="out" filter="fade">
                                      <p:cBhvr>
                                        <p:cTn id="27" dur="500"/>
                                        <p:tgtEl>
                                          <p:spTgt spid="167"/>
                                        </p:tgtEl>
                                      </p:cBhvr>
                                    </p:animEffect>
                                    <p:set>
                                      <p:cBhvr>
                                        <p:cTn id="28" dur="1" fill="hold">
                                          <p:stCondLst>
                                            <p:cond delay="499"/>
                                          </p:stCondLst>
                                        </p:cTn>
                                        <p:tgtEl>
                                          <p:spTgt spid="167"/>
                                        </p:tgtEl>
                                        <p:attrNameLst>
                                          <p:attrName>style.visibility</p:attrName>
                                        </p:attrNameLst>
                                      </p:cBhvr>
                                      <p:to>
                                        <p:strVal val="hidden"/>
                                      </p:to>
                                    </p:set>
                                  </p:childTnLst>
                                </p:cTn>
                              </p:par>
                              <p:par>
                                <p:cTn id="29" presetID="53" presetClass="exit" presetSubtype="32" fill="hold" grpId="0" nodeType="withEffect">
                                  <p:stCondLst>
                                    <p:cond delay="0"/>
                                  </p:stCondLst>
                                  <p:childTnLst>
                                    <p:anim calcmode="lin" valueType="num">
                                      <p:cBhvr>
                                        <p:cTn id="30" dur="500"/>
                                        <p:tgtEl>
                                          <p:spTgt spid="170"/>
                                        </p:tgtEl>
                                        <p:attrNameLst>
                                          <p:attrName>ppt_w</p:attrName>
                                        </p:attrNameLst>
                                      </p:cBhvr>
                                      <p:tavLst>
                                        <p:tav tm="0">
                                          <p:val>
                                            <p:strVal val="ppt_w"/>
                                          </p:val>
                                        </p:tav>
                                        <p:tav tm="100000">
                                          <p:val>
                                            <p:fltVal val="0"/>
                                          </p:val>
                                        </p:tav>
                                      </p:tavLst>
                                    </p:anim>
                                    <p:anim calcmode="lin" valueType="num">
                                      <p:cBhvr>
                                        <p:cTn id="31" dur="500"/>
                                        <p:tgtEl>
                                          <p:spTgt spid="170"/>
                                        </p:tgtEl>
                                        <p:attrNameLst>
                                          <p:attrName>ppt_h</p:attrName>
                                        </p:attrNameLst>
                                      </p:cBhvr>
                                      <p:tavLst>
                                        <p:tav tm="0">
                                          <p:val>
                                            <p:strVal val="ppt_h"/>
                                          </p:val>
                                        </p:tav>
                                        <p:tav tm="100000">
                                          <p:val>
                                            <p:fltVal val="0"/>
                                          </p:val>
                                        </p:tav>
                                      </p:tavLst>
                                    </p:anim>
                                    <p:animEffect transition="out" filter="fade">
                                      <p:cBhvr>
                                        <p:cTn id="32" dur="500"/>
                                        <p:tgtEl>
                                          <p:spTgt spid="170"/>
                                        </p:tgtEl>
                                      </p:cBhvr>
                                    </p:animEffect>
                                    <p:set>
                                      <p:cBhvr>
                                        <p:cTn id="33" dur="1" fill="hold">
                                          <p:stCondLst>
                                            <p:cond delay="499"/>
                                          </p:stCondLst>
                                        </p:cTn>
                                        <p:tgtEl>
                                          <p:spTgt spid="170"/>
                                        </p:tgtEl>
                                        <p:attrNameLst>
                                          <p:attrName>style.visibility</p:attrName>
                                        </p:attrNameLst>
                                      </p:cBhvr>
                                      <p:to>
                                        <p:strVal val="hidden"/>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16"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animBg="1"/>
      <p:bldP spid="170" grpId="0" animBg="1"/>
      <p:bldP spid="159" grpId="0" animBg="1"/>
      <p:bldP spid="17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2818" name="组合 180223"/>
          <p:cNvGrpSpPr>
            <a:grpSpLocks/>
          </p:cNvGrpSpPr>
          <p:nvPr/>
        </p:nvGrpSpPr>
        <p:grpSpPr bwMode="auto">
          <a:xfrm>
            <a:off x="4886325" y="842963"/>
            <a:ext cx="2362200" cy="2327275"/>
            <a:chOff x="4885681" y="843558"/>
            <a:chExt cx="2362199" cy="2326457"/>
          </a:xfrm>
        </p:grpSpPr>
        <p:sp>
          <p:nvSpPr>
            <p:cNvPr id="162964" name="Line 2"/>
            <p:cNvSpPr>
              <a:spLocks noChangeShapeType="1"/>
            </p:cNvSpPr>
            <p:nvPr/>
          </p:nvSpPr>
          <p:spPr bwMode="auto">
            <a:xfrm>
              <a:off x="4885681" y="1384077"/>
              <a:ext cx="1587" cy="1785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5" name="Line 3"/>
            <p:cNvSpPr>
              <a:spLocks noChangeShapeType="1"/>
            </p:cNvSpPr>
            <p:nvPr/>
          </p:nvSpPr>
          <p:spPr bwMode="auto">
            <a:xfrm>
              <a:off x="6536482" y="1384077"/>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6" name="Line 9"/>
            <p:cNvSpPr>
              <a:spLocks noChangeShapeType="1"/>
            </p:cNvSpPr>
            <p:nvPr/>
          </p:nvSpPr>
          <p:spPr bwMode="auto">
            <a:xfrm flipV="1">
              <a:off x="4887268" y="1695227"/>
              <a:ext cx="20092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7" name="Rectangle 10"/>
            <p:cNvSpPr>
              <a:spLocks noChangeArrowheads="1"/>
            </p:cNvSpPr>
            <p:nvPr/>
          </p:nvSpPr>
          <p:spPr bwMode="auto">
            <a:xfrm>
              <a:off x="5312717" y="1333277"/>
              <a:ext cx="19351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1800">
                <a:solidFill>
                  <a:srgbClr val="000000"/>
                </a:solidFill>
                <a:ea typeface="宋体" panose="02010600030101010101" pitchFamily="2" charset="-122"/>
                <a:cs typeface="Times New Roman" panose="02020603050405020304" pitchFamily="18" charset="0"/>
              </a:endParaRPr>
            </a:p>
          </p:txBody>
        </p:sp>
        <p:sp>
          <p:nvSpPr>
            <p:cNvPr id="162968" name="Rectangle 11"/>
            <p:cNvSpPr>
              <a:spLocks noChangeArrowheads="1"/>
            </p:cNvSpPr>
            <p:nvPr/>
          </p:nvSpPr>
          <p:spPr bwMode="auto">
            <a:xfrm>
              <a:off x="5220072" y="1060227"/>
              <a:ext cx="1168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sort</a:t>
              </a:r>
            </a:p>
          </p:txBody>
        </p:sp>
        <p:sp>
          <p:nvSpPr>
            <p:cNvPr id="162969" name="Line 12"/>
            <p:cNvSpPr>
              <a:spLocks noChangeShapeType="1"/>
            </p:cNvSpPr>
            <p:nvPr/>
          </p:nvSpPr>
          <p:spPr bwMode="auto">
            <a:xfrm flipV="1">
              <a:off x="4898380" y="1382490"/>
              <a:ext cx="2020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0" name="Line 13"/>
            <p:cNvSpPr>
              <a:spLocks noChangeShapeType="1"/>
            </p:cNvSpPr>
            <p:nvPr/>
          </p:nvSpPr>
          <p:spPr bwMode="auto">
            <a:xfrm>
              <a:off x="5263506" y="1398365"/>
              <a:ext cx="0" cy="2841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1" name="Line 14"/>
            <p:cNvSpPr>
              <a:spLocks noChangeShapeType="1"/>
            </p:cNvSpPr>
            <p:nvPr/>
          </p:nvSpPr>
          <p:spPr bwMode="auto">
            <a:xfrm>
              <a:off x="5960418" y="1671092"/>
              <a:ext cx="0" cy="14636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2" name="Line 3"/>
            <p:cNvSpPr>
              <a:spLocks noChangeShapeType="1"/>
            </p:cNvSpPr>
            <p:nvPr/>
          </p:nvSpPr>
          <p:spPr bwMode="auto">
            <a:xfrm>
              <a:off x="6878216" y="1406575"/>
              <a:ext cx="0" cy="17605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3" name="Line 95"/>
            <p:cNvSpPr>
              <a:spLocks noChangeShapeType="1"/>
            </p:cNvSpPr>
            <p:nvPr/>
          </p:nvSpPr>
          <p:spPr bwMode="auto">
            <a:xfrm>
              <a:off x="4957428" y="847725"/>
              <a:ext cx="0" cy="66637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74" name="Line 43"/>
            <p:cNvSpPr>
              <a:spLocks noChangeShapeType="1"/>
            </p:cNvSpPr>
            <p:nvPr/>
          </p:nvSpPr>
          <p:spPr bwMode="auto">
            <a:xfrm>
              <a:off x="4966140" y="843558"/>
              <a:ext cx="181924"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80226" name="Rectangle 3"/>
          <p:cNvSpPr>
            <a:spLocks noGrp="1" noChangeArrowheads="1"/>
          </p:cNvSpPr>
          <p:nvPr>
            <p:ph idx="1"/>
          </p:nvPr>
        </p:nvSpPr>
        <p:spPr>
          <a:xfrm>
            <a:off x="107950" y="2441575"/>
            <a:ext cx="7088188" cy="2651125"/>
          </a:xfrm>
        </p:spPr>
        <p:txBody>
          <a:bodyPr/>
          <a:lstStyle/>
          <a:p>
            <a:pPr>
              <a:lnSpc>
                <a:spcPts val="1800"/>
              </a:lnSpc>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P</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rPr>
              <a:t>M</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a:t>
            </a:r>
            <a:r>
              <a:rPr lang="en-US" altLang="zh-CN" sz="1800" b="1" dirty="0" err="1">
                <a:solidFill>
                  <a:schemeClr val="tx2">
                    <a:lumMod val="60000"/>
                    <a:lumOff val="40000"/>
                  </a:schemeClr>
                </a:solidFill>
                <a:ea typeface="楷体_GB2312" pitchFamily="49" charset="-122"/>
                <a:cs typeface="Times New Roman" panose="02020603050405020304" pitchFamily="18" charset="0"/>
              </a:rPr>
              <a: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M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i="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nil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a:solidFill>
                  <a:schemeClr val="tx1"/>
                </a:solidFill>
                <a:ea typeface="楷体_GB2312" pitchFamily="49" charset="-122"/>
                <a:cs typeface="Times New Roman" panose="02020603050405020304" pitchFamily="18" charset="0"/>
              </a:rPr>
              <a:t>D</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 </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2</a:t>
            </a:r>
            <a:endParaRPr lang="en-US" altLang="zh-CN" sz="1800" b="1" i="1" dirty="0">
              <a:solidFill>
                <a:schemeClr val="tx1"/>
              </a:solidFill>
              <a:ea typeface="楷体_GB2312" pitchFamily="49" charset="-122"/>
              <a:cs typeface="Times New Roman" panose="02020603050405020304" pitchFamily="18" charset="0"/>
            </a:endParaRP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p</a:t>
            </a:r>
            <a:r>
              <a:rPr lang="en-US" altLang="zh-CN" sz="1800" b="1" i="1" dirty="0">
                <a:solidFill>
                  <a:schemeClr val="tx1"/>
                </a:solidFill>
                <a:ea typeface="楷体_GB2312" pitchFamily="49" charset="-122"/>
                <a:cs typeface="Times New Roman" panose="02020603050405020304" pitchFamily="18" charset="0"/>
              </a:rPr>
              <a:t> </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chemeClr val="tx1"/>
                </a:solidFill>
                <a:ea typeface="楷体_GB2312" pitchFamily="49" charset="-122"/>
                <a:cs typeface="Times New Roman" panose="02020603050405020304" pitchFamily="18" charset="0"/>
              </a:rPr>
              <a:t> </a:t>
            </a:r>
            <a:r>
              <a:rPr lang="en-US" altLang="zh-CN" sz="1800" b="1" dirty="0" err="1">
                <a:solidFill>
                  <a:schemeClr val="tx1"/>
                </a:solidFill>
                <a:ea typeface="楷体_GB2312" pitchFamily="49" charset="-122"/>
                <a:cs typeface="Times New Roman" panose="02020603050405020304" pitchFamily="18" charset="0"/>
              </a:rPr>
              <a:t>proc</a:t>
            </a:r>
            <a:r>
              <a:rPr lang="en-US" altLang="zh-CN" sz="1800" b="1" dirty="0">
                <a:solidFill>
                  <a:schemeClr val="tx1"/>
                </a:solidFill>
                <a:ea typeface="楷体_GB2312" pitchFamily="49" charset="-122"/>
                <a:cs typeface="Times New Roman" panose="02020603050405020304" pitchFamily="18" charset="0"/>
              </a:rPr>
              <a:t> id ; </a:t>
            </a:r>
            <a:r>
              <a:rPr lang="en-US" altLang="zh-CN" sz="1800" b="1" i="1" dirty="0">
                <a:solidFill>
                  <a:srgbClr val="FF0000"/>
                </a:solidFill>
                <a:ea typeface="楷体_GB2312" pitchFamily="49" charset="-122"/>
                <a:cs typeface="Times New Roman" panose="02020603050405020304" pitchFamily="18" charset="0"/>
              </a:rPr>
              <a:t>N</a:t>
            </a:r>
            <a:r>
              <a:rPr lang="en-US" altLang="zh-CN" sz="1800" b="1" i="1" dirty="0">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D</a:t>
            </a:r>
            <a:r>
              <a:rPr lang="en-US" altLang="zh-CN" sz="1800" b="1" i="1" baseline="-30000" dirty="0">
                <a:solidFill>
                  <a:schemeClr val="tx1"/>
                </a:solidFill>
                <a:ea typeface="楷体_GB2312" pitchFamily="49" charset="-122"/>
                <a:cs typeface="Times New Roman" panose="02020603050405020304" pitchFamily="18" charset="0"/>
              </a:rPr>
              <a:t>1</a:t>
            </a:r>
            <a:r>
              <a:rPr lang="en-US" altLang="zh-CN" sz="1800" b="1" dirty="0">
                <a:solidFill>
                  <a:schemeClr val="tx1"/>
                </a:solidFill>
                <a:ea typeface="楷体_GB2312" pitchFamily="49" charset="-122"/>
                <a:cs typeface="Times New Roman" panose="02020603050405020304" pitchFamily="18" charset="0"/>
              </a:rPr>
              <a:t> </a:t>
            </a:r>
            <a:r>
              <a:rPr lang="en-US" altLang="zh-CN" sz="1800" b="1" i="1" dirty="0">
                <a:solidFill>
                  <a:schemeClr val="tx1"/>
                </a:solidFill>
                <a:ea typeface="楷体_GB2312" pitchFamily="49" charset="-122"/>
                <a:cs typeface="Times New Roman" panose="02020603050405020304" pitchFamily="18" charset="0"/>
              </a:rPr>
              <a:t>S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addwidth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enterproc</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p>
          <a:p>
            <a:pPr algn="just" eaLnBrk="1" hangingPunct="1">
              <a:lnSpc>
                <a:spcPts val="1800"/>
              </a:lnSpc>
              <a:spcBef>
                <a:spcPct val="12000"/>
              </a:spcBef>
              <a:buFont typeface="Wingdings" panose="05000000000000000000" pitchFamily="2" charset="2"/>
              <a:buNone/>
              <a:defRPr/>
            </a:pPr>
            <a:r>
              <a:rPr lang="en-US" altLang="zh-CN" sz="1800" b="1" i="1" dirty="0" err="1">
                <a:solidFill>
                  <a:schemeClr val="tx1"/>
                </a:solidFill>
                <a:ea typeface="楷体_GB2312" pitchFamily="49" charset="-122"/>
                <a:cs typeface="Times New Roman" panose="02020603050405020304" pitchFamily="18" charset="0"/>
              </a:rPr>
              <a:t>D</a:t>
            </a:r>
            <a:r>
              <a:rPr lang="en-US" altLang="zh-CN" sz="1800" b="1" i="1" baseline="-30000" dirty="0" err="1">
                <a:solidFill>
                  <a:schemeClr val="tx1"/>
                </a:solidFill>
                <a:ea typeface="楷体_GB2312" pitchFamily="49" charset="-122"/>
                <a:cs typeface="Times New Roman" panose="02020603050405020304" pitchFamily="18" charset="0"/>
              </a:rPr>
              <a:t>v</a:t>
            </a:r>
            <a:r>
              <a:rPr lang="en-US" altLang="zh-CN" sz="1800" b="1" dirty="0">
                <a:solidFill>
                  <a:schemeClr val="tx1"/>
                </a:solidFill>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1"/>
                </a:solidFill>
                <a:ea typeface="楷体_GB2312" pitchFamily="49" charset="-122"/>
                <a:cs typeface="Times New Roman" panose="02020603050405020304" pitchFamily="18" charset="0"/>
              </a:rPr>
              <a:t>id: </a:t>
            </a:r>
            <a:r>
              <a:rPr lang="en-US" altLang="zh-CN" sz="1800" b="1" i="1" dirty="0">
                <a:solidFill>
                  <a:schemeClr val="tx1"/>
                </a:solidFill>
                <a:ea typeface="楷体_GB2312" pitchFamily="49" charset="-122"/>
                <a:cs typeface="Times New Roman" panose="02020603050405020304" pitchFamily="18" charset="0"/>
              </a:rPr>
              <a:t>T</a:t>
            </a:r>
            <a:r>
              <a:rPr lang="en-US" altLang="zh-CN" sz="1800" b="1" dirty="0">
                <a:solidFill>
                  <a:schemeClr val="tx1"/>
                </a:solidFill>
                <a:ea typeface="楷体_GB2312" pitchFamily="49" charset="-122"/>
                <a:cs typeface="Times New Roman" panose="02020603050405020304" pitchFamily="18" charset="0"/>
              </a:rPr>
              <a:t> ;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enter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err="1">
                <a:solidFill>
                  <a:schemeClr val="tx2">
                    <a:lumMod val="60000"/>
                    <a:lumOff val="40000"/>
                  </a:schemeClr>
                </a:solidFill>
                <a:ea typeface="楷体_GB2312" pitchFamily="49" charset="-122"/>
                <a:cs typeface="Times New Roman" panose="02020603050405020304" pitchFamily="18" charset="0"/>
              </a:rPr>
              <a:t>id.</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lexeme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T.type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zh-CN" altLang="en-US"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zh-CN" altLang="en-US"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T.width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p>
          <a:p>
            <a:pPr algn="just" eaLnBrk="1" hangingPunct="1">
              <a:lnSpc>
                <a:spcPts val="1800"/>
              </a:lnSpc>
              <a:spcBef>
                <a:spcPct val="12000"/>
              </a:spcBef>
              <a:buFont typeface="Wingdings" panose="05000000000000000000" pitchFamily="2" charset="2"/>
              <a:buNone/>
              <a:defRPr/>
            </a:pPr>
            <a:r>
              <a:rPr lang="en-US" altLang="zh-CN" sz="1800" b="1" i="1" dirty="0">
                <a:solidFill>
                  <a:srgbClr val="FF0000"/>
                </a:solidFill>
                <a:ea typeface="楷体_GB2312" pitchFamily="49" charset="-122"/>
                <a:cs typeface="Times New Roman" panose="02020603050405020304" pitchFamily="18" charset="0"/>
              </a:rPr>
              <a:t>N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solidFill>
                  <a:srgbClr val="FF0000"/>
                </a:solidFill>
                <a:ea typeface="楷体_GB2312" pitchFamily="49" charset="-122"/>
                <a:cs typeface="Times New Roman" panose="02020603050405020304" pitchFamily="18" charset="0"/>
              </a:rPr>
              <a:t> </a:t>
            </a:r>
            <a:r>
              <a:rPr lang="en-US" altLang="zh-CN" sz="1800" b="1" dirty="0">
                <a:solidFill>
                  <a:srgbClr val="FF0000"/>
                </a:solidFill>
                <a:ea typeface="楷体_GB2312" pitchFamily="49" charset="-122"/>
                <a:cs typeface="Times New Roman" panose="02020603050405020304" pitchFamily="18" charset="0"/>
                <a:sym typeface="Symbol" panose="05050102010706020507" pitchFamily="18" charset="2"/>
              </a:rPr>
              <a:t></a:t>
            </a:r>
            <a:r>
              <a:rPr lang="en-US" altLang="zh-CN" sz="1800" b="1" dirty="0">
                <a:ea typeface="楷体_GB2312" pitchFamily="49" charset="-122"/>
                <a:cs typeface="Times New Roman" panose="02020603050405020304" pitchFamily="18" charset="0"/>
                <a:sym typeface="Symbol" panose="05050102010706020507" pitchFamily="18" charset="2"/>
              </a:rPr>
              <a:t>	</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a:solidFill>
                  <a:schemeClr val="tx2">
                    <a:lumMod val="60000"/>
                    <a:lumOff val="40000"/>
                  </a:schemeClr>
                </a:solidFill>
                <a:ea typeface="楷体_GB2312" pitchFamily="49" charset="-122"/>
                <a:cs typeface="Times New Roman" panose="02020603050405020304" pitchFamily="18" charset="0"/>
              </a:rPr>
              <a:t> t </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mktable</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top</a:t>
            </a:r>
            <a:r>
              <a:rPr lang="en-US" altLang="zh-CN" sz="1800" b="1" dirty="0">
                <a:solidFill>
                  <a:schemeClr val="tx2">
                    <a:lumMod val="60000"/>
                    <a:lumOff val="40000"/>
                  </a:schemeClr>
                </a:solidFill>
                <a:ea typeface="楷体_GB2312" pitchFamily="49" charset="-122"/>
                <a:cs typeface="Times New Roman" panose="02020603050405020304" pitchFamily="18" charset="0"/>
              </a:rPr>
              <a:t>(</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a:solidFill>
                  <a:schemeClr val="tx2">
                    <a:lumMod val="60000"/>
                    <a:lumOff val="40000"/>
                  </a:schemeClr>
                </a:solidFill>
                <a:ea typeface="楷体_GB2312" pitchFamily="49" charset="-122"/>
                <a:cs typeface="Times New Roman" panose="02020603050405020304" pitchFamily="18" charset="0"/>
              </a:rPr>
              <a:t>t</a:t>
            </a:r>
            <a:r>
              <a:rPr lang="en-US" altLang="zh-CN" sz="1800" b="1" dirty="0">
                <a:solidFill>
                  <a:schemeClr val="tx2">
                    <a:lumMod val="60000"/>
                    <a:lumOff val="40000"/>
                  </a:schemeClr>
                </a:solidFill>
                <a:ea typeface="楷体_GB2312" pitchFamily="49" charset="-122"/>
                <a:cs typeface="Times New Roman" panose="02020603050405020304" pitchFamily="18" charset="0"/>
              </a:rPr>
              <a:t>, </a:t>
            </a:r>
            <a:r>
              <a:rPr lang="en-US" altLang="zh-CN" sz="1800" b="1" i="1" dirty="0" err="1">
                <a:solidFill>
                  <a:schemeClr val="tx2">
                    <a:lumMod val="60000"/>
                    <a:lumOff val="40000"/>
                  </a:schemeClr>
                </a:solidFill>
                <a:ea typeface="楷体_GB2312" pitchFamily="49" charset="-122"/>
                <a:cs typeface="Times New Roman" panose="02020603050405020304" pitchFamily="18" charset="0"/>
              </a:rPr>
              <a:t>tblptr</a:t>
            </a:r>
            <a:r>
              <a:rPr lang="en-US" altLang="zh-CN" sz="1800" b="1" dirty="0">
                <a:solidFill>
                  <a:schemeClr val="tx2">
                    <a:lumMod val="60000"/>
                    <a:lumOff val="40000"/>
                  </a:schemeClr>
                </a:solidFill>
                <a:ea typeface="楷体_GB2312" pitchFamily="49" charset="-122"/>
                <a:cs typeface="Times New Roman" panose="02020603050405020304" pitchFamily="18" charset="0"/>
              </a:rPr>
              <a:t> ); </a:t>
            </a:r>
            <a:r>
              <a:rPr lang="en-US" altLang="zh-CN" sz="1800" b="1" i="1" dirty="0">
                <a:solidFill>
                  <a:schemeClr val="tx2">
                    <a:lumMod val="60000"/>
                    <a:lumOff val="40000"/>
                  </a:schemeClr>
                </a:solidFill>
                <a:ea typeface="楷体_GB2312" pitchFamily="49" charset="-122"/>
                <a:cs typeface="Times New Roman" panose="02020603050405020304" pitchFamily="18" charset="0"/>
              </a:rPr>
              <a:t>push</a:t>
            </a:r>
            <a:r>
              <a:rPr lang="en-US" altLang="zh-CN" sz="1800" b="1" dirty="0">
                <a:solidFill>
                  <a:schemeClr val="tx2">
                    <a:lumMod val="60000"/>
                    <a:lumOff val="40000"/>
                  </a:schemeClr>
                </a:solidFill>
                <a:ea typeface="楷体_GB2312" pitchFamily="49" charset="-122"/>
                <a:cs typeface="Times New Roman" panose="02020603050405020304" pitchFamily="18" charset="0"/>
              </a:rPr>
              <a:t>( 0, </a:t>
            </a:r>
            <a:r>
              <a:rPr lang="en-US" altLang="zh-CN" sz="1800" b="1" i="1" dirty="0">
                <a:solidFill>
                  <a:schemeClr val="tx2">
                    <a:lumMod val="60000"/>
                    <a:lumOff val="40000"/>
                  </a:schemeClr>
                </a:solidFill>
                <a:ea typeface="楷体_GB2312" pitchFamily="49" charset="-122"/>
                <a:cs typeface="Times New Roman" panose="02020603050405020304" pitchFamily="18" charset="0"/>
              </a:rPr>
              <a:t>offset</a:t>
            </a:r>
            <a:r>
              <a:rPr lang="en-US" altLang="zh-CN" sz="1800" b="1" dirty="0">
                <a:solidFill>
                  <a:schemeClr val="tx2">
                    <a:lumMod val="60000"/>
                    <a:lumOff val="40000"/>
                  </a:schemeClr>
                </a:solidFill>
                <a:ea typeface="楷体_GB2312" pitchFamily="49" charset="-122"/>
                <a:cs typeface="Times New Roman" panose="02020603050405020304" pitchFamily="18" charset="0"/>
              </a:rPr>
              <a:t> ); } </a:t>
            </a:r>
            <a:endParaRPr lang="zh-CN" altLang="en-US" sz="1800" b="1" dirty="0">
              <a:solidFill>
                <a:schemeClr val="tx2">
                  <a:lumMod val="60000"/>
                  <a:lumOff val="40000"/>
                </a:schemeClr>
              </a:solidFill>
              <a:ea typeface="楷体_GB2312" pitchFamily="49" charset="-122"/>
              <a:cs typeface="Times New Roman" panose="02020603050405020304" pitchFamily="18" charset="0"/>
            </a:endParaRPr>
          </a:p>
        </p:txBody>
      </p:sp>
      <p:sp>
        <p:nvSpPr>
          <p:cNvPr id="162820"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例</a:t>
            </a:r>
            <a:endParaRPr lang="zh-CN" altLang="en-US" sz="3000" i="1">
              <a:solidFill>
                <a:schemeClr val="tx1"/>
              </a:solidFill>
              <a:ea typeface="楷体_GB2312"/>
              <a:cs typeface="Times New Roman" panose="02020603050405020304" pitchFamily="18" charset="0"/>
            </a:endParaRPr>
          </a:p>
        </p:txBody>
      </p:sp>
      <p:sp>
        <p:nvSpPr>
          <p:cNvPr id="63" name="Line 103"/>
          <p:cNvSpPr>
            <a:spLocks noChangeShapeType="1"/>
          </p:cNvSpPr>
          <p:nvPr/>
        </p:nvSpPr>
        <p:spPr bwMode="auto">
          <a:xfrm flipH="1" flipV="1">
            <a:off x="6761163" y="2449513"/>
            <a:ext cx="269875"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nvGrpSpPr>
          <p:cNvPr id="162822" name="组合 180241"/>
          <p:cNvGrpSpPr>
            <a:grpSpLocks/>
          </p:cNvGrpSpPr>
          <p:nvPr/>
        </p:nvGrpSpPr>
        <p:grpSpPr bwMode="auto">
          <a:xfrm>
            <a:off x="6678613" y="-92075"/>
            <a:ext cx="2238375" cy="1449388"/>
            <a:chOff x="6678686" y="-92546"/>
            <a:chExt cx="2238896" cy="1449933"/>
          </a:xfrm>
        </p:grpSpPr>
        <p:sp>
          <p:nvSpPr>
            <p:cNvPr id="162954" name="Rectangle 15"/>
            <p:cNvSpPr>
              <a:spLocks noChangeArrowheads="1"/>
            </p:cNvSpPr>
            <p:nvPr/>
          </p:nvSpPr>
          <p:spPr bwMode="auto">
            <a:xfrm>
              <a:off x="7488832" y="-92546"/>
              <a:ext cx="1428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readarrary</a:t>
              </a:r>
            </a:p>
          </p:txBody>
        </p:sp>
        <p:sp>
          <p:nvSpPr>
            <p:cNvPr id="162955" name="Line 17"/>
            <p:cNvSpPr>
              <a:spLocks noChangeShapeType="1"/>
            </p:cNvSpPr>
            <p:nvPr/>
          </p:nvSpPr>
          <p:spPr bwMode="auto">
            <a:xfrm>
              <a:off x="7491461" y="283691"/>
              <a:ext cx="0" cy="592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6" name="Line 18"/>
            <p:cNvSpPr>
              <a:spLocks noChangeShapeType="1"/>
            </p:cNvSpPr>
            <p:nvPr/>
          </p:nvSpPr>
          <p:spPr bwMode="auto">
            <a:xfrm>
              <a:off x="8783140" y="283691"/>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7" name="Line 20"/>
            <p:cNvSpPr>
              <a:spLocks noChangeShapeType="1"/>
            </p:cNvSpPr>
            <p:nvPr/>
          </p:nvSpPr>
          <p:spPr bwMode="auto">
            <a:xfrm flipV="1">
              <a:off x="7493048" y="577380"/>
              <a:ext cx="128587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8" name="Rectangle 21"/>
            <p:cNvSpPr>
              <a:spLocks noChangeArrowheads="1"/>
            </p:cNvSpPr>
            <p:nvPr/>
          </p:nvSpPr>
          <p:spPr bwMode="auto">
            <a:xfrm>
              <a:off x="7735936" y="210840"/>
              <a:ext cx="111921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i="1">
                <a:solidFill>
                  <a:srgbClr val="000000"/>
                </a:solidFill>
                <a:ea typeface="宋体" panose="02010600030101010101" pitchFamily="2" charset="-122"/>
                <a:cs typeface="Times New Roman" panose="02020603050405020304" pitchFamily="18" charset="0"/>
              </a:endParaRPr>
            </a:p>
          </p:txBody>
        </p:sp>
        <p:sp>
          <p:nvSpPr>
            <p:cNvPr id="162959" name="Line 22"/>
            <p:cNvSpPr>
              <a:spLocks noChangeShapeType="1"/>
            </p:cNvSpPr>
            <p:nvPr/>
          </p:nvSpPr>
          <p:spPr bwMode="auto">
            <a:xfrm>
              <a:off x="7504162" y="283691"/>
              <a:ext cx="12541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0" name="Line 24"/>
            <p:cNvSpPr>
              <a:spLocks noChangeShapeType="1"/>
            </p:cNvSpPr>
            <p:nvPr/>
          </p:nvSpPr>
          <p:spPr bwMode="auto">
            <a:xfrm flipH="1">
              <a:off x="7775028" y="286867"/>
              <a:ext cx="0" cy="6032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1" name="Line 18"/>
            <p:cNvSpPr>
              <a:spLocks noChangeShapeType="1"/>
            </p:cNvSpPr>
            <p:nvPr/>
          </p:nvSpPr>
          <p:spPr bwMode="auto">
            <a:xfrm>
              <a:off x="8495108" y="286345"/>
              <a:ext cx="1587" cy="6207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2" name="Line 103"/>
            <p:cNvSpPr>
              <a:spLocks noChangeShapeType="1"/>
            </p:cNvSpPr>
            <p:nvPr/>
          </p:nvSpPr>
          <p:spPr bwMode="auto">
            <a:xfrm flipH="1" flipV="1">
              <a:off x="6678686" y="480117"/>
              <a:ext cx="9685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63" name="Line 51"/>
            <p:cNvSpPr>
              <a:spLocks noChangeShapeType="1"/>
            </p:cNvSpPr>
            <p:nvPr/>
          </p:nvSpPr>
          <p:spPr bwMode="auto">
            <a:xfrm>
              <a:off x="6684144" y="480116"/>
              <a:ext cx="12946" cy="877271"/>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94" name="Rectangle 3"/>
          <p:cNvSpPr txBox="1">
            <a:spLocks noChangeArrowheads="1"/>
          </p:cNvSpPr>
          <p:nvPr/>
        </p:nvSpPr>
        <p:spPr bwMode="auto">
          <a:xfrm>
            <a:off x="1296988" y="71438"/>
            <a:ext cx="2482850" cy="2390775"/>
          </a:xfrm>
          <a:prstGeom prst="rect">
            <a:avLst/>
          </a:prstGeom>
          <a:solidFill>
            <a:schemeClr val="accent5">
              <a:lumMod val="60000"/>
              <a:lumOff val="40000"/>
            </a:schemeClr>
          </a:solidFill>
          <a:ln>
            <a:solidFill>
              <a:schemeClr val="tx1"/>
            </a:solidFill>
          </a:ln>
        </p:spPr>
        <p:txBody>
          <a:bodyPr lIns="68580" tIns="34290" rIns="68580" bIns="34290"/>
          <a:lstStyle>
            <a:lvl1pPr marL="271463" indent="-271463">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just" eaLnBrk="1" hangingPunct="1">
              <a:lnSpc>
                <a:spcPts val="1400"/>
              </a:lnSpc>
              <a:spcBef>
                <a:spcPct val="12000"/>
              </a:spcBef>
              <a:buClr>
                <a:srgbClr val="3333CC"/>
              </a:buClr>
              <a:buFont typeface="Wingdings" panose="05000000000000000000" pitchFamily="2" charset="2"/>
              <a:buNone/>
              <a:defRPr/>
            </a:pPr>
            <a:r>
              <a:rPr lang="en-US" altLang="zh-CN" sz="1800" i="1" dirty="0">
                <a:solidFill>
                  <a:srgbClr val="0000FF"/>
                </a:solidFill>
                <a:latin typeface="Times New Roman" panose="02020603050405020304" pitchFamily="18" charset="0"/>
                <a:ea typeface="楷体_GB2312" pitchFamily="49" charset="-122"/>
              </a:rPr>
              <a:t>program</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i="1"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a</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[11]; </a:t>
            </a:r>
            <a:r>
              <a:rPr lang="en-US" altLang="zh-CN" sz="1800" i="1" dirty="0">
                <a:solidFill>
                  <a:prstClr val="black"/>
                </a:solidFill>
                <a:latin typeface="Times New Roman" panose="02020603050405020304" pitchFamily="18" charset="0"/>
                <a:ea typeface="楷体_GB2312" pitchFamily="49" charset="-122"/>
              </a:rPr>
              <a:t>x</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readarray</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exchange</a:t>
            </a:r>
            <a:r>
              <a:rPr lang="en-US" altLang="zh-CN" sz="1800" dirty="0">
                <a:solidFill>
                  <a:prstClr val="black"/>
                </a:solidFill>
                <a:latin typeface="Times New Roman" panose="02020603050405020304" pitchFamily="18" charset="0"/>
                <a:ea typeface="楷体_GB2312" pitchFamily="49" charset="-122"/>
              </a:rPr>
              <a:t>; {…}</a:t>
            </a:r>
            <a:endParaRPr lang="zh-CN" altLang="en-US" sz="1800" dirty="0">
              <a:solidFill>
                <a:srgbClr val="073E87"/>
              </a:solidFill>
              <a:latin typeface="Times New Roman" panose="02020603050405020304" pitchFamily="18" charset="0"/>
              <a:ea typeface="楷体_GB2312" pitchFamily="49" charset="-122"/>
            </a:endParaRP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proc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quicksort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k</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v</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func</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partition</a:t>
            </a:r>
            <a:r>
              <a:rPr lang="en-US" altLang="zh-CN" sz="1800" dirty="0">
                <a:solidFill>
                  <a:prstClr val="black"/>
                </a:solidFill>
                <a:latin typeface="Times New Roman" panose="02020603050405020304" pitchFamily="18" charset="0"/>
                <a:ea typeface="楷体_GB2312" pitchFamily="49" charset="-122"/>
              </a:rPr>
              <a:t>;</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srgbClr val="073E87"/>
                </a:solidFill>
                <a:latin typeface="Times New Roman" panose="02020603050405020304" pitchFamily="18" charset="0"/>
                <a:ea typeface="楷体_GB2312" pitchFamily="49" charset="-122"/>
              </a:rPr>
              <a:t>		</a:t>
            </a:r>
            <a:r>
              <a:rPr lang="en-US" altLang="zh-CN" sz="1800" i="1" dirty="0" err="1">
                <a:solidFill>
                  <a:srgbClr val="0000FF"/>
                </a:solidFill>
                <a:latin typeface="Times New Roman" panose="02020603050405020304" pitchFamily="18" charset="0"/>
                <a:ea typeface="楷体_GB2312" pitchFamily="49" charset="-122"/>
              </a:rPr>
              <a:t>var</a:t>
            </a:r>
            <a:r>
              <a:rPr lang="en-US" altLang="zh-CN" sz="1800" dirty="0">
                <a:solidFill>
                  <a:srgbClr val="0000FF"/>
                </a:solidFill>
                <a:latin typeface="Times New Roman" panose="02020603050405020304" pitchFamily="18" charset="0"/>
                <a:ea typeface="楷体_GB2312" pitchFamily="49" charset="-122"/>
              </a:rPr>
              <a:t> </a:t>
            </a:r>
            <a:r>
              <a:rPr lang="en-US" altLang="zh-CN" sz="1800" i="1" dirty="0" err="1">
                <a:solidFill>
                  <a:prstClr val="black"/>
                </a:solidFill>
                <a:latin typeface="Times New Roman" panose="02020603050405020304" pitchFamily="18" charset="0"/>
                <a:ea typeface="楷体_GB2312" pitchFamily="49" charset="-122"/>
              </a:rPr>
              <a:t>i</a:t>
            </a:r>
            <a:r>
              <a:rPr lang="en-US" altLang="zh-CN" sz="1800" dirty="0">
                <a:solidFill>
                  <a:prstClr val="black"/>
                </a:solidFill>
                <a:latin typeface="Times New Roman" panose="02020603050405020304" pitchFamily="18" charset="0"/>
                <a:ea typeface="楷体_GB2312" pitchFamily="49" charset="-122"/>
              </a:rPr>
              <a:t>, </a:t>
            </a:r>
            <a:r>
              <a:rPr lang="en-US" altLang="zh-CN" sz="1800" i="1" dirty="0">
                <a:solidFill>
                  <a:prstClr val="black"/>
                </a:solidFill>
                <a:latin typeface="Times New Roman" panose="02020603050405020304" pitchFamily="18" charset="0"/>
                <a:ea typeface="楷体_GB2312" pitchFamily="49" charset="-122"/>
              </a:rPr>
              <a:t>j</a:t>
            </a:r>
            <a:r>
              <a:rPr lang="en-US" altLang="zh-CN" sz="1800" dirty="0">
                <a:solidFill>
                  <a:prstClr val="black"/>
                </a:solidFill>
                <a:latin typeface="Times New Roman" panose="02020603050405020304" pitchFamily="18" charset="0"/>
                <a:ea typeface="楷体_GB2312" pitchFamily="49" charset="-122"/>
              </a:rPr>
              <a:t>:</a:t>
            </a:r>
            <a:r>
              <a:rPr lang="en-US" altLang="zh-CN" sz="1800" i="1" dirty="0">
                <a:solidFill>
                  <a:prstClr val="black"/>
                </a:solidFill>
                <a:latin typeface="Times New Roman" panose="02020603050405020304" pitchFamily="18" charset="0"/>
                <a:ea typeface="楷体_GB2312" pitchFamily="49" charset="-122"/>
              </a:rPr>
              <a:t>int</a:t>
            </a: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a:p>
            <a:pPr algn="just" eaLnBrk="1" hangingPunct="1">
              <a:lnSpc>
                <a:spcPts val="1400"/>
              </a:lnSpc>
              <a:spcBef>
                <a:spcPct val="12000"/>
              </a:spcBef>
              <a:buClr>
                <a:srgbClr val="3333CC"/>
              </a:buClr>
              <a:buFont typeface="Wingdings" panose="05000000000000000000" pitchFamily="2" charset="2"/>
              <a:buNone/>
              <a:defRPr/>
            </a:pPr>
            <a:r>
              <a:rPr lang="en-US" altLang="zh-CN" sz="1800" dirty="0">
                <a:solidFill>
                  <a:prstClr val="black"/>
                </a:solidFill>
                <a:latin typeface="Times New Roman" panose="02020603050405020304" pitchFamily="18" charset="0"/>
                <a:ea typeface="楷体_GB2312" pitchFamily="49" charset="-122"/>
              </a:rPr>
              <a:t>     {…}</a:t>
            </a:r>
          </a:p>
        </p:txBody>
      </p:sp>
      <p:grpSp>
        <p:nvGrpSpPr>
          <p:cNvPr id="162824" name="组合 5"/>
          <p:cNvGrpSpPr>
            <a:grpSpLocks/>
          </p:cNvGrpSpPr>
          <p:nvPr/>
        </p:nvGrpSpPr>
        <p:grpSpPr bwMode="auto">
          <a:xfrm>
            <a:off x="5070475" y="79375"/>
            <a:ext cx="1517650" cy="969963"/>
            <a:chOff x="5069755" y="79300"/>
            <a:chExt cx="1518468" cy="970576"/>
          </a:xfrm>
        </p:grpSpPr>
        <p:sp>
          <p:nvSpPr>
            <p:cNvPr id="162945" name="Rectangle 78"/>
            <p:cNvSpPr>
              <a:spLocks noChangeArrowheads="1"/>
            </p:cNvSpPr>
            <p:nvPr/>
          </p:nvSpPr>
          <p:spPr bwMode="auto">
            <a:xfrm>
              <a:off x="5573811" y="79300"/>
              <a:ext cx="10144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r>
                <a:rPr lang="zh-CN" altLang="en-US" sz="2100" i="1">
                  <a:solidFill>
                    <a:srgbClr val="000000"/>
                  </a:solidFill>
                  <a:ea typeface="宋体" panose="02010600030101010101" pitchFamily="2" charset="-122"/>
                  <a:cs typeface="Times New Roman" panose="02020603050405020304" pitchFamily="18" charset="0"/>
                </a:rPr>
                <a:t>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2946" name="Line 30"/>
            <p:cNvSpPr>
              <a:spLocks noChangeShapeType="1"/>
            </p:cNvSpPr>
            <p:nvPr/>
          </p:nvSpPr>
          <p:spPr bwMode="auto">
            <a:xfrm>
              <a:off x="5175270" y="149876"/>
              <a:ext cx="0" cy="90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7" name="Line 37"/>
            <p:cNvSpPr>
              <a:spLocks noChangeShapeType="1"/>
            </p:cNvSpPr>
            <p:nvPr/>
          </p:nvSpPr>
          <p:spPr bwMode="auto">
            <a:xfrm flipV="1">
              <a:off x="5166098" y="452784"/>
              <a:ext cx="141582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8" name="Rectangle 39"/>
            <p:cNvSpPr>
              <a:spLocks noChangeArrowheads="1"/>
            </p:cNvSpPr>
            <p:nvPr/>
          </p:nvSpPr>
          <p:spPr bwMode="auto">
            <a:xfrm>
              <a:off x="5069755" y="112637"/>
              <a:ext cx="5159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1800" i="1">
                  <a:solidFill>
                    <a:srgbClr val="000000"/>
                  </a:solidFill>
                  <a:ea typeface="宋体" panose="02010600030101010101" pitchFamily="2" charset="-122"/>
                  <a:cs typeface="Times New Roman" panose="02020603050405020304" pitchFamily="18" charset="0"/>
                </a:rPr>
                <a:t>nil</a:t>
              </a:r>
              <a:endParaRPr lang="zh-CN" altLang="en-US" sz="1800" i="1">
                <a:solidFill>
                  <a:srgbClr val="000000"/>
                </a:solidFill>
                <a:ea typeface="宋体" panose="02010600030101010101" pitchFamily="2" charset="-122"/>
                <a:cs typeface="Times New Roman" panose="02020603050405020304" pitchFamily="18" charset="0"/>
              </a:endParaRPr>
            </a:p>
          </p:txBody>
        </p:sp>
        <p:sp>
          <p:nvSpPr>
            <p:cNvPr id="162949" name="Line 41"/>
            <p:cNvSpPr>
              <a:spLocks noChangeShapeType="1"/>
            </p:cNvSpPr>
            <p:nvPr/>
          </p:nvSpPr>
          <p:spPr bwMode="auto">
            <a:xfrm>
              <a:off x="5175622" y="165025"/>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0" name="Line 42"/>
            <p:cNvSpPr>
              <a:spLocks noChangeShapeType="1"/>
            </p:cNvSpPr>
            <p:nvPr/>
          </p:nvSpPr>
          <p:spPr bwMode="auto">
            <a:xfrm>
              <a:off x="5573811" y="180900"/>
              <a:ext cx="0"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1" name="Line 43"/>
            <p:cNvSpPr>
              <a:spLocks noChangeShapeType="1"/>
            </p:cNvSpPr>
            <p:nvPr/>
          </p:nvSpPr>
          <p:spPr bwMode="auto">
            <a:xfrm>
              <a:off x="5573811" y="471412"/>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2" name="Line 44"/>
            <p:cNvSpPr>
              <a:spLocks noChangeShapeType="1"/>
            </p:cNvSpPr>
            <p:nvPr/>
          </p:nvSpPr>
          <p:spPr bwMode="auto">
            <a:xfrm>
              <a:off x="6318882" y="161552"/>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53" name="Line 44"/>
            <p:cNvSpPr>
              <a:spLocks noChangeShapeType="1"/>
            </p:cNvSpPr>
            <p:nvPr/>
          </p:nvSpPr>
          <p:spPr bwMode="auto">
            <a:xfrm>
              <a:off x="6581923" y="164231"/>
              <a:ext cx="0" cy="866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2825" name="组合 180235"/>
          <p:cNvGrpSpPr>
            <a:grpSpLocks/>
          </p:cNvGrpSpPr>
          <p:nvPr/>
        </p:nvGrpSpPr>
        <p:grpSpPr bwMode="auto">
          <a:xfrm>
            <a:off x="3816350" y="-14288"/>
            <a:ext cx="1331913" cy="1649413"/>
            <a:chOff x="3816350" y="-15044"/>
            <a:chExt cx="1331714" cy="1649918"/>
          </a:xfrm>
        </p:grpSpPr>
        <p:sp>
          <p:nvSpPr>
            <p:cNvPr id="162937" name="Line 16"/>
            <p:cNvSpPr>
              <a:spLocks noChangeShapeType="1"/>
            </p:cNvSpPr>
            <p:nvPr/>
          </p:nvSpPr>
          <p:spPr bwMode="auto">
            <a:xfrm>
              <a:off x="3908022"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38" name="Line 18"/>
            <p:cNvSpPr>
              <a:spLocks noChangeShapeType="1"/>
            </p:cNvSpPr>
            <p:nvPr/>
          </p:nvSpPr>
          <p:spPr bwMode="auto">
            <a:xfrm flipH="1" flipV="1">
              <a:off x="4355976" y="337887"/>
              <a:ext cx="0" cy="12969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39" name="Line 19"/>
            <p:cNvSpPr>
              <a:spLocks noChangeShapeType="1"/>
            </p:cNvSpPr>
            <p:nvPr/>
          </p:nvSpPr>
          <p:spPr bwMode="auto">
            <a:xfrm>
              <a:off x="4484086"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0" name="Line 20"/>
            <p:cNvSpPr>
              <a:spLocks noChangeShapeType="1"/>
            </p:cNvSpPr>
            <p:nvPr/>
          </p:nvSpPr>
          <p:spPr bwMode="auto">
            <a:xfrm>
              <a:off x="4491924" y="339502"/>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1" name="Line 21"/>
            <p:cNvSpPr>
              <a:spLocks noChangeShapeType="1"/>
            </p:cNvSpPr>
            <p:nvPr/>
          </p:nvSpPr>
          <p:spPr bwMode="auto">
            <a:xfrm flipH="1" flipV="1">
              <a:off x="4771399" y="337887"/>
              <a:ext cx="0" cy="129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42" name="Text Box 22"/>
            <p:cNvSpPr txBox="1">
              <a:spLocks noChangeArrowheads="1"/>
            </p:cNvSpPr>
            <p:nvPr/>
          </p:nvSpPr>
          <p:spPr bwMode="auto">
            <a:xfrm>
              <a:off x="3816350" y="-15044"/>
              <a:ext cx="7556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offset</a:t>
              </a:r>
            </a:p>
          </p:txBody>
        </p:sp>
        <p:sp>
          <p:nvSpPr>
            <p:cNvPr id="162943" name="Text Box 26"/>
            <p:cNvSpPr txBox="1">
              <a:spLocks noChangeArrowheads="1"/>
            </p:cNvSpPr>
            <p:nvPr/>
          </p:nvSpPr>
          <p:spPr bwMode="auto">
            <a:xfrm>
              <a:off x="4390827" y="-3398"/>
              <a:ext cx="7572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eaLnBrk="1" hangingPunct="1">
                <a:spcBef>
                  <a:spcPct val="50000"/>
                </a:spcBef>
              </a:pPr>
              <a:r>
                <a:rPr lang="en-US" altLang="zh-CN" sz="1800" b="0" i="1">
                  <a:solidFill>
                    <a:srgbClr val="000000"/>
                  </a:solidFill>
                  <a:ea typeface="宋体" panose="02010600030101010101" pitchFamily="2" charset="-122"/>
                  <a:cs typeface="Times New Roman" panose="02020603050405020304" pitchFamily="18" charset="0"/>
                </a:rPr>
                <a:t>tblptr</a:t>
              </a:r>
            </a:p>
          </p:txBody>
        </p:sp>
        <p:sp>
          <p:nvSpPr>
            <p:cNvPr id="162944" name="Line 20"/>
            <p:cNvSpPr>
              <a:spLocks noChangeShapeType="1"/>
            </p:cNvSpPr>
            <p:nvPr/>
          </p:nvSpPr>
          <p:spPr bwMode="auto">
            <a:xfrm flipV="1">
              <a:off x="3908022" y="334865"/>
              <a:ext cx="434883" cy="46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26" name="Line 20"/>
          <p:cNvSpPr>
            <a:spLocks noChangeShapeType="1"/>
          </p:cNvSpPr>
          <p:nvPr/>
        </p:nvSpPr>
        <p:spPr bwMode="auto">
          <a:xfrm flipV="1">
            <a:off x="1296988" y="268288"/>
            <a:ext cx="14255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27" name="Line 20"/>
          <p:cNvSpPr>
            <a:spLocks noChangeShapeType="1"/>
          </p:cNvSpPr>
          <p:nvPr/>
        </p:nvSpPr>
        <p:spPr bwMode="auto">
          <a:xfrm flipV="1">
            <a:off x="1633538" y="523875"/>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28" name="组合 180224"/>
          <p:cNvGrpSpPr>
            <a:grpSpLocks/>
          </p:cNvGrpSpPr>
          <p:nvPr/>
        </p:nvGrpSpPr>
        <p:grpSpPr bwMode="auto">
          <a:xfrm>
            <a:off x="4881563" y="1639888"/>
            <a:ext cx="2038350" cy="361950"/>
            <a:chOff x="4880918" y="1639665"/>
            <a:chExt cx="2038349" cy="361950"/>
          </a:xfrm>
        </p:grpSpPr>
        <p:sp>
          <p:nvSpPr>
            <p:cNvPr id="162935" name="Rectangle 25"/>
            <p:cNvSpPr>
              <a:spLocks noChangeArrowheads="1"/>
            </p:cNvSpPr>
            <p:nvPr/>
          </p:nvSpPr>
          <p:spPr bwMode="auto">
            <a:xfrm>
              <a:off x="4880918" y="1639665"/>
              <a:ext cx="2038349"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a                </a:t>
              </a:r>
              <a:r>
                <a:rPr lang="en-US" altLang="zh-CN" sz="1800">
                  <a:solidFill>
                    <a:srgbClr val="000000"/>
                  </a:solidFill>
                  <a:ea typeface="宋体" panose="02010600030101010101" pitchFamily="2" charset="-122"/>
                  <a:cs typeface="Times New Roman" panose="02020603050405020304" pitchFamily="18" charset="0"/>
                </a:rPr>
                <a:t>array  0</a:t>
              </a:r>
            </a:p>
          </p:txBody>
        </p:sp>
        <p:sp>
          <p:nvSpPr>
            <p:cNvPr id="162936" name="Line 8"/>
            <p:cNvSpPr>
              <a:spLocks noChangeShapeType="1"/>
            </p:cNvSpPr>
            <p:nvPr/>
          </p:nvSpPr>
          <p:spPr bwMode="auto">
            <a:xfrm>
              <a:off x="4898381" y="1990502"/>
              <a:ext cx="2020886"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29" name="Line 20"/>
          <p:cNvSpPr>
            <a:spLocks noChangeShapeType="1"/>
          </p:cNvSpPr>
          <p:nvPr/>
        </p:nvSpPr>
        <p:spPr bwMode="auto">
          <a:xfrm>
            <a:off x="2982913" y="555625"/>
            <a:ext cx="37782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7" name="组合 180236"/>
          <p:cNvGrpSpPr>
            <a:grpSpLocks/>
          </p:cNvGrpSpPr>
          <p:nvPr/>
        </p:nvGrpSpPr>
        <p:grpSpPr bwMode="auto">
          <a:xfrm>
            <a:off x="3913188" y="311150"/>
            <a:ext cx="1266825" cy="315913"/>
            <a:chOff x="3913756" y="310816"/>
            <a:chExt cx="1266106" cy="316804"/>
          </a:xfrm>
        </p:grpSpPr>
        <p:sp>
          <p:nvSpPr>
            <p:cNvPr id="162932" name="Line 20"/>
            <p:cNvSpPr>
              <a:spLocks noChangeShapeType="1"/>
            </p:cNvSpPr>
            <p:nvPr/>
          </p:nvSpPr>
          <p:spPr bwMode="auto">
            <a:xfrm>
              <a:off x="4499992" y="620241"/>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24" name="直接箭头连接符 123"/>
            <p:cNvCxnSpPr/>
            <p:nvPr/>
          </p:nvCxnSpPr>
          <p:spPr>
            <a:xfrm flipV="1">
              <a:off x="4616619" y="310816"/>
              <a:ext cx="563243" cy="165566"/>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50"/>
            <p:cNvSpPr/>
            <p:nvPr/>
          </p:nvSpPr>
          <p:spPr>
            <a:xfrm>
              <a:off x="3913756" y="334696"/>
              <a:ext cx="439487" cy="29292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grpSp>
        <p:nvGrpSpPr>
          <p:cNvPr id="8" name="组合 180238"/>
          <p:cNvGrpSpPr>
            <a:grpSpLocks/>
          </p:cNvGrpSpPr>
          <p:nvPr/>
        </p:nvGrpSpPr>
        <p:grpSpPr bwMode="auto">
          <a:xfrm>
            <a:off x="3908425" y="636588"/>
            <a:ext cx="990600" cy="769937"/>
            <a:chOff x="3907724" y="637094"/>
            <a:chExt cx="990625" cy="769481"/>
          </a:xfrm>
        </p:grpSpPr>
        <p:sp>
          <p:nvSpPr>
            <p:cNvPr id="162929" name="Line 20"/>
            <p:cNvSpPr>
              <a:spLocks noChangeShapeType="1"/>
            </p:cNvSpPr>
            <p:nvPr/>
          </p:nvSpPr>
          <p:spPr bwMode="auto">
            <a:xfrm>
              <a:off x="4499992" y="926397"/>
              <a:ext cx="2794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cxnSp>
          <p:nvCxnSpPr>
            <p:cNvPr id="133" name="直接箭头连接符 132"/>
            <p:cNvCxnSpPr/>
            <p:nvPr/>
          </p:nvCxnSpPr>
          <p:spPr>
            <a:xfrm>
              <a:off x="4617355" y="771951"/>
              <a:ext cx="280994" cy="634624"/>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153" name="矩形 152"/>
            <p:cNvSpPr/>
            <p:nvPr/>
          </p:nvSpPr>
          <p:spPr>
            <a:xfrm>
              <a:off x="3907724" y="637094"/>
              <a:ext cx="439749" cy="29192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sp>
        <p:nvSpPr>
          <p:cNvPr id="180232" name="矩形 180231"/>
          <p:cNvSpPr/>
          <p:nvPr/>
        </p:nvSpPr>
        <p:spPr>
          <a:xfrm>
            <a:off x="3916363" y="622300"/>
            <a:ext cx="439737" cy="29368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33" name="组合 180240"/>
          <p:cNvGrpSpPr>
            <a:grpSpLocks/>
          </p:cNvGrpSpPr>
          <p:nvPr/>
        </p:nvGrpSpPr>
        <p:grpSpPr bwMode="auto">
          <a:xfrm>
            <a:off x="4897438" y="1943100"/>
            <a:ext cx="2071687" cy="363538"/>
            <a:chOff x="4897836" y="1942382"/>
            <a:chExt cx="2070694" cy="363537"/>
          </a:xfrm>
        </p:grpSpPr>
        <p:sp>
          <p:nvSpPr>
            <p:cNvPr id="162927" name="Line 7"/>
            <p:cNvSpPr>
              <a:spLocks noChangeShapeType="1"/>
            </p:cNvSpPr>
            <p:nvPr/>
          </p:nvSpPr>
          <p:spPr bwMode="auto">
            <a:xfrm flipV="1">
              <a:off x="4899968" y="2281016"/>
              <a:ext cx="1978025" cy="15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28" name="Rectangle 26"/>
            <p:cNvSpPr>
              <a:spLocks noChangeArrowheads="1"/>
            </p:cNvSpPr>
            <p:nvPr/>
          </p:nvSpPr>
          <p:spPr bwMode="auto">
            <a:xfrm>
              <a:off x="4897836" y="1942382"/>
              <a:ext cx="2070694"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x                 </a:t>
              </a:r>
              <a:r>
                <a:rPr lang="en-US" altLang="zh-CN" sz="1800">
                  <a:solidFill>
                    <a:srgbClr val="000000"/>
                  </a:solidFill>
                  <a:ea typeface="宋体" panose="02010600030101010101" pitchFamily="2" charset="-122"/>
                  <a:cs typeface="Times New Roman" panose="02020603050405020304" pitchFamily="18" charset="0"/>
                </a:rPr>
                <a:t>int     44</a:t>
              </a:r>
            </a:p>
          </p:txBody>
        </p:sp>
      </p:grpSp>
      <p:sp>
        <p:nvSpPr>
          <p:cNvPr id="162834" name="Line 20"/>
          <p:cNvSpPr>
            <a:spLocks noChangeShapeType="1"/>
          </p:cNvSpPr>
          <p:nvPr/>
        </p:nvSpPr>
        <p:spPr bwMode="auto">
          <a:xfrm>
            <a:off x="1633538" y="700088"/>
            <a:ext cx="14271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35" name="Line 20"/>
          <p:cNvSpPr>
            <a:spLocks noChangeShapeType="1"/>
          </p:cNvSpPr>
          <p:nvPr/>
        </p:nvSpPr>
        <p:spPr bwMode="auto">
          <a:xfrm flipV="1">
            <a:off x="1785938" y="922338"/>
            <a:ext cx="842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36" name="组合 180243"/>
          <p:cNvGrpSpPr>
            <a:grpSpLocks/>
          </p:cNvGrpSpPr>
          <p:nvPr/>
        </p:nvGrpSpPr>
        <p:grpSpPr bwMode="auto">
          <a:xfrm>
            <a:off x="7504113" y="539750"/>
            <a:ext cx="1239837" cy="361950"/>
            <a:chOff x="7504161" y="539279"/>
            <a:chExt cx="1239492" cy="361950"/>
          </a:xfrm>
        </p:grpSpPr>
        <p:sp>
          <p:nvSpPr>
            <p:cNvPr id="162925" name="Line 19"/>
            <p:cNvSpPr>
              <a:spLocks noChangeShapeType="1"/>
            </p:cNvSpPr>
            <p:nvPr/>
          </p:nvSpPr>
          <p:spPr bwMode="auto">
            <a:xfrm flipV="1">
              <a:off x="7504161" y="875829"/>
              <a:ext cx="1228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26" name="Rectangle 40"/>
            <p:cNvSpPr>
              <a:spLocks noChangeArrowheads="1"/>
            </p:cNvSpPr>
            <p:nvPr/>
          </p:nvSpPr>
          <p:spPr bwMode="auto">
            <a:xfrm>
              <a:off x="7523211" y="539279"/>
              <a:ext cx="122044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grpSp>
      <p:sp>
        <p:nvSpPr>
          <p:cNvPr id="162837" name="Line 20"/>
          <p:cNvSpPr>
            <a:spLocks noChangeShapeType="1"/>
          </p:cNvSpPr>
          <p:nvPr/>
        </p:nvSpPr>
        <p:spPr bwMode="auto">
          <a:xfrm flipV="1">
            <a:off x="2773363" y="9159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8" name="矩形 177"/>
          <p:cNvSpPr/>
          <p:nvPr/>
        </p:nvSpPr>
        <p:spPr>
          <a:xfrm>
            <a:off x="8509000" y="298450"/>
            <a:ext cx="271463"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39" name="组合 180244"/>
          <p:cNvGrpSpPr>
            <a:grpSpLocks/>
          </p:cNvGrpSpPr>
          <p:nvPr/>
        </p:nvGrpSpPr>
        <p:grpSpPr bwMode="auto">
          <a:xfrm>
            <a:off x="4862513" y="739775"/>
            <a:ext cx="2640012" cy="1817688"/>
            <a:chOff x="4861992" y="739181"/>
            <a:chExt cx="2640954" cy="1818058"/>
          </a:xfrm>
        </p:grpSpPr>
        <p:sp>
          <p:nvSpPr>
            <p:cNvPr id="84" name="Line 95"/>
            <p:cNvSpPr>
              <a:spLocks noChangeShapeType="1"/>
            </p:cNvSpPr>
            <p:nvPr/>
          </p:nvSpPr>
          <p:spPr bwMode="auto">
            <a:xfrm>
              <a:off x="7018586" y="739181"/>
              <a:ext cx="3176" cy="1722789"/>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86" name="Line 43"/>
            <p:cNvSpPr>
              <a:spLocks noChangeShapeType="1"/>
            </p:cNvSpPr>
            <p:nvPr/>
          </p:nvSpPr>
          <p:spPr bwMode="auto">
            <a:xfrm>
              <a:off x="7031291" y="750296"/>
              <a:ext cx="471655"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62923" name="Line 6"/>
            <p:cNvSpPr>
              <a:spLocks noChangeShapeType="1"/>
            </p:cNvSpPr>
            <p:nvPr/>
          </p:nvSpPr>
          <p:spPr bwMode="auto">
            <a:xfrm flipV="1">
              <a:off x="4874568" y="2557239"/>
              <a:ext cx="19865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24" name="Rectangle 28"/>
            <p:cNvSpPr>
              <a:spLocks noChangeArrowheads="1"/>
            </p:cNvSpPr>
            <p:nvPr/>
          </p:nvSpPr>
          <p:spPr bwMode="auto">
            <a:xfrm>
              <a:off x="4861992" y="2192115"/>
              <a:ext cx="13144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readarray</a:t>
              </a:r>
            </a:p>
          </p:txBody>
        </p:sp>
      </p:grpSp>
      <p:sp>
        <p:nvSpPr>
          <p:cNvPr id="162840" name="Line 20"/>
          <p:cNvSpPr>
            <a:spLocks noChangeShapeType="1"/>
          </p:cNvSpPr>
          <p:nvPr/>
        </p:nvSpPr>
        <p:spPr bwMode="auto">
          <a:xfrm>
            <a:off x="1619250" y="11318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41" name="组合 1"/>
          <p:cNvGrpSpPr>
            <a:grpSpLocks/>
          </p:cNvGrpSpPr>
          <p:nvPr/>
        </p:nvGrpSpPr>
        <p:grpSpPr bwMode="auto">
          <a:xfrm>
            <a:off x="6861175" y="893763"/>
            <a:ext cx="1976438" cy="727075"/>
            <a:chOff x="6861077" y="893664"/>
            <a:chExt cx="1976561" cy="727596"/>
          </a:xfrm>
        </p:grpSpPr>
        <p:sp>
          <p:nvSpPr>
            <p:cNvPr id="162912" name="Rectangle 31"/>
            <p:cNvSpPr>
              <a:spLocks noChangeArrowheads="1"/>
            </p:cNvSpPr>
            <p:nvPr/>
          </p:nvSpPr>
          <p:spPr bwMode="auto">
            <a:xfrm>
              <a:off x="7566050" y="893664"/>
              <a:ext cx="12715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exchange</a:t>
              </a:r>
            </a:p>
          </p:txBody>
        </p:sp>
        <p:sp>
          <p:nvSpPr>
            <p:cNvPr id="162913" name="Line 32"/>
            <p:cNvSpPr>
              <a:spLocks noChangeShapeType="1"/>
            </p:cNvSpPr>
            <p:nvPr/>
          </p:nvSpPr>
          <p:spPr bwMode="auto">
            <a:xfrm>
              <a:off x="7486725" y="1298998"/>
              <a:ext cx="0" cy="2921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4" name="Line 33"/>
            <p:cNvSpPr>
              <a:spLocks noChangeShapeType="1"/>
            </p:cNvSpPr>
            <p:nvPr/>
          </p:nvSpPr>
          <p:spPr bwMode="auto">
            <a:xfrm>
              <a:off x="8718178" y="1298998"/>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5" name="Line 34"/>
            <p:cNvSpPr>
              <a:spLocks noChangeShapeType="1"/>
            </p:cNvSpPr>
            <p:nvPr/>
          </p:nvSpPr>
          <p:spPr bwMode="auto">
            <a:xfrm>
              <a:off x="7488312" y="1608559"/>
              <a:ext cx="11953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6" name="Rectangle 35"/>
            <p:cNvSpPr>
              <a:spLocks noChangeArrowheads="1"/>
            </p:cNvSpPr>
            <p:nvPr/>
          </p:nvSpPr>
          <p:spPr bwMode="auto">
            <a:xfrm>
              <a:off x="7710066" y="1246610"/>
              <a:ext cx="107840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2917" name="Line 36"/>
            <p:cNvSpPr>
              <a:spLocks noChangeShapeType="1"/>
            </p:cNvSpPr>
            <p:nvPr/>
          </p:nvSpPr>
          <p:spPr bwMode="auto">
            <a:xfrm flipV="1">
              <a:off x="7501013" y="1297409"/>
              <a:ext cx="1217166" cy="15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8" name="Line 37"/>
            <p:cNvSpPr>
              <a:spLocks noChangeShapeType="1"/>
            </p:cNvSpPr>
            <p:nvPr/>
          </p:nvSpPr>
          <p:spPr bwMode="auto">
            <a:xfrm>
              <a:off x="7710066" y="1313285"/>
              <a:ext cx="0" cy="284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19" name="Line 33"/>
            <p:cNvSpPr>
              <a:spLocks noChangeShapeType="1"/>
            </p:cNvSpPr>
            <p:nvPr/>
          </p:nvSpPr>
          <p:spPr bwMode="auto">
            <a:xfrm>
              <a:off x="8502154" y="1294235"/>
              <a:ext cx="0" cy="322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20" name="Line 51"/>
            <p:cNvSpPr>
              <a:spLocks noChangeShapeType="1"/>
            </p:cNvSpPr>
            <p:nvPr/>
          </p:nvSpPr>
          <p:spPr bwMode="auto">
            <a:xfrm flipH="1">
              <a:off x="6861077" y="1533301"/>
              <a:ext cx="736822"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42" name="Line 20"/>
          <p:cNvSpPr>
            <a:spLocks noChangeShapeType="1"/>
          </p:cNvSpPr>
          <p:nvPr/>
        </p:nvSpPr>
        <p:spPr bwMode="auto">
          <a:xfrm flipV="1">
            <a:off x="3157538" y="11318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22" name="矩形 121"/>
          <p:cNvSpPr/>
          <p:nvPr/>
        </p:nvSpPr>
        <p:spPr>
          <a:xfrm>
            <a:off x="8510588" y="130333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44" name="组合 3"/>
          <p:cNvGrpSpPr>
            <a:grpSpLocks/>
          </p:cNvGrpSpPr>
          <p:nvPr/>
        </p:nvGrpSpPr>
        <p:grpSpPr bwMode="auto">
          <a:xfrm>
            <a:off x="4862513" y="1423988"/>
            <a:ext cx="2551112" cy="1428750"/>
            <a:chOff x="4861992" y="1423765"/>
            <a:chExt cx="2551631" cy="1428750"/>
          </a:xfrm>
        </p:grpSpPr>
        <p:sp>
          <p:nvSpPr>
            <p:cNvPr id="162907" name="Line 5"/>
            <p:cNvSpPr>
              <a:spLocks noChangeShapeType="1"/>
            </p:cNvSpPr>
            <p:nvPr/>
          </p:nvSpPr>
          <p:spPr bwMode="auto">
            <a:xfrm>
              <a:off x="4887268" y="2846735"/>
              <a:ext cx="197380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8" name="Rectangle 39"/>
            <p:cNvSpPr>
              <a:spLocks noChangeArrowheads="1"/>
            </p:cNvSpPr>
            <p:nvPr/>
          </p:nvSpPr>
          <p:spPr bwMode="auto">
            <a:xfrm>
              <a:off x="4861992" y="2488977"/>
              <a:ext cx="12604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exchange</a:t>
              </a:r>
            </a:p>
          </p:txBody>
        </p:sp>
        <p:sp>
          <p:nvSpPr>
            <p:cNvPr id="130" name="Line 103"/>
            <p:cNvSpPr>
              <a:spLocks noChangeShapeType="1"/>
            </p:cNvSpPr>
            <p:nvPr/>
          </p:nvSpPr>
          <p:spPr bwMode="auto">
            <a:xfrm flipH="1">
              <a:off x="6753089" y="2738215"/>
              <a:ext cx="3747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1" name="Line 95"/>
            <p:cNvSpPr>
              <a:spLocks noChangeShapeType="1"/>
            </p:cNvSpPr>
            <p:nvPr/>
          </p:nvSpPr>
          <p:spPr bwMode="auto">
            <a:xfrm flipH="1">
              <a:off x="7150044" y="1423765"/>
              <a:ext cx="0" cy="1330325"/>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32" name="Line 43"/>
            <p:cNvSpPr>
              <a:spLocks noChangeShapeType="1"/>
            </p:cNvSpPr>
            <p:nvPr/>
          </p:nvSpPr>
          <p:spPr bwMode="auto">
            <a:xfrm flipV="1">
              <a:off x="7129403" y="1436465"/>
              <a:ext cx="284220"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62845" name="Line 20"/>
          <p:cNvSpPr>
            <a:spLocks noChangeShapeType="1"/>
          </p:cNvSpPr>
          <p:nvPr/>
        </p:nvSpPr>
        <p:spPr bwMode="auto">
          <a:xfrm>
            <a:off x="1619250" y="1347788"/>
            <a:ext cx="1427163"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46" name="组合 2"/>
          <p:cNvGrpSpPr>
            <a:grpSpLocks/>
          </p:cNvGrpSpPr>
          <p:nvPr/>
        </p:nvGrpSpPr>
        <p:grpSpPr bwMode="auto">
          <a:xfrm>
            <a:off x="6896100" y="1582738"/>
            <a:ext cx="2354263" cy="1533525"/>
            <a:chOff x="6895356" y="1582537"/>
            <a:chExt cx="2355402" cy="1533525"/>
          </a:xfrm>
        </p:grpSpPr>
        <p:sp>
          <p:nvSpPr>
            <p:cNvPr id="162897" name="Line 42"/>
            <p:cNvSpPr>
              <a:spLocks noChangeShapeType="1"/>
            </p:cNvSpPr>
            <p:nvPr/>
          </p:nvSpPr>
          <p:spPr bwMode="auto">
            <a:xfrm>
              <a:off x="7454577" y="1920674"/>
              <a:ext cx="1587" cy="11795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8" name="Line 43"/>
            <p:cNvSpPr>
              <a:spLocks noChangeShapeType="1"/>
            </p:cNvSpPr>
            <p:nvPr/>
          </p:nvSpPr>
          <p:spPr bwMode="auto">
            <a:xfrm flipH="1">
              <a:off x="9091289" y="1919087"/>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9" name="Line 47"/>
            <p:cNvSpPr>
              <a:spLocks noChangeShapeType="1"/>
            </p:cNvSpPr>
            <p:nvPr/>
          </p:nvSpPr>
          <p:spPr bwMode="auto">
            <a:xfrm flipV="1">
              <a:off x="7456164" y="2230237"/>
              <a:ext cx="1639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0" name="Rectangle 48"/>
            <p:cNvSpPr>
              <a:spLocks noChangeArrowheads="1"/>
            </p:cNvSpPr>
            <p:nvPr/>
          </p:nvSpPr>
          <p:spPr bwMode="auto">
            <a:xfrm>
              <a:off x="7946702" y="1868287"/>
              <a:ext cx="1304056"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2901" name="Rectangle 49"/>
            <p:cNvSpPr>
              <a:spLocks noChangeArrowheads="1"/>
            </p:cNvSpPr>
            <p:nvPr/>
          </p:nvSpPr>
          <p:spPr bwMode="auto">
            <a:xfrm>
              <a:off x="7666582" y="1582537"/>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quicksort</a:t>
              </a:r>
            </a:p>
          </p:txBody>
        </p:sp>
        <p:sp>
          <p:nvSpPr>
            <p:cNvPr id="162902" name="Line 50"/>
            <p:cNvSpPr>
              <a:spLocks noChangeShapeType="1"/>
            </p:cNvSpPr>
            <p:nvPr/>
          </p:nvSpPr>
          <p:spPr bwMode="auto">
            <a:xfrm flipV="1">
              <a:off x="7467277" y="1919087"/>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3" name="Line 51"/>
            <p:cNvSpPr>
              <a:spLocks noChangeShapeType="1"/>
            </p:cNvSpPr>
            <p:nvPr/>
          </p:nvSpPr>
          <p:spPr bwMode="auto">
            <a:xfrm>
              <a:off x="7832402" y="1934962"/>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4" name="Line 52"/>
            <p:cNvSpPr>
              <a:spLocks noChangeShapeType="1"/>
            </p:cNvSpPr>
            <p:nvPr/>
          </p:nvSpPr>
          <p:spPr bwMode="auto">
            <a:xfrm>
              <a:off x="8386662" y="2254049"/>
              <a:ext cx="0" cy="8604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5" name="Line 51"/>
            <p:cNvSpPr>
              <a:spLocks noChangeShapeType="1"/>
            </p:cNvSpPr>
            <p:nvPr/>
          </p:nvSpPr>
          <p:spPr bwMode="auto">
            <a:xfrm flipH="1" flipV="1">
              <a:off x="6895356" y="2122287"/>
              <a:ext cx="821434" cy="438"/>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906" name="Line 43"/>
            <p:cNvSpPr>
              <a:spLocks noChangeShapeType="1"/>
            </p:cNvSpPr>
            <p:nvPr/>
          </p:nvSpPr>
          <p:spPr bwMode="auto">
            <a:xfrm flipH="1">
              <a:off x="8746702" y="1903881"/>
              <a:ext cx="4763" cy="11969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47" name="Line 20"/>
          <p:cNvSpPr>
            <a:spLocks noChangeShapeType="1"/>
          </p:cNvSpPr>
          <p:nvPr/>
        </p:nvSpPr>
        <p:spPr bwMode="auto">
          <a:xfrm flipV="1">
            <a:off x="1785938" y="15636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48" name="组合 6"/>
          <p:cNvGrpSpPr>
            <a:grpSpLocks/>
          </p:cNvGrpSpPr>
          <p:nvPr/>
        </p:nvGrpSpPr>
        <p:grpSpPr bwMode="auto">
          <a:xfrm>
            <a:off x="7467600" y="2201863"/>
            <a:ext cx="1676400" cy="361950"/>
            <a:chOff x="7467277" y="2201662"/>
            <a:chExt cx="1676723" cy="361950"/>
          </a:xfrm>
        </p:grpSpPr>
        <p:sp>
          <p:nvSpPr>
            <p:cNvPr id="162895" name="Rectangle 54"/>
            <p:cNvSpPr>
              <a:spLocks noChangeArrowheads="1"/>
            </p:cNvSpPr>
            <p:nvPr/>
          </p:nvSpPr>
          <p:spPr bwMode="auto">
            <a:xfrm>
              <a:off x="7505377" y="2201662"/>
              <a:ext cx="163862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k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62896" name="Line 46"/>
            <p:cNvSpPr>
              <a:spLocks noChangeShapeType="1"/>
            </p:cNvSpPr>
            <p:nvPr/>
          </p:nvSpPr>
          <p:spPr bwMode="auto">
            <a:xfrm flipV="1">
              <a:off x="7467277" y="2525512"/>
              <a:ext cx="1639887" cy="15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2849" name="组合 7"/>
          <p:cNvGrpSpPr>
            <a:grpSpLocks/>
          </p:cNvGrpSpPr>
          <p:nvPr/>
        </p:nvGrpSpPr>
        <p:grpSpPr bwMode="auto">
          <a:xfrm>
            <a:off x="7467600" y="2486025"/>
            <a:ext cx="1643063" cy="390525"/>
            <a:chOff x="7467277" y="2485824"/>
            <a:chExt cx="1643062" cy="390526"/>
          </a:xfrm>
        </p:grpSpPr>
        <p:sp>
          <p:nvSpPr>
            <p:cNvPr id="162893" name="Rectangle 55"/>
            <p:cNvSpPr>
              <a:spLocks noChangeArrowheads="1"/>
            </p:cNvSpPr>
            <p:nvPr/>
          </p:nvSpPr>
          <p:spPr bwMode="auto">
            <a:xfrm>
              <a:off x="7505376" y="2485824"/>
              <a:ext cx="1585913" cy="39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v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62894" name="Line 45"/>
            <p:cNvSpPr>
              <a:spLocks noChangeShapeType="1"/>
            </p:cNvSpPr>
            <p:nvPr/>
          </p:nvSpPr>
          <p:spPr bwMode="auto">
            <a:xfrm flipV="1">
              <a:off x="7467277" y="2819199"/>
              <a:ext cx="1643062"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50" name="Line 20"/>
          <p:cNvSpPr>
            <a:spLocks noChangeShapeType="1"/>
          </p:cNvSpPr>
          <p:nvPr/>
        </p:nvSpPr>
        <p:spPr bwMode="auto">
          <a:xfrm flipV="1">
            <a:off x="1938338" y="1779588"/>
            <a:ext cx="113665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51" name="组合 8"/>
          <p:cNvGrpSpPr>
            <a:grpSpLocks/>
          </p:cNvGrpSpPr>
          <p:nvPr/>
        </p:nvGrpSpPr>
        <p:grpSpPr bwMode="auto">
          <a:xfrm>
            <a:off x="7604125" y="3176588"/>
            <a:ext cx="1524000" cy="1260475"/>
            <a:chOff x="7603925" y="3176042"/>
            <a:chExt cx="1523902" cy="1261690"/>
          </a:xfrm>
        </p:grpSpPr>
        <p:sp>
          <p:nvSpPr>
            <p:cNvPr id="162883" name="Line 56"/>
            <p:cNvSpPr>
              <a:spLocks noChangeShapeType="1"/>
            </p:cNvSpPr>
            <p:nvPr/>
          </p:nvSpPr>
          <p:spPr bwMode="auto">
            <a:xfrm flipH="1">
              <a:off x="7603925"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84" name="Line 57"/>
            <p:cNvSpPr>
              <a:spLocks noChangeShapeType="1"/>
            </p:cNvSpPr>
            <p:nvPr/>
          </p:nvSpPr>
          <p:spPr bwMode="auto">
            <a:xfrm flipH="1">
              <a:off x="8899449" y="3513385"/>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85" name="Line 60"/>
            <p:cNvSpPr>
              <a:spLocks noChangeShapeType="1"/>
            </p:cNvSpPr>
            <p:nvPr/>
          </p:nvSpPr>
          <p:spPr bwMode="auto">
            <a:xfrm flipV="1">
              <a:off x="7616626" y="3807495"/>
              <a:ext cx="12907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86" name="Rectangle 61"/>
            <p:cNvSpPr>
              <a:spLocks noChangeArrowheads="1"/>
            </p:cNvSpPr>
            <p:nvPr/>
          </p:nvSpPr>
          <p:spPr bwMode="auto">
            <a:xfrm>
              <a:off x="7891337" y="3460998"/>
              <a:ext cx="1188964"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header  </a:t>
              </a:r>
              <a:endParaRPr lang="en-US" altLang="zh-CN" sz="2100">
                <a:solidFill>
                  <a:srgbClr val="000000"/>
                </a:solidFill>
                <a:ea typeface="宋体" panose="02010600030101010101" pitchFamily="2" charset="-122"/>
                <a:cs typeface="Times New Roman" panose="02020603050405020304" pitchFamily="18" charset="0"/>
              </a:endParaRPr>
            </a:p>
          </p:txBody>
        </p:sp>
        <p:sp>
          <p:nvSpPr>
            <p:cNvPr id="162887" name="Rectangle 62"/>
            <p:cNvSpPr>
              <a:spLocks noChangeArrowheads="1"/>
            </p:cNvSpPr>
            <p:nvPr/>
          </p:nvSpPr>
          <p:spPr bwMode="auto">
            <a:xfrm>
              <a:off x="7776864" y="3176042"/>
              <a:ext cx="13509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gn="ctr"/>
              <a:r>
                <a:rPr lang="en-US" altLang="zh-CN" sz="2100" i="1">
                  <a:solidFill>
                    <a:srgbClr val="000000"/>
                  </a:solidFill>
                  <a:ea typeface="宋体" panose="02010600030101010101" pitchFamily="2" charset="-122"/>
                  <a:cs typeface="Times New Roman" panose="02020603050405020304" pitchFamily="18" charset="0"/>
                </a:rPr>
                <a:t>partition</a:t>
              </a:r>
            </a:p>
          </p:txBody>
        </p:sp>
        <p:sp>
          <p:nvSpPr>
            <p:cNvPr id="162888" name="Line 63"/>
            <p:cNvSpPr>
              <a:spLocks noChangeShapeType="1"/>
            </p:cNvSpPr>
            <p:nvPr/>
          </p:nvSpPr>
          <p:spPr bwMode="auto">
            <a:xfrm>
              <a:off x="7627738" y="3514972"/>
              <a:ext cx="1269999" cy="15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89" name="Line 64"/>
            <p:cNvSpPr>
              <a:spLocks noChangeShapeType="1"/>
            </p:cNvSpPr>
            <p:nvPr/>
          </p:nvSpPr>
          <p:spPr bwMode="auto">
            <a:xfrm>
              <a:off x="7891337" y="3527673"/>
              <a:ext cx="1587" cy="282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0" name="Line 65"/>
            <p:cNvSpPr>
              <a:spLocks noChangeShapeType="1"/>
            </p:cNvSpPr>
            <p:nvPr/>
          </p:nvSpPr>
          <p:spPr bwMode="auto">
            <a:xfrm flipH="1">
              <a:off x="7897687" y="3826123"/>
              <a:ext cx="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1" name="Line 57"/>
            <p:cNvSpPr>
              <a:spLocks noChangeShapeType="1"/>
            </p:cNvSpPr>
            <p:nvPr/>
          </p:nvSpPr>
          <p:spPr bwMode="auto">
            <a:xfrm flipH="1">
              <a:off x="8683425" y="3534444"/>
              <a:ext cx="0" cy="903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92" name="Line 51"/>
            <p:cNvSpPr>
              <a:spLocks noChangeShapeType="1"/>
            </p:cNvSpPr>
            <p:nvPr/>
          </p:nvSpPr>
          <p:spPr bwMode="auto">
            <a:xfrm flipV="1">
              <a:off x="7666581" y="3201492"/>
              <a:ext cx="1" cy="384689"/>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52" name="Line 20"/>
          <p:cNvSpPr>
            <a:spLocks noChangeShapeType="1"/>
          </p:cNvSpPr>
          <p:nvPr/>
        </p:nvSpPr>
        <p:spPr bwMode="auto">
          <a:xfrm flipV="1">
            <a:off x="2138363" y="1995488"/>
            <a:ext cx="1138237"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162853" name="组合 9"/>
          <p:cNvGrpSpPr>
            <a:grpSpLocks/>
          </p:cNvGrpSpPr>
          <p:nvPr/>
        </p:nvGrpSpPr>
        <p:grpSpPr bwMode="auto">
          <a:xfrm>
            <a:off x="7627938" y="3783013"/>
            <a:ext cx="1303337" cy="363537"/>
            <a:chOff x="7627739" y="3783260"/>
            <a:chExt cx="1303462" cy="363538"/>
          </a:xfrm>
        </p:grpSpPr>
        <p:sp>
          <p:nvSpPr>
            <p:cNvPr id="162881" name="Rectangle 67"/>
            <p:cNvSpPr>
              <a:spLocks noChangeArrowheads="1"/>
            </p:cNvSpPr>
            <p:nvPr/>
          </p:nvSpPr>
          <p:spPr bwMode="auto">
            <a:xfrm>
              <a:off x="7656313" y="3783260"/>
              <a:ext cx="127488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i      </a:t>
              </a:r>
              <a:r>
                <a:rPr lang="en-US" altLang="zh-CN" sz="1800">
                  <a:solidFill>
                    <a:srgbClr val="000000"/>
                  </a:solidFill>
                  <a:ea typeface="宋体" panose="02010600030101010101" pitchFamily="2" charset="-122"/>
                  <a:cs typeface="Times New Roman" panose="02020603050405020304" pitchFamily="18" charset="0"/>
                </a:rPr>
                <a:t>int      0</a:t>
              </a:r>
            </a:p>
          </p:txBody>
        </p:sp>
        <p:sp>
          <p:nvSpPr>
            <p:cNvPr id="162882" name="Line 59"/>
            <p:cNvSpPr>
              <a:spLocks noChangeShapeType="1"/>
            </p:cNvSpPr>
            <p:nvPr/>
          </p:nvSpPr>
          <p:spPr bwMode="auto">
            <a:xfrm flipV="1">
              <a:off x="7627739" y="4099596"/>
              <a:ext cx="12796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grpSp>
        <p:nvGrpSpPr>
          <p:cNvPr id="162854" name="组合 11"/>
          <p:cNvGrpSpPr>
            <a:grpSpLocks/>
          </p:cNvGrpSpPr>
          <p:nvPr/>
        </p:nvGrpSpPr>
        <p:grpSpPr bwMode="auto">
          <a:xfrm>
            <a:off x="7629525" y="4092575"/>
            <a:ext cx="1330325" cy="363538"/>
            <a:chOff x="7629325" y="4092823"/>
            <a:chExt cx="1330451" cy="363537"/>
          </a:xfrm>
        </p:grpSpPr>
        <p:sp>
          <p:nvSpPr>
            <p:cNvPr id="162879" name="Rectangle 68"/>
            <p:cNvSpPr>
              <a:spLocks noChangeArrowheads="1"/>
            </p:cNvSpPr>
            <p:nvPr/>
          </p:nvSpPr>
          <p:spPr bwMode="auto">
            <a:xfrm>
              <a:off x="7656314" y="4092823"/>
              <a:ext cx="1303462"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j      </a:t>
              </a:r>
              <a:r>
                <a:rPr lang="en-US" altLang="zh-CN" sz="1800">
                  <a:solidFill>
                    <a:srgbClr val="000000"/>
                  </a:solidFill>
                  <a:ea typeface="宋体" panose="02010600030101010101" pitchFamily="2" charset="-122"/>
                  <a:cs typeface="Times New Roman" panose="02020603050405020304" pitchFamily="18" charset="0"/>
                </a:rPr>
                <a:t>int      4</a:t>
              </a:r>
            </a:p>
          </p:txBody>
        </p:sp>
        <p:sp>
          <p:nvSpPr>
            <p:cNvPr id="162880" name="Line 58"/>
            <p:cNvSpPr>
              <a:spLocks noChangeShapeType="1"/>
            </p:cNvSpPr>
            <p:nvPr/>
          </p:nvSpPr>
          <p:spPr bwMode="auto">
            <a:xfrm>
              <a:off x="7629325" y="4413498"/>
              <a:ext cx="12780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sp>
        <p:nvSpPr>
          <p:cNvPr id="162855" name="Line 20"/>
          <p:cNvSpPr>
            <a:spLocks noChangeShapeType="1"/>
          </p:cNvSpPr>
          <p:nvPr/>
        </p:nvSpPr>
        <p:spPr bwMode="auto">
          <a:xfrm flipV="1">
            <a:off x="3309938" y="19954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6" name="矩形 205"/>
          <p:cNvSpPr/>
          <p:nvPr/>
        </p:nvSpPr>
        <p:spPr>
          <a:xfrm>
            <a:off x="8677275" y="3509963"/>
            <a:ext cx="230188"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57" name="组合 208"/>
          <p:cNvGrpSpPr>
            <a:grpSpLocks/>
          </p:cNvGrpSpPr>
          <p:nvPr/>
        </p:nvGrpSpPr>
        <p:grpSpPr bwMode="auto">
          <a:xfrm>
            <a:off x="7443788" y="2741613"/>
            <a:ext cx="1639887" cy="725487"/>
            <a:chOff x="7443464" y="2741412"/>
            <a:chExt cx="1639888" cy="726359"/>
          </a:xfrm>
        </p:grpSpPr>
        <p:sp>
          <p:nvSpPr>
            <p:cNvPr id="162874" name="Line 44"/>
            <p:cNvSpPr>
              <a:spLocks noChangeShapeType="1"/>
            </p:cNvSpPr>
            <p:nvPr/>
          </p:nvSpPr>
          <p:spPr bwMode="auto">
            <a:xfrm flipV="1">
              <a:off x="7443464" y="3101774"/>
              <a:ext cx="1639888" cy="1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75" name="Rectangle 69"/>
            <p:cNvSpPr>
              <a:spLocks noChangeArrowheads="1"/>
            </p:cNvSpPr>
            <p:nvPr/>
          </p:nvSpPr>
          <p:spPr bwMode="auto">
            <a:xfrm>
              <a:off x="7451402" y="2741412"/>
              <a:ext cx="1166812"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partition</a:t>
              </a:r>
            </a:p>
          </p:txBody>
        </p:sp>
        <p:sp>
          <p:nvSpPr>
            <p:cNvPr id="212" name="Line 95"/>
            <p:cNvSpPr>
              <a:spLocks noChangeShapeType="1"/>
            </p:cNvSpPr>
            <p:nvPr/>
          </p:nvSpPr>
          <p:spPr bwMode="auto">
            <a:xfrm flipH="1">
              <a:off x="8837290" y="2954393"/>
              <a:ext cx="0" cy="21616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3" name="Line 43"/>
            <p:cNvSpPr>
              <a:spLocks noChangeShapeType="1"/>
            </p:cNvSpPr>
            <p:nvPr/>
          </p:nvSpPr>
          <p:spPr bwMode="auto">
            <a:xfrm>
              <a:off x="7886376" y="3186446"/>
              <a:ext cx="0" cy="281325"/>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14" name="Line 103"/>
            <p:cNvSpPr>
              <a:spLocks noChangeShapeType="1"/>
            </p:cNvSpPr>
            <p:nvPr/>
          </p:nvSpPr>
          <p:spPr bwMode="auto">
            <a:xfrm flipH="1" flipV="1">
              <a:off x="7897489" y="3170552"/>
              <a:ext cx="936626"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162858" name="Line 20"/>
          <p:cNvSpPr>
            <a:spLocks noChangeShapeType="1"/>
          </p:cNvSpPr>
          <p:nvPr/>
        </p:nvSpPr>
        <p:spPr bwMode="auto">
          <a:xfrm flipV="1">
            <a:off x="1789113" y="2211388"/>
            <a:ext cx="334962"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75" name="矩形 174"/>
          <p:cNvSpPr/>
          <p:nvPr/>
        </p:nvSpPr>
        <p:spPr>
          <a:xfrm>
            <a:off x="8748713" y="1924050"/>
            <a:ext cx="3270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8</a:t>
            </a:r>
            <a:endParaRPr lang="zh-CN" altLang="en-US" dirty="0">
              <a:solidFill>
                <a:prstClr val="black"/>
              </a:solidFill>
              <a:latin typeface="Times New Roman" panose="02020603050405020304" pitchFamily="18" charset="0"/>
              <a:cs typeface="Times New Roman" panose="02020603050405020304" pitchFamily="18" charset="0"/>
            </a:endParaRPr>
          </a:p>
        </p:txBody>
      </p:sp>
      <p:grpSp>
        <p:nvGrpSpPr>
          <p:cNvPr id="162860" name="组合 4"/>
          <p:cNvGrpSpPr>
            <a:grpSpLocks/>
          </p:cNvGrpSpPr>
          <p:nvPr/>
        </p:nvGrpSpPr>
        <p:grpSpPr bwMode="auto">
          <a:xfrm>
            <a:off x="4862513" y="2570163"/>
            <a:ext cx="2632075" cy="593725"/>
            <a:chOff x="4861992" y="2569673"/>
            <a:chExt cx="2632273" cy="593992"/>
          </a:xfrm>
        </p:grpSpPr>
        <p:sp>
          <p:nvSpPr>
            <p:cNvPr id="162869" name="Line 4"/>
            <p:cNvSpPr>
              <a:spLocks noChangeShapeType="1"/>
            </p:cNvSpPr>
            <p:nvPr/>
          </p:nvSpPr>
          <p:spPr bwMode="auto">
            <a:xfrm flipV="1">
              <a:off x="4887268" y="3142010"/>
              <a:ext cx="198651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162870" name="Rectangle 72"/>
            <p:cNvSpPr>
              <a:spLocks noChangeArrowheads="1"/>
            </p:cNvSpPr>
            <p:nvPr/>
          </p:nvSpPr>
          <p:spPr bwMode="auto">
            <a:xfrm>
              <a:off x="4861992" y="2774727"/>
              <a:ext cx="1243012"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800" i="1">
                  <a:solidFill>
                    <a:srgbClr val="000000"/>
                  </a:solidFill>
                  <a:ea typeface="宋体" panose="02010600030101010101" pitchFamily="2" charset="-122"/>
                  <a:cs typeface="Times New Roman" panose="02020603050405020304" pitchFamily="18" charset="0"/>
                </a:rPr>
                <a:t>quicksort</a:t>
              </a:r>
            </a:p>
          </p:txBody>
        </p:sp>
        <p:sp>
          <p:nvSpPr>
            <p:cNvPr id="182" name="Line 95"/>
            <p:cNvSpPr>
              <a:spLocks noChangeShapeType="1"/>
            </p:cNvSpPr>
            <p:nvPr/>
          </p:nvSpPr>
          <p:spPr bwMode="auto">
            <a:xfrm>
              <a:off x="7248183" y="2569673"/>
              <a:ext cx="0" cy="485993"/>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196" name="Line 43"/>
            <p:cNvSpPr>
              <a:spLocks noChangeShapeType="1"/>
            </p:cNvSpPr>
            <p:nvPr/>
          </p:nvSpPr>
          <p:spPr bwMode="auto">
            <a:xfrm>
              <a:off x="7248183" y="2572849"/>
              <a:ext cx="246082" cy="0"/>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sp>
          <p:nvSpPr>
            <p:cNvPr id="207" name="Line 103"/>
            <p:cNvSpPr>
              <a:spLocks noChangeShapeType="1"/>
            </p:cNvSpPr>
            <p:nvPr/>
          </p:nvSpPr>
          <p:spPr bwMode="auto">
            <a:xfrm flipH="1" flipV="1">
              <a:off x="6773486" y="3049314"/>
              <a:ext cx="481048" cy="0"/>
            </a:xfrm>
            <a:prstGeom prst="line">
              <a:avLst/>
            </a:prstGeom>
            <a:noFill/>
            <a:ln w="25400">
              <a:solidFill>
                <a:schemeClr val="tx2">
                  <a:lumMod val="60000"/>
                  <a:lumOff val="40000"/>
                </a:schemeClr>
              </a:solidFill>
              <a:round/>
              <a:headEnd/>
              <a:tailEnd/>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200" name="Line 20"/>
          <p:cNvSpPr>
            <a:spLocks noChangeShapeType="1"/>
          </p:cNvSpPr>
          <p:nvPr/>
        </p:nvSpPr>
        <p:spPr bwMode="auto">
          <a:xfrm flipV="1">
            <a:off x="1692275" y="2427288"/>
            <a:ext cx="333375"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1" name="矩形 200"/>
          <p:cNvSpPr/>
          <p:nvPr/>
        </p:nvSpPr>
        <p:spPr>
          <a:xfrm>
            <a:off x="6508750" y="1385888"/>
            <a:ext cx="409575" cy="30797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dirty="0">
                <a:solidFill>
                  <a:prstClr val="black"/>
                </a:solidFill>
                <a:latin typeface="Times New Roman" panose="02020603050405020304" pitchFamily="18" charset="0"/>
                <a:cs typeface="Times New Roman" panose="02020603050405020304" pitchFamily="18" charset="0"/>
              </a:rPr>
              <a:t>48</a:t>
            </a:r>
            <a:endParaRPr lang="zh-CN" altLang="en-US" sz="1600" dirty="0">
              <a:solidFill>
                <a:prstClr val="black"/>
              </a:solidFill>
              <a:latin typeface="Times New Roman" panose="02020603050405020304" pitchFamily="18" charset="0"/>
              <a:cs typeface="Times New Roman" panose="02020603050405020304" pitchFamily="18" charset="0"/>
            </a:endParaRPr>
          </a:p>
        </p:txBody>
      </p:sp>
      <p:grpSp>
        <p:nvGrpSpPr>
          <p:cNvPr id="22" name="组合 10"/>
          <p:cNvGrpSpPr>
            <a:grpSpLocks/>
          </p:cNvGrpSpPr>
          <p:nvPr/>
        </p:nvGrpSpPr>
        <p:grpSpPr bwMode="auto">
          <a:xfrm>
            <a:off x="5122863" y="449263"/>
            <a:ext cx="1452562" cy="935037"/>
            <a:chOff x="5123234" y="448766"/>
            <a:chExt cx="1452390" cy="935311"/>
          </a:xfrm>
        </p:grpSpPr>
        <p:sp>
          <p:nvSpPr>
            <p:cNvPr id="162866" name="Rectangle 100"/>
            <p:cNvSpPr>
              <a:spLocks noChangeArrowheads="1"/>
            </p:cNvSpPr>
            <p:nvPr/>
          </p:nvSpPr>
          <p:spPr bwMode="auto">
            <a:xfrm>
              <a:off x="5123234" y="448766"/>
              <a:ext cx="11684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8580" tIns="34290" rIns="68580" bIns="34290"/>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r>
                <a:rPr lang="en-US" altLang="zh-CN" sz="1500" i="1">
                  <a:solidFill>
                    <a:srgbClr val="000000"/>
                  </a:solidFill>
                  <a:ea typeface="宋体" panose="02010600030101010101" pitchFamily="2" charset="-122"/>
                  <a:cs typeface="Times New Roman" panose="02020603050405020304" pitchFamily="18" charset="0"/>
                </a:rPr>
                <a:t>sort</a:t>
              </a:r>
            </a:p>
          </p:txBody>
        </p:sp>
        <p:sp>
          <p:nvSpPr>
            <p:cNvPr id="162867" name="Line 36"/>
            <p:cNvSpPr>
              <a:spLocks noChangeShapeType="1"/>
            </p:cNvSpPr>
            <p:nvPr/>
          </p:nvSpPr>
          <p:spPr bwMode="auto">
            <a:xfrm flipV="1">
              <a:off x="5175622" y="757484"/>
              <a:ext cx="14000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sp>
          <p:nvSpPr>
            <p:cNvPr id="204" name="Line 43"/>
            <p:cNvSpPr>
              <a:spLocks noChangeShapeType="1"/>
            </p:cNvSpPr>
            <p:nvPr/>
          </p:nvSpPr>
          <p:spPr bwMode="auto">
            <a:xfrm>
              <a:off x="6443878" y="593270"/>
              <a:ext cx="0" cy="790807"/>
            </a:xfrm>
            <a:prstGeom prst="line">
              <a:avLst/>
            </a:prstGeom>
            <a:noFill/>
            <a:ln w="25400">
              <a:solidFill>
                <a:schemeClr val="tx2">
                  <a:lumMod val="60000"/>
                  <a:lumOff val="40000"/>
                </a:schemeClr>
              </a:solidFill>
              <a:round/>
              <a:headEnd/>
              <a:tailEnd type="stealth" w="lg" len="lg"/>
            </a:ln>
          </p:spPr>
          <p:txBody>
            <a:bodyPr lIns="68580" tIns="34290" rIns="68580" bIns="34290"/>
            <a:lstStyle/>
            <a:p>
              <a:pPr>
                <a:defRPr/>
              </a:pPr>
              <a:endParaRPr lang="zh-CN" altLang="en-US" sz="1100">
                <a:solidFill>
                  <a:prstClr val="black"/>
                </a:solidFill>
                <a:latin typeface="Times New Roman" panose="02020603050405020304" pitchFamily="18" charset="0"/>
                <a:ea typeface="楷体_GB2312" pitchFamily="49" charset="-122"/>
              </a:endParaRPr>
            </a:p>
          </p:txBody>
        </p:sp>
      </p:grpSp>
      <p:sp>
        <p:nvSpPr>
          <p:cNvPr id="205" name="矩形 204"/>
          <p:cNvSpPr/>
          <p:nvPr/>
        </p:nvSpPr>
        <p:spPr>
          <a:xfrm>
            <a:off x="6329363" y="192088"/>
            <a:ext cx="238125" cy="2921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0</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159" name="矩形 158"/>
          <p:cNvSpPr/>
          <p:nvPr/>
        </p:nvSpPr>
        <p:spPr>
          <a:xfrm>
            <a:off x="3924300" y="642938"/>
            <a:ext cx="439738" cy="29368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prstClr val="black"/>
                </a:solidFill>
                <a:latin typeface="Times New Roman" panose="02020603050405020304" pitchFamily="18" charset="0"/>
                <a:cs typeface="Times New Roman" panose="02020603050405020304" pitchFamily="18" charset="0"/>
              </a:rPr>
              <a:t>48</a:t>
            </a:r>
            <a:endParaRPr lang="zh-CN" altLang="en-US" dirty="0">
              <a:solidFill>
                <a:prstClr val="black"/>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51</a:t>
            </a:fld>
            <a:endParaRPr lang="en-US" altLang="zh-CN" dirty="0"/>
          </a:p>
        </p:txBody>
      </p:sp>
    </p:spTree>
    <p:extLst>
      <p:ext uri="{BB962C8B-B14F-4D97-AF65-F5344CB8AC3E}">
        <p14:creationId xmlns:p14="http://schemas.microsoft.com/office/powerpoint/2010/main" val="3625725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00"/>
                                        </p:tgtEl>
                                        <p:attrNameLst>
                                          <p:attrName>style.visibility</p:attrName>
                                        </p:attrNameLst>
                                      </p:cBhvr>
                                      <p:to>
                                        <p:strVal val="visible"/>
                                      </p:to>
                                    </p:set>
                                    <p:anim calcmode="lin" valueType="num">
                                      <p:cBhvr>
                                        <p:cTn id="7" dur="500" fill="hold"/>
                                        <p:tgtEl>
                                          <p:spTgt spid="200"/>
                                        </p:tgtEl>
                                        <p:attrNameLst>
                                          <p:attrName>ppt_w</p:attrName>
                                        </p:attrNameLst>
                                      </p:cBhvr>
                                      <p:tavLst>
                                        <p:tav tm="0">
                                          <p:val>
                                            <p:fltVal val="0"/>
                                          </p:val>
                                        </p:tav>
                                        <p:tav tm="100000">
                                          <p:val>
                                            <p:strVal val="#ppt_w"/>
                                          </p:val>
                                        </p:tav>
                                      </p:tavLst>
                                    </p:anim>
                                    <p:anim calcmode="lin" valueType="num">
                                      <p:cBhvr>
                                        <p:cTn id="8" dur="500" fill="hold"/>
                                        <p:tgtEl>
                                          <p:spTgt spid="200"/>
                                        </p:tgtEl>
                                        <p:attrNameLst>
                                          <p:attrName>ppt_h</p:attrName>
                                        </p:attrNameLst>
                                      </p:cBhvr>
                                      <p:tavLst>
                                        <p:tav tm="0">
                                          <p:val>
                                            <p:fltVal val="0"/>
                                          </p:val>
                                        </p:tav>
                                        <p:tav tm="100000">
                                          <p:val>
                                            <p:strVal val="#ppt_h"/>
                                          </p:val>
                                        </p:tav>
                                      </p:tavLst>
                                    </p:anim>
                                    <p:animEffect transition="in" filter="fade">
                                      <p:cBhvr>
                                        <p:cTn id="9" dur="500"/>
                                        <p:tgtEl>
                                          <p:spTgt spid="20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01"/>
                                        </p:tgtEl>
                                        <p:attrNameLst>
                                          <p:attrName>style.visibility</p:attrName>
                                        </p:attrNameLst>
                                      </p:cBhvr>
                                      <p:to>
                                        <p:strVal val="visible"/>
                                      </p:to>
                                    </p:set>
                                    <p:anim calcmode="lin" valueType="num">
                                      <p:cBhvr>
                                        <p:cTn id="14" dur="500" fill="hold"/>
                                        <p:tgtEl>
                                          <p:spTgt spid="201"/>
                                        </p:tgtEl>
                                        <p:attrNameLst>
                                          <p:attrName>ppt_w</p:attrName>
                                        </p:attrNameLst>
                                      </p:cBhvr>
                                      <p:tavLst>
                                        <p:tav tm="0">
                                          <p:val>
                                            <p:fltVal val="0"/>
                                          </p:val>
                                        </p:tav>
                                        <p:tav tm="100000">
                                          <p:val>
                                            <p:strVal val="#ppt_w"/>
                                          </p:val>
                                        </p:tav>
                                      </p:tavLst>
                                    </p:anim>
                                    <p:anim calcmode="lin" valueType="num">
                                      <p:cBhvr>
                                        <p:cTn id="15" dur="500" fill="hold"/>
                                        <p:tgtEl>
                                          <p:spTgt spid="201"/>
                                        </p:tgtEl>
                                        <p:attrNameLst>
                                          <p:attrName>ppt_h</p:attrName>
                                        </p:attrNameLst>
                                      </p:cBhvr>
                                      <p:tavLst>
                                        <p:tav tm="0">
                                          <p:val>
                                            <p:fltVal val="0"/>
                                          </p:val>
                                        </p:tav>
                                        <p:tav tm="100000">
                                          <p:val>
                                            <p:strVal val="#ppt_h"/>
                                          </p:val>
                                        </p:tav>
                                      </p:tavLst>
                                    </p:anim>
                                    <p:animEffect transition="in" filter="fade">
                                      <p:cBhvr>
                                        <p:cTn id="16" dur="500"/>
                                        <p:tgtEl>
                                          <p:spTgt spid="20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xit" presetSubtype="32" fill="hold" nodeType="clickEffect">
                                  <p:stCondLst>
                                    <p:cond delay="0"/>
                                  </p:stCondLst>
                                  <p:childTnLst>
                                    <p:anim calcmode="lin" valueType="num">
                                      <p:cBhvr>
                                        <p:cTn id="20" dur="500"/>
                                        <p:tgtEl>
                                          <p:spTgt spid="8"/>
                                        </p:tgtEl>
                                        <p:attrNameLst>
                                          <p:attrName>ppt_w</p:attrName>
                                        </p:attrNameLst>
                                      </p:cBhvr>
                                      <p:tavLst>
                                        <p:tav tm="0">
                                          <p:val>
                                            <p:strVal val="ppt_w"/>
                                          </p:val>
                                        </p:tav>
                                        <p:tav tm="100000">
                                          <p:val>
                                            <p:fltVal val="0"/>
                                          </p:val>
                                        </p:tav>
                                      </p:tavLst>
                                    </p:anim>
                                    <p:anim calcmode="lin" valueType="num">
                                      <p:cBhvr>
                                        <p:cTn id="21" dur="500"/>
                                        <p:tgtEl>
                                          <p:spTgt spid="8"/>
                                        </p:tgtEl>
                                        <p:attrNameLst>
                                          <p:attrName>ppt_h</p:attrName>
                                        </p:attrNameLst>
                                      </p:cBhvr>
                                      <p:tavLst>
                                        <p:tav tm="0">
                                          <p:val>
                                            <p:strVal val="ppt_h"/>
                                          </p:val>
                                        </p:tav>
                                        <p:tav tm="100000">
                                          <p:val>
                                            <p:fltVal val="0"/>
                                          </p:val>
                                        </p:tav>
                                      </p:tavLst>
                                    </p:anim>
                                    <p:animEffect transition="out" filter="fad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par>
                                <p:cTn id="24" presetID="53" presetClass="exit" presetSubtype="0" fill="hold" grpId="1" nodeType="withEffect">
                                  <p:stCondLst>
                                    <p:cond delay="0"/>
                                  </p:stCondLst>
                                  <p:childTnLst>
                                    <p:anim calcmode="lin" valueType="num">
                                      <p:cBhvr>
                                        <p:cTn id="25" dur="500"/>
                                        <p:tgtEl>
                                          <p:spTgt spid="180232"/>
                                        </p:tgtEl>
                                        <p:attrNameLst>
                                          <p:attrName>ppt_w</p:attrName>
                                        </p:attrNameLst>
                                      </p:cBhvr>
                                      <p:tavLst>
                                        <p:tav tm="0">
                                          <p:val>
                                            <p:strVal val="ppt_w"/>
                                          </p:val>
                                        </p:tav>
                                        <p:tav tm="100000">
                                          <p:val>
                                            <p:fltVal val="0"/>
                                          </p:val>
                                        </p:tav>
                                      </p:tavLst>
                                    </p:anim>
                                    <p:anim calcmode="lin" valueType="num">
                                      <p:cBhvr>
                                        <p:cTn id="26" dur="500"/>
                                        <p:tgtEl>
                                          <p:spTgt spid="180232"/>
                                        </p:tgtEl>
                                        <p:attrNameLst>
                                          <p:attrName>ppt_h</p:attrName>
                                        </p:attrNameLst>
                                      </p:cBhvr>
                                      <p:tavLst>
                                        <p:tav tm="0">
                                          <p:val>
                                            <p:strVal val="ppt_h"/>
                                          </p:val>
                                        </p:tav>
                                        <p:tav tm="100000">
                                          <p:val>
                                            <p:fltVal val="0"/>
                                          </p:val>
                                        </p:tav>
                                      </p:tavLst>
                                    </p:anim>
                                    <p:animEffect transition="out" filter="fade">
                                      <p:cBhvr>
                                        <p:cTn id="27" dur="500"/>
                                        <p:tgtEl>
                                          <p:spTgt spid="180232"/>
                                        </p:tgtEl>
                                      </p:cBhvr>
                                    </p:animEffect>
                                    <p:set>
                                      <p:cBhvr>
                                        <p:cTn id="28" dur="1" fill="hold">
                                          <p:stCondLst>
                                            <p:cond delay="499"/>
                                          </p:stCondLst>
                                        </p:cTn>
                                        <p:tgtEl>
                                          <p:spTgt spid="180232"/>
                                        </p:tgtEl>
                                        <p:attrNameLst>
                                          <p:attrName>style.visibility</p:attrName>
                                        </p:attrNameLst>
                                      </p:cBhvr>
                                      <p:to>
                                        <p:strVal val="hidden"/>
                                      </p:to>
                                    </p:set>
                                  </p:childTnLst>
                                </p:cTn>
                              </p:par>
                              <p:par>
                                <p:cTn id="29" presetID="53" presetClass="exit" presetSubtype="0" fill="hold" grpId="0" nodeType="withEffect">
                                  <p:stCondLst>
                                    <p:cond delay="0"/>
                                  </p:stCondLst>
                                  <p:childTnLst>
                                    <p:anim calcmode="lin" valueType="num">
                                      <p:cBhvr>
                                        <p:cTn id="30" dur="500"/>
                                        <p:tgtEl>
                                          <p:spTgt spid="159"/>
                                        </p:tgtEl>
                                        <p:attrNameLst>
                                          <p:attrName>ppt_w</p:attrName>
                                        </p:attrNameLst>
                                      </p:cBhvr>
                                      <p:tavLst>
                                        <p:tav tm="0">
                                          <p:val>
                                            <p:strVal val="ppt_w"/>
                                          </p:val>
                                        </p:tav>
                                        <p:tav tm="100000">
                                          <p:val>
                                            <p:fltVal val="0"/>
                                          </p:val>
                                        </p:tav>
                                      </p:tavLst>
                                    </p:anim>
                                    <p:anim calcmode="lin" valueType="num">
                                      <p:cBhvr>
                                        <p:cTn id="31" dur="500"/>
                                        <p:tgtEl>
                                          <p:spTgt spid="159"/>
                                        </p:tgtEl>
                                        <p:attrNameLst>
                                          <p:attrName>ppt_h</p:attrName>
                                        </p:attrNameLst>
                                      </p:cBhvr>
                                      <p:tavLst>
                                        <p:tav tm="0">
                                          <p:val>
                                            <p:strVal val="ppt_h"/>
                                          </p:val>
                                        </p:tav>
                                        <p:tav tm="100000">
                                          <p:val>
                                            <p:fltVal val="0"/>
                                          </p:val>
                                        </p:tav>
                                      </p:tavLst>
                                    </p:anim>
                                    <p:animEffect transition="out" filter="fade">
                                      <p:cBhvr>
                                        <p:cTn id="32" dur="500"/>
                                        <p:tgtEl>
                                          <p:spTgt spid="159"/>
                                        </p:tgtEl>
                                      </p:cBhvr>
                                    </p:animEffect>
                                    <p:set>
                                      <p:cBhvr>
                                        <p:cTn id="33" dur="1" fill="hold">
                                          <p:stCondLst>
                                            <p:cond delay="499"/>
                                          </p:stCondLst>
                                        </p:cTn>
                                        <p:tgtEl>
                                          <p:spTgt spid="159"/>
                                        </p:tgtEl>
                                        <p:attrNameLst>
                                          <p:attrName>style.visibility</p:attrName>
                                        </p:attrNameLst>
                                      </p:cBhvr>
                                      <p:to>
                                        <p:strVal val="hidden"/>
                                      </p:to>
                                    </p:set>
                                  </p:childTnLst>
                                </p:cTn>
                              </p:par>
                              <p:par>
                                <p:cTn id="34" presetID="53" presetClass="exit" presetSubtype="32" fill="hold" grpId="0" nodeType="withEffect">
                                  <p:stCondLst>
                                    <p:cond delay="0"/>
                                  </p:stCondLst>
                                  <p:childTnLst>
                                    <p:anim calcmode="lin" valueType="num">
                                      <p:cBhvr>
                                        <p:cTn id="35" dur="500"/>
                                        <p:tgtEl>
                                          <p:spTgt spid="180232"/>
                                        </p:tgtEl>
                                        <p:attrNameLst>
                                          <p:attrName>ppt_w</p:attrName>
                                        </p:attrNameLst>
                                      </p:cBhvr>
                                      <p:tavLst>
                                        <p:tav tm="0">
                                          <p:val>
                                            <p:strVal val="ppt_w"/>
                                          </p:val>
                                        </p:tav>
                                        <p:tav tm="100000">
                                          <p:val>
                                            <p:fltVal val="0"/>
                                          </p:val>
                                        </p:tav>
                                      </p:tavLst>
                                    </p:anim>
                                    <p:anim calcmode="lin" valueType="num">
                                      <p:cBhvr>
                                        <p:cTn id="36" dur="500"/>
                                        <p:tgtEl>
                                          <p:spTgt spid="180232"/>
                                        </p:tgtEl>
                                        <p:attrNameLst>
                                          <p:attrName>ppt_h</p:attrName>
                                        </p:attrNameLst>
                                      </p:cBhvr>
                                      <p:tavLst>
                                        <p:tav tm="0">
                                          <p:val>
                                            <p:strVal val="ppt_h"/>
                                          </p:val>
                                        </p:tav>
                                        <p:tav tm="100000">
                                          <p:val>
                                            <p:fltVal val="0"/>
                                          </p:val>
                                        </p:tav>
                                      </p:tavLst>
                                    </p:anim>
                                    <p:animEffect transition="out" filter="fade">
                                      <p:cBhvr>
                                        <p:cTn id="37" dur="500"/>
                                        <p:tgtEl>
                                          <p:spTgt spid="180232"/>
                                        </p:tgtEl>
                                      </p:cBhvr>
                                    </p:animEffect>
                                    <p:set>
                                      <p:cBhvr>
                                        <p:cTn id="38" dur="1" fill="hold">
                                          <p:stCondLst>
                                            <p:cond delay="499"/>
                                          </p:stCondLst>
                                        </p:cTn>
                                        <p:tgtEl>
                                          <p:spTgt spid="180232"/>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p:cTn id="43" dur="500" fill="hold"/>
                                        <p:tgtEl>
                                          <p:spTgt spid="22"/>
                                        </p:tgtEl>
                                        <p:attrNameLst>
                                          <p:attrName>ppt_w</p:attrName>
                                        </p:attrNameLst>
                                      </p:cBhvr>
                                      <p:tavLst>
                                        <p:tav tm="0">
                                          <p:val>
                                            <p:fltVal val="0"/>
                                          </p:val>
                                        </p:tav>
                                        <p:tav tm="100000">
                                          <p:val>
                                            <p:strVal val="#ppt_w"/>
                                          </p:val>
                                        </p:tav>
                                      </p:tavLst>
                                    </p:anim>
                                    <p:anim calcmode="lin" valueType="num">
                                      <p:cBhvr>
                                        <p:cTn id="44" dur="500" fill="hold"/>
                                        <p:tgtEl>
                                          <p:spTgt spid="22"/>
                                        </p:tgtEl>
                                        <p:attrNameLst>
                                          <p:attrName>ppt_h</p:attrName>
                                        </p:attrNameLst>
                                      </p:cBhvr>
                                      <p:tavLst>
                                        <p:tav tm="0">
                                          <p:val>
                                            <p:fltVal val="0"/>
                                          </p:val>
                                        </p:tav>
                                        <p:tav tm="100000">
                                          <p:val>
                                            <p:strVal val="#ppt_h"/>
                                          </p:val>
                                        </p:tav>
                                      </p:tavLst>
                                    </p:anim>
                                    <p:animEffect transition="in" filter="fade">
                                      <p:cBhvr>
                                        <p:cTn id="45" dur="500"/>
                                        <p:tgtEl>
                                          <p:spTgt spid="2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205"/>
                                        </p:tgtEl>
                                        <p:attrNameLst>
                                          <p:attrName>style.visibility</p:attrName>
                                        </p:attrNameLst>
                                      </p:cBhvr>
                                      <p:to>
                                        <p:strVal val="visible"/>
                                      </p:to>
                                    </p:set>
                                    <p:anim calcmode="lin" valueType="num">
                                      <p:cBhvr>
                                        <p:cTn id="50" dur="500" fill="hold"/>
                                        <p:tgtEl>
                                          <p:spTgt spid="205"/>
                                        </p:tgtEl>
                                        <p:attrNameLst>
                                          <p:attrName>ppt_w</p:attrName>
                                        </p:attrNameLst>
                                      </p:cBhvr>
                                      <p:tavLst>
                                        <p:tav tm="0">
                                          <p:val>
                                            <p:fltVal val="0"/>
                                          </p:val>
                                        </p:tav>
                                        <p:tav tm="100000">
                                          <p:val>
                                            <p:strVal val="#ppt_w"/>
                                          </p:val>
                                        </p:tav>
                                      </p:tavLst>
                                    </p:anim>
                                    <p:anim calcmode="lin" valueType="num">
                                      <p:cBhvr>
                                        <p:cTn id="51" dur="500" fill="hold"/>
                                        <p:tgtEl>
                                          <p:spTgt spid="205"/>
                                        </p:tgtEl>
                                        <p:attrNameLst>
                                          <p:attrName>ppt_h</p:attrName>
                                        </p:attrNameLst>
                                      </p:cBhvr>
                                      <p:tavLst>
                                        <p:tav tm="0">
                                          <p:val>
                                            <p:fltVal val="0"/>
                                          </p:val>
                                        </p:tav>
                                        <p:tav tm="100000">
                                          <p:val>
                                            <p:strVal val="#ppt_h"/>
                                          </p:val>
                                        </p:tav>
                                      </p:tavLst>
                                    </p:anim>
                                    <p:animEffect transition="in" filter="fade">
                                      <p:cBhvr>
                                        <p:cTn id="52" dur="500"/>
                                        <p:tgtEl>
                                          <p:spTgt spid="20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xit" presetSubtype="32" fill="hold" nodeType="clickEffect">
                                  <p:stCondLst>
                                    <p:cond delay="0"/>
                                  </p:stCondLst>
                                  <p:childTnLst>
                                    <p:anim calcmode="lin" valueType="num">
                                      <p:cBhvr>
                                        <p:cTn id="56" dur="500"/>
                                        <p:tgtEl>
                                          <p:spTgt spid="7"/>
                                        </p:tgtEl>
                                        <p:attrNameLst>
                                          <p:attrName>ppt_w</p:attrName>
                                        </p:attrNameLst>
                                      </p:cBhvr>
                                      <p:tavLst>
                                        <p:tav tm="0">
                                          <p:val>
                                            <p:strVal val="ppt_w"/>
                                          </p:val>
                                        </p:tav>
                                        <p:tav tm="100000">
                                          <p:val>
                                            <p:fltVal val="0"/>
                                          </p:val>
                                        </p:tav>
                                      </p:tavLst>
                                    </p:anim>
                                    <p:anim calcmode="lin" valueType="num">
                                      <p:cBhvr>
                                        <p:cTn id="57" dur="500"/>
                                        <p:tgtEl>
                                          <p:spTgt spid="7"/>
                                        </p:tgtEl>
                                        <p:attrNameLst>
                                          <p:attrName>ppt_h</p:attrName>
                                        </p:attrNameLst>
                                      </p:cBhvr>
                                      <p:tavLst>
                                        <p:tav tm="0">
                                          <p:val>
                                            <p:strVal val="ppt_h"/>
                                          </p:val>
                                        </p:tav>
                                        <p:tav tm="100000">
                                          <p:val>
                                            <p:fltVal val="0"/>
                                          </p:val>
                                        </p:tav>
                                      </p:tavLst>
                                    </p:anim>
                                    <p:animEffect transition="out" filter="fade">
                                      <p:cBhvr>
                                        <p:cTn id="58" dur="500"/>
                                        <p:tgtEl>
                                          <p:spTgt spid="7"/>
                                        </p:tgtEl>
                                      </p:cBhvr>
                                    </p:animEffect>
                                    <p:set>
                                      <p:cBhvr>
                                        <p:cTn id="59"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2" grpId="0" animBg="1"/>
      <p:bldP spid="180232" grpId="1" animBg="1"/>
      <p:bldP spid="200" grpId="0" animBg="1"/>
      <p:bldP spid="201" grpId="0" animBg="1"/>
      <p:bldP spid="205" grpId="0" animBg="1"/>
      <p:bldP spid="15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内容占位符 1"/>
          <p:cNvSpPr>
            <a:spLocks noGrp="1"/>
          </p:cNvSpPr>
          <p:nvPr>
            <p:ph idx="1"/>
          </p:nvPr>
        </p:nvSpPr>
        <p:spPr>
          <a:xfrm>
            <a:off x="2916238" y="1779588"/>
            <a:ext cx="2879725" cy="1223962"/>
          </a:xfrm>
        </p:spPr>
        <p:txBody>
          <a:bodyPr/>
          <a:lstStyle/>
          <a:p>
            <a:pPr marL="0" indent="0">
              <a:buFont typeface="Symbol" panose="05050102010706020507" pitchFamily="18" charset="2"/>
              <a:buNone/>
            </a:pPr>
            <a:r>
              <a:rPr lang="en-US" altLang="zh-CN" sz="4800"/>
              <a:t>The End</a:t>
            </a:r>
            <a:endParaRPr lang="zh-CN" altLang="en-US" sz="4800"/>
          </a:p>
        </p:txBody>
      </p:sp>
      <p:sp>
        <p:nvSpPr>
          <p:cNvPr id="77827" name="标题 2"/>
          <p:cNvSpPr>
            <a:spLocks noGrp="1"/>
          </p:cNvSpPr>
          <p:nvPr>
            <p:ph type="title"/>
          </p:nvPr>
        </p:nvSpPr>
        <p:spPr>
          <a:xfrm>
            <a:off x="755650" y="268288"/>
            <a:ext cx="7931150" cy="358775"/>
          </a:xfrm>
        </p:spPr>
        <p:txBody>
          <a:bodyPr/>
          <a:lstStyle/>
          <a:p>
            <a:endParaRPr lang="zh-CN" altLang="en-US"/>
          </a:p>
        </p:txBody>
      </p:sp>
      <p:sp>
        <p:nvSpPr>
          <p:cNvPr id="77828"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Tx/>
              <a:buNone/>
            </a:pPr>
            <a:fld id="{E50B370A-2D43-4ABD-85E1-20CEEB2CC6E9}" type="slidenum">
              <a:rPr lang="zh-CN" altLang="en-US" sz="1400" smtClean="0">
                <a:solidFill>
                  <a:srgbClr val="073E87"/>
                </a:solidFill>
                <a:latin typeface="Tahoma" panose="020B0604030504040204" pitchFamily="34" charset="0"/>
              </a:rPr>
              <a:pPr>
                <a:spcBef>
                  <a:spcPct val="0"/>
                </a:spcBef>
                <a:buClrTx/>
                <a:buSzTx/>
                <a:buFontTx/>
                <a:buNone/>
              </a:pPr>
              <a:t>52</a:t>
            </a:fld>
            <a:endParaRPr lang="en-US" altLang="zh-CN" sz="1400">
              <a:solidFill>
                <a:srgbClr val="073E87"/>
              </a:solidFill>
              <a:latin typeface="Tahoma" panose="020B0604030504040204" pitchFamily="34" charset="0"/>
            </a:endParaRPr>
          </a:p>
        </p:txBody>
      </p:sp>
    </p:spTree>
    <p:extLst>
      <p:ext uri="{BB962C8B-B14F-4D97-AF65-F5344CB8AC3E}">
        <p14:creationId xmlns:p14="http://schemas.microsoft.com/office/powerpoint/2010/main" val="25948356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1"/>
          <p:cNvSpPr>
            <a:spLocks noGrp="1"/>
          </p:cNvSpPr>
          <p:nvPr>
            <p:ph idx="1"/>
          </p:nvPr>
        </p:nvSpPr>
        <p:spPr>
          <a:xfrm>
            <a:off x="500063" y="857250"/>
            <a:ext cx="8143875" cy="4017963"/>
          </a:xfrm>
        </p:spPr>
        <p:txBody>
          <a:bodyPr/>
          <a:lstStyle/>
          <a:p>
            <a:pPr>
              <a:lnSpc>
                <a:spcPts val="4000"/>
              </a:lnSpc>
              <a:buClrTx/>
              <a:buFont typeface="Wingdings" panose="05000000000000000000" pitchFamily="2" charset="2"/>
              <a:buChar char="Ø"/>
            </a:pPr>
            <a:r>
              <a:rPr lang="zh-CN" altLang="en-US" sz="2600" b="1" dirty="0">
                <a:solidFill>
                  <a:schemeClr val="tx1"/>
                </a:solidFill>
                <a:latin typeface="楷体" panose="02010609060101010101" pitchFamily="49" charset="-122"/>
                <a:ea typeface="楷体" panose="02010609060101010101" pitchFamily="49" charset="-122"/>
              </a:rPr>
              <a:t>在静态存储分配中，编译器为每个过程确定其活动记录在目标程序中的位置</a:t>
            </a:r>
          </a:p>
          <a:p>
            <a:pPr>
              <a:lnSpc>
                <a:spcPts val="4000"/>
              </a:lnSpc>
              <a:buClrTx/>
              <a:buFont typeface="Wingdings" panose="05000000000000000000" pitchFamily="2" charset="2"/>
              <a:buChar char="Ø"/>
            </a:pPr>
            <a:r>
              <a:rPr lang="zh-CN" altLang="en-US" sz="2600" b="1" dirty="0">
                <a:solidFill>
                  <a:schemeClr val="tx1"/>
                </a:solidFill>
                <a:latin typeface="楷体" panose="02010609060101010101" pitchFamily="49" charset="-122"/>
                <a:ea typeface="楷体" panose="02010609060101010101" pitchFamily="49" charset="-122"/>
              </a:rPr>
              <a:t>这样，过程中每个名字的存储位置就确定了</a:t>
            </a:r>
          </a:p>
          <a:p>
            <a:pPr>
              <a:lnSpc>
                <a:spcPts val="4000"/>
              </a:lnSpc>
              <a:buClrTx/>
              <a:buFont typeface="Wingdings" panose="05000000000000000000" pitchFamily="2" charset="2"/>
              <a:buChar char="Ø"/>
            </a:pPr>
            <a:r>
              <a:rPr lang="zh-CN" altLang="en-US" sz="2600" b="1" dirty="0">
                <a:solidFill>
                  <a:schemeClr val="tx1"/>
                </a:solidFill>
                <a:latin typeface="楷体" panose="02010609060101010101" pitchFamily="49" charset="-122"/>
                <a:ea typeface="楷体" panose="02010609060101010101" pitchFamily="49" charset="-122"/>
              </a:rPr>
              <a:t>因此，这些名字的存储地址可以被编译到目标代码中</a:t>
            </a:r>
          </a:p>
          <a:p>
            <a:pPr>
              <a:lnSpc>
                <a:spcPts val="4000"/>
              </a:lnSpc>
              <a:buClrTx/>
              <a:buFont typeface="Wingdings" panose="05000000000000000000" pitchFamily="2" charset="2"/>
              <a:buChar char="Ø"/>
            </a:pPr>
            <a:r>
              <a:rPr lang="zh-CN" altLang="en-US" sz="2600" b="1" dirty="0">
                <a:solidFill>
                  <a:schemeClr val="tx1"/>
                </a:solidFill>
                <a:latin typeface="楷体" panose="02010609060101010101" pitchFamily="49" charset="-122"/>
                <a:ea typeface="楷体" panose="02010609060101010101" pitchFamily="49" charset="-122"/>
              </a:rPr>
              <a:t>过程每次执行时，它的名字都绑定到同样的存储单元</a:t>
            </a:r>
          </a:p>
          <a:p>
            <a:pPr>
              <a:lnSpc>
                <a:spcPts val="4000"/>
              </a:lnSpc>
              <a:buClrTx/>
              <a:buFont typeface="Wingdings" panose="05000000000000000000" pitchFamily="2" charset="2"/>
              <a:buChar char="Ø"/>
            </a:pPr>
            <a:endParaRPr lang="zh-CN" altLang="en-US" sz="3000" b="1" dirty="0">
              <a:solidFill>
                <a:schemeClr val="tx1"/>
              </a:solidFill>
              <a:latin typeface="楷体" panose="02010609060101010101" pitchFamily="49" charset="-122"/>
              <a:ea typeface="楷体" panose="02010609060101010101" pitchFamily="49" charset="-122"/>
            </a:endParaRPr>
          </a:p>
        </p:txBody>
      </p:sp>
      <p:sp>
        <p:nvSpPr>
          <p:cNvPr id="28675" name="标题 2"/>
          <p:cNvSpPr>
            <a:spLocks noGrp="1"/>
          </p:cNvSpPr>
          <p:nvPr>
            <p:ph type="title"/>
          </p:nvPr>
        </p:nvSpPr>
        <p:spPr>
          <a:xfrm>
            <a:off x="755650" y="268288"/>
            <a:ext cx="7931150" cy="358775"/>
          </a:xfrm>
        </p:spPr>
        <p:txBody>
          <a:bodyPr/>
          <a:lstStyle/>
          <a:p>
            <a:r>
              <a:rPr lang="en-US" altLang="zh-CN" sz="3000" dirty="0">
                <a:solidFill>
                  <a:schemeClr val="tx1"/>
                </a:solidFill>
                <a:latin typeface="微软雅黑" panose="020B0503020204020204" pitchFamily="34" charset="-122"/>
                <a:ea typeface="微软雅黑" panose="020B0503020204020204" pitchFamily="34" charset="-122"/>
                <a:cs typeface="楷体_GB2312"/>
              </a:rPr>
              <a:t>2. </a:t>
            </a:r>
            <a:r>
              <a:rPr lang="zh-CN" altLang="en-US" sz="3000" dirty="0">
                <a:solidFill>
                  <a:schemeClr val="tx1"/>
                </a:solidFill>
                <a:latin typeface="微软雅黑" panose="020B0503020204020204" pitchFamily="34" charset="-122"/>
                <a:ea typeface="微软雅黑" panose="020B0503020204020204" pitchFamily="34" charset="-122"/>
                <a:cs typeface="楷体_GB2312"/>
              </a:rPr>
              <a:t>静态存储分配</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53</a:t>
            </a:fld>
            <a:endParaRPr lang="en-US" altLang="zh-CN" dirty="0"/>
          </a:p>
        </p:txBody>
      </p:sp>
    </p:spTree>
    <p:extLst>
      <p:ext uri="{BB962C8B-B14F-4D97-AF65-F5344CB8AC3E}">
        <p14:creationId xmlns:p14="http://schemas.microsoft.com/office/powerpoint/2010/main" val="37404060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1"/>
          <p:cNvSpPr>
            <a:spLocks noGrp="1"/>
          </p:cNvSpPr>
          <p:nvPr>
            <p:ph idx="1"/>
          </p:nvPr>
        </p:nvSpPr>
        <p:spPr>
          <a:xfrm>
            <a:off x="500063" y="857250"/>
            <a:ext cx="8032750" cy="3225800"/>
          </a:xfrm>
        </p:spPr>
        <p:txBody>
          <a:bodyPr/>
          <a:lstStyle/>
          <a:p>
            <a:pPr>
              <a:lnSpc>
                <a:spcPts val="4000"/>
              </a:lnSpc>
              <a:buClrTx/>
              <a:buFont typeface="Wingdings" panose="05000000000000000000" pitchFamily="2" charset="2"/>
              <a:buChar char="Ø"/>
            </a:pPr>
            <a:r>
              <a:rPr lang="zh-CN" altLang="en-US" sz="2800" b="1" dirty="0">
                <a:solidFill>
                  <a:schemeClr val="tx1"/>
                </a:solidFill>
                <a:latin typeface="楷体" panose="02010609060101010101" pitchFamily="49" charset="-122"/>
                <a:ea typeface="楷体" panose="02010609060101010101" pitchFamily="49" charset="-122"/>
              </a:rPr>
              <a:t>适合静态存储分配的语言必须满足以下条件</a:t>
            </a:r>
            <a:endParaRPr lang="en-US" altLang="zh-CN" sz="2800" b="1" dirty="0">
              <a:solidFill>
                <a:schemeClr val="tx1"/>
              </a:solidFill>
              <a:latin typeface="楷体" panose="02010609060101010101" pitchFamily="49" charset="-122"/>
              <a:ea typeface="楷体" panose="02010609060101010101" pitchFamily="49" charset="-122"/>
            </a:endParaRPr>
          </a:p>
          <a:p>
            <a:pPr lvl="1">
              <a:lnSpc>
                <a:spcPts val="4000"/>
              </a:lnSpc>
              <a:buClrTx/>
              <a:buFont typeface="Wingdings" panose="05000000000000000000" pitchFamily="2" charset="2"/>
              <a:buChar char="Ø"/>
            </a:pPr>
            <a:r>
              <a:rPr lang="zh-CN" altLang="en-US" sz="2500" b="1" dirty="0">
                <a:solidFill>
                  <a:schemeClr val="tx1"/>
                </a:solidFill>
                <a:latin typeface="楷体" panose="02010609060101010101" pitchFamily="49" charset="-122"/>
                <a:ea typeface="楷体" panose="02010609060101010101" pitchFamily="49" charset="-122"/>
              </a:rPr>
              <a:t>数组上下界必须是常数</a:t>
            </a:r>
            <a:endParaRPr lang="en-US" altLang="zh-CN" sz="2500" b="1" dirty="0">
              <a:solidFill>
                <a:schemeClr val="tx1"/>
              </a:solidFill>
              <a:latin typeface="楷体" panose="02010609060101010101" pitchFamily="49" charset="-122"/>
              <a:ea typeface="楷体" panose="02010609060101010101" pitchFamily="49" charset="-122"/>
            </a:endParaRPr>
          </a:p>
          <a:p>
            <a:pPr lvl="1">
              <a:lnSpc>
                <a:spcPts val="4000"/>
              </a:lnSpc>
              <a:buClrTx/>
              <a:buFont typeface="Wingdings" panose="05000000000000000000" pitchFamily="2" charset="2"/>
              <a:buChar char="Ø"/>
            </a:pPr>
            <a:r>
              <a:rPr lang="zh-CN" altLang="en-US" sz="2500" b="1" dirty="0">
                <a:solidFill>
                  <a:schemeClr val="tx1"/>
                </a:solidFill>
                <a:latin typeface="楷体" panose="02010609060101010101" pitchFamily="49" charset="-122"/>
                <a:ea typeface="楷体" panose="02010609060101010101" pitchFamily="49" charset="-122"/>
              </a:rPr>
              <a:t>不允许过程的递归调用</a:t>
            </a:r>
            <a:endParaRPr lang="en-US" altLang="zh-CN" sz="2500" b="1" dirty="0">
              <a:solidFill>
                <a:schemeClr val="tx1"/>
              </a:solidFill>
              <a:latin typeface="楷体" panose="02010609060101010101" pitchFamily="49" charset="-122"/>
              <a:ea typeface="楷体" panose="02010609060101010101" pitchFamily="49" charset="-122"/>
            </a:endParaRPr>
          </a:p>
          <a:p>
            <a:pPr lvl="1">
              <a:lnSpc>
                <a:spcPts val="4000"/>
              </a:lnSpc>
              <a:buClrTx/>
              <a:buFont typeface="Wingdings" panose="05000000000000000000" pitchFamily="2" charset="2"/>
              <a:buChar char="Ø"/>
            </a:pPr>
            <a:r>
              <a:rPr lang="zh-CN" altLang="en-US" sz="2500" b="1" dirty="0">
                <a:solidFill>
                  <a:schemeClr val="tx1"/>
                </a:solidFill>
                <a:latin typeface="楷体" panose="02010609060101010101" pitchFamily="49" charset="-122"/>
                <a:ea typeface="楷体" panose="02010609060101010101" pitchFamily="49" charset="-122"/>
              </a:rPr>
              <a:t>不允许动态建立数据实体</a:t>
            </a:r>
            <a:endParaRPr lang="en-US" altLang="zh-CN" sz="2500" b="1" dirty="0">
              <a:solidFill>
                <a:schemeClr val="tx1"/>
              </a:solidFill>
              <a:latin typeface="楷体" panose="02010609060101010101" pitchFamily="49" charset="-122"/>
              <a:ea typeface="楷体" panose="02010609060101010101" pitchFamily="49" charset="-122"/>
            </a:endParaRPr>
          </a:p>
          <a:p>
            <a:pPr>
              <a:lnSpc>
                <a:spcPts val="4000"/>
              </a:lnSpc>
              <a:buClrTx/>
              <a:buFont typeface="Wingdings" panose="05000000000000000000" pitchFamily="2" charset="2"/>
              <a:buChar char="Ø"/>
            </a:pPr>
            <a:r>
              <a:rPr lang="zh-CN" altLang="en-US" sz="2800" b="1" dirty="0">
                <a:solidFill>
                  <a:schemeClr val="tx1"/>
                </a:solidFill>
                <a:latin typeface="楷体" panose="02010609060101010101" pitchFamily="49" charset="-122"/>
                <a:ea typeface="楷体" panose="02010609060101010101" pitchFamily="49" charset="-122"/>
              </a:rPr>
              <a:t>满足这些条件的语言有</a:t>
            </a:r>
            <a:r>
              <a:rPr lang="en-US" altLang="zh-CN" sz="2800" b="1" dirty="0">
                <a:solidFill>
                  <a:schemeClr val="tx1"/>
                </a:solidFill>
                <a:ea typeface="楷体" panose="02010609060101010101" pitchFamily="49" charset="-122"/>
                <a:cs typeface="Times New Roman" panose="02020603050405020304" pitchFamily="18" charset="0"/>
              </a:rPr>
              <a:t>BASIC</a:t>
            </a:r>
            <a:r>
              <a:rPr lang="zh-CN" altLang="en-US" sz="2800" b="1" dirty="0">
                <a:solidFill>
                  <a:schemeClr val="tx1"/>
                </a:solidFill>
                <a:latin typeface="楷体" panose="02010609060101010101" pitchFamily="49" charset="-122"/>
                <a:ea typeface="楷体" panose="02010609060101010101" pitchFamily="49" charset="-122"/>
              </a:rPr>
              <a:t>和</a:t>
            </a:r>
            <a:r>
              <a:rPr lang="en-US" altLang="zh-CN" sz="2800" b="1" dirty="0">
                <a:solidFill>
                  <a:schemeClr val="tx1"/>
                </a:solidFill>
                <a:ea typeface="楷体" panose="02010609060101010101" pitchFamily="49" charset="-122"/>
              </a:rPr>
              <a:t>FORTRAN</a:t>
            </a:r>
            <a:r>
              <a:rPr lang="zh-CN" altLang="en-US" sz="2800" b="1" dirty="0">
                <a:solidFill>
                  <a:schemeClr val="tx1"/>
                </a:solidFill>
                <a:latin typeface="楷体" panose="02010609060101010101" pitchFamily="49" charset="-122"/>
                <a:ea typeface="楷体" panose="02010609060101010101" pitchFamily="49" charset="-122"/>
              </a:rPr>
              <a:t>等</a:t>
            </a:r>
            <a:endParaRPr lang="en-US" altLang="zh-CN" sz="2800" b="1" dirty="0">
              <a:solidFill>
                <a:schemeClr val="tx1"/>
              </a:solidFill>
              <a:latin typeface="楷体" panose="02010609060101010101" pitchFamily="49" charset="-122"/>
              <a:ea typeface="楷体" panose="02010609060101010101" pitchFamily="49" charset="-122"/>
            </a:endParaRPr>
          </a:p>
        </p:txBody>
      </p:sp>
      <p:sp>
        <p:nvSpPr>
          <p:cNvPr id="30723" name="标题 2"/>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楷体_GB2312"/>
              </a:rPr>
              <a:t>静态存储分配的限制条件</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54</a:t>
            </a:fld>
            <a:endParaRPr lang="en-US" altLang="zh-CN" dirty="0"/>
          </a:p>
        </p:txBody>
      </p:sp>
    </p:spTree>
    <p:extLst>
      <p:ext uri="{BB962C8B-B14F-4D97-AF65-F5344CB8AC3E}">
        <p14:creationId xmlns:p14="http://schemas.microsoft.com/office/powerpoint/2010/main" val="1084263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8434">
                                            <p:txEl>
                                              <p:pRg st="4" end="4"/>
                                            </p:txEl>
                                          </p:spTgt>
                                        </p:tgtEl>
                                        <p:attrNameLst>
                                          <p:attrName>style.visibility</p:attrName>
                                        </p:attrNameLst>
                                      </p:cBhvr>
                                      <p:to>
                                        <p:strVal val="visible"/>
                                      </p:to>
                                    </p:set>
                                    <p:anim calcmode="lin" valueType="num">
                                      <p:cBhvr>
                                        <p:cTn id="7" dur="500" fill="hold"/>
                                        <p:tgtEl>
                                          <p:spTgt spid="18434">
                                            <p:txEl>
                                              <p:pRg st="4" end="4"/>
                                            </p:txEl>
                                          </p:spTgt>
                                        </p:tgtEl>
                                        <p:attrNameLst>
                                          <p:attrName>ppt_w</p:attrName>
                                        </p:attrNameLst>
                                      </p:cBhvr>
                                      <p:tavLst>
                                        <p:tav tm="0">
                                          <p:val>
                                            <p:fltVal val="0"/>
                                          </p:val>
                                        </p:tav>
                                        <p:tav tm="100000">
                                          <p:val>
                                            <p:strVal val="#ppt_w"/>
                                          </p:val>
                                        </p:tav>
                                      </p:tavLst>
                                    </p:anim>
                                    <p:anim calcmode="lin" valueType="num">
                                      <p:cBhvr>
                                        <p:cTn id="8" dur="500" fill="hold"/>
                                        <p:tgtEl>
                                          <p:spTgt spid="18434">
                                            <p:txEl>
                                              <p:pRg st="4" end="4"/>
                                            </p:txEl>
                                          </p:spTgt>
                                        </p:tgtEl>
                                        <p:attrNameLst>
                                          <p:attrName>ppt_h</p:attrName>
                                        </p:attrNameLst>
                                      </p:cBhvr>
                                      <p:tavLst>
                                        <p:tav tm="0">
                                          <p:val>
                                            <p:fltVal val="0"/>
                                          </p:val>
                                        </p:tav>
                                        <p:tav tm="100000">
                                          <p:val>
                                            <p:strVal val="#ppt_h"/>
                                          </p:val>
                                        </p:tav>
                                      </p:tavLst>
                                    </p:anim>
                                    <p:animEffect transition="in" filter="fade">
                                      <p:cBhvr>
                                        <p:cTn id="9" dur="500"/>
                                        <p:tgtEl>
                                          <p:spTgt spid="184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1"/>
          <p:cNvSpPr>
            <a:spLocks noGrp="1"/>
          </p:cNvSpPr>
          <p:nvPr>
            <p:ph idx="1"/>
          </p:nvPr>
        </p:nvSpPr>
        <p:spPr>
          <a:xfrm>
            <a:off x="500063" y="857250"/>
            <a:ext cx="8032750" cy="3225800"/>
          </a:xfrm>
        </p:spPr>
        <p:txBody>
          <a:bodyPr/>
          <a:lstStyle/>
          <a:p>
            <a:pPr>
              <a:lnSpc>
                <a:spcPts val="4000"/>
              </a:lnSpc>
              <a:buClrTx/>
              <a:buFont typeface="Wingdings" panose="05000000000000000000" pitchFamily="2" charset="2"/>
              <a:buChar char="Ø"/>
            </a:pPr>
            <a:r>
              <a:rPr lang="zh-CN" altLang="en-US" sz="3000" b="1">
                <a:solidFill>
                  <a:schemeClr val="tx1"/>
                </a:solidFill>
                <a:latin typeface="楷体" panose="02010609060101010101" pitchFamily="49" charset="-122"/>
                <a:ea typeface="楷体" panose="02010609060101010101" pitchFamily="49" charset="-122"/>
              </a:rPr>
              <a:t>顺序分配法</a:t>
            </a:r>
            <a:endParaRPr lang="en-US" altLang="zh-CN" sz="3000" b="1">
              <a:solidFill>
                <a:schemeClr val="tx1"/>
              </a:solidFill>
              <a:latin typeface="楷体" panose="02010609060101010101" pitchFamily="49" charset="-122"/>
              <a:ea typeface="楷体" panose="02010609060101010101" pitchFamily="49" charset="-122"/>
            </a:endParaRPr>
          </a:p>
          <a:p>
            <a:pPr>
              <a:lnSpc>
                <a:spcPts val="4000"/>
              </a:lnSpc>
              <a:buClrTx/>
              <a:buFont typeface="Wingdings" panose="05000000000000000000" pitchFamily="2" charset="2"/>
              <a:buChar char="Ø"/>
            </a:pPr>
            <a:r>
              <a:rPr lang="zh-CN" altLang="en-US" sz="3000" b="1">
                <a:solidFill>
                  <a:schemeClr val="tx1"/>
                </a:solidFill>
                <a:latin typeface="楷体" panose="02010609060101010101" pitchFamily="49" charset="-122"/>
                <a:ea typeface="楷体" panose="02010609060101010101" pitchFamily="49" charset="-122"/>
              </a:rPr>
              <a:t>层次分配法</a:t>
            </a:r>
            <a:endParaRPr lang="zh-CN" altLang="en-US" sz="3000" b="1">
              <a:solidFill>
                <a:schemeClr val="tx1"/>
              </a:solidFill>
            </a:endParaRPr>
          </a:p>
        </p:txBody>
      </p:sp>
      <p:sp>
        <p:nvSpPr>
          <p:cNvPr id="32771" name="标题 2"/>
          <p:cNvSpPr>
            <a:spLocks noGrp="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楷体_GB2312"/>
              </a:rPr>
              <a:t>常用的静态存储分配方法</a:t>
            </a:r>
          </a:p>
        </p:txBody>
      </p:sp>
      <p:sp>
        <p:nvSpPr>
          <p:cNvPr id="2" name="灯片编号占位符 1"/>
          <p:cNvSpPr>
            <a:spLocks noGrp="1"/>
          </p:cNvSpPr>
          <p:nvPr>
            <p:ph type="sldNum" sz="quarter" idx="12"/>
          </p:nvPr>
        </p:nvSpPr>
        <p:spPr/>
        <p:txBody>
          <a:bodyPr/>
          <a:lstStyle/>
          <a:p>
            <a:pPr>
              <a:defRPr/>
            </a:pPr>
            <a:fld id="{64CF1D47-2B30-44A6-81DA-EC28584A641A}" type="slidenum">
              <a:rPr lang="zh-CN" altLang="en-US" smtClean="0"/>
              <a:pPr>
                <a:defRPr/>
              </a:pPr>
              <a:t>55</a:t>
            </a:fld>
            <a:endParaRPr lang="en-US" altLang="zh-CN" dirty="0"/>
          </a:p>
        </p:txBody>
      </p:sp>
    </p:spTree>
    <p:extLst>
      <p:ext uri="{BB962C8B-B14F-4D97-AF65-F5344CB8AC3E}">
        <p14:creationId xmlns:p14="http://schemas.microsoft.com/office/powerpoint/2010/main" val="16691676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66" name="Rectangle 18"/>
          <p:cNvSpPr>
            <a:spLocks noGrp="1" noChangeArrowheads="1"/>
          </p:cNvSpPr>
          <p:nvPr>
            <p:ph idx="1"/>
          </p:nvPr>
        </p:nvSpPr>
        <p:spPr>
          <a:xfrm>
            <a:off x="142875" y="785813"/>
            <a:ext cx="7272338" cy="642937"/>
          </a:xfrm>
        </p:spPr>
        <p:txBody>
          <a:bodyPr/>
          <a:lstStyle/>
          <a:p>
            <a:pPr lvl="1" eaLnBrk="1" hangingPunct="1">
              <a:buClrTx/>
              <a:buFont typeface="Wingdings" panose="05000000000000000000" pitchFamily="2" charset="2"/>
              <a:buChar char="Ø"/>
            </a:pPr>
            <a:r>
              <a:rPr lang="zh-CN" altLang="en-US" sz="2500" b="1" dirty="0">
                <a:solidFill>
                  <a:schemeClr val="tx1"/>
                </a:solidFill>
                <a:ea typeface="楷体" panose="02010609060101010101" pitchFamily="49" charset="-122"/>
                <a:cs typeface="Times New Roman" panose="02020603050405020304" pitchFamily="18" charset="0"/>
              </a:rPr>
              <a:t>按照过程出现的先后顺序逐段分配存储空间</a:t>
            </a:r>
          </a:p>
          <a:p>
            <a:pPr lvl="1" eaLnBrk="1" hangingPunct="1">
              <a:buClrTx/>
              <a:buFont typeface="Wingdings" panose="05000000000000000000" pitchFamily="2" charset="2"/>
              <a:buChar char="Ø"/>
            </a:pPr>
            <a:r>
              <a:rPr lang="zh-CN" altLang="en-US" sz="2500" b="1" dirty="0">
                <a:solidFill>
                  <a:schemeClr val="tx1"/>
                </a:solidFill>
                <a:ea typeface="楷体" panose="02010609060101010101" pitchFamily="49" charset="-122"/>
                <a:cs typeface="Times New Roman" panose="02020603050405020304" pitchFamily="18" charset="0"/>
              </a:rPr>
              <a:t>各过程的活动记录占用互不相交的存储空间</a:t>
            </a:r>
            <a:r>
              <a:rPr lang="en-US" altLang="zh-CN" sz="2500" b="1" dirty="0">
                <a:solidFill>
                  <a:schemeClr val="tx1"/>
                </a:solidFill>
                <a:ea typeface="楷体" panose="02010609060101010101" pitchFamily="49" charset="-122"/>
                <a:cs typeface="Times New Roman" panose="02020603050405020304" pitchFamily="18" charset="0"/>
              </a:rPr>
              <a:t> </a:t>
            </a:r>
            <a:endParaRPr lang="zh-CN" altLang="en-US" sz="2500" b="1" dirty="0">
              <a:solidFill>
                <a:schemeClr val="tx1"/>
              </a:solidFill>
              <a:ea typeface="楷体" panose="02010609060101010101" pitchFamily="49" charset="-122"/>
              <a:cs typeface="Times New Roman" panose="02020603050405020304" pitchFamily="18" charset="0"/>
            </a:endParaRPr>
          </a:p>
        </p:txBody>
      </p:sp>
      <p:sp>
        <p:nvSpPr>
          <p:cNvPr id="34819"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顺序分配法</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Group 4"/>
          <p:cNvGrpSpPr>
            <a:grpSpLocks/>
          </p:cNvGrpSpPr>
          <p:nvPr/>
        </p:nvGrpSpPr>
        <p:grpSpPr bwMode="auto">
          <a:xfrm>
            <a:off x="1655763" y="1881188"/>
            <a:ext cx="2857500" cy="2084387"/>
            <a:chOff x="192" y="2016"/>
            <a:chExt cx="2400" cy="1750"/>
          </a:xfrm>
        </p:grpSpPr>
        <p:sp>
          <p:nvSpPr>
            <p:cNvPr id="34825" name="Text Box 5"/>
            <p:cNvSpPr txBox="1">
              <a:spLocks noChangeArrowheads="1"/>
            </p:cNvSpPr>
            <p:nvPr/>
          </p:nvSpPr>
          <p:spPr bwMode="auto">
            <a:xfrm>
              <a:off x="960" y="2016"/>
              <a:ext cx="5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1/22</a:t>
              </a:r>
            </a:p>
          </p:txBody>
        </p:sp>
        <p:sp>
          <p:nvSpPr>
            <p:cNvPr id="34826" name="Text Box 6"/>
            <p:cNvSpPr txBox="1">
              <a:spLocks noChangeArrowheads="1"/>
            </p:cNvSpPr>
            <p:nvPr/>
          </p:nvSpPr>
          <p:spPr bwMode="auto">
            <a:xfrm>
              <a:off x="624" y="2638"/>
              <a:ext cx="57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2/15</a:t>
              </a:r>
            </a:p>
          </p:txBody>
        </p:sp>
        <p:sp>
          <p:nvSpPr>
            <p:cNvPr id="34827" name="Text Box 7"/>
            <p:cNvSpPr txBox="1">
              <a:spLocks noChangeArrowheads="1"/>
            </p:cNvSpPr>
            <p:nvPr/>
          </p:nvSpPr>
          <p:spPr bwMode="auto">
            <a:xfrm>
              <a:off x="1488" y="2688"/>
              <a:ext cx="6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3/18</a:t>
              </a:r>
            </a:p>
          </p:txBody>
        </p:sp>
        <p:sp>
          <p:nvSpPr>
            <p:cNvPr id="34828" name="Text Box 8"/>
            <p:cNvSpPr txBox="1">
              <a:spLocks noChangeArrowheads="1"/>
            </p:cNvSpPr>
            <p:nvPr/>
          </p:nvSpPr>
          <p:spPr bwMode="auto">
            <a:xfrm>
              <a:off x="192" y="3456"/>
              <a:ext cx="5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4/17</a:t>
              </a:r>
            </a:p>
          </p:txBody>
        </p:sp>
        <p:sp>
          <p:nvSpPr>
            <p:cNvPr id="34829" name="Text Box 9"/>
            <p:cNvSpPr txBox="1">
              <a:spLocks noChangeArrowheads="1"/>
            </p:cNvSpPr>
            <p:nvPr/>
          </p:nvSpPr>
          <p:spPr bwMode="auto">
            <a:xfrm>
              <a:off x="1104" y="3408"/>
              <a:ext cx="5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6/10</a:t>
              </a:r>
            </a:p>
          </p:txBody>
        </p:sp>
        <p:sp>
          <p:nvSpPr>
            <p:cNvPr id="34830" name="Text Box 10"/>
            <p:cNvSpPr txBox="1">
              <a:spLocks noChangeArrowheads="1"/>
            </p:cNvSpPr>
            <p:nvPr/>
          </p:nvSpPr>
          <p:spPr bwMode="auto">
            <a:xfrm>
              <a:off x="2064" y="3456"/>
              <a:ext cx="5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5/23</a:t>
              </a:r>
            </a:p>
          </p:txBody>
        </p:sp>
        <p:sp>
          <p:nvSpPr>
            <p:cNvPr id="34831" name="Line 11"/>
            <p:cNvSpPr>
              <a:spLocks noChangeShapeType="1"/>
            </p:cNvSpPr>
            <p:nvPr/>
          </p:nvSpPr>
          <p:spPr bwMode="auto">
            <a:xfrm flipH="1">
              <a:off x="816" y="2256"/>
              <a:ext cx="288"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2" name="Line 12"/>
            <p:cNvSpPr>
              <a:spLocks noChangeShapeType="1"/>
            </p:cNvSpPr>
            <p:nvPr/>
          </p:nvSpPr>
          <p:spPr bwMode="auto">
            <a:xfrm flipH="1">
              <a:off x="1296" y="2928"/>
              <a:ext cx="336"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3" name="Line 13"/>
            <p:cNvSpPr>
              <a:spLocks noChangeShapeType="1"/>
            </p:cNvSpPr>
            <p:nvPr/>
          </p:nvSpPr>
          <p:spPr bwMode="auto">
            <a:xfrm>
              <a:off x="1680" y="2928"/>
              <a:ext cx="576"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4" name="Line 14"/>
            <p:cNvSpPr>
              <a:spLocks noChangeShapeType="1"/>
            </p:cNvSpPr>
            <p:nvPr/>
          </p:nvSpPr>
          <p:spPr bwMode="auto">
            <a:xfrm>
              <a:off x="1152" y="2256"/>
              <a:ext cx="528"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5" name="Line 15"/>
            <p:cNvSpPr>
              <a:spLocks noChangeShapeType="1"/>
            </p:cNvSpPr>
            <p:nvPr/>
          </p:nvSpPr>
          <p:spPr bwMode="auto">
            <a:xfrm flipH="1">
              <a:off x="384" y="2928"/>
              <a:ext cx="384"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4836" name="Line 16"/>
            <p:cNvSpPr>
              <a:spLocks noChangeShapeType="1"/>
            </p:cNvSpPr>
            <p:nvPr/>
          </p:nvSpPr>
          <p:spPr bwMode="auto">
            <a:xfrm>
              <a:off x="768" y="2880"/>
              <a:ext cx="528"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846867" name="Text Box 19"/>
          <p:cNvSpPr txBox="1">
            <a:spLocks noChangeArrowheads="1"/>
          </p:cNvSpPr>
          <p:nvPr/>
        </p:nvSpPr>
        <p:spPr bwMode="auto">
          <a:xfrm>
            <a:off x="1500188" y="3979863"/>
            <a:ext cx="2894012" cy="377825"/>
          </a:xfrm>
          <a:prstGeom prst="rect">
            <a:avLst/>
          </a:prstGeom>
          <a:solidFill>
            <a:schemeClr val="accent2">
              <a:lumMod val="40000"/>
              <a:lumOff val="60000"/>
            </a:schemeClr>
          </a:solidFill>
          <a:ln>
            <a:solidFill>
              <a:schemeClr val="tx1"/>
            </a:solidFill>
          </a:ln>
        </p:spPr>
        <p:txBody>
          <a:bodyPr lIns="68580" tIns="34290" rIns="68580" bIns="34290">
            <a:spAutoFit/>
          </a:bodyPr>
          <a:lstStyle>
            <a:lvl1pPr eaLnBrk="0" hangingPunct="0">
              <a:defRPr sz="1100" b="1">
                <a:solidFill>
                  <a:schemeClr val="tx1"/>
                </a:solidFill>
                <a:latin typeface="Times New Roman" panose="02020603050405020304" pitchFamily="18" charset="0"/>
                <a:ea typeface="楷体_GB2312"/>
                <a:cs typeface="楷体_GB2312"/>
              </a:defRPr>
            </a:lvl1pPr>
            <a:lvl2pPr marL="742950" indent="-285750" eaLnBrk="0" hangingPunct="0">
              <a:defRPr sz="1100" b="1">
                <a:solidFill>
                  <a:schemeClr val="tx1"/>
                </a:solidFill>
                <a:latin typeface="Times New Roman" panose="02020603050405020304" pitchFamily="18" charset="0"/>
                <a:ea typeface="楷体_GB2312"/>
                <a:cs typeface="楷体_GB2312"/>
              </a:defRPr>
            </a:lvl2pPr>
            <a:lvl3pPr marL="1143000" indent="-228600" eaLnBrk="0" hangingPunct="0">
              <a:defRPr sz="1100" b="1">
                <a:solidFill>
                  <a:schemeClr val="tx1"/>
                </a:solidFill>
                <a:latin typeface="Times New Roman" panose="02020603050405020304" pitchFamily="18" charset="0"/>
                <a:ea typeface="楷体_GB2312"/>
                <a:cs typeface="楷体_GB2312"/>
              </a:defRPr>
            </a:lvl3pPr>
            <a:lvl4pPr marL="1600200" indent="-228600" eaLnBrk="0" hangingPunct="0">
              <a:defRPr sz="1100" b="1">
                <a:solidFill>
                  <a:schemeClr val="tx1"/>
                </a:solidFill>
                <a:latin typeface="Times New Roman" panose="02020603050405020304" pitchFamily="18" charset="0"/>
                <a:ea typeface="楷体_GB2312"/>
                <a:cs typeface="楷体_GB2312"/>
              </a:defRPr>
            </a:lvl4pPr>
            <a:lvl5pPr marL="2057400" indent="-228600" eaLnBrk="0" hangingPunct="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defRPr/>
            </a:pPr>
            <a:r>
              <a:rPr lang="zh-CN" altLang="en-US" sz="2000" dirty="0">
                <a:solidFill>
                  <a:prstClr val="black"/>
                </a:solidFill>
                <a:ea typeface="楷体" panose="02010609060101010101" pitchFamily="49" charset="-122"/>
                <a:cs typeface="Times New Roman" panose="02020603050405020304" pitchFamily="18" charset="0"/>
              </a:rPr>
              <a:t>过程编号</a:t>
            </a:r>
            <a:r>
              <a:rPr lang="en-US" altLang="zh-CN" sz="2000" dirty="0">
                <a:solidFill>
                  <a:prstClr val="black"/>
                </a:solidFill>
                <a:ea typeface="楷体" panose="02010609060101010101" pitchFamily="49" charset="-122"/>
                <a:cs typeface="Times New Roman" panose="02020603050405020304" pitchFamily="18" charset="0"/>
              </a:rPr>
              <a:t>/</a:t>
            </a:r>
            <a:r>
              <a:rPr lang="zh-CN" altLang="en-US" sz="2000" dirty="0">
                <a:solidFill>
                  <a:prstClr val="black"/>
                </a:solidFill>
                <a:ea typeface="楷体" panose="02010609060101010101" pitchFamily="49" charset="-122"/>
                <a:cs typeface="Times New Roman" panose="02020603050405020304" pitchFamily="18" charset="0"/>
              </a:rPr>
              <a:t>所需存储空间</a:t>
            </a:r>
          </a:p>
        </p:txBody>
      </p:sp>
      <p:sp>
        <p:nvSpPr>
          <p:cNvPr id="846868" name="Text Box 20"/>
          <p:cNvSpPr txBox="1">
            <a:spLocks noChangeArrowheads="1"/>
          </p:cNvSpPr>
          <p:nvPr/>
        </p:nvSpPr>
        <p:spPr bwMode="auto">
          <a:xfrm>
            <a:off x="5178425" y="1662113"/>
            <a:ext cx="2751138" cy="270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68580" tIns="34290" rIns="68580" bIns="34290">
            <a:spAutoFit/>
          </a:bodyPr>
          <a:lstStyle>
            <a:lvl1pPr marL="342900" indent="-342900">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lnSpc>
                <a:spcPts val="2600"/>
              </a:lnSpc>
            </a:pPr>
            <a:r>
              <a:rPr lang="zh-CN" altLang="en-US" sz="1500" b="0">
                <a:solidFill>
                  <a:prstClr val="black"/>
                </a:solidFill>
                <a:ea typeface="楷体" panose="02010609060101010101" pitchFamily="49" charset="-122"/>
                <a:cs typeface="Times New Roman" panose="02020603050405020304" pitchFamily="18" charset="0"/>
              </a:rPr>
              <a:t>    </a:t>
            </a:r>
            <a:r>
              <a:rPr lang="zh-CN" altLang="en-US" sz="2000">
                <a:solidFill>
                  <a:prstClr val="black"/>
                </a:solidFill>
                <a:ea typeface="楷体" panose="02010609060101010101" pitchFamily="49" charset="-122"/>
                <a:cs typeface="Times New Roman" panose="02020603050405020304" pitchFamily="18" charset="0"/>
              </a:rPr>
              <a:t>过程       存储</a:t>
            </a:r>
            <a:r>
              <a:rPr kumimoji="1" lang="zh-CN" altLang="en-US" sz="2000">
                <a:solidFill>
                  <a:prstClr val="black"/>
                </a:solidFill>
                <a:ea typeface="楷体" panose="02010609060101010101" pitchFamily="49" charset="-122"/>
                <a:cs typeface="Times New Roman" panose="02020603050405020304" pitchFamily="18" charset="0"/>
              </a:rPr>
              <a:t>区域</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1              0~21</a:t>
            </a:r>
          </a:p>
          <a:p>
            <a:pPr>
              <a:lnSpc>
                <a:spcPts val="2600"/>
              </a:lnSpc>
            </a:pPr>
            <a:r>
              <a:rPr kumimoji="1" lang="en-US" altLang="zh-CN" sz="2000">
                <a:solidFill>
                  <a:prstClr val="black"/>
                </a:solidFill>
                <a:ea typeface="楷体" panose="02010609060101010101" pitchFamily="49" charset="-122"/>
                <a:cs typeface="Times New Roman" panose="02020603050405020304" pitchFamily="18" charset="0"/>
              </a:rPr>
              <a:t>       2            22~36</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3            37~54</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4            55~71</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5            72~94</a:t>
            </a:r>
          </a:p>
          <a:p>
            <a:pPr>
              <a:lnSpc>
                <a:spcPts val="2600"/>
              </a:lnSpc>
            </a:pPr>
            <a:r>
              <a:rPr kumimoji="1" lang="zh-CN" altLang="en-US" sz="2000">
                <a:solidFill>
                  <a:prstClr val="black"/>
                </a:solidFill>
                <a:ea typeface="楷体" panose="02010609060101010101" pitchFamily="49" charset="-122"/>
                <a:cs typeface="Times New Roman" panose="02020603050405020304" pitchFamily="18" charset="0"/>
              </a:rPr>
              <a:t>       </a:t>
            </a:r>
            <a:r>
              <a:rPr kumimoji="1" lang="en-US" altLang="zh-CN" sz="2000">
                <a:solidFill>
                  <a:prstClr val="black"/>
                </a:solidFill>
                <a:ea typeface="楷体" panose="02010609060101010101" pitchFamily="49" charset="-122"/>
                <a:cs typeface="Times New Roman" panose="02020603050405020304" pitchFamily="18" charset="0"/>
              </a:rPr>
              <a:t>6            95~104</a:t>
            </a:r>
          </a:p>
          <a:p>
            <a:pPr>
              <a:lnSpc>
                <a:spcPts val="2600"/>
              </a:lnSpc>
            </a:pPr>
            <a:r>
              <a:rPr lang="zh-CN" altLang="en-US" sz="2000">
                <a:solidFill>
                  <a:prstClr val="black"/>
                </a:solidFill>
                <a:ea typeface="楷体" panose="02010609060101010101" pitchFamily="49" charset="-122"/>
                <a:cs typeface="Times New Roman" panose="02020603050405020304" pitchFamily="18" charset="0"/>
              </a:rPr>
              <a:t>共需要</a:t>
            </a:r>
            <a:r>
              <a:rPr lang="en-US" altLang="zh-CN" sz="2000">
                <a:solidFill>
                  <a:prstClr val="black"/>
                </a:solidFill>
                <a:ea typeface="楷体" panose="02010609060101010101" pitchFamily="49" charset="-122"/>
                <a:cs typeface="Times New Roman" panose="02020603050405020304" pitchFamily="18" charset="0"/>
              </a:rPr>
              <a:t>105</a:t>
            </a:r>
            <a:r>
              <a:rPr lang="zh-CN" altLang="en-US" sz="2000">
                <a:solidFill>
                  <a:prstClr val="black"/>
                </a:solidFill>
                <a:ea typeface="楷体" panose="02010609060101010101" pitchFamily="49" charset="-122"/>
                <a:cs typeface="Times New Roman" panose="02020603050405020304" pitchFamily="18" charset="0"/>
              </a:rPr>
              <a:t>个存储单元</a:t>
            </a:r>
          </a:p>
        </p:txBody>
      </p:sp>
      <p:sp>
        <p:nvSpPr>
          <p:cNvPr id="846870" name="Rectangle 22"/>
          <p:cNvSpPr>
            <a:spLocks noChangeArrowheads="1"/>
          </p:cNvSpPr>
          <p:nvPr/>
        </p:nvSpPr>
        <p:spPr bwMode="auto">
          <a:xfrm>
            <a:off x="4429125" y="4357688"/>
            <a:ext cx="4556125" cy="684212"/>
          </a:xfrm>
          <a:prstGeom prst="rect">
            <a:avLst/>
          </a:prstGeom>
          <a:solidFill>
            <a:schemeClr val="accent5">
              <a:lumMod val="60000"/>
              <a:lumOff val="40000"/>
            </a:schemeClr>
          </a:solidFill>
          <a:ln w="9525">
            <a:solidFill>
              <a:schemeClr val="tx1"/>
            </a:solidFill>
            <a:miter lim="800000"/>
            <a:headEnd/>
            <a:tailEnd/>
          </a:ln>
        </p:spPr>
        <p:txBody>
          <a:bodyPr lIns="68580" tIns="34290" rIns="68580" bIns="34290">
            <a:spAutoFit/>
          </a:bodyPr>
          <a:lstStyle/>
          <a:p>
            <a:pPr eaLnBrk="1" hangingPunct="1">
              <a:defRPr/>
            </a:pPr>
            <a:r>
              <a:rPr lang="zh-CN" altLang="en-US" sz="2000" dirty="0">
                <a:solidFill>
                  <a:srgbClr val="0000FF"/>
                </a:solidFill>
                <a:latin typeface="Times New Roman" panose="02020603050405020304" pitchFamily="18" charset="0"/>
                <a:ea typeface="楷体" pitchFamily="49" charset="-122"/>
                <a:cs typeface="Times New Roman" pitchFamily="18" charset="0"/>
              </a:rPr>
              <a:t>优点：处理上简单</a:t>
            </a:r>
          </a:p>
          <a:p>
            <a:pPr eaLnBrk="1" hangingPunct="1">
              <a:defRPr/>
            </a:pPr>
            <a:r>
              <a:rPr lang="zh-CN" altLang="en-US" sz="2000" dirty="0">
                <a:solidFill>
                  <a:srgbClr val="0000FF"/>
                </a:solidFill>
                <a:latin typeface="Times New Roman" panose="02020603050405020304" pitchFamily="18" charset="0"/>
                <a:ea typeface="楷体" pitchFamily="49" charset="-122"/>
                <a:cs typeface="Times New Roman" pitchFamily="18" charset="0"/>
              </a:rPr>
              <a:t>缺点：对内存空间的使用不够经济合理</a:t>
            </a:r>
          </a:p>
        </p:txBody>
      </p:sp>
      <p:sp>
        <p:nvSpPr>
          <p:cNvPr id="846871" name="AutoShape 23"/>
          <p:cNvSpPr>
            <a:spLocks noChangeArrowheads="1"/>
          </p:cNvSpPr>
          <p:nvPr/>
        </p:nvSpPr>
        <p:spPr bwMode="auto">
          <a:xfrm>
            <a:off x="571500" y="4479925"/>
            <a:ext cx="3429000" cy="539750"/>
          </a:xfrm>
          <a:prstGeom prst="cloudCallout">
            <a:avLst>
              <a:gd name="adj1" fmla="val 50148"/>
              <a:gd name="adj2" fmla="val -68648"/>
            </a:avLst>
          </a:prstGeom>
          <a:solidFill>
            <a:schemeClr val="tx2">
              <a:lumMod val="60000"/>
              <a:lumOff val="40000"/>
            </a:schemeClr>
          </a:solidFill>
          <a:ln w="9525">
            <a:solidFill>
              <a:schemeClr val="tx1"/>
            </a:solidFill>
            <a:round/>
            <a:headEnd/>
            <a:tailEnd/>
          </a:ln>
        </p:spPr>
        <p:txBody>
          <a:bodyPr lIns="68580" tIns="34290" rIns="68580" bIns="34290"/>
          <a:lstStyle/>
          <a:p>
            <a:pPr eaLnBrk="1" hangingPunct="1">
              <a:defRPr/>
            </a:pPr>
            <a:r>
              <a:rPr kumimoji="1" lang="zh-CN" altLang="en-US" sz="2000" dirty="0">
                <a:solidFill>
                  <a:prstClr val="white"/>
                </a:solidFill>
                <a:latin typeface="Times New Roman" panose="02020603050405020304" pitchFamily="18" charset="0"/>
                <a:ea typeface="楷体" pitchFamily="49" charset="-122"/>
                <a:cs typeface="Times New Roman" pitchFamily="18" charset="0"/>
              </a:rPr>
              <a:t>能用更少的空间么？</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56</a:t>
            </a:fld>
            <a:endParaRPr lang="en-US" altLang="zh-CN" dirty="0"/>
          </a:p>
        </p:txBody>
      </p:sp>
    </p:spTree>
    <p:extLst>
      <p:ext uri="{BB962C8B-B14F-4D97-AF65-F5344CB8AC3E}">
        <p14:creationId xmlns:p14="http://schemas.microsoft.com/office/powerpoint/2010/main" val="10304810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846867"/>
                                        </p:tgtEl>
                                        <p:attrNameLst>
                                          <p:attrName>style.visibility</p:attrName>
                                        </p:attrNameLst>
                                      </p:cBhvr>
                                      <p:to>
                                        <p:strVal val="visible"/>
                                      </p:to>
                                    </p:set>
                                    <p:anim calcmode="lin" valueType="num">
                                      <p:cBhvr>
                                        <p:cTn id="12" dur="500" fill="hold"/>
                                        <p:tgtEl>
                                          <p:spTgt spid="846867"/>
                                        </p:tgtEl>
                                        <p:attrNameLst>
                                          <p:attrName>ppt_w</p:attrName>
                                        </p:attrNameLst>
                                      </p:cBhvr>
                                      <p:tavLst>
                                        <p:tav tm="0">
                                          <p:val>
                                            <p:fltVal val="0"/>
                                          </p:val>
                                        </p:tav>
                                        <p:tav tm="100000">
                                          <p:val>
                                            <p:strVal val="#ppt_w"/>
                                          </p:val>
                                        </p:tav>
                                      </p:tavLst>
                                    </p:anim>
                                    <p:anim calcmode="lin" valueType="num">
                                      <p:cBhvr>
                                        <p:cTn id="13" dur="500" fill="hold"/>
                                        <p:tgtEl>
                                          <p:spTgt spid="846867"/>
                                        </p:tgtEl>
                                        <p:attrNameLst>
                                          <p:attrName>ppt_h</p:attrName>
                                        </p:attrNameLst>
                                      </p:cBhvr>
                                      <p:tavLst>
                                        <p:tav tm="0">
                                          <p:val>
                                            <p:fltVal val="0"/>
                                          </p:val>
                                        </p:tav>
                                        <p:tav tm="100000">
                                          <p:val>
                                            <p:strVal val="#ppt_h"/>
                                          </p:val>
                                        </p:tav>
                                      </p:tavLst>
                                    </p:anim>
                                    <p:animEffect transition="in" filter="fade">
                                      <p:cBhvr>
                                        <p:cTn id="14" dur="500"/>
                                        <p:tgtEl>
                                          <p:spTgt spid="84686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846866">
                                            <p:txEl>
                                              <p:pRg st="0" end="0"/>
                                            </p:txEl>
                                          </p:spTgt>
                                        </p:tgtEl>
                                        <p:attrNameLst>
                                          <p:attrName>style.visibility</p:attrName>
                                        </p:attrNameLst>
                                      </p:cBhvr>
                                      <p:to>
                                        <p:strVal val="visible"/>
                                      </p:to>
                                    </p:set>
                                    <p:anim calcmode="lin" valueType="num">
                                      <p:cBhvr>
                                        <p:cTn id="19" dur="500" fill="hold"/>
                                        <p:tgtEl>
                                          <p:spTgt spid="846866">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846866">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846866">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nodeType="clickEffect">
                                  <p:stCondLst>
                                    <p:cond delay="0"/>
                                  </p:stCondLst>
                                  <p:childTnLst>
                                    <p:set>
                                      <p:cBhvr>
                                        <p:cTn id="25" dur="1" fill="hold">
                                          <p:stCondLst>
                                            <p:cond delay="0"/>
                                          </p:stCondLst>
                                        </p:cTn>
                                        <p:tgtEl>
                                          <p:spTgt spid="846866">
                                            <p:txEl>
                                              <p:pRg st="1" end="1"/>
                                            </p:txEl>
                                          </p:spTgt>
                                        </p:tgtEl>
                                        <p:attrNameLst>
                                          <p:attrName>style.visibility</p:attrName>
                                        </p:attrNameLst>
                                      </p:cBhvr>
                                      <p:to>
                                        <p:strVal val="visible"/>
                                      </p:to>
                                    </p:set>
                                    <p:anim calcmode="lin" valueType="num">
                                      <p:cBhvr>
                                        <p:cTn id="26" dur="500" fill="hold"/>
                                        <p:tgtEl>
                                          <p:spTgt spid="846866">
                                            <p:txEl>
                                              <p:pRg st="1" end="1"/>
                                            </p:txEl>
                                          </p:spTgt>
                                        </p:tgtEl>
                                        <p:attrNameLst>
                                          <p:attrName>ppt_w</p:attrName>
                                        </p:attrNameLst>
                                      </p:cBhvr>
                                      <p:tavLst>
                                        <p:tav tm="0">
                                          <p:val>
                                            <p:fltVal val="0"/>
                                          </p:val>
                                        </p:tav>
                                        <p:tav tm="100000">
                                          <p:val>
                                            <p:strVal val="#ppt_w"/>
                                          </p:val>
                                        </p:tav>
                                      </p:tavLst>
                                    </p:anim>
                                    <p:anim calcmode="lin" valueType="num">
                                      <p:cBhvr>
                                        <p:cTn id="27" dur="500" fill="hold"/>
                                        <p:tgtEl>
                                          <p:spTgt spid="846866">
                                            <p:txEl>
                                              <p:pRg st="1" end="1"/>
                                            </p:txEl>
                                          </p:spTgt>
                                        </p:tgtEl>
                                        <p:attrNameLst>
                                          <p:attrName>ppt_h</p:attrName>
                                        </p:attrNameLst>
                                      </p:cBhvr>
                                      <p:tavLst>
                                        <p:tav tm="0">
                                          <p:val>
                                            <p:fltVal val="0"/>
                                          </p:val>
                                        </p:tav>
                                        <p:tav tm="100000">
                                          <p:val>
                                            <p:strVal val="#ppt_h"/>
                                          </p:val>
                                        </p:tav>
                                      </p:tavLst>
                                    </p:anim>
                                    <p:animEffect transition="in" filter="fade">
                                      <p:cBhvr>
                                        <p:cTn id="28" dur="500"/>
                                        <p:tgtEl>
                                          <p:spTgt spid="846866">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0" fill="hold" grpId="0" nodeType="clickEffect">
                                  <p:stCondLst>
                                    <p:cond delay="0"/>
                                  </p:stCondLst>
                                  <p:childTnLst>
                                    <p:set>
                                      <p:cBhvr>
                                        <p:cTn id="32" dur="1" fill="hold">
                                          <p:stCondLst>
                                            <p:cond delay="0"/>
                                          </p:stCondLst>
                                        </p:cTn>
                                        <p:tgtEl>
                                          <p:spTgt spid="846868">
                                            <p:txEl>
                                              <p:pRg st="0" end="0"/>
                                            </p:txEl>
                                          </p:spTgt>
                                        </p:tgtEl>
                                        <p:attrNameLst>
                                          <p:attrName>style.visibility</p:attrName>
                                        </p:attrNameLst>
                                      </p:cBhvr>
                                      <p:to>
                                        <p:strVal val="visible"/>
                                      </p:to>
                                    </p:set>
                                    <p:anim calcmode="lin" valueType="num">
                                      <p:cBhvr>
                                        <p:cTn id="33" dur="500" fill="hold"/>
                                        <p:tgtEl>
                                          <p:spTgt spid="84686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4686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46868">
                                            <p:txEl>
                                              <p:pRg st="0" end="0"/>
                                            </p:txEl>
                                          </p:spTgt>
                                        </p:tgtEl>
                                      </p:cBhvr>
                                    </p:animEffect>
                                  </p:childTnLst>
                                </p:cTn>
                              </p:par>
                              <p:par>
                                <p:cTn id="36" presetID="53" presetClass="entr" presetSubtype="0" fill="hold" grpId="0" nodeType="withEffect">
                                  <p:stCondLst>
                                    <p:cond delay="0"/>
                                  </p:stCondLst>
                                  <p:childTnLst>
                                    <p:set>
                                      <p:cBhvr>
                                        <p:cTn id="37" dur="1" fill="hold">
                                          <p:stCondLst>
                                            <p:cond delay="0"/>
                                          </p:stCondLst>
                                        </p:cTn>
                                        <p:tgtEl>
                                          <p:spTgt spid="846868">
                                            <p:txEl>
                                              <p:pRg st="1" end="1"/>
                                            </p:txEl>
                                          </p:spTgt>
                                        </p:tgtEl>
                                        <p:attrNameLst>
                                          <p:attrName>style.visibility</p:attrName>
                                        </p:attrNameLst>
                                      </p:cBhvr>
                                      <p:to>
                                        <p:strVal val="visible"/>
                                      </p:to>
                                    </p:set>
                                    <p:anim calcmode="lin" valueType="num">
                                      <p:cBhvr>
                                        <p:cTn id="38" dur="500" fill="hold"/>
                                        <p:tgtEl>
                                          <p:spTgt spid="846868">
                                            <p:txEl>
                                              <p:pRg st="1" end="1"/>
                                            </p:txEl>
                                          </p:spTgt>
                                        </p:tgtEl>
                                        <p:attrNameLst>
                                          <p:attrName>ppt_w</p:attrName>
                                        </p:attrNameLst>
                                      </p:cBhvr>
                                      <p:tavLst>
                                        <p:tav tm="0">
                                          <p:val>
                                            <p:fltVal val="0"/>
                                          </p:val>
                                        </p:tav>
                                        <p:tav tm="100000">
                                          <p:val>
                                            <p:strVal val="#ppt_w"/>
                                          </p:val>
                                        </p:tav>
                                      </p:tavLst>
                                    </p:anim>
                                    <p:anim calcmode="lin" valueType="num">
                                      <p:cBhvr>
                                        <p:cTn id="39" dur="500" fill="hold"/>
                                        <p:tgtEl>
                                          <p:spTgt spid="846868">
                                            <p:txEl>
                                              <p:pRg st="1" end="1"/>
                                            </p:txEl>
                                          </p:spTgt>
                                        </p:tgtEl>
                                        <p:attrNameLst>
                                          <p:attrName>ppt_h</p:attrName>
                                        </p:attrNameLst>
                                      </p:cBhvr>
                                      <p:tavLst>
                                        <p:tav tm="0">
                                          <p:val>
                                            <p:fltVal val="0"/>
                                          </p:val>
                                        </p:tav>
                                        <p:tav tm="100000">
                                          <p:val>
                                            <p:strVal val="#ppt_h"/>
                                          </p:val>
                                        </p:tav>
                                      </p:tavLst>
                                    </p:anim>
                                    <p:animEffect transition="in" filter="fade">
                                      <p:cBhvr>
                                        <p:cTn id="40" dur="500"/>
                                        <p:tgtEl>
                                          <p:spTgt spid="846868">
                                            <p:txEl>
                                              <p:pRg st="1" end="1"/>
                                            </p:txEl>
                                          </p:spTgt>
                                        </p:tgtEl>
                                      </p:cBhvr>
                                    </p:animEffect>
                                  </p:childTnLst>
                                </p:cTn>
                              </p:par>
                              <p:par>
                                <p:cTn id="41" presetID="53" presetClass="entr" presetSubtype="0" fill="hold" grpId="0" nodeType="withEffect">
                                  <p:stCondLst>
                                    <p:cond delay="0"/>
                                  </p:stCondLst>
                                  <p:childTnLst>
                                    <p:set>
                                      <p:cBhvr>
                                        <p:cTn id="42" dur="1" fill="hold">
                                          <p:stCondLst>
                                            <p:cond delay="0"/>
                                          </p:stCondLst>
                                        </p:cTn>
                                        <p:tgtEl>
                                          <p:spTgt spid="846868">
                                            <p:txEl>
                                              <p:pRg st="2" end="2"/>
                                            </p:txEl>
                                          </p:spTgt>
                                        </p:tgtEl>
                                        <p:attrNameLst>
                                          <p:attrName>style.visibility</p:attrName>
                                        </p:attrNameLst>
                                      </p:cBhvr>
                                      <p:to>
                                        <p:strVal val="visible"/>
                                      </p:to>
                                    </p:set>
                                    <p:anim calcmode="lin" valueType="num">
                                      <p:cBhvr>
                                        <p:cTn id="43" dur="500" fill="hold"/>
                                        <p:tgtEl>
                                          <p:spTgt spid="846868">
                                            <p:txEl>
                                              <p:pRg st="2" end="2"/>
                                            </p:txEl>
                                          </p:spTgt>
                                        </p:tgtEl>
                                        <p:attrNameLst>
                                          <p:attrName>ppt_w</p:attrName>
                                        </p:attrNameLst>
                                      </p:cBhvr>
                                      <p:tavLst>
                                        <p:tav tm="0">
                                          <p:val>
                                            <p:fltVal val="0"/>
                                          </p:val>
                                        </p:tav>
                                        <p:tav tm="100000">
                                          <p:val>
                                            <p:strVal val="#ppt_w"/>
                                          </p:val>
                                        </p:tav>
                                      </p:tavLst>
                                    </p:anim>
                                    <p:anim calcmode="lin" valueType="num">
                                      <p:cBhvr>
                                        <p:cTn id="44" dur="500" fill="hold"/>
                                        <p:tgtEl>
                                          <p:spTgt spid="846868">
                                            <p:txEl>
                                              <p:pRg st="2" end="2"/>
                                            </p:txEl>
                                          </p:spTgt>
                                        </p:tgtEl>
                                        <p:attrNameLst>
                                          <p:attrName>ppt_h</p:attrName>
                                        </p:attrNameLst>
                                      </p:cBhvr>
                                      <p:tavLst>
                                        <p:tav tm="0">
                                          <p:val>
                                            <p:fltVal val="0"/>
                                          </p:val>
                                        </p:tav>
                                        <p:tav tm="100000">
                                          <p:val>
                                            <p:strVal val="#ppt_h"/>
                                          </p:val>
                                        </p:tav>
                                      </p:tavLst>
                                    </p:anim>
                                    <p:animEffect transition="in" filter="fade">
                                      <p:cBhvr>
                                        <p:cTn id="45" dur="500"/>
                                        <p:tgtEl>
                                          <p:spTgt spid="846868">
                                            <p:txEl>
                                              <p:pRg st="2" end="2"/>
                                            </p:txEl>
                                          </p:spTgt>
                                        </p:tgtEl>
                                      </p:cBhvr>
                                    </p:animEffect>
                                  </p:childTnLst>
                                </p:cTn>
                              </p:par>
                              <p:par>
                                <p:cTn id="46" presetID="53" presetClass="entr" presetSubtype="0" fill="hold" grpId="0" nodeType="withEffect">
                                  <p:stCondLst>
                                    <p:cond delay="0"/>
                                  </p:stCondLst>
                                  <p:childTnLst>
                                    <p:set>
                                      <p:cBhvr>
                                        <p:cTn id="47" dur="1" fill="hold">
                                          <p:stCondLst>
                                            <p:cond delay="0"/>
                                          </p:stCondLst>
                                        </p:cTn>
                                        <p:tgtEl>
                                          <p:spTgt spid="846868">
                                            <p:txEl>
                                              <p:pRg st="3" end="3"/>
                                            </p:txEl>
                                          </p:spTgt>
                                        </p:tgtEl>
                                        <p:attrNameLst>
                                          <p:attrName>style.visibility</p:attrName>
                                        </p:attrNameLst>
                                      </p:cBhvr>
                                      <p:to>
                                        <p:strVal val="visible"/>
                                      </p:to>
                                    </p:set>
                                    <p:anim calcmode="lin" valueType="num">
                                      <p:cBhvr>
                                        <p:cTn id="48" dur="500" fill="hold"/>
                                        <p:tgtEl>
                                          <p:spTgt spid="846868">
                                            <p:txEl>
                                              <p:pRg st="3" end="3"/>
                                            </p:txEl>
                                          </p:spTgt>
                                        </p:tgtEl>
                                        <p:attrNameLst>
                                          <p:attrName>ppt_w</p:attrName>
                                        </p:attrNameLst>
                                      </p:cBhvr>
                                      <p:tavLst>
                                        <p:tav tm="0">
                                          <p:val>
                                            <p:fltVal val="0"/>
                                          </p:val>
                                        </p:tav>
                                        <p:tav tm="100000">
                                          <p:val>
                                            <p:strVal val="#ppt_w"/>
                                          </p:val>
                                        </p:tav>
                                      </p:tavLst>
                                    </p:anim>
                                    <p:anim calcmode="lin" valueType="num">
                                      <p:cBhvr>
                                        <p:cTn id="49" dur="500" fill="hold"/>
                                        <p:tgtEl>
                                          <p:spTgt spid="846868">
                                            <p:txEl>
                                              <p:pRg st="3" end="3"/>
                                            </p:txEl>
                                          </p:spTgt>
                                        </p:tgtEl>
                                        <p:attrNameLst>
                                          <p:attrName>ppt_h</p:attrName>
                                        </p:attrNameLst>
                                      </p:cBhvr>
                                      <p:tavLst>
                                        <p:tav tm="0">
                                          <p:val>
                                            <p:fltVal val="0"/>
                                          </p:val>
                                        </p:tav>
                                        <p:tav tm="100000">
                                          <p:val>
                                            <p:strVal val="#ppt_h"/>
                                          </p:val>
                                        </p:tav>
                                      </p:tavLst>
                                    </p:anim>
                                    <p:animEffect transition="in" filter="fade">
                                      <p:cBhvr>
                                        <p:cTn id="50" dur="500"/>
                                        <p:tgtEl>
                                          <p:spTgt spid="846868">
                                            <p:txEl>
                                              <p:pRg st="3" end="3"/>
                                            </p:txEl>
                                          </p:spTgt>
                                        </p:tgtEl>
                                      </p:cBhvr>
                                    </p:animEffect>
                                  </p:childTnLst>
                                </p:cTn>
                              </p:par>
                              <p:par>
                                <p:cTn id="51" presetID="53" presetClass="entr" presetSubtype="0" fill="hold" grpId="0" nodeType="withEffect">
                                  <p:stCondLst>
                                    <p:cond delay="0"/>
                                  </p:stCondLst>
                                  <p:childTnLst>
                                    <p:set>
                                      <p:cBhvr>
                                        <p:cTn id="52" dur="1" fill="hold">
                                          <p:stCondLst>
                                            <p:cond delay="0"/>
                                          </p:stCondLst>
                                        </p:cTn>
                                        <p:tgtEl>
                                          <p:spTgt spid="846868">
                                            <p:txEl>
                                              <p:pRg st="4" end="4"/>
                                            </p:txEl>
                                          </p:spTgt>
                                        </p:tgtEl>
                                        <p:attrNameLst>
                                          <p:attrName>style.visibility</p:attrName>
                                        </p:attrNameLst>
                                      </p:cBhvr>
                                      <p:to>
                                        <p:strVal val="visible"/>
                                      </p:to>
                                    </p:set>
                                    <p:anim calcmode="lin" valueType="num">
                                      <p:cBhvr>
                                        <p:cTn id="53" dur="500" fill="hold"/>
                                        <p:tgtEl>
                                          <p:spTgt spid="846868">
                                            <p:txEl>
                                              <p:pRg st="4" end="4"/>
                                            </p:txEl>
                                          </p:spTgt>
                                        </p:tgtEl>
                                        <p:attrNameLst>
                                          <p:attrName>ppt_w</p:attrName>
                                        </p:attrNameLst>
                                      </p:cBhvr>
                                      <p:tavLst>
                                        <p:tav tm="0">
                                          <p:val>
                                            <p:fltVal val="0"/>
                                          </p:val>
                                        </p:tav>
                                        <p:tav tm="100000">
                                          <p:val>
                                            <p:strVal val="#ppt_w"/>
                                          </p:val>
                                        </p:tav>
                                      </p:tavLst>
                                    </p:anim>
                                    <p:anim calcmode="lin" valueType="num">
                                      <p:cBhvr>
                                        <p:cTn id="54" dur="500" fill="hold"/>
                                        <p:tgtEl>
                                          <p:spTgt spid="846868">
                                            <p:txEl>
                                              <p:pRg st="4" end="4"/>
                                            </p:txEl>
                                          </p:spTgt>
                                        </p:tgtEl>
                                        <p:attrNameLst>
                                          <p:attrName>ppt_h</p:attrName>
                                        </p:attrNameLst>
                                      </p:cBhvr>
                                      <p:tavLst>
                                        <p:tav tm="0">
                                          <p:val>
                                            <p:fltVal val="0"/>
                                          </p:val>
                                        </p:tav>
                                        <p:tav tm="100000">
                                          <p:val>
                                            <p:strVal val="#ppt_h"/>
                                          </p:val>
                                        </p:tav>
                                      </p:tavLst>
                                    </p:anim>
                                    <p:animEffect transition="in" filter="fade">
                                      <p:cBhvr>
                                        <p:cTn id="55" dur="500"/>
                                        <p:tgtEl>
                                          <p:spTgt spid="846868">
                                            <p:txEl>
                                              <p:pRg st="4" end="4"/>
                                            </p:txEl>
                                          </p:spTgt>
                                        </p:tgtEl>
                                      </p:cBhvr>
                                    </p:animEffect>
                                  </p:childTnLst>
                                </p:cTn>
                              </p:par>
                              <p:par>
                                <p:cTn id="56" presetID="53" presetClass="entr" presetSubtype="0" fill="hold" grpId="0" nodeType="withEffect">
                                  <p:stCondLst>
                                    <p:cond delay="0"/>
                                  </p:stCondLst>
                                  <p:childTnLst>
                                    <p:set>
                                      <p:cBhvr>
                                        <p:cTn id="57" dur="1" fill="hold">
                                          <p:stCondLst>
                                            <p:cond delay="0"/>
                                          </p:stCondLst>
                                        </p:cTn>
                                        <p:tgtEl>
                                          <p:spTgt spid="846868">
                                            <p:txEl>
                                              <p:pRg st="5" end="5"/>
                                            </p:txEl>
                                          </p:spTgt>
                                        </p:tgtEl>
                                        <p:attrNameLst>
                                          <p:attrName>style.visibility</p:attrName>
                                        </p:attrNameLst>
                                      </p:cBhvr>
                                      <p:to>
                                        <p:strVal val="visible"/>
                                      </p:to>
                                    </p:set>
                                    <p:anim calcmode="lin" valueType="num">
                                      <p:cBhvr>
                                        <p:cTn id="58" dur="500" fill="hold"/>
                                        <p:tgtEl>
                                          <p:spTgt spid="846868">
                                            <p:txEl>
                                              <p:pRg st="5" end="5"/>
                                            </p:txEl>
                                          </p:spTgt>
                                        </p:tgtEl>
                                        <p:attrNameLst>
                                          <p:attrName>ppt_w</p:attrName>
                                        </p:attrNameLst>
                                      </p:cBhvr>
                                      <p:tavLst>
                                        <p:tav tm="0">
                                          <p:val>
                                            <p:fltVal val="0"/>
                                          </p:val>
                                        </p:tav>
                                        <p:tav tm="100000">
                                          <p:val>
                                            <p:strVal val="#ppt_w"/>
                                          </p:val>
                                        </p:tav>
                                      </p:tavLst>
                                    </p:anim>
                                    <p:anim calcmode="lin" valueType="num">
                                      <p:cBhvr>
                                        <p:cTn id="59" dur="500" fill="hold"/>
                                        <p:tgtEl>
                                          <p:spTgt spid="846868">
                                            <p:txEl>
                                              <p:pRg st="5" end="5"/>
                                            </p:txEl>
                                          </p:spTgt>
                                        </p:tgtEl>
                                        <p:attrNameLst>
                                          <p:attrName>ppt_h</p:attrName>
                                        </p:attrNameLst>
                                      </p:cBhvr>
                                      <p:tavLst>
                                        <p:tav tm="0">
                                          <p:val>
                                            <p:fltVal val="0"/>
                                          </p:val>
                                        </p:tav>
                                        <p:tav tm="100000">
                                          <p:val>
                                            <p:strVal val="#ppt_h"/>
                                          </p:val>
                                        </p:tav>
                                      </p:tavLst>
                                    </p:anim>
                                    <p:animEffect transition="in" filter="fade">
                                      <p:cBhvr>
                                        <p:cTn id="60" dur="500"/>
                                        <p:tgtEl>
                                          <p:spTgt spid="846868">
                                            <p:txEl>
                                              <p:pRg st="5" end="5"/>
                                            </p:txEl>
                                          </p:spTgt>
                                        </p:tgtEl>
                                      </p:cBhvr>
                                    </p:animEffect>
                                  </p:childTnLst>
                                </p:cTn>
                              </p:par>
                              <p:par>
                                <p:cTn id="61" presetID="53" presetClass="entr" presetSubtype="0" fill="hold" grpId="0" nodeType="withEffect">
                                  <p:stCondLst>
                                    <p:cond delay="0"/>
                                  </p:stCondLst>
                                  <p:childTnLst>
                                    <p:set>
                                      <p:cBhvr>
                                        <p:cTn id="62" dur="1" fill="hold">
                                          <p:stCondLst>
                                            <p:cond delay="0"/>
                                          </p:stCondLst>
                                        </p:cTn>
                                        <p:tgtEl>
                                          <p:spTgt spid="846868">
                                            <p:txEl>
                                              <p:pRg st="6" end="6"/>
                                            </p:txEl>
                                          </p:spTgt>
                                        </p:tgtEl>
                                        <p:attrNameLst>
                                          <p:attrName>style.visibility</p:attrName>
                                        </p:attrNameLst>
                                      </p:cBhvr>
                                      <p:to>
                                        <p:strVal val="visible"/>
                                      </p:to>
                                    </p:set>
                                    <p:anim calcmode="lin" valueType="num">
                                      <p:cBhvr>
                                        <p:cTn id="63" dur="500" fill="hold"/>
                                        <p:tgtEl>
                                          <p:spTgt spid="846868">
                                            <p:txEl>
                                              <p:pRg st="6" end="6"/>
                                            </p:txEl>
                                          </p:spTgt>
                                        </p:tgtEl>
                                        <p:attrNameLst>
                                          <p:attrName>ppt_w</p:attrName>
                                        </p:attrNameLst>
                                      </p:cBhvr>
                                      <p:tavLst>
                                        <p:tav tm="0">
                                          <p:val>
                                            <p:fltVal val="0"/>
                                          </p:val>
                                        </p:tav>
                                        <p:tav tm="100000">
                                          <p:val>
                                            <p:strVal val="#ppt_w"/>
                                          </p:val>
                                        </p:tav>
                                      </p:tavLst>
                                    </p:anim>
                                    <p:anim calcmode="lin" valueType="num">
                                      <p:cBhvr>
                                        <p:cTn id="64" dur="500" fill="hold"/>
                                        <p:tgtEl>
                                          <p:spTgt spid="846868">
                                            <p:txEl>
                                              <p:pRg st="6" end="6"/>
                                            </p:txEl>
                                          </p:spTgt>
                                        </p:tgtEl>
                                        <p:attrNameLst>
                                          <p:attrName>ppt_h</p:attrName>
                                        </p:attrNameLst>
                                      </p:cBhvr>
                                      <p:tavLst>
                                        <p:tav tm="0">
                                          <p:val>
                                            <p:fltVal val="0"/>
                                          </p:val>
                                        </p:tav>
                                        <p:tav tm="100000">
                                          <p:val>
                                            <p:strVal val="#ppt_h"/>
                                          </p:val>
                                        </p:tav>
                                      </p:tavLst>
                                    </p:anim>
                                    <p:animEffect transition="in" filter="fade">
                                      <p:cBhvr>
                                        <p:cTn id="65" dur="500"/>
                                        <p:tgtEl>
                                          <p:spTgt spid="846868">
                                            <p:txEl>
                                              <p:pRg st="6" end="6"/>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nodeType="clickEffect">
                                  <p:stCondLst>
                                    <p:cond delay="0"/>
                                  </p:stCondLst>
                                  <p:childTnLst>
                                    <p:set>
                                      <p:cBhvr>
                                        <p:cTn id="69" dur="1" fill="hold">
                                          <p:stCondLst>
                                            <p:cond delay="0"/>
                                          </p:stCondLst>
                                        </p:cTn>
                                        <p:tgtEl>
                                          <p:spTgt spid="846868">
                                            <p:txEl>
                                              <p:pRg st="7" end="7"/>
                                            </p:txEl>
                                          </p:spTgt>
                                        </p:tgtEl>
                                        <p:attrNameLst>
                                          <p:attrName>style.visibility</p:attrName>
                                        </p:attrNameLst>
                                      </p:cBhvr>
                                      <p:to>
                                        <p:strVal val="visible"/>
                                      </p:to>
                                    </p:set>
                                    <p:anim calcmode="lin" valueType="num">
                                      <p:cBhvr>
                                        <p:cTn id="70" dur="500" fill="hold"/>
                                        <p:tgtEl>
                                          <p:spTgt spid="846868">
                                            <p:txEl>
                                              <p:pRg st="7" end="7"/>
                                            </p:txEl>
                                          </p:spTgt>
                                        </p:tgtEl>
                                        <p:attrNameLst>
                                          <p:attrName>ppt_w</p:attrName>
                                        </p:attrNameLst>
                                      </p:cBhvr>
                                      <p:tavLst>
                                        <p:tav tm="0">
                                          <p:val>
                                            <p:fltVal val="0"/>
                                          </p:val>
                                        </p:tav>
                                        <p:tav tm="100000">
                                          <p:val>
                                            <p:strVal val="#ppt_w"/>
                                          </p:val>
                                        </p:tav>
                                      </p:tavLst>
                                    </p:anim>
                                    <p:anim calcmode="lin" valueType="num">
                                      <p:cBhvr>
                                        <p:cTn id="71" dur="500" fill="hold"/>
                                        <p:tgtEl>
                                          <p:spTgt spid="846868">
                                            <p:txEl>
                                              <p:pRg st="7" end="7"/>
                                            </p:txEl>
                                          </p:spTgt>
                                        </p:tgtEl>
                                        <p:attrNameLst>
                                          <p:attrName>ppt_h</p:attrName>
                                        </p:attrNameLst>
                                      </p:cBhvr>
                                      <p:tavLst>
                                        <p:tav tm="0">
                                          <p:val>
                                            <p:fltVal val="0"/>
                                          </p:val>
                                        </p:tav>
                                        <p:tav tm="100000">
                                          <p:val>
                                            <p:strVal val="#ppt_h"/>
                                          </p:val>
                                        </p:tav>
                                      </p:tavLst>
                                    </p:anim>
                                    <p:animEffect transition="in" filter="fade">
                                      <p:cBhvr>
                                        <p:cTn id="72" dur="500"/>
                                        <p:tgtEl>
                                          <p:spTgt spid="846868">
                                            <p:txEl>
                                              <p:pRg st="7" end="7"/>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0" fill="hold" grpId="0" nodeType="clickEffect">
                                  <p:stCondLst>
                                    <p:cond delay="0"/>
                                  </p:stCondLst>
                                  <p:childTnLst>
                                    <p:set>
                                      <p:cBhvr>
                                        <p:cTn id="76" dur="1" fill="hold">
                                          <p:stCondLst>
                                            <p:cond delay="0"/>
                                          </p:stCondLst>
                                        </p:cTn>
                                        <p:tgtEl>
                                          <p:spTgt spid="846870"/>
                                        </p:tgtEl>
                                        <p:attrNameLst>
                                          <p:attrName>style.visibility</p:attrName>
                                        </p:attrNameLst>
                                      </p:cBhvr>
                                      <p:to>
                                        <p:strVal val="visible"/>
                                      </p:to>
                                    </p:set>
                                    <p:anim calcmode="lin" valueType="num">
                                      <p:cBhvr>
                                        <p:cTn id="77" dur="500" fill="hold"/>
                                        <p:tgtEl>
                                          <p:spTgt spid="846870"/>
                                        </p:tgtEl>
                                        <p:attrNameLst>
                                          <p:attrName>ppt_w</p:attrName>
                                        </p:attrNameLst>
                                      </p:cBhvr>
                                      <p:tavLst>
                                        <p:tav tm="0">
                                          <p:val>
                                            <p:fltVal val="0"/>
                                          </p:val>
                                        </p:tav>
                                        <p:tav tm="100000">
                                          <p:val>
                                            <p:strVal val="#ppt_w"/>
                                          </p:val>
                                        </p:tav>
                                      </p:tavLst>
                                    </p:anim>
                                    <p:anim calcmode="lin" valueType="num">
                                      <p:cBhvr>
                                        <p:cTn id="78" dur="500" fill="hold"/>
                                        <p:tgtEl>
                                          <p:spTgt spid="846870"/>
                                        </p:tgtEl>
                                        <p:attrNameLst>
                                          <p:attrName>ppt_h</p:attrName>
                                        </p:attrNameLst>
                                      </p:cBhvr>
                                      <p:tavLst>
                                        <p:tav tm="0">
                                          <p:val>
                                            <p:fltVal val="0"/>
                                          </p:val>
                                        </p:tav>
                                        <p:tav tm="100000">
                                          <p:val>
                                            <p:strVal val="#ppt_h"/>
                                          </p:val>
                                        </p:tav>
                                      </p:tavLst>
                                    </p:anim>
                                    <p:animEffect transition="in" filter="fade">
                                      <p:cBhvr>
                                        <p:cTn id="79" dur="500"/>
                                        <p:tgtEl>
                                          <p:spTgt spid="84687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53" presetClass="entr" presetSubtype="0" fill="hold" grpId="0" nodeType="clickEffect">
                                  <p:stCondLst>
                                    <p:cond delay="0"/>
                                  </p:stCondLst>
                                  <p:childTnLst>
                                    <p:set>
                                      <p:cBhvr>
                                        <p:cTn id="83" dur="1" fill="hold">
                                          <p:stCondLst>
                                            <p:cond delay="0"/>
                                          </p:stCondLst>
                                        </p:cTn>
                                        <p:tgtEl>
                                          <p:spTgt spid="846871"/>
                                        </p:tgtEl>
                                        <p:attrNameLst>
                                          <p:attrName>style.visibility</p:attrName>
                                        </p:attrNameLst>
                                      </p:cBhvr>
                                      <p:to>
                                        <p:strVal val="visible"/>
                                      </p:to>
                                    </p:set>
                                    <p:anim calcmode="lin" valueType="num">
                                      <p:cBhvr>
                                        <p:cTn id="84" dur="500" fill="hold"/>
                                        <p:tgtEl>
                                          <p:spTgt spid="846871"/>
                                        </p:tgtEl>
                                        <p:attrNameLst>
                                          <p:attrName>ppt_w</p:attrName>
                                        </p:attrNameLst>
                                      </p:cBhvr>
                                      <p:tavLst>
                                        <p:tav tm="0">
                                          <p:val>
                                            <p:fltVal val="0"/>
                                          </p:val>
                                        </p:tav>
                                        <p:tav tm="100000">
                                          <p:val>
                                            <p:strVal val="#ppt_w"/>
                                          </p:val>
                                        </p:tav>
                                      </p:tavLst>
                                    </p:anim>
                                    <p:anim calcmode="lin" valueType="num">
                                      <p:cBhvr>
                                        <p:cTn id="85" dur="500" fill="hold"/>
                                        <p:tgtEl>
                                          <p:spTgt spid="846871"/>
                                        </p:tgtEl>
                                        <p:attrNameLst>
                                          <p:attrName>ppt_h</p:attrName>
                                        </p:attrNameLst>
                                      </p:cBhvr>
                                      <p:tavLst>
                                        <p:tav tm="0">
                                          <p:val>
                                            <p:fltVal val="0"/>
                                          </p:val>
                                        </p:tav>
                                        <p:tav tm="100000">
                                          <p:val>
                                            <p:strVal val="#ppt_h"/>
                                          </p:val>
                                        </p:tav>
                                      </p:tavLst>
                                    </p:anim>
                                    <p:animEffect transition="in" filter="fade">
                                      <p:cBhvr>
                                        <p:cTn id="86" dur="500"/>
                                        <p:tgtEl>
                                          <p:spTgt spid="846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67" grpId="0" animBg="1" autoUpdateAnimBg="0"/>
      <p:bldP spid="846868" grpId="0" build="p" autoUpdateAnimBg="0"/>
      <p:bldP spid="846870" grpId="0" animBg="1"/>
      <p:bldP spid="84687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66" name="Rectangle 18"/>
          <p:cNvSpPr>
            <a:spLocks noGrp="1" noChangeArrowheads="1"/>
          </p:cNvSpPr>
          <p:nvPr>
            <p:ph idx="1"/>
          </p:nvPr>
        </p:nvSpPr>
        <p:spPr>
          <a:xfrm>
            <a:off x="142875" y="774700"/>
            <a:ext cx="8272463" cy="3225800"/>
          </a:xfrm>
        </p:spPr>
        <p:txBody>
          <a:bodyPr/>
          <a:lstStyle/>
          <a:p>
            <a:pPr marL="575072" lvl="1" indent="-272654" eaLnBrk="1" hangingPunct="1">
              <a:buClrTx/>
              <a:buFont typeface="Wingdings" pitchFamily="2" charset="2"/>
              <a:buChar char="Ø"/>
              <a:defRPr/>
            </a:pPr>
            <a:r>
              <a:rPr lang="zh-CN" altLang="en-US" sz="2500" b="1" dirty="0">
                <a:solidFill>
                  <a:schemeClr val="tx1"/>
                </a:solidFill>
                <a:ea typeface="楷体" pitchFamily="49" charset="-122"/>
                <a:cs typeface="Times New Roman" pitchFamily="18" charset="0"/>
              </a:rPr>
              <a:t>通过对过程间的调用关系进行分析，凡属无相互调用关系的并列过程，尽量使其局部数据</a:t>
            </a:r>
            <a:r>
              <a:rPr lang="zh-CN" altLang="en-US" sz="2500" b="1" dirty="0">
                <a:solidFill>
                  <a:schemeClr val="tx2">
                    <a:lumMod val="60000"/>
                    <a:lumOff val="40000"/>
                  </a:schemeClr>
                </a:solidFill>
                <a:ea typeface="楷体" pitchFamily="49" charset="-122"/>
                <a:cs typeface="Times New Roman" pitchFamily="18" charset="0"/>
              </a:rPr>
              <a:t>共享</a:t>
            </a:r>
            <a:r>
              <a:rPr lang="zh-CN" altLang="en-US" sz="2500" b="1" dirty="0">
                <a:solidFill>
                  <a:schemeClr val="tx1"/>
                </a:solidFill>
                <a:ea typeface="楷体" pitchFamily="49" charset="-122"/>
                <a:cs typeface="Times New Roman" pitchFamily="18" charset="0"/>
              </a:rPr>
              <a:t>存储空间</a:t>
            </a:r>
          </a:p>
        </p:txBody>
      </p:sp>
      <p:sp>
        <p:nvSpPr>
          <p:cNvPr id="36867"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层次分配法</a:t>
            </a:r>
            <a:endPar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Rectangle 24"/>
          <p:cNvSpPr>
            <a:spLocks noChangeArrowheads="1"/>
          </p:cNvSpPr>
          <p:nvPr/>
        </p:nvSpPr>
        <p:spPr bwMode="auto">
          <a:xfrm>
            <a:off x="5216525" y="4227513"/>
            <a:ext cx="1000125" cy="771525"/>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4</a:t>
            </a: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0~16</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2" name="Rectangle 25"/>
          <p:cNvSpPr>
            <a:spLocks noChangeArrowheads="1"/>
          </p:cNvSpPr>
          <p:nvPr/>
        </p:nvSpPr>
        <p:spPr bwMode="auto">
          <a:xfrm>
            <a:off x="5216525" y="3524250"/>
            <a:ext cx="1000125" cy="703263"/>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2</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17~31</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3" name="Rectangle 26"/>
          <p:cNvSpPr>
            <a:spLocks noChangeArrowheads="1"/>
          </p:cNvSpPr>
          <p:nvPr/>
        </p:nvSpPr>
        <p:spPr bwMode="auto">
          <a:xfrm>
            <a:off x="6288088" y="4325938"/>
            <a:ext cx="881062" cy="676275"/>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6</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0~9</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4" name="Rectangle 27"/>
          <p:cNvSpPr>
            <a:spLocks noChangeArrowheads="1"/>
          </p:cNvSpPr>
          <p:nvPr/>
        </p:nvSpPr>
        <p:spPr bwMode="auto">
          <a:xfrm>
            <a:off x="7264400" y="4064000"/>
            <a:ext cx="979488" cy="935038"/>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5</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0~22</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5" name="Rectangle 28"/>
          <p:cNvSpPr>
            <a:spLocks noChangeArrowheads="1"/>
          </p:cNvSpPr>
          <p:nvPr/>
        </p:nvSpPr>
        <p:spPr bwMode="auto">
          <a:xfrm>
            <a:off x="7264400" y="3295650"/>
            <a:ext cx="979488" cy="768350"/>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3</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23~40</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6" name="Rectangle 29"/>
          <p:cNvSpPr>
            <a:spLocks noChangeArrowheads="1"/>
          </p:cNvSpPr>
          <p:nvPr/>
        </p:nvSpPr>
        <p:spPr bwMode="auto">
          <a:xfrm>
            <a:off x="7264400" y="2582863"/>
            <a:ext cx="979488" cy="715962"/>
          </a:xfrm>
          <a:prstGeom prst="rect">
            <a:avLst/>
          </a:prstGeom>
          <a:solidFill>
            <a:schemeClr val="accent2">
              <a:lumMod val="40000"/>
              <a:lumOff val="60000"/>
            </a:schemeClr>
          </a:solidFill>
          <a:ln w="9525">
            <a:solidFill>
              <a:schemeClr val="tx1"/>
            </a:solidFill>
            <a:miter lim="800000"/>
            <a:headEnd/>
            <a:tailEnd/>
          </a:ln>
        </p:spPr>
        <p:txBody>
          <a:bodyPr wrap="none" lIns="68580" tIns="34290" rIns="68580" bIns="34290" anchor="ctr"/>
          <a:lstStyle/>
          <a:p>
            <a:pPr algn="ctr" eaLnBrk="1" hangingPunct="1">
              <a:defRPr/>
            </a:pPr>
            <a:r>
              <a:rPr lang="zh-CN" altLang="en-US" sz="2000" dirty="0">
                <a:solidFill>
                  <a:prstClr val="black"/>
                </a:solidFill>
                <a:latin typeface="Times New Roman" panose="02020603050405020304" pitchFamily="18" charset="0"/>
                <a:ea typeface="楷体" pitchFamily="49" charset="-122"/>
                <a:cs typeface="Times New Roman" pitchFamily="18" charset="0"/>
              </a:rPr>
              <a:t>过程 </a:t>
            </a:r>
            <a:r>
              <a:rPr lang="en-US" altLang="zh-CN" sz="2000" dirty="0">
                <a:solidFill>
                  <a:prstClr val="black"/>
                </a:solidFill>
                <a:latin typeface="Times New Roman" panose="02020603050405020304" pitchFamily="18" charset="0"/>
                <a:ea typeface="楷体" pitchFamily="49" charset="-122"/>
                <a:cs typeface="Times New Roman" pitchFamily="18" charset="0"/>
              </a:rPr>
              <a:t>1</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a:p>
            <a:pPr algn="ctr" eaLnBrk="1" hangingPunct="1">
              <a:defRPr/>
            </a:pP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r>
              <a:rPr lang="en-US" altLang="zh-CN" sz="2000" dirty="0">
                <a:solidFill>
                  <a:prstClr val="black"/>
                </a:solidFill>
                <a:latin typeface="Times New Roman" panose="02020603050405020304" pitchFamily="18" charset="0"/>
                <a:ea typeface="楷体" pitchFamily="49" charset="-122"/>
                <a:cs typeface="Times New Roman" pitchFamily="18" charset="0"/>
              </a:rPr>
              <a:t>41~62</a:t>
            </a:r>
            <a:r>
              <a:rPr kumimoji="1" lang="en-US" altLang="zh-CN" sz="2000" dirty="0">
                <a:solidFill>
                  <a:prstClr val="black"/>
                </a:solidFill>
                <a:latin typeface="Times New Roman" panose="02020603050405020304" pitchFamily="18" charset="0"/>
                <a:ea typeface="微软雅黑" pitchFamily="34" charset="-122"/>
                <a:cs typeface="Times New Roman" pitchFamily="18" charset="0"/>
              </a:rPr>
              <a:t> )</a:t>
            </a:r>
            <a:endParaRPr lang="zh-CN" altLang="en-US" sz="2000" dirty="0">
              <a:solidFill>
                <a:prstClr val="black"/>
              </a:solidFill>
              <a:latin typeface="Times New Roman" panose="02020603050405020304" pitchFamily="18" charset="0"/>
              <a:ea typeface="楷体" pitchFamily="49" charset="-122"/>
              <a:cs typeface="Times New Roman" pitchFamily="18" charset="0"/>
            </a:endParaRPr>
          </a:p>
        </p:txBody>
      </p:sp>
      <p:sp>
        <p:nvSpPr>
          <p:cNvPr id="27" name="AutoShape 30"/>
          <p:cNvSpPr>
            <a:spLocks/>
          </p:cNvSpPr>
          <p:nvPr/>
        </p:nvSpPr>
        <p:spPr bwMode="auto">
          <a:xfrm>
            <a:off x="5599113" y="2084388"/>
            <a:ext cx="1474787" cy="642937"/>
          </a:xfrm>
          <a:prstGeom prst="borderCallout2">
            <a:avLst>
              <a:gd name="adj1" fmla="val 17602"/>
              <a:gd name="adj2" fmla="val 105287"/>
              <a:gd name="adj3" fmla="val 17602"/>
              <a:gd name="adj4" fmla="val 115088"/>
              <a:gd name="adj5" fmla="val 68949"/>
              <a:gd name="adj6" fmla="val 142736"/>
            </a:avLst>
          </a:prstGeom>
          <a:solidFill>
            <a:schemeClr val="accent5">
              <a:lumMod val="60000"/>
              <a:lumOff val="40000"/>
            </a:schemeClr>
          </a:solidFill>
          <a:ln w="9525">
            <a:solidFill>
              <a:schemeClr val="tx1"/>
            </a:solidFill>
            <a:miter lim="800000"/>
            <a:headEnd/>
            <a:tailEnd/>
          </a:ln>
        </p:spPr>
        <p:txBody>
          <a:bodyPr lIns="68580" tIns="34290" rIns="68580" bIns="34290"/>
          <a:lstStyle/>
          <a:p>
            <a:pPr algn="ctr" eaLnBrk="1" hangingPunct="1">
              <a:defRPr/>
            </a:pPr>
            <a:r>
              <a:rPr lang="zh-CN" altLang="en-US" sz="2000" dirty="0">
                <a:solidFill>
                  <a:srgbClr val="000000"/>
                </a:solidFill>
                <a:latin typeface="Times New Roman" panose="02020603050405020304" pitchFamily="18" charset="0"/>
                <a:ea typeface="楷体" pitchFamily="49" charset="-122"/>
                <a:cs typeface="Times New Roman" pitchFamily="18" charset="0"/>
              </a:rPr>
              <a:t>共需要</a:t>
            </a:r>
            <a:r>
              <a:rPr lang="en-US" altLang="zh-CN" sz="2000" dirty="0">
                <a:solidFill>
                  <a:srgbClr val="000000"/>
                </a:solidFill>
                <a:latin typeface="Times New Roman" panose="02020603050405020304" pitchFamily="18" charset="0"/>
                <a:ea typeface="楷体" pitchFamily="49" charset="-122"/>
                <a:cs typeface="Times New Roman" pitchFamily="18" charset="0"/>
              </a:rPr>
              <a:t>63</a:t>
            </a:r>
            <a:r>
              <a:rPr lang="zh-CN" altLang="en-US" sz="2000" dirty="0">
                <a:solidFill>
                  <a:srgbClr val="000000"/>
                </a:solidFill>
                <a:latin typeface="Times New Roman" panose="02020603050405020304" pitchFamily="18" charset="0"/>
                <a:ea typeface="楷体" pitchFamily="49" charset="-122"/>
                <a:cs typeface="Times New Roman" pitchFamily="18" charset="0"/>
              </a:rPr>
              <a:t>个存储单元</a:t>
            </a:r>
          </a:p>
        </p:txBody>
      </p:sp>
      <p:sp>
        <p:nvSpPr>
          <p:cNvPr id="28" name="Line 32"/>
          <p:cNvSpPr>
            <a:spLocks noChangeShapeType="1"/>
          </p:cNvSpPr>
          <p:nvPr/>
        </p:nvSpPr>
        <p:spPr bwMode="auto">
          <a:xfrm flipV="1">
            <a:off x="5002213" y="3670300"/>
            <a:ext cx="0" cy="134937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68580" tIns="34290" rIns="68580" bIns="34290"/>
          <a:lstStyle/>
          <a:p>
            <a:endParaRPr lang="zh-CN" altLang="en-US" sz="1100">
              <a:solidFill>
                <a:prstClr val="black"/>
              </a:solidFill>
              <a:latin typeface="Times New Roman" panose="02020603050405020304" pitchFamily="18" charset="0"/>
              <a:ea typeface="楷体_GB2312"/>
            </a:endParaRPr>
          </a:p>
        </p:txBody>
      </p:sp>
      <p:grpSp>
        <p:nvGrpSpPr>
          <p:cNvPr id="2" name="组合 1"/>
          <p:cNvGrpSpPr>
            <a:grpSpLocks/>
          </p:cNvGrpSpPr>
          <p:nvPr/>
        </p:nvGrpSpPr>
        <p:grpSpPr bwMode="auto">
          <a:xfrm>
            <a:off x="2987675" y="2211388"/>
            <a:ext cx="1614488" cy="1463675"/>
            <a:chOff x="2987675" y="1827213"/>
            <a:chExt cx="1614488" cy="1463675"/>
          </a:xfrm>
        </p:grpSpPr>
        <p:sp>
          <p:nvSpPr>
            <p:cNvPr id="29" name="Line 21"/>
            <p:cNvSpPr>
              <a:spLocks noChangeShapeType="1"/>
            </p:cNvSpPr>
            <p:nvPr/>
          </p:nvSpPr>
          <p:spPr bwMode="auto">
            <a:xfrm>
              <a:off x="2987675" y="1827213"/>
              <a:ext cx="1257300" cy="571500"/>
            </a:xfrm>
            <a:prstGeom prst="line">
              <a:avLst/>
            </a:prstGeom>
            <a:noFill/>
            <a:ln w="25400">
              <a:solidFill>
                <a:schemeClr val="tx2">
                  <a:lumMod val="60000"/>
                  <a:lumOff val="40000"/>
                </a:schemeClr>
              </a:solidFill>
              <a:prstDash val="sysDash"/>
              <a:round/>
              <a:headEnd type="none" w="sm" len="sm"/>
              <a:tailEnd type="none" w="sm" len="sm"/>
            </a:ln>
          </p:spPr>
          <p:txBody>
            <a:bodyPr lIns="68580" tIns="34290" rIns="68580" bIns="34290"/>
            <a:lstStyle/>
            <a:p>
              <a:pPr eaLnBrk="1" hangingPunct="1">
                <a:defRPr/>
              </a:pPr>
              <a:endParaRPr lang="zh-CN" altLang="en-US" sz="1100">
                <a:solidFill>
                  <a:prstClr val="black"/>
                </a:solidFill>
                <a:latin typeface="Times New Roman" panose="02020603050405020304" pitchFamily="18" charset="0"/>
                <a:ea typeface="楷体_GB2312"/>
              </a:endParaRPr>
            </a:p>
          </p:txBody>
        </p:sp>
        <p:sp>
          <p:nvSpPr>
            <p:cNvPr id="30" name="Text Box 22"/>
            <p:cNvSpPr txBox="1">
              <a:spLocks noChangeArrowheads="1"/>
            </p:cNvSpPr>
            <p:nvPr/>
          </p:nvSpPr>
          <p:spPr bwMode="auto">
            <a:xfrm>
              <a:off x="4030663" y="2355850"/>
              <a:ext cx="571500" cy="347663"/>
            </a:xfrm>
            <a:prstGeom prst="rect">
              <a:avLst/>
            </a:prstGeom>
            <a:noFill/>
            <a:ln w="12700">
              <a:noFill/>
              <a:miter lim="800000"/>
              <a:headEnd type="none" w="sm" len="sm"/>
              <a:tailEnd type="none" w="sm" len="sm"/>
            </a:ln>
          </p:spPr>
          <p:txBody>
            <a:bodyPr lIns="68580" tIns="34290" rIns="68580" bIns="34290">
              <a:spAutoFit/>
            </a:bodyPr>
            <a:lstStyle/>
            <a:p>
              <a:pPr>
                <a:spcBef>
                  <a:spcPct val="50000"/>
                </a:spcBef>
                <a:defRPr/>
              </a:pPr>
              <a:r>
                <a:rPr kumimoji="1" lang="zh-CN" altLang="en-US" dirty="0">
                  <a:solidFill>
                    <a:srgbClr val="073E87">
                      <a:lumMod val="60000"/>
                      <a:lumOff val="40000"/>
                    </a:srgbClr>
                  </a:solidFill>
                  <a:latin typeface="Times New Roman" panose="02020603050405020304" pitchFamily="18" charset="0"/>
                  <a:ea typeface="楷体" pitchFamily="49" charset="-122"/>
                  <a:cs typeface="Times New Roman" pitchFamily="18" charset="0"/>
                </a:rPr>
                <a:t>7/80</a:t>
              </a:r>
            </a:p>
          </p:txBody>
        </p:sp>
        <p:sp>
          <p:nvSpPr>
            <p:cNvPr id="31" name="Line 23"/>
            <p:cNvSpPr>
              <a:spLocks noChangeShapeType="1"/>
            </p:cNvSpPr>
            <p:nvPr/>
          </p:nvSpPr>
          <p:spPr bwMode="auto">
            <a:xfrm>
              <a:off x="4337050" y="2643188"/>
              <a:ext cx="0" cy="647700"/>
            </a:xfrm>
            <a:prstGeom prst="line">
              <a:avLst/>
            </a:prstGeom>
            <a:noFill/>
            <a:ln w="25400">
              <a:solidFill>
                <a:schemeClr val="tx2">
                  <a:lumMod val="60000"/>
                  <a:lumOff val="40000"/>
                </a:schemeClr>
              </a:solidFill>
              <a:prstDash val="sysDash"/>
              <a:round/>
              <a:headEnd type="none" w="sm" len="sm"/>
              <a:tailEnd type="none" w="sm" len="sm"/>
            </a:ln>
          </p:spPr>
          <p:txBody>
            <a:bodyPr lIns="68580" tIns="34290" rIns="68580" bIns="34290"/>
            <a:lstStyle/>
            <a:p>
              <a:pPr eaLnBrk="1" hangingPunct="1">
                <a:defRPr/>
              </a:pPr>
              <a:endParaRPr lang="zh-CN" altLang="en-US" sz="1100">
                <a:solidFill>
                  <a:prstClr val="black"/>
                </a:solidFill>
                <a:latin typeface="Times New Roman" panose="02020603050405020304" pitchFamily="18" charset="0"/>
                <a:ea typeface="楷体_GB2312"/>
              </a:endParaRPr>
            </a:p>
          </p:txBody>
        </p:sp>
      </p:grpSp>
      <p:sp>
        <p:nvSpPr>
          <p:cNvPr id="32" name="AutoShape 31"/>
          <p:cNvSpPr>
            <a:spLocks noChangeArrowheads="1"/>
          </p:cNvSpPr>
          <p:nvPr/>
        </p:nvSpPr>
        <p:spPr bwMode="auto">
          <a:xfrm>
            <a:off x="3348038" y="1798638"/>
            <a:ext cx="2024062" cy="485775"/>
          </a:xfrm>
          <a:prstGeom prst="cloudCallout">
            <a:avLst>
              <a:gd name="adj1" fmla="val -20218"/>
              <a:gd name="adj2" fmla="val 112225"/>
            </a:avLst>
          </a:prstGeom>
          <a:solidFill>
            <a:schemeClr val="tx2">
              <a:lumMod val="60000"/>
              <a:lumOff val="40000"/>
            </a:schemeClr>
          </a:solidFill>
          <a:ln w="9525">
            <a:solidFill>
              <a:schemeClr val="tx1"/>
            </a:solidFill>
            <a:round/>
            <a:headEnd/>
            <a:tailEnd/>
          </a:ln>
        </p:spPr>
        <p:txBody>
          <a:bodyPr lIns="68580" tIns="34290" rIns="68580" bIns="34290"/>
          <a:lstStyle/>
          <a:p>
            <a:pPr algn="ctr" eaLnBrk="1" hangingPunct="1">
              <a:defRPr/>
            </a:pPr>
            <a:r>
              <a:rPr kumimoji="1" lang="zh-CN" altLang="en-US" sz="2000" dirty="0">
                <a:solidFill>
                  <a:prstClr val="white"/>
                </a:solidFill>
                <a:latin typeface="Times New Roman" panose="02020603050405020304" pitchFamily="18" charset="0"/>
                <a:ea typeface="楷体" pitchFamily="49" charset="-122"/>
                <a:cs typeface="Times New Roman" pitchFamily="18" charset="0"/>
              </a:rPr>
              <a:t>如何分配？</a:t>
            </a:r>
          </a:p>
        </p:txBody>
      </p:sp>
      <p:grpSp>
        <p:nvGrpSpPr>
          <p:cNvPr id="36878" name="Group 4"/>
          <p:cNvGrpSpPr>
            <a:grpSpLocks/>
          </p:cNvGrpSpPr>
          <p:nvPr/>
        </p:nvGrpSpPr>
        <p:grpSpPr bwMode="auto">
          <a:xfrm>
            <a:off x="1655763" y="1881188"/>
            <a:ext cx="2857500" cy="2084387"/>
            <a:chOff x="192" y="2016"/>
            <a:chExt cx="2400" cy="1750"/>
          </a:xfrm>
        </p:grpSpPr>
        <p:sp>
          <p:nvSpPr>
            <p:cNvPr id="36880" name="Text Box 5"/>
            <p:cNvSpPr txBox="1">
              <a:spLocks noChangeArrowheads="1"/>
            </p:cNvSpPr>
            <p:nvPr/>
          </p:nvSpPr>
          <p:spPr bwMode="auto">
            <a:xfrm>
              <a:off x="960" y="2016"/>
              <a:ext cx="5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1/22</a:t>
              </a:r>
            </a:p>
          </p:txBody>
        </p:sp>
        <p:sp>
          <p:nvSpPr>
            <p:cNvPr id="36881" name="Text Box 6"/>
            <p:cNvSpPr txBox="1">
              <a:spLocks noChangeArrowheads="1"/>
            </p:cNvSpPr>
            <p:nvPr/>
          </p:nvSpPr>
          <p:spPr bwMode="auto">
            <a:xfrm>
              <a:off x="624" y="2638"/>
              <a:ext cx="57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2/15</a:t>
              </a:r>
            </a:p>
          </p:txBody>
        </p:sp>
        <p:sp>
          <p:nvSpPr>
            <p:cNvPr id="36882" name="Text Box 7"/>
            <p:cNvSpPr txBox="1">
              <a:spLocks noChangeArrowheads="1"/>
            </p:cNvSpPr>
            <p:nvPr/>
          </p:nvSpPr>
          <p:spPr bwMode="auto">
            <a:xfrm>
              <a:off x="1488" y="2688"/>
              <a:ext cx="6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3/18</a:t>
              </a:r>
            </a:p>
          </p:txBody>
        </p:sp>
        <p:sp>
          <p:nvSpPr>
            <p:cNvPr id="36883" name="Text Box 8"/>
            <p:cNvSpPr txBox="1">
              <a:spLocks noChangeArrowheads="1"/>
            </p:cNvSpPr>
            <p:nvPr/>
          </p:nvSpPr>
          <p:spPr bwMode="auto">
            <a:xfrm>
              <a:off x="192" y="3456"/>
              <a:ext cx="5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4/17</a:t>
              </a:r>
            </a:p>
          </p:txBody>
        </p:sp>
        <p:sp>
          <p:nvSpPr>
            <p:cNvPr id="36884" name="Text Box 9"/>
            <p:cNvSpPr txBox="1">
              <a:spLocks noChangeArrowheads="1"/>
            </p:cNvSpPr>
            <p:nvPr/>
          </p:nvSpPr>
          <p:spPr bwMode="auto">
            <a:xfrm>
              <a:off x="1104" y="3408"/>
              <a:ext cx="5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6/10</a:t>
              </a:r>
            </a:p>
          </p:txBody>
        </p:sp>
        <p:sp>
          <p:nvSpPr>
            <p:cNvPr id="36885" name="Text Box 10"/>
            <p:cNvSpPr txBox="1">
              <a:spLocks noChangeArrowheads="1"/>
            </p:cNvSpPr>
            <p:nvPr/>
          </p:nvSpPr>
          <p:spPr bwMode="auto">
            <a:xfrm>
              <a:off x="2064" y="3456"/>
              <a:ext cx="5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kumimoji="1" lang="zh-CN" altLang="en-US" sz="1800">
                  <a:solidFill>
                    <a:prstClr val="black"/>
                  </a:solidFill>
                  <a:ea typeface="楷体" panose="02010609060101010101" pitchFamily="49" charset="-122"/>
                  <a:cs typeface="Times New Roman" panose="02020603050405020304" pitchFamily="18" charset="0"/>
                </a:rPr>
                <a:t>5/23</a:t>
              </a:r>
            </a:p>
          </p:txBody>
        </p:sp>
        <p:sp>
          <p:nvSpPr>
            <p:cNvPr id="36886" name="Line 11"/>
            <p:cNvSpPr>
              <a:spLocks noChangeShapeType="1"/>
            </p:cNvSpPr>
            <p:nvPr/>
          </p:nvSpPr>
          <p:spPr bwMode="auto">
            <a:xfrm flipH="1">
              <a:off x="816" y="2256"/>
              <a:ext cx="288"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87" name="Line 12"/>
            <p:cNvSpPr>
              <a:spLocks noChangeShapeType="1"/>
            </p:cNvSpPr>
            <p:nvPr/>
          </p:nvSpPr>
          <p:spPr bwMode="auto">
            <a:xfrm flipH="1">
              <a:off x="1296" y="2928"/>
              <a:ext cx="336"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88" name="Line 13"/>
            <p:cNvSpPr>
              <a:spLocks noChangeShapeType="1"/>
            </p:cNvSpPr>
            <p:nvPr/>
          </p:nvSpPr>
          <p:spPr bwMode="auto">
            <a:xfrm>
              <a:off x="1680" y="2928"/>
              <a:ext cx="576"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89" name="Line 14"/>
            <p:cNvSpPr>
              <a:spLocks noChangeShapeType="1"/>
            </p:cNvSpPr>
            <p:nvPr/>
          </p:nvSpPr>
          <p:spPr bwMode="auto">
            <a:xfrm>
              <a:off x="1152" y="2256"/>
              <a:ext cx="528"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90" name="Line 15"/>
            <p:cNvSpPr>
              <a:spLocks noChangeShapeType="1"/>
            </p:cNvSpPr>
            <p:nvPr/>
          </p:nvSpPr>
          <p:spPr bwMode="auto">
            <a:xfrm flipH="1">
              <a:off x="384" y="2928"/>
              <a:ext cx="384"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6891" name="Line 16"/>
            <p:cNvSpPr>
              <a:spLocks noChangeShapeType="1"/>
            </p:cNvSpPr>
            <p:nvPr/>
          </p:nvSpPr>
          <p:spPr bwMode="auto">
            <a:xfrm>
              <a:off x="768" y="2880"/>
              <a:ext cx="528"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47" name="Text Box 19"/>
          <p:cNvSpPr txBox="1">
            <a:spLocks noChangeArrowheads="1"/>
          </p:cNvSpPr>
          <p:nvPr/>
        </p:nvSpPr>
        <p:spPr bwMode="auto">
          <a:xfrm>
            <a:off x="1500188" y="3979863"/>
            <a:ext cx="2894012" cy="377825"/>
          </a:xfrm>
          <a:prstGeom prst="rect">
            <a:avLst/>
          </a:prstGeom>
          <a:solidFill>
            <a:schemeClr val="accent2">
              <a:lumMod val="40000"/>
              <a:lumOff val="60000"/>
            </a:schemeClr>
          </a:solidFill>
          <a:ln>
            <a:solidFill>
              <a:schemeClr val="tx1"/>
            </a:solidFill>
          </a:ln>
        </p:spPr>
        <p:txBody>
          <a:bodyPr lIns="68580" tIns="34290" rIns="68580" bIns="34290">
            <a:spAutoFit/>
          </a:bodyPr>
          <a:lstStyle>
            <a:lvl1pPr eaLnBrk="0" hangingPunct="0">
              <a:defRPr sz="1100" b="1">
                <a:solidFill>
                  <a:schemeClr val="tx1"/>
                </a:solidFill>
                <a:latin typeface="Times New Roman" panose="02020603050405020304" pitchFamily="18" charset="0"/>
                <a:ea typeface="楷体_GB2312"/>
                <a:cs typeface="楷体_GB2312"/>
              </a:defRPr>
            </a:lvl1pPr>
            <a:lvl2pPr marL="742950" indent="-285750" eaLnBrk="0" hangingPunct="0">
              <a:defRPr sz="1100" b="1">
                <a:solidFill>
                  <a:schemeClr val="tx1"/>
                </a:solidFill>
                <a:latin typeface="Times New Roman" panose="02020603050405020304" pitchFamily="18" charset="0"/>
                <a:ea typeface="楷体_GB2312"/>
                <a:cs typeface="楷体_GB2312"/>
              </a:defRPr>
            </a:lvl2pPr>
            <a:lvl3pPr marL="1143000" indent="-228600" eaLnBrk="0" hangingPunct="0">
              <a:defRPr sz="1100" b="1">
                <a:solidFill>
                  <a:schemeClr val="tx1"/>
                </a:solidFill>
                <a:latin typeface="Times New Roman" panose="02020603050405020304" pitchFamily="18" charset="0"/>
                <a:ea typeface="楷体_GB2312"/>
                <a:cs typeface="楷体_GB2312"/>
              </a:defRPr>
            </a:lvl3pPr>
            <a:lvl4pPr marL="1600200" indent="-228600" eaLnBrk="0" hangingPunct="0">
              <a:defRPr sz="1100" b="1">
                <a:solidFill>
                  <a:schemeClr val="tx1"/>
                </a:solidFill>
                <a:latin typeface="Times New Roman" panose="02020603050405020304" pitchFamily="18" charset="0"/>
                <a:ea typeface="楷体_GB2312"/>
                <a:cs typeface="楷体_GB2312"/>
              </a:defRPr>
            </a:lvl4pPr>
            <a:lvl5pPr marL="2057400" indent="-228600" eaLnBrk="0" hangingPunct="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defRPr/>
            </a:pPr>
            <a:r>
              <a:rPr lang="zh-CN" altLang="en-US" sz="2000" dirty="0">
                <a:solidFill>
                  <a:prstClr val="black"/>
                </a:solidFill>
                <a:ea typeface="楷体" panose="02010609060101010101" pitchFamily="49" charset="-122"/>
                <a:cs typeface="Times New Roman" panose="02020603050405020304" pitchFamily="18" charset="0"/>
              </a:rPr>
              <a:t>过程编号</a:t>
            </a:r>
            <a:r>
              <a:rPr lang="en-US" altLang="zh-CN" sz="2000" dirty="0">
                <a:solidFill>
                  <a:prstClr val="black"/>
                </a:solidFill>
                <a:ea typeface="楷体" panose="02010609060101010101" pitchFamily="49" charset="-122"/>
                <a:cs typeface="Times New Roman" panose="02020603050405020304" pitchFamily="18" charset="0"/>
              </a:rPr>
              <a:t>/</a:t>
            </a:r>
            <a:r>
              <a:rPr lang="zh-CN" altLang="en-US" sz="2000" dirty="0">
                <a:solidFill>
                  <a:prstClr val="black"/>
                </a:solidFill>
                <a:ea typeface="楷体" panose="02010609060101010101" pitchFamily="49" charset="-122"/>
                <a:cs typeface="Times New Roman" panose="02020603050405020304" pitchFamily="18" charset="0"/>
              </a:rPr>
              <a:t>所需存储空间</a:t>
            </a:r>
          </a:p>
        </p:txBody>
      </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57</a:t>
            </a:fld>
            <a:endParaRPr lang="en-US" altLang="zh-CN" dirty="0"/>
          </a:p>
        </p:txBody>
      </p:sp>
    </p:spTree>
    <p:extLst>
      <p:ext uri="{BB962C8B-B14F-4D97-AF65-F5344CB8AC3E}">
        <p14:creationId xmlns:p14="http://schemas.microsoft.com/office/powerpoint/2010/main" val="35781667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nodeType="withEffect">
                                  <p:stCondLst>
                                    <p:cond delay="0"/>
                                  </p:stCondLst>
                                  <p:childTnLst>
                                    <p:set>
                                      <p:cBhvr>
                                        <p:cTn id="6" dur="1" fill="hold">
                                          <p:stCondLst>
                                            <p:cond delay="0"/>
                                          </p:stCondLst>
                                        </p:cTn>
                                        <p:tgtEl>
                                          <p:spTgt spid="846866">
                                            <p:txEl>
                                              <p:pRg st="0" end="0"/>
                                            </p:txEl>
                                          </p:spTgt>
                                        </p:tgtEl>
                                        <p:attrNameLst>
                                          <p:attrName>style.visibility</p:attrName>
                                        </p:attrNameLst>
                                      </p:cBhvr>
                                      <p:to>
                                        <p:strVal val="visible"/>
                                      </p:to>
                                    </p:set>
                                    <p:anim calcmode="lin" valueType="num">
                                      <p:cBhvr>
                                        <p:cTn id="7" dur="500" fill="hold"/>
                                        <p:tgtEl>
                                          <p:spTgt spid="84686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84686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846866">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par>
                                <p:cTn id="17" presetID="53"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p:cTn id="19" dur="500" fill="hold"/>
                                        <p:tgtEl>
                                          <p:spTgt spid="23"/>
                                        </p:tgtEl>
                                        <p:attrNameLst>
                                          <p:attrName>ppt_w</p:attrName>
                                        </p:attrNameLst>
                                      </p:cBhvr>
                                      <p:tavLst>
                                        <p:tav tm="0">
                                          <p:val>
                                            <p:fltVal val="0"/>
                                          </p:val>
                                        </p:tav>
                                        <p:tav tm="100000">
                                          <p:val>
                                            <p:strVal val="#ppt_w"/>
                                          </p:val>
                                        </p:tav>
                                      </p:tavLst>
                                    </p:anim>
                                    <p:anim calcmode="lin" valueType="num">
                                      <p:cBhvr>
                                        <p:cTn id="20" dur="500" fill="hold"/>
                                        <p:tgtEl>
                                          <p:spTgt spid="23"/>
                                        </p:tgtEl>
                                        <p:attrNameLst>
                                          <p:attrName>ppt_h</p:attrName>
                                        </p:attrNameLst>
                                      </p:cBhvr>
                                      <p:tavLst>
                                        <p:tav tm="0">
                                          <p:val>
                                            <p:fltVal val="0"/>
                                          </p:val>
                                        </p:tav>
                                        <p:tav tm="100000">
                                          <p:val>
                                            <p:strVal val="#ppt_h"/>
                                          </p:val>
                                        </p:tav>
                                      </p:tavLst>
                                    </p:anim>
                                    <p:animEffect transition="in" filter="fade">
                                      <p:cBhvr>
                                        <p:cTn id="21" dur="500"/>
                                        <p:tgtEl>
                                          <p:spTgt spid="23"/>
                                        </p:tgtEl>
                                      </p:cBhvr>
                                    </p:animEffect>
                                  </p:childTnLst>
                                </p:cTn>
                              </p:par>
                              <p:par>
                                <p:cTn id="22" presetID="53"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p:cTn id="24" dur="500" fill="hold"/>
                                        <p:tgtEl>
                                          <p:spTgt spid="24"/>
                                        </p:tgtEl>
                                        <p:attrNameLst>
                                          <p:attrName>ppt_w</p:attrName>
                                        </p:attrNameLst>
                                      </p:cBhvr>
                                      <p:tavLst>
                                        <p:tav tm="0">
                                          <p:val>
                                            <p:fltVal val="0"/>
                                          </p:val>
                                        </p:tav>
                                        <p:tav tm="100000">
                                          <p:val>
                                            <p:strVal val="#ppt_w"/>
                                          </p:val>
                                        </p:tav>
                                      </p:tavLst>
                                    </p:anim>
                                    <p:anim calcmode="lin" valueType="num">
                                      <p:cBhvr>
                                        <p:cTn id="25" dur="500" fill="hold"/>
                                        <p:tgtEl>
                                          <p:spTgt spid="24"/>
                                        </p:tgtEl>
                                        <p:attrNameLst>
                                          <p:attrName>ppt_h</p:attrName>
                                        </p:attrNameLst>
                                      </p:cBhvr>
                                      <p:tavLst>
                                        <p:tav tm="0">
                                          <p:val>
                                            <p:fltVal val="0"/>
                                          </p:val>
                                        </p:tav>
                                        <p:tav tm="100000">
                                          <p:val>
                                            <p:strVal val="#ppt_h"/>
                                          </p:val>
                                        </p:tav>
                                      </p:tavLst>
                                    </p:anim>
                                    <p:animEffect transition="in" filter="fade">
                                      <p:cBhvr>
                                        <p:cTn id="26" dur="500"/>
                                        <p:tgtEl>
                                          <p:spTgt spid="24"/>
                                        </p:tgtEl>
                                      </p:cBhvr>
                                    </p:animEffect>
                                  </p:childTnLst>
                                </p:cTn>
                              </p:par>
                            </p:childTnLst>
                          </p:cTn>
                        </p:par>
                        <p:par>
                          <p:cTn id="27" fill="hold" nodeType="afterGroup">
                            <p:stCondLst>
                              <p:cond delay="500"/>
                            </p:stCondLst>
                            <p:childTnLst>
                              <p:par>
                                <p:cTn id="28" presetID="53" presetClass="entr" presetSubtype="0" fill="hold" grpId="0" nodeType="after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p:cTn id="30" dur="500" fill="hold"/>
                                        <p:tgtEl>
                                          <p:spTgt spid="28"/>
                                        </p:tgtEl>
                                        <p:attrNameLst>
                                          <p:attrName>ppt_w</p:attrName>
                                        </p:attrNameLst>
                                      </p:cBhvr>
                                      <p:tavLst>
                                        <p:tav tm="0">
                                          <p:val>
                                            <p:fltVal val="0"/>
                                          </p:val>
                                        </p:tav>
                                        <p:tav tm="100000">
                                          <p:val>
                                            <p:strVal val="#ppt_w"/>
                                          </p:val>
                                        </p:tav>
                                      </p:tavLst>
                                    </p:anim>
                                    <p:anim calcmode="lin" valueType="num">
                                      <p:cBhvr>
                                        <p:cTn id="31" dur="500" fill="hold"/>
                                        <p:tgtEl>
                                          <p:spTgt spid="28"/>
                                        </p:tgtEl>
                                        <p:attrNameLst>
                                          <p:attrName>ppt_h</p:attrName>
                                        </p:attrNameLst>
                                      </p:cBhvr>
                                      <p:tavLst>
                                        <p:tav tm="0">
                                          <p:val>
                                            <p:fltVal val="0"/>
                                          </p:val>
                                        </p:tav>
                                        <p:tav tm="100000">
                                          <p:val>
                                            <p:strVal val="#ppt_h"/>
                                          </p:val>
                                        </p:tav>
                                      </p:tavLst>
                                    </p:anim>
                                    <p:animEffect transition="in" filter="fade">
                                      <p:cBhvr>
                                        <p:cTn id="32" dur="500"/>
                                        <p:tgtEl>
                                          <p:spTgt spid="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ppt_w</p:attrName>
                                        </p:attrNameLst>
                                      </p:cBhvr>
                                      <p:tavLst>
                                        <p:tav tm="0">
                                          <p:val>
                                            <p:fltVal val="0"/>
                                          </p:val>
                                        </p:tav>
                                        <p:tav tm="100000">
                                          <p:val>
                                            <p:strVal val="#ppt_w"/>
                                          </p:val>
                                        </p:tav>
                                      </p:tavLst>
                                    </p:anim>
                                    <p:anim calcmode="lin" valueType="num">
                                      <p:cBhvr>
                                        <p:cTn id="38" dur="500" fill="hold"/>
                                        <p:tgtEl>
                                          <p:spTgt spid="22"/>
                                        </p:tgtEl>
                                        <p:attrNameLst>
                                          <p:attrName>ppt_h</p:attrName>
                                        </p:attrNameLst>
                                      </p:cBhvr>
                                      <p:tavLst>
                                        <p:tav tm="0">
                                          <p:val>
                                            <p:fltVal val="0"/>
                                          </p:val>
                                        </p:tav>
                                        <p:tav tm="100000">
                                          <p:val>
                                            <p:strVal val="#ppt_h"/>
                                          </p:val>
                                        </p:tav>
                                      </p:tavLst>
                                    </p:anim>
                                    <p:animEffect transition="in" filter="fade">
                                      <p:cBhvr>
                                        <p:cTn id="39" dur="500"/>
                                        <p:tgtEl>
                                          <p:spTgt spid="2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p:cTn id="44" dur="500" fill="hold"/>
                                        <p:tgtEl>
                                          <p:spTgt spid="25"/>
                                        </p:tgtEl>
                                        <p:attrNameLst>
                                          <p:attrName>ppt_w</p:attrName>
                                        </p:attrNameLst>
                                      </p:cBhvr>
                                      <p:tavLst>
                                        <p:tav tm="0">
                                          <p:val>
                                            <p:fltVal val="0"/>
                                          </p:val>
                                        </p:tav>
                                        <p:tav tm="100000">
                                          <p:val>
                                            <p:strVal val="#ppt_w"/>
                                          </p:val>
                                        </p:tav>
                                      </p:tavLst>
                                    </p:anim>
                                    <p:anim calcmode="lin" valueType="num">
                                      <p:cBhvr>
                                        <p:cTn id="45" dur="500" fill="hold"/>
                                        <p:tgtEl>
                                          <p:spTgt spid="25"/>
                                        </p:tgtEl>
                                        <p:attrNameLst>
                                          <p:attrName>ppt_h</p:attrName>
                                        </p:attrNameLst>
                                      </p:cBhvr>
                                      <p:tavLst>
                                        <p:tav tm="0">
                                          <p:val>
                                            <p:fltVal val="0"/>
                                          </p:val>
                                        </p:tav>
                                        <p:tav tm="100000">
                                          <p:val>
                                            <p:strVal val="#ppt_h"/>
                                          </p:val>
                                        </p:tav>
                                      </p:tavLst>
                                    </p:anim>
                                    <p:animEffect transition="in" filter="fade">
                                      <p:cBhvr>
                                        <p:cTn id="46" dur="500"/>
                                        <p:tgtEl>
                                          <p:spTgt spid="2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3"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p:cTn id="51" dur="500" fill="hold"/>
                                        <p:tgtEl>
                                          <p:spTgt spid="26"/>
                                        </p:tgtEl>
                                        <p:attrNameLst>
                                          <p:attrName>ppt_w</p:attrName>
                                        </p:attrNameLst>
                                      </p:cBhvr>
                                      <p:tavLst>
                                        <p:tav tm="0">
                                          <p:val>
                                            <p:fltVal val="0"/>
                                          </p:val>
                                        </p:tav>
                                        <p:tav tm="100000">
                                          <p:val>
                                            <p:strVal val="#ppt_w"/>
                                          </p:val>
                                        </p:tav>
                                      </p:tavLst>
                                    </p:anim>
                                    <p:anim calcmode="lin" valueType="num">
                                      <p:cBhvr>
                                        <p:cTn id="52" dur="500" fill="hold"/>
                                        <p:tgtEl>
                                          <p:spTgt spid="26"/>
                                        </p:tgtEl>
                                        <p:attrNameLst>
                                          <p:attrName>ppt_h</p:attrName>
                                        </p:attrNameLst>
                                      </p:cBhvr>
                                      <p:tavLst>
                                        <p:tav tm="0">
                                          <p:val>
                                            <p:fltVal val="0"/>
                                          </p:val>
                                        </p:tav>
                                        <p:tav tm="100000">
                                          <p:val>
                                            <p:strVal val="#ppt_h"/>
                                          </p:val>
                                        </p:tav>
                                      </p:tavLst>
                                    </p:anim>
                                    <p:animEffect transition="in" filter="fade">
                                      <p:cBhvr>
                                        <p:cTn id="53" dur="500"/>
                                        <p:tgtEl>
                                          <p:spTgt spid="2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53"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p:cTn id="58" dur="500" fill="hold"/>
                                        <p:tgtEl>
                                          <p:spTgt spid="27"/>
                                        </p:tgtEl>
                                        <p:attrNameLst>
                                          <p:attrName>ppt_w</p:attrName>
                                        </p:attrNameLst>
                                      </p:cBhvr>
                                      <p:tavLst>
                                        <p:tav tm="0">
                                          <p:val>
                                            <p:fltVal val="0"/>
                                          </p:val>
                                        </p:tav>
                                        <p:tav tm="100000">
                                          <p:val>
                                            <p:strVal val="#ppt_w"/>
                                          </p:val>
                                        </p:tav>
                                      </p:tavLst>
                                    </p:anim>
                                    <p:anim calcmode="lin" valueType="num">
                                      <p:cBhvr>
                                        <p:cTn id="59" dur="500" fill="hold"/>
                                        <p:tgtEl>
                                          <p:spTgt spid="27"/>
                                        </p:tgtEl>
                                        <p:attrNameLst>
                                          <p:attrName>ppt_h</p:attrName>
                                        </p:attrNameLst>
                                      </p:cBhvr>
                                      <p:tavLst>
                                        <p:tav tm="0">
                                          <p:val>
                                            <p:fltVal val="0"/>
                                          </p:val>
                                        </p:tav>
                                        <p:tav tm="100000">
                                          <p:val>
                                            <p:strVal val="#ppt_h"/>
                                          </p:val>
                                        </p:tav>
                                      </p:tavLst>
                                    </p:anim>
                                    <p:animEffect transition="in" filter="fade">
                                      <p:cBhvr>
                                        <p:cTn id="60" dur="500"/>
                                        <p:tgtEl>
                                          <p:spTgt spid="2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53" presetClass="entr" presetSubtype="16" fill="hold" nodeType="click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p:cTn id="65" dur="500" fill="hold"/>
                                        <p:tgtEl>
                                          <p:spTgt spid="2"/>
                                        </p:tgtEl>
                                        <p:attrNameLst>
                                          <p:attrName>ppt_w</p:attrName>
                                        </p:attrNameLst>
                                      </p:cBhvr>
                                      <p:tavLst>
                                        <p:tav tm="0">
                                          <p:val>
                                            <p:fltVal val="0"/>
                                          </p:val>
                                        </p:tav>
                                        <p:tav tm="100000">
                                          <p:val>
                                            <p:strVal val="#ppt_w"/>
                                          </p:val>
                                        </p:tav>
                                      </p:tavLst>
                                    </p:anim>
                                    <p:anim calcmode="lin" valueType="num">
                                      <p:cBhvr>
                                        <p:cTn id="66" dur="500" fill="hold"/>
                                        <p:tgtEl>
                                          <p:spTgt spid="2"/>
                                        </p:tgtEl>
                                        <p:attrNameLst>
                                          <p:attrName>ppt_h</p:attrName>
                                        </p:attrNameLst>
                                      </p:cBhvr>
                                      <p:tavLst>
                                        <p:tav tm="0">
                                          <p:val>
                                            <p:fltVal val="0"/>
                                          </p:val>
                                        </p:tav>
                                        <p:tav tm="100000">
                                          <p:val>
                                            <p:strVal val="#ppt_h"/>
                                          </p:val>
                                        </p:tav>
                                      </p:tavLst>
                                    </p:anim>
                                    <p:animEffect transition="in" filter="fade">
                                      <p:cBhvr>
                                        <p:cTn id="67" dur="500"/>
                                        <p:tgtEl>
                                          <p:spTgt spid="2"/>
                                        </p:tgtEl>
                                      </p:cBhvr>
                                    </p:animEffect>
                                  </p:childTnLst>
                                </p:cTn>
                              </p:par>
                              <p:par>
                                <p:cTn id="68" presetID="53"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 calcmode="lin" valueType="num">
                                      <p:cBhvr>
                                        <p:cTn id="70" dur="500" fill="hold"/>
                                        <p:tgtEl>
                                          <p:spTgt spid="32"/>
                                        </p:tgtEl>
                                        <p:attrNameLst>
                                          <p:attrName>ppt_w</p:attrName>
                                        </p:attrNameLst>
                                      </p:cBhvr>
                                      <p:tavLst>
                                        <p:tav tm="0">
                                          <p:val>
                                            <p:fltVal val="0"/>
                                          </p:val>
                                        </p:tav>
                                        <p:tav tm="100000">
                                          <p:val>
                                            <p:strVal val="#ppt_w"/>
                                          </p:val>
                                        </p:tav>
                                      </p:tavLst>
                                    </p:anim>
                                    <p:anim calcmode="lin" valueType="num">
                                      <p:cBhvr>
                                        <p:cTn id="71" dur="500" fill="hold"/>
                                        <p:tgtEl>
                                          <p:spTgt spid="32"/>
                                        </p:tgtEl>
                                        <p:attrNameLst>
                                          <p:attrName>ppt_h</p:attrName>
                                        </p:attrNameLst>
                                      </p:cBhvr>
                                      <p:tavLst>
                                        <p:tav tm="0">
                                          <p:val>
                                            <p:fltVal val="0"/>
                                          </p:val>
                                        </p:tav>
                                        <p:tav tm="100000">
                                          <p:val>
                                            <p:strVal val="#ppt_h"/>
                                          </p:val>
                                        </p:tav>
                                      </p:tavLst>
                                    </p:anim>
                                    <p:animEffect transition="in" filter="fade">
                                      <p:cBhvr>
                                        <p:cTn id="7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3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idx="1"/>
          </p:nvPr>
        </p:nvSpPr>
        <p:spPr>
          <a:xfrm>
            <a:off x="500063" y="785813"/>
            <a:ext cx="6915150" cy="3225800"/>
          </a:xfrm>
        </p:spPr>
        <p:txBody>
          <a:bodyPr/>
          <a:lstStyle/>
          <a:p>
            <a:pPr>
              <a:lnSpc>
                <a:spcPct val="90000"/>
              </a:lnSpc>
              <a:buClrTx/>
              <a:buFont typeface="Wingdings" panose="05000000000000000000" pitchFamily="2" charset="2"/>
              <a:buChar char="Ø"/>
            </a:pPr>
            <a:r>
              <a:rPr lang="en-US" altLang="zh-CN" sz="2500" b="1" i="1">
                <a:solidFill>
                  <a:schemeClr val="tx1"/>
                </a:solidFill>
                <a:cs typeface="Times New Roman" panose="02020603050405020304" pitchFamily="18" charset="0"/>
              </a:rPr>
              <a:t> </a:t>
            </a:r>
            <a:r>
              <a:rPr lang="en-US" altLang="zh-CN" sz="2500" b="1" i="1">
                <a:solidFill>
                  <a:srgbClr val="2D83F4"/>
                </a:solidFill>
                <a:cs typeface="Times New Roman" panose="02020603050405020304" pitchFamily="18" charset="0"/>
              </a:rPr>
              <a:t>B</a:t>
            </a:r>
            <a:r>
              <a:rPr lang="en-US" altLang="zh-CN" sz="2500" b="1">
                <a:solidFill>
                  <a:srgbClr val="2D83F4"/>
                </a:solidFill>
                <a:cs typeface="Times New Roman" panose="02020603050405020304" pitchFamily="18" charset="0"/>
              </a:rPr>
              <a:t>[</a:t>
            </a:r>
            <a:r>
              <a:rPr lang="en-US" altLang="zh-CN" sz="2500" b="1" i="1">
                <a:solidFill>
                  <a:srgbClr val="2D83F4"/>
                </a:solidFill>
                <a:cs typeface="Times New Roman" panose="02020603050405020304" pitchFamily="18" charset="0"/>
              </a:rPr>
              <a:t>n</a:t>
            </a:r>
            <a:r>
              <a:rPr lang="en-US" altLang="zh-CN" sz="2500" b="1">
                <a:solidFill>
                  <a:srgbClr val="2D83F4"/>
                </a:solidFill>
                <a:cs typeface="Times New Roman" panose="02020603050405020304" pitchFamily="18" charset="0"/>
              </a:rPr>
              <a:t>][</a:t>
            </a:r>
            <a:r>
              <a:rPr lang="en-US" altLang="zh-CN" sz="2500" b="1" i="1">
                <a:solidFill>
                  <a:srgbClr val="2D83F4"/>
                </a:solidFill>
                <a:cs typeface="Times New Roman" panose="02020603050405020304" pitchFamily="18" charset="0"/>
              </a:rPr>
              <a:t>n</a:t>
            </a:r>
            <a:r>
              <a:rPr lang="en-US" altLang="zh-CN" sz="2500" b="1">
                <a:solidFill>
                  <a:srgbClr val="2D83F4"/>
                </a:solidFill>
                <a:cs typeface="Times New Roman" panose="02020603050405020304" pitchFamily="18" charset="0"/>
              </a:rPr>
              <a:t>]</a:t>
            </a:r>
            <a:r>
              <a:rPr lang="zh-CN" altLang="en-US" sz="2500" b="1">
                <a:solidFill>
                  <a:schemeClr val="tx1"/>
                </a:solidFill>
                <a:cs typeface="Times New Roman" panose="02020603050405020304" pitchFamily="18" charset="0"/>
              </a:rPr>
              <a:t>：过程调用关系矩阵</a:t>
            </a:r>
            <a:endParaRPr lang="en-US" altLang="zh-CN" sz="2500" b="1">
              <a:solidFill>
                <a:schemeClr val="tx1"/>
              </a:solidFill>
              <a:cs typeface="Times New Roman" panose="02020603050405020304" pitchFamily="18" charset="0"/>
            </a:endParaRPr>
          </a:p>
          <a:p>
            <a:pPr lvl="1">
              <a:lnSpc>
                <a:spcPct val="90000"/>
              </a:lnSpc>
              <a:buClrTx/>
              <a:buFont typeface="Wingdings" panose="05000000000000000000" pitchFamily="2" charset="2"/>
              <a:buChar char="Ø"/>
            </a:pPr>
            <a:r>
              <a:rPr lang="en-US" altLang="zh-CN" sz="2500" b="1" i="1">
                <a:solidFill>
                  <a:schemeClr val="tx1"/>
                </a:solidFill>
                <a:cs typeface="Times New Roman" panose="02020603050405020304" pitchFamily="18" charset="0"/>
              </a:rPr>
              <a:t>B</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i </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j </a:t>
            </a:r>
            <a:r>
              <a:rPr lang="en-US" altLang="zh-CN" sz="2500" b="1">
                <a:solidFill>
                  <a:schemeClr val="tx1"/>
                </a:solidFill>
                <a:cs typeface="Times New Roman" panose="02020603050405020304" pitchFamily="18" charset="0"/>
              </a:rPr>
              <a:t>]=1</a:t>
            </a:r>
            <a:r>
              <a:rPr lang="zh-CN" altLang="en-US" sz="2500" b="1">
                <a:solidFill>
                  <a:schemeClr val="tx1"/>
                </a:solidFill>
                <a:cs typeface="Times New Roman" panose="02020603050405020304" pitchFamily="18" charset="0"/>
              </a:rPr>
              <a:t>： 表示第</a:t>
            </a:r>
            <a:r>
              <a:rPr lang="en-US" altLang="zh-CN" sz="2500" b="1" i="1">
                <a:solidFill>
                  <a:schemeClr val="tx1"/>
                </a:solidFill>
                <a:cs typeface="Times New Roman" panose="02020603050405020304" pitchFamily="18" charset="0"/>
              </a:rPr>
              <a:t>i</a:t>
            </a:r>
            <a:r>
              <a:rPr lang="zh-CN" altLang="en-US" sz="2500" b="1">
                <a:solidFill>
                  <a:schemeClr val="tx1"/>
                </a:solidFill>
                <a:cs typeface="Times New Roman" panose="02020603050405020304" pitchFamily="18" charset="0"/>
              </a:rPr>
              <a:t>个过程调用第</a:t>
            </a:r>
            <a:r>
              <a:rPr lang="en-US" altLang="zh-CN" sz="2500" b="1" i="1">
                <a:solidFill>
                  <a:schemeClr val="tx1"/>
                </a:solidFill>
                <a:cs typeface="Times New Roman" panose="02020603050405020304" pitchFamily="18" charset="0"/>
              </a:rPr>
              <a:t>j</a:t>
            </a:r>
            <a:r>
              <a:rPr lang="zh-CN" altLang="en-US" sz="2500" b="1">
                <a:solidFill>
                  <a:schemeClr val="tx1"/>
                </a:solidFill>
                <a:cs typeface="Times New Roman" panose="02020603050405020304" pitchFamily="18" charset="0"/>
              </a:rPr>
              <a:t>个过程</a:t>
            </a:r>
            <a:endParaRPr lang="zh-CN" altLang="en-US" sz="2500" b="1" i="1">
              <a:solidFill>
                <a:schemeClr val="tx1"/>
              </a:solidFill>
              <a:cs typeface="Times New Roman" panose="02020603050405020304" pitchFamily="18" charset="0"/>
            </a:endParaRPr>
          </a:p>
          <a:p>
            <a:pPr lvl="1">
              <a:lnSpc>
                <a:spcPct val="90000"/>
              </a:lnSpc>
              <a:buClrTx/>
              <a:buFont typeface="Wingdings" panose="05000000000000000000" pitchFamily="2" charset="2"/>
              <a:buChar char="Ø"/>
            </a:pPr>
            <a:r>
              <a:rPr lang="en-US" altLang="zh-CN" sz="2500" b="1" i="1">
                <a:solidFill>
                  <a:schemeClr val="tx1"/>
                </a:solidFill>
                <a:cs typeface="Times New Roman" panose="02020603050405020304" pitchFamily="18" charset="0"/>
              </a:rPr>
              <a:t>B</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i </a:t>
            </a:r>
            <a:r>
              <a:rPr lang="en-US" altLang="zh-CN" sz="2500" b="1">
                <a:solidFill>
                  <a:schemeClr val="tx1"/>
                </a:solidFill>
                <a:cs typeface="Times New Roman" panose="02020603050405020304" pitchFamily="18" charset="0"/>
              </a:rPr>
              <a:t>][ </a:t>
            </a:r>
            <a:r>
              <a:rPr lang="en-US" altLang="zh-CN" sz="2500" b="1" i="1">
                <a:solidFill>
                  <a:schemeClr val="tx1"/>
                </a:solidFill>
                <a:cs typeface="Times New Roman" panose="02020603050405020304" pitchFamily="18" charset="0"/>
              </a:rPr>
              <a:t>j </a:t>
            </a:r>
            <a:r>
              <a:rPr lang="en-US" altLang="zh-CN" sz="2500" b="1">
                <a:solidFill>
                  <a:schemeClr val="tx1"/>
                </a:solidFill>
                <a:cs typeface="Times New Roman" panose="02020603050405020304" pitchFamily="18" charset="0"/>
              </a:rPr>
              <a:t>]=0</a:t>
            </a:r>
            <a:r>
              <a:rPr lang="zh-CN" altLang="en-US" sz="2500" b="1">
                <a:solidFill>
                  <a:schemeClr val="tx1"/>
                </a:solidFill>
                <a:cs typeface="Times New Roman" panose="02020603050405020304" pitchFamily="18" charset="0"/>
              </a:rPr>
              <a:t> ：表示第</a:t>
            </a:r>
            <a:r>
              <a:rPr lang="en-US" altLang="zh-CN" sz="2500" b="1" i="1">
                <a:solidFill>
                  <a:schemeClr val="tx1"/>
                </a:solidFill>
                <a:cs typeface="Times New Roman" panose="02020603050405020304" pitchFamily="18" charset="0"/>
              </a:rPr>
              <a:t>i</a:t>
            </a:r>
            <a:r>
              <a:rPr lang="zh-CN" altLang="en-US" sz="2500" b="1">
                <a:solidFill>
                  <a:schemeClr val="tx1"/>
                </a:solidFill>
                <a:cs typeface="Times New Roman" panose="02020603050405020304" pitchFamily="18" charset="0"/>
              </a:rPr>
              <a:t>个过程不调用第</a:t>
            </a:r>
            <a:r>
              <a:rPr lang="en-US" altLang="zh-CN" sz="2500" b="1" i="1">
                <a:solidFill>
                  <a:schemeClr val="tx1"/>
                </a:solidFill>
                <a:cs typeface="Times New Roman" panose="02020603050405020304" pitchFamily="18" charset="0"/>
              </a:rPr>
              <a:t>j</a:t>
            </a:r>
            <a:r>
              <a:rPr lang="zh-CN" altLang="en-US" sz="2500" b="1">
                <a:solidFill>
                  <a:schemeClr val="tx1"/>
                </a:solidFill>
                <a:cs typeface="Times New Roman" panose="02020603050405020304" pitchFamily="18" charset="0"/>
              </a:rPr>
              <a:t>个过程</a:t>
            </a:r>
            <a:endParaRPr lang="zh-CN" altLang="en-US" sz="2500" b="1" i="1">
              <a:solidFill>
                <a:schemeClr val="tx1"/>
              </a:solidFill>
              <a:cs typeface="Times New Roman" panose="02020603050405020304" pitchFamily="18" charset="0"/>
            </a:endParaRPr>
          </a:p>
          <a:p>
            <a:pPr>
              <a:lnSpc>
                <a:spcPct val="90000"/>
              </a:lnSpc>
            </a:pPr>
            <a:endParaRPr lang="en-US" altLang="zh-CN" sz="2500" b="1">
              <a:solidFill>
                <a:schemeClr val="tx1"/>
              </a:solidFill>
              <a:latin typeface="楷体_GB2312"/>
              <a:cs typeface="Times New Roman" panose="02020603050405020304" pitchFamily="18" charset="0"/>
            </a:endParaRPr>
          </a:p>
          <a:p>
            <a:pPr>
              <a:lnSpc>
                <a:spcPct val="90000"/>
              </a:lnSpc>
            </a:pPr>
            <a:endParaRPr lang="en-US" altLang="zh-CN" sz="2500" b="1">
              <a:solidFill>
                <a:schemeClr val="tx1"/>
              </a:solidFill>
              <a:latin typeface="楷体_GB2312"/>
              <a:cs typeface="Times New Roman" panose="02020603050405020304" pitchFamily="18" charset="0"/>
            </a:endParaRPr>
          </a:p>
          <a:p>
            <a:pPr>
              <a:lnSpc>
                <a:spcPct val="90000"/>
              </a:lnSpc>
            </a:pPr>
            <a:endParaRPr lang="en-US" altLang="zh-CN" sz="2500" b="1">
              <a:solidFill>
                <a:schemeClr val="tx1"/>
              </a:solidFill>
              <a:latin typeface="楷体_GB2312"/>
              <a:cs typeface="Times New Roman" panose="02020603050405020304" pitchFamily="18" charset="0"/>
            </a:endParaRPr>
          </a:p>
          <a:p>
            <a:pPr>
              <a:lnSpc>
                <a:spcPct val="90000"/>
              </a:lnSpc>
              <a:buFont typeface="Symbol" panose="05050102010706020507" pitchFamily="18" charset="2"/>
              <a:buNone/>
            </a:pPr>
            <a:endParaRPr lang="en-US" altLang="zh-CN" sz="2500" b="1">
              <a:solidFill>
                <a:schemeClr val="tx1"/>
              </a:solidFill>
              <a:latin typeface="楷体_GB2312"/>
              <a:cs typeface="Times New Roman" panose="02020603050405020304" pitchFamily="18" charset="0"/>
            </a:endParaRPr>
          </a:p>
          <a:p>
            <a:pPr>
              <a:lnSpc>
                <a:spcPct val="90000"/>
              </a:lnSpc>
            </a:pPr>
            <a:endParaRPr lang="zh-CN" altLang="en-US" sz="2500" b="1">
              <a:solidFill>
                <a:schemeClr val="tx1"/>
              </a:solidFill>
              <a:latin typeface="楷体_GB2312"/>
              <a:cs typeface="Times New Roman" panose="02020603050405020304" pitchFamily="18" charset="0"/>
            </a:endParaRPr>
          </a:p>
          <a:p>
            <a:pPr>
              <a:lnSpc>
                <a:spcPct val="90000"/>
              </a:lnSpc>
              <a:buClrTx/>
              <a:buFont typeface="Wingdings" panose="05000000000000000000" pitchFamily="2" charset="2"/>
              <a:buChar char="Ø"/>
            </a:pPr>
            <a:r>
              <a:rPr lang="en-US" altLang="zh-CN" sz="2500" b="1" i="1">
                <a:solidFill>
                  <a:schemeClr val="tx1"/>
                </a:solidFill>
                <a:cs typeface="Times New Roman" panose="02020603050405020304" pitchFamily="18" charset="0"/>
              </a:rPr>
              <a:t> </a:t>
            </a:r>
            <a:r>
              <a:rPr lang="en-US" altLang="zh-CN" sz="2500" b="1" i="1">
                <a:solidFill>
                  <a:srgbClr val="2D83F4"/>
                </a:solidFill>
                <a:cs typeface="Times New Roman" panose="02020603050405020304" pitchFamily="18" charset="0"/>
              </a:rPr>
              <a:t>Units</a:t>
            </a:r>
            <a:r>
              <a:rPr lang="en-US" altLang="zh-CN" sz="2500" b="1">
                <a:solidFill>
                  <a:srgbClr val="2D83F4"/>
                </a:solidFill>
                <a:cs typeface="Times New Roman" panose="02020603050405020304" pitchFamily="18" charset="0"/>
              </a:rPr>
              <a:t>[</a:t>
            </a:r>
            <a:r>
              <a:rPr lang="en-US" altLang="zh-CN" sz="2500" b="1" i="1">
                <a:solidFill>
                  <a:srgbClr val="2D83F4"/>
                </a:solidFill>
                <a:cs typeface="Times New Roman" panose="02020603050405020304" pitchFamily="18" charset="0"/>
              </a:rPr>
              <a:t>n</a:t>
            </a:r>
            <a:r>
              <a:rPr lang="en-US" altLang="zh-CN" sz="2500" b="1">
                <a:solidFill>
                  <a:srgbClr val="2D83F4"/>
                </a:solidFill>
                <a:cs typeface="Times New Roman" panose="02020603050405020304" pitchFamily="18" charset="0"/>
              </a:rPr>
              <a:t>]</a:t>
            </a:r>
            <a:r>
              <a:rPr lang="zh-CN" altLang="en-US" sz="2500" b="1">
                <a:solidFill>
                  <a:schemeClr val="tx1"/>
                </a:solidFill>
                <a:cs typeface="Times New Roman" panose="02020603050405020304" pitchFamily="18" charset="0"/>
              </a:rPr>
              <a:t>：过程所需内存量矩阵</a:t>
            </a:r>
            <a:r>
              <a:rPr lang="en-US" altLang="zh-CN" sz="2500" b="1">
                <a:solidFill>
                  <a:schemeClr val="tx1"/>
                </a:solidFill>
                <a:cs typeface="Times New Roman" panose="02020603050405020304" pitchFamily="18" charset="0"/>
              </a:rPr>
              <a:t>  </a:t>
            </a:r>
            <a:endParaRPr lang="en-US" altLang="zh-CN" sz="2500" b="1">
              <a:solidFill>
                <a:schemeClr val="tx1"/>
              </a:solidFill>
              <a:latin typeface="楷体_GB2312"/>
              <a:cs typeface="Times New Roman" panose="02020603050405020304" pitchFamily="18" charset="0"/>
            </a:endParaRPr>
          </a:p>
        </p:txBody>
      </p:sp>
      <p:sp>
        <p:nvSpPr>
          <p:cNvPr id="38915" name="Rectangle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层次分配算法</a:t>
            </a:r>
            <a:endParaRPr lang="en-US" altLang="zh-CN" sz="300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0725"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625" y="2000250"/>
            <a:ext cx="2921000"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39"/>
          <p:cNvGrpSpPr>
            <a:grpSpLocks/>
          </p:cNvGrpSpPr>
          <p:nvPr/>
        </p:nvGrpSpPr>
        <p:grpSpPr bwMode="auto">
          <a:xfrm>
            <a:off x="5286375" y="2071688"/>
            <a:ext cx="3571875" cy="2532062"/>
            <a:chOff x="5214942" y="2143122"/>
            <a:chExt cx="3571900" cy="2531462"/>
          </a:xfrm>
        </p:grpSpPr>
        <p:sp>
          <p:nvSpPr>
            <p:cNvPr id="36" name="Rectangle 4"/>
            <p:cNvSpPr>
              <a:spLocks noChangeArrowheads="1"/>
            </p:cNvSpPr>
            <p:nvPr/>
          </p:nvSpPr>
          <p:spPr bwMode="auto">
            <a:xfrm>
              <a:off x="5214942" y="2143122"/>
              <a:ext cx="3571900" cy="2499720"/>
            </a:xfrm>
            <a:prstGeom prst="rect">
              <a:avLst/>
            </a:prstGeom>
            <a:solidFill>
              <a:schemeClr val="accent2">
                <a:lumMod val="40000"/>
                <a:lumOff val="60000"/>
              </a:schemeClr>
            </a:solidFill>
            <a:ln w="12700">
              <a:solidFill>
                <a:schemeClr val="tx1"/>
              </a:solidFill>
              <a:miter lim="800000"/>
              <a:headEnd/>
              <a:tailEnd/>
            </a:ln>
          </p:spPr>
          <p:txBody>
            <a:bodyPr/>
            <a:lstStyle/>
            <a:p>
              <a:pPr eaLnBrk="1" hangingPunct="1">
                <a:defRPr/>
              </a:pPr>
              <a:endParaRPr lang="zh-CN" altLang="en-US" b="0" dirty="0">
                <a:solidFill>
                  <a:prstClr val="black"/>
                </a:solidFill>
                <a:latin typeface="楷体" pitchFamily="49" charset="-122"/>
                <a:ea typeface="楷体" pitchFamily="49" charset="-122"/>
                <a:cs typeface="Times New Roman" pitchFamily="18" charset="0"/>
              </a:endParaRPr>
            </a:p>
          </p:txBody>
        </p:sp>
        <p:sp>
          <p:nvSpPr>
            <p:cNvPr id="38919" name="Text Box 19"/>
            <p:cNvSpPr txBox="1">
              <a:spLocks noChangeArrowheads="1"/>
            </p:cNvSpPr>
            <p:nvPr/>
          </p:nvSpPr>
          <p:spPr bwMode="auto">
            <a:xfrm>
              <a:off x="5214942" y="2143122"/>
              <a:ext cx="3571900" cy="253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68580" tIns="34290" rIns="68580" bIns="34290">
              <a:spAutoFit/>
            </a:bodyPr>
            <a:lstStyle>
              <a:lvl1pPr>
                <a:defRPr sz="1100" b="1">
                  <a:solidFill>
                    <a:schemeClr val="tx1"/>
                  </a:solidFill>
                  <a:latin typeface="Times New Roman" panose="02020603050405020304" pitchFamily="18" charset="0"/>
                  <a:ea typeface="楷体_GB2312"/>
                  <a:cs typeface="楷体_GB2312"/>
                </a:defRPr>
              </a:lvl1pPr>
              <a:lvl2pPr marL="742950" indent="-285750">
                <a:defRPr sz="1100" b="1">
                  <a:solidFill>
                    <a:schemeClr val="tx1"/>
                  </a:solidFill>
                  <a:latin typeface="Times New Roman" panose="02020603050405020304" pitchFamily="18" charset="0"/>
                  <a:ea typeface="楷体_GB2312"/>
                  <a:cs typeface="楷体_GB2312"/>
                </a:defRPr>
              </a:lvl2pPr>
              <a:lvl3pPr marL="1143000" indent="-228600">
                <a:defRPr sz="1100" b="1">
                  <a:solidFill>
                    <a:schemeClr val="tx1"/>
                  </a:solidFill>
                  <a:latin typeface="Times New Roman" panose="02020603050405020304" pitchFamily="18" charset="0"/>
                  <a:ea typeface="楷体_GB2312"/>
                  <a:cs typeface="楷体_GB2312"/>
                </a:defRPr>
              </a:lvl3pPr>
              <a:lvl4pPr marL="1600200" indent="-228600">
                <a:defRPr sz="1100" b="1">
                  <a:solidFill>
                    <a:schemeClr val="tx1"/>
                  </a:solidFill>
                  <a:latin typeface="Times New Roman" panose="02020603050405020304" pitchFamily="18" charset="0"/>
                  <a:ea typeface="楷体_GB2312"/>
                  <a:cs typeface="楷体_GB2312"/>
                </a:defRPr>
              </a:lvl4pPr>
              <a:lvl5pPr marL="2057400" indent="-228600">
                <a:defRPr sz="11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1100" b="1">
                  <a:solidFill>
                    <a:schemeClr val="tx1"/>
                  </a:solidFill>
                  <a:latin typeface="Times New Roman" panose="02020603050405020304" pitchFamily="18" charset="0"/>
                  <a:ea typeface="楷体_GB2312"/>
                  <a:cs typeface="楷体_GB2312"/>
                </a:defRPr>
              </a:lvl9pPr>
            </a:lstStyle>
            <a:p>
              <a:pPr>
                <a:spcBef>
                  <a:spcPct val="50000"/>
                </a:spcBef>
              </a:pPr>
              <a:r>
                <a:rPr lang="en-US" altLang="zh-CN" sz="2000">
                  <a:solidFill>
                    <a:prstClr val="black"/>
                  </a:solidFill>
                  <a:ea typeface="楷体" panose="02010609060101010101" pitchFamily="49" charset="-122"/>
                  <a:cs typeface="Times New Roman" panose="02020603050405020304" pitchFamily="18" charset="0"/>
                </a:rPr>
                <a:t>        1      2      3      4      5       6</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1     0      1      1      0      0       0</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2     0      0      0      1      0       1</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3     0      0      0      0      1       1</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4     0      0      0      0      0       0</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5     0      0      0      0      0       0</a:t>
              </a:r>
            </a:p>
            <a:p>
              <a:pPr>
                <a:lnSpc>
                  <a:spcPts val="1600"/>
                </a:lnSpc>
                <a:spcBef>
                  <a:spcPct val="50000"/>
                </a:spcBef>
              </a:pPr>
              <a:r>
                <a:rPr lang="en-US" altLang="zh-CN" sz="2000">
                  <a:solidFill>
                    <a:prstClr val="black"/>
                  </a:solidFill>
                  <a:ea typeface="楷体" panose="02010609060101010101" pitchFamily="49" charset="-122"/>
                  <a:cs typeface="Times New Roman" panose="02020603050405020304" pitchFamily="18" charset="0"/>
                </a:rPr>
                <a:t> 6     0      0      0      0      0       0</a:t>
              </a:r>
              <a:endParaRPr lang="zh-CN" altLang="en-US" sz="2000">
                <a:solidFill>
                  <a:prstClr val="black"/>
                </a:solidFill>
                <a:ea typeface="楷体" panose="02010609060101010101" pitchFamily="49" charset="-122"/>
                <a:cs typeface="Times New Roman" panose="02020603050405020304" pitchFamily="18" charset="0"/>
              </a:endParaRPr>
            </a:p>
          </p:txBody>
        </p:sp>
        <p:sp>
          <p:nvSpPr>
            <p:cNvPr id="38920" name="Line 13"/>
            <p:cNvSpPr>
              <a:spLocks noChangeShapeType="1"/>
            </p:cNvSpPr>
            <p:nvPr/>
          </p:nvSpPr>
          <p:spPr bwMode="auto">
            <a:xfrm>
              <a:off x="5214942" y="2500312"/>
              <a:ext cx="3564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sp>
          <p:nvSpPr>
            <p:cNvPr id="38921" name="Line 13"/>
            <p:cNvSpPr>
              <a:spLocks noChangeShapeType="1"/>
            </p:cNvSpPr>
            <p:nvPr/>
          </p:nvSpPr>
          <p:spPr bwMode="auto">
            <a:xfrm flipH="1">
              <a:off x="5572132" y="2143122"/>
              <a:ext cx="0" cy="2484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a:solidFill>
                  <a:prstClr val="black"/>
                </a:solidFill>
                <a:latin typeface="Times New Roman" panose="02020603050405020304" pitchFamily="18" charset="0"/>
                <a:ea typeface="楷体_GB2312"/>
              </a:endParaRPr>
            </a:p>
          </p:txBody>
        </p:sp>
      </p:grpSp>
      <p:sp>
        <p:nvSpPr>
          <p:cNvPr id="3" name="灯片编号占位符 2"/>
          <p:cNvSpPr>
            <a:spLocks noGrp="1"/>
          </p:cNvSpPr>
          <p:nvPr>
            <p:ph type="sldNum" sz="quarter" idx="12"/>
          </p:nvPr>
        </p:nvSpPr>
        <p:spPr/>
        <p:txBody>
          <a:bodyPr/>
          <a:lstStyle/>
          <a:p>
            <a:pPr>
              <a:defRPr/>
            </a:pPr>
            <a:fld id="{64CF1D47-2B30-44A6-81DA-EC28584A641A}" type="slidenum">
              <a:rPr lang="zh-CN" altLang="en-US" smtClean="0"/>
              <a:pPr>
                <a:defRPr/>
              </a:pPr>
              <a:t>58</a:t>
            </a:fld>
            <a:endParaRPr lang="en-US" altLang="zh-CN" dirty="0"/>
          </a:p>
        </p:txBody>
      </p:sp>
    </p:spTree>
    <p:extLst>
      <p:ext uri="{BB962C8B-B14F-4D97-AF65-F5344CB8AC3E}">
        <p14:creationId xmlns:p14="http://schemas.microsoft.com/office/powerpoint/2010/main" val="3661222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p:cTn id="7" dur="500" fill="hold"/>
                                        <p:tgtEl>
                                          <p:spTgt spid="30725"/>
                                        </p:tgtEl>
                                        <p:attrNameLst>
                                          <p:attrName>ppt_w</p:attrName>
                                        </p:attrNameLst>
                                      </p:cBhvr>
                                      <p:tavLst>
                                        <p:tav tm="0">
                                          <p:val>
                                            <p:fltVal val="0"/>
                                          </p:val>
                                        </p:tav>
                                        <p:tav tm="100000">
                                          <p:val>
                                            <p:strVal val="#ppt_w"/>
                                          </p:val>
                                        </p:tav>
                                      </p:tavLst>
                                    </p:anim>
                                    <p:anim calcmode="lin" valueType="num">
                                      <p:cBhvr>
                                        <p:cTn id="8" dur="500" fill="hold"/>
                                        <p:tgtEl>
                                          <p:spTgt spid="30725"/>
                                        </p:tgtEl>
                                        <p:attrNameLst>
                                          <p:attrName>ppt_h</p:attrName>
                                        </p:attrNameLst>
                                      </p:cBhvr>
                                      <p:tavLst>
                                        <p:tav tm="0">
                                          <p:val>
                                            <p:fltVal val="0"/>
                                          </p:val>
                                        </p:tav>
                                        <p:tav tm="100000">
                                          <p:val>
                                            <p:strVal val="#ppt_h"/>
                                          </p:val>
                                        </p:tav>
                                      </p:tavLst>
                                    </p:anim>
                                    <p:animEffect transition="in" filter="fade">
                                      <p:cBhvr>
                                        <p:cTn id="9" dur="500"/>
                                        <p:tgtEl>
                                          <p:spTgt spid="30725"/>
                                        </p:tgtEl>
                                      </p:cBhvr>
                                    </p:animEffect>
                                  </p:childTnLst>
                                </p:cTn>
                              </p:par>
                              <p:par>
                                <p:cTn id="10" presetID="53"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249859">
                                            <p:txEl>
                                              <p:pRg st="8" end="8"/>
                                            </p:txEl>
                                          </p:spTgt>
                                        </p:tgtEl>
                                        <p:attrNameLst>
                                          <p:attrName>style.visibility</p:attrName>
                                        </p:attrNameLst>
                                      </p:cBhvr>
                                      <p:to>
                                        <p:strVal val="visible"/>
                                      </p:to>
                                    </p:set>
                                    <p:anim calcmode="lin" valueType="num">
                                      <p:cBhvr>
                                        <p:cTn id="19" dur="500" fill="hold"/>
                                        <p:tgtEl>
                                          <p:spTgt spid="249859">
                                            <p:txEl>
                                              <p:pRg st="8" end="8"/>
                                            </p:txEl>
                                          </p:spTgt>
                                        </p:tgtEl>
                                        <p:attrNameLst>
                                          <p:attrName>ppt_w</p:attrName>
                                        </p:attrNameLst>
                                      </p:cBhvr>
                                      <p:tavLst>
                                        <p:tav tm="0">
                                          <p:val>
                                            <p:fltVal val="0"/>
                                          </p:val>
                                        </p:tav>
                                        <p:tav tm="100000">
                                          <p:val>
                                            <p:strVal val="#ppt_w"/>
                                          </p:val>
                                        </p:tav>
                                      </p:tavLst>
                                    </p:anim>
                                    <p:anim calcmode="lin" valueType="num">
                                      <p:cBhvr>
                                        <p:cTn id="20" dur="500" fill="hold"/>
                                        <p:tgtEl>
                                          <p:spTgt spid="249859">
                                            <p:txEl>
                                              <p:pRg st="8" end="8"/>
                                            </p:txEl>
                                          </p:spTgt>
                                        </p:tgtEl>
                                        <p:attrNameLst>
                                          <p:attrName>ppt_h</p:attrName>
                                        </p:attrNameLst>
                                      </p:cBhvr>
                                      <p:tavLst>
                                        <p:tav tm="0">
                                          <p:val>
                                            <p:fltVal val="0"/>
                                          </p:val>
                                        </p:tav>
                                        <p:tav tm="100000">
                                          <p:val>
                                            <p:strVal val="#ppt_h"/>
                                          </p:val>
                                        </p:tav>
                                      </p:tavLst>
                                    </p:anim>
                                    <p:animEffect transition="in" filter="fade">
                                      <p:cBhvr>
                                        <p:cTn id="21" dur="500"/>
                                        <p:tgtEl>
                                          <p:spTgt spid="2498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3.xml><?xml version="1.0" encoding="utf-8"?>
<a:theme xmlns:a="http://schemas.openxmlformats.org/drawingml/2006/main" name="1_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9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6.xml><?xml version="1.0" encoding="utf-8"?>
<a:theme xmlns:a="http://schemas.openxmlformats.org/drawingml/2006/main" name="4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7.xml><?xml version="1.0" encoding="utf-8"?>
<a:theme xmlns:a="http://schemas.openxmlformats.org/drawingml/2006/main" name="6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8.xml><?xml version="1.0" encoding="utf-8"?>
<a:theme xmlns:a="http://schemas.openxmlformats.org/drawingml/2006/main" name="10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9.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10.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20038</TotalTime>
  <Words>9164</Words>
  <Application>Microsoft Office PowerPoint</Application>
  <PresentationFormat>全屏显示(16:9)</PresentationFormat>
  <Paragraphs>1242</Paragraphs>
  <Slides>58</Slides>
  <Notes>58</Notes>
  <HiddenSlides>0</HiddenSlides>
  <MMClips>0</MMClips>
  <ScaleCrop>false</ScaleCrop>
  <HeadingPairs>
    <vt:vector size="6" baseType="variant">
      <vt:variant>
        <vt:lpstr>已用的字体</vt:lpstr>
      </vt:variant>
      <vt:variant>
        <vt:i4>12</vt:i4>
      </vt:variant>
      <vt:variant>
        <vt:lpstr>主题</vt:lpstr>
      </vt:variant>
      <vt:variant>
        <vt:i4>9</vt:i4>
      </vt:variant>
      <vt:variant>
        <vt:lpstr>幻灯片标题</vt:lpstr>
      </vt:variant>
      <vt:variant>
        <vt:i4>58</vt:i4>
      </vt:variant>
    </vt:vector>
  </HeadingPairs>
  <TitlesOfParts>
    <vt:vector size="79" baseType="lpstr">
      <vt:lpstr>华文楷体</vt:lpstr>
      <vt:lpstr>楷体</vt:lpstr>
      <vt:lpstr>楷体_GB2312</vt:lpstr>
      <vt:lpstr>宋体</vt:lpstr>
      <vt:lpstr>微软雅黑</vt:lpstr>
      <vt:lpstr>Arial</vt:lpstr>
      <vt:lpstr>Calibri</vt:lpstr>
      <vt:lpstr>Candara</vt:lpstr>
      <vt:lpstr>Symbol</vt:lpstr>
      <vt:lpstr>Tahoma</vt:lpstr>
      <vt:lpstr>Times New Roman</vt:lpstr>
      <vt:lpstr>Wingdings</vt:lpstr>
      <vt:lpstr>自定义设计方案</vt:lpstr>
      <vt:lpstr>2_波形</vt:lpstr>
      <vt:lpstr>1_自定义设计方案</vt:lpstr>
      <vt:lpstr>3_波形</vt:lpstr>
      <vt:lpstr>9_波形</vt:lpstr>
      <vt:lpstr>4_波形</vt:lpstr>
      <vt:lpstr>6_波形</vt:lpstr>
      <vt:lpstr>10_波形</vt:lpstr>
      <vt:lpstr>1_波形</vt:lpstr>
      <vt:lpstr>PowerPoint 演示文稿</vt:lpstr>
      <vt:lpstr>主要内容</vt:lpstr>
      <vt:lpstr>1. 运行存储分配策略</vt:lpstr>
      <vt:lpstr>运行时内存的划分</vt:lpstr>
      <vt:lpstr>活动记录</vt:lpstr>
      <vt:lpstr>活动记录的一般形式</vt:lpstr>
      <vt:lpstr>2. 栈式存储分配</vt:lpstr>
      <vt:lpstr>活动树</vt:lpstr>
      <vt:lpstr>例：一个快速排序程序的概要</vt:lpstr>
      <vt:lpstr>PowerPoint 演示文稿</vt:lpstr>
      <vt:lpstr>PowerPoint 演示文稿</vt:lpstr>
      <vt:lpstr>PowerPoint 演示文稿</vt:lpstr>
      <vt:lpstr>PowerPoint 演示文稿</vt:lpstr>
      <vt:lpstr>PowerPoint 演示文稿</vt:lpstr>
      <vt:lpstr>设计活动记录的一些原则</vt:lpstr>
      <vt:lpstr>3. 调用序列和返回序列</vt:lpstr>
      <vt:lpstr>PowerPoint 演示文稿</vt:lpstr>
      <vt:lpstr>调用序列</vt:lpstr>
      <vt:lpstr>返回序列</vt:lpstr>
      <vt:lpstr>调用者和被调用者之间的任务划分</vt:lpstr>
      <vt:lpstr>变长数据的存储分配</vt:lpstr>
      <vt:lpstr>访问动态分配的数组</vt:lpstr>
      <vt:lpstr>PowerPoint 演示文稿</vt:lpstr>
      <vt:lpstr>5. 非局部数据的访问</vt:lpstr>
      <vt:lpstr>支持过程嵌套声明的语言</vt:lpstr>
      <vt:lpstr>不支持过程嵌套声明的语言</vt:lpstr>
      <vt:lpstr>无过程嵌套声明时的数据访问</vt:lpstr>
      <vt:lpstr>有过程嵌套声明时的数据访问</vt:lpstr>
      <vt:lpstr>例</vt:lpstr>
      <vt:lpstr>访问链 (Access Links)</vt:lpstr>
      <vt:lpstr>例</vt:lpstr>
      <vt:lpstr>PowerPoint 演示文稿</vt:lpstr>
      <vt:lpstr>PowerPoint 演示文稿</vt:lpstr>
      <vt:lpstr>PowerPoint 演示文稿</vt:lpstr>
      <vt:lpstr>PowerPoint 演示文稿</vt:lpstr>
      <vt:lpstr>访问链的建立</vt:lpstr>
      <vt:lpstr>访问链的建立</vt:lpstr>
      <vt:lpstr>访问链的建立</vt:lpstr>
      <vt:lpstr>6. 符号表</vt:lpstr>
      <vt:lpstr>例</vt:lpstr>
      <vt:lpstr>根据符号表进行数据访问</vt:lpstr>
      <vt:lpstr>根据符号表构造访问链</vt:lpstr>
      <vt:lpstr>标识符的基本处理方法</vt:lpstr>
      <vt:lpstr>7. 符号表的建立</vt:lpstr>
      <vt:lpstr>嵌套过程声明语句的SDT</vt:lpstr>
      <vt:lpstr>例</vt:lpstr>
      <vt:lpstr>例</vt:lpstr>
      <vt:lpstr>例</vt:lpstr>
      <vt:lpstr>例</vt:lpstr>
      <vt:lpstr>例</vt:lpstr>
      <vt:lpstr>例</vt:lpstr>
      <vt:lpstr>PowerPoint 演示文稿</vt:lpstr>
      <vt:lpstr>2. 静态存储分配</vt:lpstr>
      <vt:lpstr>静态存储分配的限制条件</vt:lpstr>
      <vt:lpstr>常用的静态存储分配方法</vt:lpstr>
      <vt:lpstr>顺序分配法</vt:lpstr>
      <vt:lpstr>层次分配法</vt:lpstr>
      <vt:lpstr>层次分配算法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语法制导翻译</dc:title>
  <dc:creator>chenyin</dc:creator>
  <cp:lastModifiedBy>8615952081735</cp:lastModifiedBy>
  <cp:revision>1075</cp:revision>
  <cp:lastPrinted>2017-07-25T08:07:27Z</cp:lastPrinted>
  <dcterms:modified xsi:type="dcterms:W3CDTF">2024-12-03T14:58:40Z</dcterms:modified>
</cp:coreProperties>
</file>