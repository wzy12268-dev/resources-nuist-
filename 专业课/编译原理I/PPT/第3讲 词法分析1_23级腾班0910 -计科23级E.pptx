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ink/ink1.xml" ContentType="application/inkml+xml"/>
  <Override PartName="/ppt/notesSlides/notesSlide84.xml" ContentType="application/vnd.openxmlformats-officedocument.presentationml.notesSlide+xml"/>
  <Override PartName="/ppt/ink/ink2.xml" ContentType="application/inkml+xml"/>
  <Override PartName="/ppt/notesSlides/notesSlide85.xml" ContentType="application/vnd.openxmlformats-officedocument.presentationml.notesSlide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62" r:id="rId1"/>
    <p:sldMasterId id="2147484781" r:id="rId2"/>
    <p:sldMasterId id="2147484784" r:id="rId3"/>
  </p:sldMasterIdLst>
  <p:notesMasterIdLst>
    <p:notesMasterId r:id="rId89"/>
  </p:notesMasterIdLst>
  <p:handoutMasterIdLst>
    <p:handoutMasterId r:id="rId90"/>
  </p:handoutMasterIdLst>
  <p:sldIdLst>
    <p:sldId id="820" r:id="rId4"/>
    <p:sldId id="822" r:id="rId5"/>
    <p:sldId id="728" r:id="rId6"/>
    <p:sldId id="828" r:id="rId7"/>
    <p:sldId id="740" r:id="rId8"/>
    <p:sldId id="695" r:id="rId9"/>
    <p:sldId id="782" r:id="rId10"/>
    <p:sldId id="646" r:id="rId11"/>
    <p:sldId id="750" r:id="rId12"/>
    <p:sldId id="841" r:id="rId13"/>
    <p:sldId id="683" r:id="rId14"/>
    <p:sldId id="751" r:id="rId15"/>
    <p:sldId id="814" r:id="rId16"/>
    <p:sldId id="612" r:id="rId17"/>
    <p:sldId id="789" r:id="rId18"/>
    <p:sldId id="790" r:id="rId19"/>
    <p:sldId id="804" r:id="rId20"/>
    <p:sldId id="805" r:id="rId21"/>
    <p:sldId id="791" r:id="rId22"/>
    <p:sldId id="792" r:id="rId23"/>
    <p:sldId id="793" r:id="rId24"/>
    <p:sldId id="812" r:id="rId25"/>
    <p:sldId id="842" r:id="rId26"/>
    <p:sldId id="843" r:id="rId27"/>
    <p:sldId id="844" r:id="rId28"/>
    <p:sldId id="845" r:id="rId29"/>
    <p:sldId id="817" r:id="rId30"/>
    <p:sldId id="832" r:id="rId31"/>
    <p:sldId id="834" r:id="rId32"/>
    <p:sldId id="835" r:id="rId33"/>
    <p:sldId id="836" r:id="rId34"/>
    <p:sldId id="837" r:id="rId35"/>
    <p:sldId id="818" r:id="rId36"/>
    <p:sldId id="838" r:id="rId37"/>
    <p:sldId id="821" r:id="rId38"/>
    <p:sldId id="823" r:id="rId39"/>
    <p:sldId id="839" r:id="rId40"/>
    <p:sldId id="735" r:id="rId41"/>
    <p:sldId id="732" r:id="rId42"/>
    <p:sldId id="483" r:id="rId43"/>
    <p:sldId id="827" r:id="rId44"/>
    <p:sldId id="552" r:id="rId45"/>
    <p:sldId id="533" r:id="rId46"/>
    <p:sldId id="570" r:id="rId47"/>
    <p:sldId id="701" r:id="rId48"/>
    <p:sldId id="517" r:id="rId49"/>
    <p:sldId id="600" r:id="rId50"/>
    <p:sldId id="516" r:id="rId51"/>
    <p:sldId id="518" r:id="rId52"/>
    <p:sldId id="669" r:id="rId53"/>
    <p:sldId id="397" r:id="rId54"/>
    <p:sldId id="399" r:id="rId55"/>
    <p:sldId id="556" r:id="rId56"/>
    <p:sldId id="670" r:id="rId57"/>
    <p:sldId id="635" r:id="rId58"/>
    <p:sldId id="671" r:id="rId59"/>
    <p:sldId id="663" r:id="rId60"/>
    <p:sldId id="627" r:id="rId61"/>
    <p:sldId id="647" r:id="rId62"/>
    <p:sldId id="628" r:id="rId63"/>
    <p:sldId id="729" r:id="rId64"/>
    <p:sldId id="561" r:id="rId65"/>
    <p:sldId id="648" r:id="rId66"/>
    <p:sldId id="826" r:id="rId67"/>
    <p:sldId id="840" r:id="rId68"/>
    <p:sldId id="562" r:id="rId69"/>
    <p:sldId id="564" r:id="rId70"/>
    <p:sldId id="571" r:id="rId71"/>
    <p:sldId id="573" r:id="rId72"/>
    <p:sldId id="702" r:id="rId73"/>
    <p:sldId id="712" r:id="rId74"/>
    <p:sldId id="713" r:id="rId75"/>
    <p:sldId id="714" r:id="rId76"/>
    <p:sldId id="758" r:id="rId77"/>
    <p:sldId id="757" r:id="rId78"/>
    <p:sldId id="256" r:id="rId79"/>
    <p:sldId id="715" r:id="rId80"/>
    <p:sldId id="748" r:id="rId81"/>
    <p:sldId id="737" r:id="rId82"/>
    <p:sldId id="734" r:id="rId83"/>
    <p:sldId id="824" r:id="rId84"/>
    <p:sldId id="825" r:id="rId85"/>
    <p:sldId id="829" r:id="rId86"/>
    <p:sldId id="830" r:id="rId87"/>
    <p:sldId id="831" r:id="rId88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FF3399"/>
    <a:srgbClr val="008000"/>
    <a:srgbClr val="006600"/>
    <a:srgbClr val="FF33CC"/>
    <a:srgbClr val="00C08E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18" autoAdjust="0"/>
    <p:restoredTop sz="67461" autoAdjust="0"/>
  </p:normalViewPr>
  <p:slideViewPr>
    <p:cSldViewPr>
      <p:cViewPr varScale="1">
        <p:scale>
          <a:sx n="97" d="100"/>
          <a:sy n="97" d="100"/>
        </p:scale>
        <p:origin x="216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8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8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15" tIns="45709" rIns="91415" bIns="4570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851A5DD-1A6E-4AB7-BB62-E2D46F9F1B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928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9T08:11:22.54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9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6.66666" units="1/cm"/>
          <inkml:channelProperty channel="Y" name="resolution" value="66.66666" units="1/cm"/>
          <inkml:channelProperty channel="T" name="resolution" value="1" units="1/dev"/>
        </inkml:channelProperties>
      </inkml:inkSource>
      <inkml:timestamp xml:id="ts1" timeString="2022-09-19T08:12:31.136"/>
    </inkml:context>
  </inkml:definitions>
  <inkml:trace contextRef="#ctx0" brushRef="#br0">2929 10046 660 0,'0'0'0'0,"0"0"1"15,1 0 12-15,1 0-3 0,0 0 1 0,7-1-7 16,12-5-1-16,0-1-2 0,5-3-2 0,-1-1 0 16,-1-2-6-16,-1 1 4 0,-1-3 3 0,0 13 1 15,-1-17 13-15,-6 4-2 0,-1-5-1 0,-1 0 0 16,0 0-9-16,-3-7 15 0,0 6-10 0,1-1 10 0,-7-5-13 15,3 3-4-15,-1-3 2 0,-5-1-3 0,2 4-3 16,11 0-1-16,-5 0-2 0,-5 0 1 0,-4 1 1 16,-1 3-2-16,-5-1 3 0,-2 4-3 0,5-1 16 0,-26 1-4 15,1 1 10-15,0 3-7 0,2 2 19 0,2 4 21 16,0-1-2-16,2 3 8 0,1 4 3 0,2-10-14 16,1 5-2-16,2 5-5 0,-1 3-21 0,3 3-3 15,0 3-8-15,1 1 4 0,1 2-11 0,2 9 3 16,-2 1-2-16,3 3 2 0,1 0-6 0,1 1 6 15,0 1-2-15,2 2 2 0,-1-1 0 0,2 3 2 16,1 1 4-16,-14 0 0 0,7 0 10 0,6-4 8 16,2 2 0-16,2-5 1 0,2 0-14 0,2-1-7 0,2-2-2 15,1 0 0-15,1-2 2 0,-1-5 1 0,0-4 5 16,0-2-4-16,12-2-3 0,3 8 19 0,4-4-11 16,2-6 13-16,3-4-15 0,5-5-12 0,2-7 2 15,6-3-8-15,4-2-5 0,-5-2-79 0,1 0-36 0,-6-1-38 16,-5 18-348-16</inkml:trace>
  <inkml:trace contextRef="#ctx0" brushRef="#br0" timeOffset="268.83">3494 9402 1249 0,'-1'-2'17'0,"-1"1"0"0,1 0 11 0,-1-1-18 16,1 1-8-16,0-1-1 0,-1 1-21 0,1 0 9 16,-1-1 0-16,1 1 6 0,1 1 10 0,0 0-5 15,0 1 6-15,1 2-5 0,4 15 20 0,3 9-5 16,3 1-1-16,2 5-1 0,3 5-4 0,1 3-5 16,0 4-3-16,2 5 1 0,1 2-3 0,0 0-2 15,-2 1 0-15,1-1-2 0,-2-8 2 0,-2-5-14 16,-1-3 4-16,-4-9-10 0,2-2-22 0,-4-7-33 0,-2-5-6 15,-3-6-15-15,-2-4-85 0</inkml:trace>
  <inkml:trace contextRef="#ctx0" brushRef="#br0" timeOffset="447.88">3747 9501 987 0,'-1'0'99'0,"-1"0"-90"0,1 0 106 0,-18 0-46 15,1 1-42-15,4 3-23 0,-3 6-2 0,3 3-5 16,0 20-2-16,-2 8-1 0,2 5-5 0,0 12 2 15,0 3-5-15,1 2-6 0,0-2 0 0,2-8-5 16,0-5-10-16,-1-12 9 0,4-2 3 0,1-4-1 16,-2-3-4-16,4-3-6 0,1-2-5 0,-2-2 2 0,3-3-5 15,2-4-29-15,-2-2-4 0,-4-2-17 0,4-5-90 16</inkml:trace>
  <inkml:trace contextRef="#ctx0" brushRef="#br0" timeOffset="820.53">3842 9796 1444 0,'0'-1'15'0,"-2"-1"-1"0,1 0-7 0,-2-6 0 15,-4-7-7-15,3 1-3 0,2-2-10 0,2 2 1 16,3 0-5-16,3 0 2 0,0 3-3 0,-1-1 7 15,1 2-7-15,0 2-3 0,-2 1 8 0,7 0-2 0,-1 1 6 16,-4 0 9-16,-2 4-2 0,-1-3 1 0,1 4 1 16,-4 0 8-16,4-1 3 0,-2 2-3 0,-2-1 2 15,2-2 2-15,0 0-8 0,-1 0 7 0,1 0-9 16,-1 2 0-16,0 0 0 0,1-1 0 0,-1 2 2 16,1 2-1-16,-1 0 0 0,1 14 1 0,-2 18 0 15,0 5-4-15,-3 5 2 0,1 6-8 0,-1-1 7 16,1-1-1-16,-1 0-3 0,1-3 5 0,2-1-4 15,2 0 10-15,1 4-12 0,-2-3 6 0,2 5-7 16,0-1 8-16,-2 4-4 0,1-1-4 0,-1 0 1 0,-1-2 0 16,0-4-6-16,1-3-4 0,-1-9-1 0,0-8-6 15,0-4-42-15,0-8-13 0,0-4-26 0,0-5-169 0</inkml:trace>
  <inkml:trace contextRef="#ctx0" brushRef="#br0" timeOffset="1022.32">4048 9635 1195 0,'0'-1'15'0,"0"-1"31"0,0 1-40 0,0-1-9 0,0 1 3 15,0 0-6-15,0-1 1 0,0 1 4 0,2-1-4 16,-1 2 6-16,0 2 17 0,1 1 0 0,1 15 6 16,-3 23-5-16,-3 3 13 0,-4 5-8 0,-3 2-1 15,-1-3-5-15,-4-3-16 0,1-5 9 0,2-5-5 0,-1-6 4 16,2-5-21-16,2-3-3 0,1-4-8 0,1-3 0 15,1-1-40-15,2-6-156 0,1-3-61 0</inkml:trace>
  <inkml:trace contextRef="#ctx0" brushRef="#br0" timeOffset="1275.58">4206 9518 733 0,'0'0'37'0,"2"0"2"16,-1 0 31-16,2 0-12 0,8 0 8 0,9 0 8 15,4 4-15-15,5 6-1 0,-1 4-8 0,1-7-28 0,-2 24 5 16,-3 6-8-16,-7 5 6 0,-3 4-6 0,-4 2-1 16,-3 0 2-16,-1-3-3 0,-5-6-7 0,16-7 5 15,-8-7-4-15,-6-7 5 0,-3-5 3 0,0-6 7 16,0-3 1-16,0-2 1 0,-2 1-4 0,1-1-13 16,-2 0 1-16,-3-2-6 0,-2-2-11 0,-1-3-1 15,0-19-1-15,2-19 2 0,-2-2 0 0,3-3-2 16,-15 3-4-16,11 1 3 0,7 3-3 0,3 6-18 15,2-1 1-15,4 5-11 0,-1 2-21 0,4 2-74 0,1 1-37 16</inkml:trace>
  <inkml:trace contextRef="#ctx0" brushRef="#br0" timeOffset="2178.94">4782 8950 863 0,'0'-2'21'0,"0"1"-3"0,0-1 22 16,0 0-1-16,0 0-1 0,0-5-21 0,0 0-25 0,1-1 7 15,2 2-12-15,1 0 18 0,2 3-10 0,14-9 5 16,-1 3-7-16,3 5 6 0,6 3-2 0,-1 2-1 16,0 6 2-16,2 3 2 0,-3 3 8 0,-2-12-5 15,1 23 6-15,-4 2-7 0,-4 5-7 0,-4 0 7 16,-4 5-5-16,-1 4 11 0,-6 4-8 0,-1 5-1 0,17-3-1 15,-13-3 8-15,-8-2 3 0,-6-7-3 0,-3-3 2 16,-3-1-4-16,14-3 14 0,-17-2-3 0,2-1 5 16,-4-1 2-16,2-2-7 0,1-2 5 0,1-3-7 15,5 0-12-15,3-5 18 0,1 1-9 0,4-4 11 16,0 1-18-16,-1-4 4 0,1-1 1 0,0 1 0 16,3-4 5-16,-1 2 12 0,1-2 1 0,0 4 5 15,0-1 11-15,0-1-16 0,1 0 4 0,2-1-9 0,10 7 1 16,5-1-18-16,3-1 1 0,5-2-5 0,-2-4 0 15,1 0-6-15,0-1 1 0,-3 0-3 0,-3 0-10 0,-3-1-17 16,1-2-4-16,0-1-4 0,0-2-12 0,-2 1-21 16,0-1-3-16,-3 0-11 0,0-1-64 0</inkml:trace>
  <inkml:trace contextRef="#ctx0" brushRef="#br0" timeOffset="2537.65">5717 9427 962 0,'0'0'3'0,"0"0"19"16,0 0-21-16,2 0 9 0,-1 0 3 0,2 0 0 0,4 0-4 15,10 0 21-15,2 0 0 0,0 0 9 0,4 0 14 16,1 0 0-16,1 0-7 0,2 0 2 0,2 0-19 16,0 0-10-16,1 0 5 0,5 2-7 0,-1 1-6 0,3-1-2 15,0 1-6-15,-6 0 3 0,0 1-10 0,-1 1 4 16,-5-1-6-16,2 0 5 0,-3-1-14 0,-7-2-30 15,0 1 1-15,-4-2-15 0,-2 0-43 0,-1-2-58 16,-2 1-16-16,-2-2-13 0,-2 0-46 0</inkml:trace>
  <inkml:trace contextRef="#ctx0" brushRef="#br0" timeOffset="2777.22">6399 9300 38 0,'0'-1'11'0,"0"-1"10"16,-3-10 13-16,-1-12 3 0,-1 0 12 0,1 4 19 16,1 6-5-16,2 5 9 0,1 5-6 0,0 2-12 15,0 0 7-15,0-1-8 0,0 1 8 0,0 1 8 0,0 0-9 16,1 1 6-16,1 0-24 0,-1 1-4 0,1 0 0 15,0 2-1-15,4 4-5 0,-4 9-6 0,7 1 4 16,0 4-3-16,1-1 20 0,-2 4-1 0,2-2-4 0,-1 1 1 16,1-3-14-16,-1 0-7 0,1 1-1 15,3-1-3-15,-2 1-10 0,2-1-1 0,0-1 1 0,-2 1-1 16,2 0 1-16,-2 0-8 0,3-2 4 0,-4 0-4 16,0-1 5-16,-3-2-1 0,0 0-2 0,-4-2 2 15,7 1-4-15,-4 0 12 0,-5 0-6 0,-4 0 7 16,-4 3-9-16,1 5-10 0,-25 4 2 0,-5 4-7 15,-5 4-16-15,-5 3-16 0,-6-1-13 0,-9 1-7 16,-7 0-112-16</inkml:trace>
  <inkml:trace contextRef="#ctx0" brushRef="#br0" timeOffset="4843.45">7062 9641 1 0,'0'0'24'0,"0"0"-2"0,0 0 22 0,0-2-6 16,1 1-14-16,1-1-11 0,-1 1-9 0,2 0 9 15,18-11-5-15,0 1 5 0,3-2-8 0,4-1 1 16,4-1-1-16,4-4 13 0,-2 2-4 0,-1 0 9 0,-4 0-6 15,-2 15 16-15,2-20 20 0,-4 1-10 0,-1-3 13 16,-3 2-10-16,0-1-1 0,-2-1-5 0,-8 0 0 16,3 1-24-16,-2 1-11 0,-1-1 6 0,2 5-7 15,-4-6 2-15,0 4-8 0,-2 3-5 0,-1 0 1 16,-2 6 1-16,-1-1 3 0,5 0 4 0,-1-1-2 16,-2 2 1-16,-4 2 2 0,-1 1-1 0,0-1 3 0,-1 1-3 15,-2-1 5-15,-2 2 3 0,-2 1 0 0,-11-2 5 16,-3 2 3-16,-3 1-1 0,-2 2 2 0,-1 0-3 15,1-13 1-15,-1 7-7 0,-2 3 5 0,3 2-15 0,2 4 7 16,2 0-1-16,1 3 5 0,0 2 5 0,1 4-9 16,-1 3 7-16,1-7-7 0,2 19 5 0,-1 2 7 15,4 3-6-15,2 0 7 0,0 4-1 0,4 1-13 16,0 1 8-16,3-2-10 0,1 1 0 0,3-2 5 16,-15-2-5-16,8-2 6 0,4 0-6 0,5-1 4 15,2 0-3-15,2 0 3 0,4 0 1 0,2 0 4 16,2-2-2-16,0-1 2 0,2 0-11 0,-8-1 16 15,17-5 1-15,-2-2 5 0,3-4-9 0,4 0 0 16,2-2-7-16,-2-3 5 0,2-2-9 0,-2 12 2 0,0-7 1 16,1-6-1-16,-1-4 1 0,-4 0-9 0,0-1 2 15,-3-2-3-15,-2-1 4 0,-1 0-9 0,-1-2-3 16,0 0-4-16,-3 1-13 0,0-1-18 0,-3 0-15 16,2 1-11-16,-1-1-139 0</inkml:trace>
  <inkml:trace contextRef="#ctx0" brushRef="#br0" timeOffset="5127.67">7877 9070 890 0,'0'0'34'0,"0"0"87"0,0 0-127 0,2 0 5 16,-1 1 3-16,2 2 1 0,12 20 5 0,7 5-8 15,-1 9-2-15,4 2 0 0,-1 1 3 0,-2-1 0 16,-1-5-1-16,-6-1-2 0,1-4-6 0,1 0-1 16,-2-4 7-16,-1-2-6 0,1-2-8 0,-1-3-12 15,-3-1-3-15,0-3-1 0,1-4-20 0,-4-3-16 0,-1-5-7 16,0 3-7-16,-1-2-59 0</inkml:trace>
  <inkml:trace contextRef="#ctx0" brushRef="#br0" timeOffset="5277.96">8218 9051 646 0,'-2'2'40'0,"0"1"35"16,-7 9 2-16,-9 19-25 0,-1 6-6 0,-2 6-8 15,0 3-35-15,-4 1 5 0,-4 0-11 0,2-2 8 16,-5-3-8-16,2-1-8 0,2-1 7 0,1-4-8 15,3 0-5-15,3-5-19 0,3 0-8 0,5-3-5 16,0-2-49-16</inkml:trace>
  <inkml:trace contextRef="#ctx0" brushRef="#br0" timeOffset="5657.59">8290 9335 1383 0,'0'-7'17'0,"-4"-29"14"0,1 0-6 0,3 1-2 0,1 1-7 16,4 3 3-16,2 0-13 0,0 5-6 0,0 2 3 16,0 6-3-16,-2 5 11 0,0 3-12 0,-2 5 1 15,-2 2-5-15,0 0 1 0,-1 2-9 0,2-2 4 16,-1 0-5-16,1 2 12 0,-1-1-6 0,0 2 4 0,1 0-5 15,-1 2 3-15,1 5 3 0,1 22-1 0,-3 4 1 16,-5 6-4-16,-2 1 8 0,-3 5-1 0,-1 2 3 16,0-3-5-16,-1 1 6 0,3-4 1 0,0 3 2 15,1 4 5-15,2 1-9 0,2 6 2 0,1 6-3 16,1 6-1-16,2 9-1 0,0 2 0 0,2 1-1 16,-1-2 7-16,1 0-7 0,-1-1 3 0,0 6-5 15,2 4 3-15,-3 2-2 0,0-2-2 0,0-10 1 0,0-6-6 16,0-10 1-16,0-4-4 0,-1-6 2 0,-1-2-12 15,0-4-4-15,0-4-16 0,-1-8 2 0,1-3-70 16,-1-10-91-16,1-9-56 0</inkml:trace>
  <inkml:trace contextRef="#ctx0" brushRef="#br0" timeOffset="5966.82">8469 9330 1279 0,'0'0'-1'0,"0"0"0"0,-1-2-5 16,1 2 2-16,0 0-5 0,0 0 7 0,1 2-3 0,2-1 3 15,2 2-4-15,6 20 6 0,-4 4 3 0,-3 4 0 16,3 3 4-16,-1-1-5 0,-3 4 2 0,15-1-2 15,-9 2 11-15,-8-2-7 0,-2 4 0 0,-2 0-3 16,-4-5 2-16,-7-1 10 0,-2-3-5 0,13-10 5 16,-19-1-1-16,-1-6-3 0,2-4 10 0,-2-4-9 15,1-1-1-15,-1 9-13 0,-1-5-1 0,3-5-4 16,-1-4-5-16,4-1-13 0,1-5-19 0,3 0-1 16,1-2-90-16,5 4-283 0</inkml:trace>
  <inkml:trace contextRef="#ctx0" brushRef="#br0" timeOffset="6762.51">8837 9384 1490 0,'0'-2'4'0,"-1"1"10"0,-1-1-10 0,1 1 7 16,-1-1-45-16,2 1 28 0,0 1-11 0,0 0 15 16,2 1-16-16,-1 2 11 0,13 23 3 0,0 6 0 15,-1 4-1-15,-3 0 1 0,0 2-2 0,-2 2 3 16,-1-2 3-16,-1 0 0 0,-2 0 0 0,1-2 0 0,-3-4-2 15,1-3 5-15,-1-4 4 0,-2-9-1 0,0-1 0 16,0-8 2-16,0-3-2 0,0-1 3 0,0-1 2 16,0-1 5-16,0 0-4 0,0 2 4 0,0 0-8 0,0-1-3 15,0-1-3-15,0-1 0 0,0 0-14 0,0-3 5 16,0-12 1-16,0-19 1 0,3 0-8 0,4-3-6 16,0 0 0-16,1 2-1 0,3 1-5 0,1 2-7 15,0 2-3-15,3 3-1 0,-1 2-10 0,-13 3-13 16,16 1-2-16,-3 1-6 0,2 3-35 0,-6 2-76 15,4 2-26-15</inkml:trace>
  <inkml:trace contextRef="#ctx0" brushRef="#br0" timeOffset="7203">9521 8858 1529 0,'0'-2'7'0,"0"1"17"0,0-2 0 0,0 2 8 15,0-5-33-15,0 3-5 0,0 0-5 0,2 1 3 16,-1-1 0-16,2 1-7 0,7-2 5 0,8 0-4 0,0 4 15 16,4 3-10-16,-5 1 9 0,0 3-9 0,1 1 10 15,-3 1-7-15,0-8 1 0,-4 14-3 0,0-1 11 16,1 0-1-16,0 0 0 0,1 0 0 0,0 0-1 0,-1 0 2 15,-5 2-3-15,3-1 2 0,-1 4 3 0,-2-2-8 16,3 3 7-16,-3 5-8 0,-1-2 5 0,-2 3 0 16,1 0 1-16,-2-2-1 0,-1 3 5 0,-1 1-6 15,15 2 2-15,-8-2-2 0,-5 0-5 0,-3-5 6 16,-3-1-3-16,-4 0 6 0,0-4 3 0,-4 2 3 16,6-3 1-16,-12-2 0 0,-5 1 1 0,3-3 5 15,0-1-4-15,-1-2 4 0,0-1-8 0,-1-1 9 16,8-2-6-16,3-1 7 0,3 0-5 0,2-3 5 15,0 0-3-15,2-1 3 0,1 1-9 0,-1 1-8 0,0-1 0 16,0 1-3-16,2 0-3 0,-1 0 4 0,1-2 3 16,1 1-1-16,1 1 1 0,5-1 1 0,21 10-4 15,12-4 1-15,-2-5-15 0,4-3-46 0,-1 0-24 16,-5 0-23-16,2 0-235 0</inkml:trace>
  <inkml:trace contextRef="#ctx0" brushRef="#br0" timeOffset="10774.63">4656 9525 406 0,'0'0'0'0,"-1"-2"10"15,-1 1 109-15,1 0-24 0,-1-1 6 0,1 1-57 16,-1-1-18-16,1 1-25 0,0 0-5 0,-1-1 3 16,1 1-1-16,-1-1 2 0,1 1-2 0,0-1 1 15,-1 1 0-15,1 0 1 0,-1-1 6 0,1 1-2 0,0-2 4 16,-1 0 9-16,1 0-1 0,-2 1 5 0,0-1 8 16,2 3-6-16,-6-5 0 0,-1 3-2 0,-1-3-4 15,0 3-7-15,1 0 1 0,1 1-5 0,-2 1-13 0,2 0 14 16,1 0-10-16,-2 0 12 0,2 0-8 0,1 0-6 15,-1 0 9-15,3 0-7 0,0 0 8 0,0 1-6 16,1 1-5-16,-1-1 3 0,0 0 6 0,0 1 3 16,0-1-1-16,0 1 1 0,1-1-1 0,-1 0 6 15,1-1 6-15,0 0-1 0,-4 2 12 0,-1-1 7 16,4-1-4-16,-3 2 6 0,2-1 15 0,0 1-14 16,0-1 3-16,-3 2-10 0,1 0-12 0,2-2-6 15,-3 2 0-15,2-2-3 0,0 2-3 0,2-2-4 16,-1 1-1-16,-3 8-1 0,1 0-4 0,2 1-7 0,1 3 2 15,3-1-6-15,0 0-22 0,1 1-137 0,2 1-168 16</inkml:trace>
  <inkml:trace contextRef="#ctx0" brushRef="#br0" timeOffset="14519.46">10540 9017 1454 0,'-4'-1'15'0,"3"1"2"0,-2-1-11 0,0-1-13 16,0 1-3-16,0-1-3 0,2 2 2 0,-1 0 11 0,1 2 0 15,1 2 1-15,0 24-9 0,6 8 8 0,4 6 0 16,2 5 2-16,2 1-12 0,3 4 11 0,0-2-7 15,2-1 8-15,1 0-22 0,-2-5 7 0</inkml:trace>
  <inkml:trace contextRef="#ctx0" brushRef="#br0" timeOffset="14748.23">10754 9292 1508 0,'-14'35'-11'0,"-3"-3"2"0,1-2-8 16,0-2-3-16,1-2-1 0,1-1-12 0,-3-3-17 15,1 0-9-15,1-2-5 0,-1-2-43 0,1-1-72 16,-2-3-10-16</inkml:trace>
  <inkml:trace contextRef="#ctx0" brushRef="#br0" timeOffset="14937.84">10211 9218 1058 0,'0'0'69'16,"0"0"101"-16,-2 0-122 0,2 0-30 0,0 0-6 15,0 0-3-15,2 0 4 0,2 0 17 0,30-4-3 16,8-3 6-16,7-6-12 0,0 0 4 0,3-2-4 0,3 1 3 15,3 2-10-15,6 3-13 0,7 0 6 0,-1 2-7 16,0 3 6-16,-7 2-10 0,-8 5 0 0,-11 3-4 16,-3 1-3-16,-10 3-28 0,-1 1-4 0,-5 0-9 15,-1 4-43-15,-1-1-142 0</inkml:trace>
  <inkml:trace contextRef="#ctx0" brushRef="#br0" timeOffset="15404.81">11050 8714 1556 0,'-1'0'4'0,"0"0"12"16,-2 0-17-16,0 0-18 0,0 0 1 0,0 0-8 16,-2 1-9-16,-1 3 0 0,0 8-2 0,-2 12 2 0,-2 1 3 15,-6 5 19-15,-2 2-1 0,-5 1 8 0,-1 2 8 16,-2 2 1-16,-1 4 5 0,-3 7-3 0,0 3 3 0,-1 7-4 16,-1 2 3-16,1 4-3 0,-2 0 12 15,3-4-16-15,-1 1 5 0,0-3-9 0,3 0 7 0,4 3 0 16,0 0-4-16,0-5 1 0,3-1-5 0,2-4-12 15,5-6 1-15,-3-7-13 0,7 1-64 0,2-10-128 16,-2-2-84-16</inkml:trace>
  <inkml:trace contextRef="#ctx0" brushRef="#br0" timeOffset="15688.83">10725 9268 1531 0,'0'0'-7'15,"0"0"1"-15,2 1-2 0,-1 0-1 0,8 12 4 16,5 13-3-16,10-7 4 0,7 5 3 0,-3-2 0 0,-1-3 2 15,3 1-5-15,-5 1 0 0,-5-4-3 0,1 0 7 16,-4 0-1-16,-1-1-1 0,-4-2 0 0,-3 0-3 16,1-1-13-16,-3-2 0 0,-1-2-10 0,-1-2-44 15,-1-3-141-15,1 0-80 0</inkml:trace>
  <inkml:trace contextRef="#ctx0" brushRef="#br0" timeOffset="15923.2">11855 9058 1173 0,'-2'-1'-8'0,"1"0"2"16,0-1-48-16,-2 1-38 0,0-1-17 0,0 1-11 16,-3-3-97-16</inkml:trace>
  <inkml:trace contextRef="#ctx0" brushRef="#br0" timeOffset="16308.4">11732 9003 100 0,'-2'0'78'0,"1"0"45"0,0 0 59 0,-4 0 19 16,-12 2-45-16,0-2-43 0,0 0 7 0,-1 0-22 0,-2 0-28 15,2 0-19-15,-1-2-6 0,-3 1-3 0,2 0-25 16,3-1-6-16,-1 1-2 0,9 1-1 0,-2 0-11 15,0 0 3-15,4 0-4 0,-3 0 3 0,0 1-11 0,0 2 6 16,0 3-6-16,0 1 6 0,4 5-9 0,-2 12 9 16,1 3-4-16,1 6 6 0,1 4-2 0,-15 1 0 15,10 3 3-15,6 0-2 0,4 0 6 0,0 0-5 16,3-5 1-16,2-3-3 0,4-3 3 0,-2-5-2 16,0-5 0-16,0-6 1 0,0-3 4 0,-3-4 1 15,0-5 8-15,9 6-4 0,5-2 16 0,7-5 2 16,-6-5-5-16,3-7 3 0,0-1-11 0,-1-23-1 15,1-9 0-15,-1-8-1 0,-3-3-9 0,0-10 0 0,1-2 0 16,1 4 1-16,-3-2 2 0,1 4-2 0,-1 2 3 16,-2 4-2-16,2-2-1 0,-1-1 6 0,-3 0-8 15,-1 3 9-15,1 4-2 0,-4 10 2 0,1 7 8 16,-5 10-6-16,-1 4 1 0,-2 8 1 0,4 5-1 0,-5 4 1 16,2 0 7-16,-2 0-14 0,1 2 5 0,-1 1-7 15,0 1 2-15,-1 1 5 0,-4 44-1 0,-4 8 3 16,-2 10 0-16,-2-1-7 0,1-1 3 0,1 0-3 15,2-2 3-15,2-1-4 0,5 2 2 0,1-5-2 16,1 7-3-16,5-4-6 0,2-4-6 0,1-3 3 16,2-8-13-16,0-8-29 0,2-4-12 0,0-7-16 15,-9-3-141-15</inkml:trace>
  <inkml:trace contextRef="#ctx0" brushRef="#br0" timeOffset="16658.7">12075 9324 1856 0,'0'0'-6'0,"-1"0"2"0,-1 0-9 0,1 0-4 15,0 0 1-15,-1 2-5 0,2-1 2 0,0 0-4 16,0 1 4-16,2-1-6 0,-1 1-11 0,3-1-4 15,9 5-3-15,0-3-19 0,2-1 7 0,-3-2 4 16,0 0 4-16,-2-1 32 0,-4 0 13 0,-1-2 7 16,-2 1 1-16,-1 2 10 0,-1 0 16 0,2-1-13 0,0-1 14 15,0 1-19-15,-2 0-6 0,0-1 4 0,1 1-6 16,-1-1-7-16,1 1-2 0,0 0 0 0,1-1 1 16,0 2-3-16,6-3-6 0,2-1-4 0,0 1 0 15,2-1-12-15,0 0-9 0,-2 0 2 0,-1-1-4 16,-2 1 1-16,-1 0 20 0,-1 1 1 0,0-1 8 15,-3 2 11-15,-2-9-2 0,2-3-4 0,10-4 0 16,-2-8-29-16,-4-5-141 0,-1-1-15 0</inkml:trace>
  <inkml:trace contextRef="#ctx0" brushRef="#br0" timeOffset="17234.96">12297 9184 1521 0,'0'0'48'0,"0"0"112"0,-1-1-173 0,1 1-6 15,0 0-2-15,0 0 2 0,0 0 4 0,0 1-4 16,1 1 4-16,1-1-2 0,-1 2 13 0,2 17 1 15,4-1 1-15,1 5-1 0,-2 1 5 0,-2 3 2 16,-1 1 1-16,-2-2-1 0,1 2 0 0,-1-4 6 16,1 0 0-16,1-3 0 0,-1-1-8 0,1-1 2 0,-1-2-4 15,2-4 3-15,0-1-3 0,0-3-6 0,2-5 0 16,-2-2-3-16,5 0 4 0,-1 4-10 0,1-3 2 16,1-1-7-16,-1-3-21 0,1-1-114 0,-1-3-30 0,1-4-46 15,-2-24-271-15</inkml:trace>
  <inkml:trace contextRef="#ctx0" brushRef="#br0" timeOffset="17327.98">12489 8806 478 0,'-1'-13'134'0,"-6"-20"196"16,1 4-159-16,3 12-69 0,2 10-5 0,0 1-25 15,-1 3-64-15,1 2-16 0,-1-1-12 0,1 2-3 0,0 3-57 16,-9 21-329-16</inkml:trace>
  <inkml:trace contextRef="#ctx0" brushRef="#br0" timeOffset="17775.4">12840 9119 1350 0,'0'0'25'0,"-1"0"-4"15,-1 0 25-15,-1 0-3 0,-8 0-3 0,-2 2 8 16,-4 0-9-16,-1 4 7 0,1 1-25 0,-3 3 1 0,-1 3 0 15,5-9-1-15,-3 17-7 0,-1 3 10 0,1 2-4 16,-3-4 7-16,3 1-3 0,1-3-16 0,4-5 2 16,4 1-8-16,-1-1-7 0,2-1 5 0,2 1-1 15,3-5 1-15,0-2-18 0,2 0 0 0,-1-3-2 0,1-1 3 16,-1 0 4-16,3-2-13 0,0-1 7 0,0 2-10 16,1 0 2-16,1-2-5 0,5-1-4 0,14-3 2 15,4-7 7-15,-2 9 15 0,0-27 1 0,-1-2 5 16,-2 0 0-16,0-1 6 0,-2 6 1 0,2 2 2 15,-3 5-2-15,1 7 4 0,1 3-2 0,-5-1 3 16,1 1 1-16,-1 7 1 0,1 5-1 0,0-1 0 0,-1 35 3 16,-1 10-1-16,0 3 2 0,-3 4-2 0,-2 3 7 15,-1 2-9-15,-1 3 6 0,-2 2-8 0,-3 3 4 16,25 1 6-16,-18-2-1 0,-8-6 2 0,-2-4-3 0,-4-10 2 16,-1-5-2-16,0-2 2 0,0-2-8 0,0-4-4 15,-2-3 3-15,2-4-2 0,0-6 6 0,-1 0-17 16,2-6 0-16,0-4-7 0,2-4-2 0,3-4-21 15,-1-3-16-15,-9 7-11 0,0-3-121 0,-5-2-147 16</inkml:trace>
  <inkml:trace contextRef="#ctx0" brushRef="#br0" timeOffset="18040.62">13142 9090 1301 0,'0'0'62'0,"0"0"11"0,0-2-35 0,0 1-29 0,0-1-10 16,0-1-7-16,2-4-8 0,5-7 4 0,1 0-4 15,-5 1 3-15,13 1 6 0,-4 3 0 0,-2 5 3 16,-4 3 0-16,0-4 1 0,-3 4 2 0,-1 0 0 16,1 1 9-16,-1 0 9 0,-1 2-1 0,2 20 4 15,-3 10 4-15,-6 10-2 0,-2 2-2 0,-2 1-2 16,1-1-17-16,1-7 0 0,2-3 2 0,2-2-3 15,3-5-12-15,1-5-11 0,0-7-14 0,0-5 2 0,0-2-48 16,0-6-68-16,1 1-15 0,2-2-29 0,11 0-149 16</inkml:trace>
  <inkml:trace contextRef="#ctx0" brushRef="#br0" timeOffset="18145.16">13427 8668 774 0,'0'-1'76'0,"0"0"104"0,-2-2-76 0,1 0-44 16,-1 0-11-16,1 0-12 0,-1 0-54 0,2 2-78 15,0 0-12-15,0-1-37 0,0 1-172 0</inkml:trace>
  <inkml:trace contextRef="#ctx0" brushRef="#br0" timeOffset="18399.23">13620 8373 607 0,'0'-1'70'0,"2"-1"-7"0,-1 1 24 0,2-2 4 16,0 2-22-16,12-11-27 0,-2 5-28 0,-3 2 3 15,1-1-11-15,2 2-8 0,0 1 2 0,-1 1-9 0,-2 2 7 16,-1 2-7-16,-1 1 14 0,-4-2-3 0,3 2 7 15,-5 15-9-15,12 3 20 0,-3 8-2 0,-4 0 8 16,-2 8 6-16,-3 6 16 0,0 2 3 0,-2 1 5 16,0 1 4-16,-3 1 4 0,0-1-2 0,2 2 3 15,-1-1-4-15,4 2-13 0,-2 2-6 0,1 2-2 16,3 1-17-16,4-1-10 0,0-1 1 0,3-3-6 16,1-5-5-16,0-7-1 0,1-5-1 0,-2-8-1 0,1-4-10 15,-5-8 9-15,1 1-3 0,-1-5 3 0,-2-4-17 16,4-2-20-16,3 5-17 0,-4-3-3 0,1-2-78 15,-4-3-76-15,0-2-23 0,-4 2-26 0,13-21-143 0</inkml:trace>
  <inkml:trace contextRef="#ctx0" brushRef="#br0" timeOffset="18541.84">13624 8968 529 0,'-1'0'77'0,"0"0"-2"0,-2 0 55 16,-10-6-16-16,5 4-1 0,2 0-41 0,4 2-30 15,0-1-10-15,-1-1-4 0,1 1-9 0,1-1 18 16,1 1 2-16,1 0 1 0,2-1-16 0,28-10-15 15,8 0 2-15,7 4-6 0,4 2 0 0,1 0-13 16,-1 1-4-16,-6-1-5 0,-4 0-21 0,-5-1-65 0,-1 2-44 16</inkml:trace>
  <inkml:trace contextRef="#ctx0" brushRef="#br0" timeOffset="19029.56">14427 8263 1196 0,'-1'0'706'0,"-1"0"-1060"0,1 0 864 0,0 0-515 16,-1 0-26-16,1 1 11 0,-3 8-2 0,-5 27 6 16,8 13 6-16,8 20 7 0,3 11-2 0,2 18 3 15,1 4 2-15,-2 2 0 0,3 8 3 0,-1 15-1 16,1 6-2-16,0 7 3 0,2 2-3 0,-2 1 1 15,-4 7-7-15,-1-3-33 0,-4-1-7 0,-1-8-17 0,1-2-89 16,-5-5-293-16</inkml:trace>
  <inkml:trace contextRef="#ctx0" brushRef="#br0" timeOffset="19921.18">14998 9249 1724 0,'0'0'-4'0,"0"0"4"16,0 0-28-16,2 0 0 0,-1 0-7 0,1 0 19 15,22-10-38-15,-2-1-6 0,-5 1-15 0,2 0-69 16,-4 0-18-16,-2 2-10 0,-3-2 4 0,-2-8 4 0,-1-4 68 16,0 1 19-16,-1 0 20 0,-2-3 98 0,-1 3 45 15,11-2-1-15,-5 1 16 0,-4 0 14 0,-2 1-8 16,-3-1-6-16,-1 3-2 0,-2 4-29 0,-1 2-10 15,-1 3 3-15,3 4-6 0,-1 2-14 0,0 1-28 16,0 2-1-16,-11-5-7 0,-4 5 1 0,-5 4-2 16,0 7 0-16,1-3-1 0,-2 24-1 0,-2 4 4 15,4 5-5-15,-1 1 5 0,2 5-1 0,7-1-7 16,0 2 2-16,1-3-5 0,4-6-4 0,5 0 9 0,-2-4-3 16,-12 0 4-16,10-1-3 0,3-1 4 0,5-1 6 15,2-1-1-15,3 1-1 0,2-3 1 0,3 0-5 16,2-1 4-16,0-3-10 0,1-4 2 0,-11-1 0 15,12-7 1-15,7 0-10 0,-1-4-9 0,2-5-7 0,1 11-2 16,-6-8-31-16,0-5-63 0,0-4-5 0,1-4-27 16,-1 6-91-16</inkml:trace>
  <inkml:trace contextRef="#ctx0" brushRef="#br0" timeOffset="20100.62">15414 9063 258 0,'1'0'87'16,"1"-2"-8"-16,1 1 51 0,1-1 1 0,10-2-16 0,-4 1-24 15,2 3-14-15,-3 0 0 0,-2 2-4 0,4 3-6 16,-2 0-5-16,2 20-6 0,0 5 1 0,1 2-20 16,-2 1-4-16,0 1-5 0,-1 4 1 0,3-1-23 0,-1-2 2 15,-2-3-7-15,-2 1 5 0,-2-2-17 0,1-3-11 16,9-1 2-16,-5-3-8 0,-5 0-23 0,-4-5-49 16,-1-2-21-16,0-8-10 0,-1-1-82 0</inkml:trace>
  <inkml:trace contextRef="#ctx0" brushRef="#br0" timeOffset="20271.72">15572 9153 1255 0,'-3'2'14'0,"-12"0"2"0,-28 38-3 0,4-3-7 15,6 4 0-15,1 0-4 0,9-7-12 0,3-5 3 0,8-3-8 16,0-5 3-16,2-4-30 0,3-3-1 0,3-4-13 15,0-3-28-15,2-6-116 0,0 2-9 0</inkml:trace>
  <inkml:trace contextRef="#ctx0" brushRef="#br0" timeOffset="20533.53">15771 9060 343 0,'2'0'61'0,"-1"0"-2"15,2-2-18-15,10-3-1 0,5-2-28 0,1-2-6 16,-1 1-20-16,0-2-1 0,-4 1-8 0,1 1 6 0,-8 2 34 15,0 1 23-15,-2 0 9 0,-3 5 141 0,-1 0-24 16,2-2 6-16,0 0-25 0,0 1-63 0,-2-1-11 16,1 2-13-16,-1 2 3 0,-1 1-34 0,0 23-14 15,-3 14 2-15,-5 8-8 0,-2 4-2 0,0 3-2 16,-1 3-4-16,1-1 1 0,-2-1-5 0,4 1-3 16,-2-2 1-16,0-1-3 0,-1-1-10 0,-1 3-26 15,0 2-1-15,0 2-9 0,1 1-17 0,-2-3-25 16,1-4-1-16,-4-6-6 0,-1-3 5 0,-1-5 52 15,15-5 1-15,-21-5 19 0,-4-6 29 0,2-7-1 0,1-8 4 16,6-6-6-16,4 7-20 0</inkml:trace>
  <inkml:trace contextRef="#ctx0" brushRef="#br0" timeOffset="20772.09">15996 8965 1113 0,'0'0'126'15,"0"0"33"-15,2 0-85 0,-1 0-64 0,2 0-16 16,-2 0 1-16,13 6 12 0,3 5-4 0,-4 6 8 16,0 16-6-16,7 8-1 0,-11 5 1 0,-9 8 0 0,-11 2 7 15,-4-2-1-15,-8-2 2 0,17-8-1 0,-19-1 3 16,-2-8-4-16,3-2-6 0,0-5 1 0,1-3-9 16,6-8 3-16,2-4 0 0,1-5-1 0,-2-2-14 15,2 4-19-15,1-3-1 0,2-3-6 0,0-2-7 0,1-2-21 16,-1-2-8-16,2-1-6 0,2-2-35 0,1-9-15 15,4-8-7-15,-13 0-7 0,5-2-54 0</inkml:trace>
  <inkml:trace contextRef="#ctx0" brushRef="#br0" timeOffset="21011.67">16176 9016 1043 0,'1'0'40'0,"1"1"47"0,-1-1 4 0,17 12-30 0,1-2 0 16,3 25-12-16,-2-1-18 0,-3 3-10 0,-3 1 1 15,-5 0-5-15,-1 2-3 0,-2-4-8 0,-3-3 5 16,12-5-7-16,-6-2 5 0,-8-8 7 0,-1-1-5 0,0-6 7 16,-1-4-2-16,1-3 11 0,0-2 0 0,-2 1 3 15,1 0-4-15,-1-2-5 0,1 0-2 0,0-1-3 16,-2 0-19-16,0-1-9 0,-7-17-5 0,0-19 2 16,6-4-14-16,4-3-19 0,1-7-3 0,5 6-5 15,2 0-16-15,1 5-7 0,1 8-4 0,0 5 0 16,0 4 1-16,-3 9-13 0,-2 4-3 0,1 3-14 15,-5 4-72-15</inkml:trace>
  <inkml:trace contextRef="#ctx0" brushRef="#br0" timeOffset="21407.51">16714 8766 985 0,'0'0'19'0,"0"-1"2"0,0-1 4 16,2 1-11-16,-1-2 0 0,2-1-16 0,4-8 6 16,-1 4 5-16,1-1 1 0,4 2 21 0,-1 3-9 15,0 1 6-15,-2-2-8 0,1 0 7 0,3 3-2 16,1 2 1-16,-3 1-1 0,1 5 3 0,-2-4-7 0,1 22-1 16,0 2-1-16,-3-2-3 0,-2 4-16 0,1-1 5 15,-3 1-7-15,-2 1 4 0,15-4 9 0,-8-1-4 16,-2 0 5-16,-3-1-10 0,-2-2-2 0,-1 1 6 15,0-2-4-15,-3 0 7 0,-1 3 7 0,0-8-9 0,-5 5 8 16,0 0-1-16,0-3-9 0,-5 7 5 0,1-3-6 16,12 2 4-16,-19 2 1 0,0-5 3 0,-2 1-1 15,3-4 4-15,5-2-6 0,-1 2-2 0,5-2-1 16,3-4 4-16,-3 0-3 0,3-2-1 0,0-4-1 16,2 1-1-16,4-3-5 0,-2 1 1 0,2-1-4 15,-1 1 4-15,2 0-4 0,0 2 4 0,2 0-3 0,0-2 13 16,15-3-9-16,13 1 1 0,1 15-4 0,2-7-1 15,-5-8-15-15,-1-2-1 0,0-1-9 0,1-3-50 16,-4-2-200-16,0 0-88 0</inkml:trace>
  <inkml:trace contextRef="#ctx0" brushRef="#br0" timeOffset="21966.6">17988 8342 2162 0,'-2'0'15'0,"-2"0"43"0,-14 7-75 0,-8-3 1 0,4 33-2 16,-5 12 3-16,-3 9-1 0,0 10 0 0,-3 3-1 15,-3 1 1-15,-1-1 7 0,-1-4 2 0,-1 3 4 16,-1 3-4-16,-2 4-2 0,-1 2 9 0,-3 3-2 16,-5-5 4-16,0 1-5 0,-8-3-2 0,2 0 2 15,3 1-2-15,1 6-9 0,7-1-9 0,4-5-9 0,7-8-3 16,6-10-61-16,7-13-97 0,6-11-34 0,2-9-45 16,7-6-359-16</inkml:trace>
  <inkml:trace contextRef="#ctx0" brushRef="#br0" timeOffset="22714.25">18296 9340 1682 0,'0'0'-4'15,"0"-2"1"-15,0 1-35 0,0-1-1 0,0 0-9 16,1-4 8-16,5-11-5 0,0 1 4 0,-1 2-3 16,0 3 18-16,-3 0 23 0,1-3 2 0,-1 2 5 15,-2-3 8-15,-2 1 36 0,-1-1-2 0,-2-1 15 0,-2 1 3 16,0 3-1-16,-2-1-5 0,8 2 2 0,-13 2-15 15,-1-1-7-15,1 2-9 0,0 2 2 0,0 3-22 16,0 0-4-16,0-6 4 0,0 2-5 0,-2 4-11 0,2 3 9 16,-2 3-10-16,1 4 8 0,1 2-11 0,1 10-1 15,-1 12 1-15,1 3-2 0,-2 1-3 0,3 6 8 16,1-1-1-16,0-2 3 0,1 0-2 0,-2-3 5 16,1-2-4-16,3-1 3 0,-2-3-9 0,3-5 14 15,5-3-1-15,-3-4 3 0,3-4-3 0,-3-6-5 16,2-3 3-16,3-3-4 0,-2 2-1 0,1 0 8 15,1-2-2-15,0 1 5 0,1-2 7 0,1 0-6 16,5-4 1-16,14-5-4 0,4-19 4 0,-3-5-1 16,2-2-3-16,-3-7 2 0,0-8-2 0,-1 2-5 0,0-8 4 15,-1-1-5-15,0 3 4 0,-2-2 1 0,0 6 3 16,-3 2 0-16,0 3 5 0,-1 7 12 0,-2 0-3 16,-1 7 8-16,-2 2 3 0,-3 8-1 0,-1 6 0 0,-3 6-1 15,2 5-12-15,0 1-1 0,0 0-6 0,-2 0 2 16,1 2-19-16,-1 0 7 0,0 1-2 0,-1 1 4 15,0 2 0-15,-8 28-1 0,-5 8 1 0,-1 7-1 16,0 3-2-16,0 5 8 0,1 2-7 0,2 2 7 16,1 2-13-16,3-5-4 0,1-3-3 0,1-9-2 15,2-7-23-15,0-5-25 0,1-5-7 0,2-8-9 16,0-2-56-16,0-8-91 0,0-2-20 0,0-3-32 0,2-1-133 16</inkml:trace>
  <inkml:trace contextRef="#ctx0" brushRef="#br0" timeOffset="22960.62">18331 9139 57 0,'0'-1'53'0,"2"-1"-9"0,-1 1 96 16,0-1-11-16,1 1 16 0,-1 0-34 0,1-1-24 16,1 2-3-16,-1 0-10 0,4 0-40 0,5 2-18 15,1 0 2-15,-1 3-6 0,0 0 0 0,1 1 8 16,-1 0-1-16,-3-2 5 0,-2-1 19 0,0-2 10 16,-2 0 12-16,-1-1-1 0,2 2 38 0,-3-2-22 15,2 0-4-15,-1 0-8 0,0 0-36 0,0 0-10 16,-1 0-4-16,1 0 0 0,-1 0-14 0,-1 0-3 0,0 0 0 15,1 1-1-15,-1 1-8 0,1 1 6 0,0 8-9 16,0 17 6-16,-2 0-7 0,-3 6-5 0,-3 0 3 16,-1-4-4-16,0-2 5 0,2-5-23 0,2 1 0 15,1-6-12-15,2-1-34 0,2-6-55 0,-2-4-10 16,0-4-15-16,1 0-41 0,2-1 13 0,1-1-1 0</inkml:trace>
  <inkml:trace contextRef="#ctx0" brushRef="#br0" timeOffset="23449.41">18611 9058 387 0,'0'-2'126'0,"4"-20"-53"0,5-17 127 0,-2 6-31 15,-1 5-59-15,-2 11-53 0,0 4-10 0,-1 6-16 16,-3 6-46-16,3-2 2 0,2 0-3 0,8-1 3 16,1 3 0-16,0 2-13 0,0 5 7 0,-1 2-9 15,0 6 9-15,0 10 0 0,-1 0-2 0,1-2 0 16,0-3-14-16,-3-5-26 0,0-1-4 0,-3-4-6 0,0-4-7 16,-4-2 34-16,1-1 13 0,-3 0 12 0,2 1 98 0,0 0 50 15,0-2-6-15,-2 1 16 0,1-1-23 0,-1 1-25 16,-1-2 1-16,0 0-11 0,0 0-17 0,-1 0-21 15,-1 0 3-15,1 0-10 0,-2 0-6 0,-11 0-1 16,-3 1-4-16,-3 3 2 0,-1 5-16 0,1 1 7 16,-3 2 1-16,2-10 1 0,-3 18-3 0,-1-3-3 15,-2 4-7-15,-1-3 4 0,4 1-11 0,1-2 1 16,2-3 1-16,2-3-1 0,5-1 6 0,1-2-5 16,2-3 4-16,6 0-4 0,0-2 12 0,1-2-1 0,3 1 5 15,-2-1-2-15,1-1 13 0,1 0-18 0,-2 3-1 16,0-1-6-16,2-2-7 0,0 0-11 0,1-2-4 15,0 1-2-15,5-19-9 0,5-4 13 0,4 0-1 16,-8 5 4-16,15 5 2 0,0 4 7 0,-2 5 2 16,0 2 0-16,-2-8-3 0,2 4 5 0,-2 5-3 0,-2 4 3 15,-1 3-3-15,-1-2 3 0,-2 21 0 0,-1 3 1 16,0 7-2-16,-4 0 6 0,0 3-5 0,-2 2 6 16,14-4-2-16,-7 6 11 0,-6 0 1 0,-4 5 3 15,-2 0 2-15,-2 4-5 0,-1 3 1 0,-2 4-3 16,0 1-4-16,1 0 3 0,-1-4-4 0,0-8 3 15,-1-3-3-15,-1-7-7 0,-2 0 5 0,1-9-6 16,-2-2 1-16,0-4 0 0,-2-2-1 0,9-4 1 0,-16-2 2 16,0-3-10-16,-1-6 3 0,-2-3-8 0,5 12-7 15,-2-6-47-15,-2-5-20 0,3-5-13 0,-5-7-110 16,4 6-150-16</inkml:trace>
  <inkml:trace contextRef="#ctx0" brushRef="#br0" timeOffset="23674.62">18902 9009 1359 0,'0'0'40'0,"0"0"3"0,2 0-19 0,-1 0-5 16,2 0-16-16,3 0 8 0,8 0-1 0,-2 0-3 16,-2 1 0-16,-1 1-7 0,-2-1 3 0,0 1-3 15,0 0 3-15,0 3 1 0,-5-5 7 0,6 11 5 16,2 7-2-16,-4 2 3 0,-2 6-9 0,-1-2-1 15,-2 4-2-15,-1-3 4 0,0 4-10 0,0-4-2 0,0 2-5 16,0-3-11-16,-1-3-17 0,1-1-5 0,0-5-12 16,0-2-88-16,0-7-332 0</inkml:trace>
  <inkml:trace contextRef="#ctx0" brushRef="#br0" timeOffset="23849.84">19301 8649 1227 0,'0'0'171'16,"0"0"-213"-16,0 0 190 0,0 0-102 0,0 0-54 0,0 0 9 16,0 0-3-16,-2 1 5 0,1 2-2 0,-2 10-3 15,-1 11 1-15,0-2-3 0,-2 4 6 0,2-2-15 16,0 1 0-16,1-1-10 0,-1 0-25 0,1-1-65 16,0-2-29-16,0-1-37 0,2-3-350 0</inkml:trace>
  <inkml:trace contextRef="#ctx0" brushRef="#br0" timeOffset="24141.12">19612 8529 2218 0,'0'1'-5'15,"-2"0"3"-15,1 2-13 0,-9 16-3 0,-4 13 2 16,4 3 7-16,3 6-6 0,4 5 8 0,2 2-8 16,-2 3 3-16,0 2 8 0,-1 7-10 0,0 6 10 15,2 3-12-15,2 5 11 0,0 1 2 0,0-5 3 16,3-3 1-16,-2-9-2 0,1-6-3 0,-1-8 1 0,1-2 3 16,-1-5-9-16,2-6 2 0,1-7-6 0,0-6 0 15,-1-5-3-15,-1-9 1 0,-2-2-3 0,1 1-5 0,2-2-25 16,4 2-1-16,7-3-13 0,0-4-51 0,3-8-86 15,2-9-68-15</inkml:trace>
  <inkml:trace contextRef="#ctx0" brushRef="#br0" timeOffset="24297.77">19325 8950 1553 0,'-1'0'52'0,"-4"0"91"0,-12 4-109 0,7-1-21 0,5 0-1 16,2-2-7-16,0 0-8 0,2 2 9 0,-1 4 3 15,2 6 4-15,9 3 16 0,11-5-12 0,25 3 0 16,16 0-5-16,9-3-5 0,11 4-23 0,-1-6-13 16,-5-2-20-16,-7-2-191 0</inkml:trace>
  <inkml:trace contextRef="#ctx0" brushRef="#br0" timeOffset="26579.74">15801 9047 632 0,'0'-1'0'0,"0"-1"10"0,0 1 108 0,0 0-20 16,0-1 6-16,0 1-49 0,0-1-13 0,0 1-30 16,0-2 1-16,0 2-1 0,0-1 19 0,0 1 0 15,0-1-4-15,0 1-1 0,0-2-12 0,0 2 6 16,-1-1 1-16,-1 1 1 0,1-1 2 0,-1 1 5 15,1 0-3-15,-2-1 2 0,0 1-16 0,1-1-15 16,0 2 4-16,-5 0-6 0,-1 2 4 0,-1 1 3 16,1 1-8-16,-4 4 6 0,0 1-12 0,-2 12-2 0,-1 3 5 15,1 6-6-15,-3 1-18 0,3 4-52 0,-4 3-33 16,-2 0-19-16,2 2-250 0</inkml:trace>
  <inkml:trace contextRef="#ctx0" brushRef="#br0" timeOffset="28958.87">20369 8035 934 0,'-1'0'25'15,"0"-1"-10"-15,-1-1 12 0,1 1-4 0,-1 0-22 16,1-1-5-16,1 1 2 0,0-1-1 0,0 1 4 16,0 1-1-16,1 0-4 0,1 1 7 0,-1 2-4 0,8 16 12 15,-1 9 1-15,1 2 0 0,-4 2 1 0,1 3 5 16,-2 5 3-16,0 4-5 0,2 9 5 0,0 10-2 15,1 9 5-15,0 11-6 0,0 3 3 0,0 1-19 0,-1-3-1 16,1-2 4-16,-2 6-4 0,1 11 1 0,-2 3 0 16,-1 2 1-16,-3-6-1 0,0-5 0 0,0-1-11 15,-1 1 1-15,-2 7-4 0,-3-2 3 0,2-6-40 16,0-9-6-16,0-12-25 0,-2-5-147 0</inkml:trace>
  <inkml:trace contextRef="#ctx0" brushRef="#br0" timeOffset="29616.2">21270 8895 1727 0,'-2'-2'-5'0,"1"1"1"15,-7-4 6-15,-9-4-5 0,2 0 6 0,3 3-3 0,0 1-10 16,3 1 1-16,-3-2-5 0,-1 0-14 0,-2 1 20 15,-1 0-1-15,-3 1 8 0,-3 3-4 0,0 1 7 16,-4 0 2-16,-1 3 5 0,1 1 6 0,-3 1-9 16,1 2 4-16,1 1-6 0,-1 0-3 0,5-1 3 15,1 2-8-15,6-2 5 0,-1 4-9 0,0-5 1 16,0 15 3-16,3 6-1 0,3 2 2 0,2 8 0 16,4 7-6-16,-2 1 6 0,4 3 3 0,1 6-1 0,-20-5 3 15,15 1-2-15,7-2-4 0,4-7 3 0,6 0-5 16,3-4 4-16,4-1-12 0,-16-7 10 0,23-3 0 15,3-7 3-15,-2-8-2 0,-1-5 2 0,0 8 1 16,-5-10 1-16,3-4 6 0,2-7-7 0,0-7 1 16,-1-6-1-16,1-18 12 0,-1-6-12 0,-2-7 5 15,1-4-5-15,0-8 3 0,0-7 8 0,-1-2-3 0,-2 3 3 16,-1 5-9-16,1 4 11 0,-1 3-6 0,-1-1 8 16,1-3-10-16,4-4-9 0,-4-7 3 0,3-1-5 15,-4 2 12-15,-3 6-4 0,-1 11 5 0,-6 8-4 16,4 6 9-16,1 9-8 0,-7 6 7 0,2 6-5 15,-5 7 16-15,5 2-5 0,-4 4 3 0,-3 5-4 0,1-2-3 16,0 0-5-16,1 0-7 0,-1 2 2 0,-1-1-10 16,0 2 8-16,-1 2-2 0,1-1 4 0,-14 32-2 15,-2 8 3-15,2 5-1 0,-1 11 0 0,-2 6-4 0,0 11 3 16,1 4 0-16,2-3 1 0,-2-2-6 0,1-4 1 16,2-5-1-16,0 2 3 0,3 1-11 0,2 1-18 15,1-1-12-15,3-7-12 0,1-2-134 0</inkml:trace>
  <inkml:trace contextRef="#ctx0" brushRef="#br0" timeOffset="29959.52">21496 9123 1424 0,'0'0'69'0,"-1"-1"143"0,-1 0-199 0,1-1-19 0,-1 1 1 16,1-1-6-16,0 1 4 0,1-2 0 0,0 0 4 0,0 2-1 15,4-6 10-15,0 1 8 0,2-1-11 0,-1-1 10 16,0 2-12-16,-1 0 8 0,-1 2-4 0,-3 3 2 16,1-2-14-16,3 0 7 0,-1 2 2 0,0-2 2 15,0 0-2-15,0 2 0 0,-1-1-3 0,1 1 1 16,0 1 3-16,0 1-7 0,0 2 7 0,7 24-7 16,-5 8 5-16,-2 5 3 0,-3 2-4 0,0 1 1 15,0-4-9-15,0-2-1 0,2-9-3 0,0-5-1 0,1-6-32 16,0-9-32-16,-2-4 6 0,2-1-13 0,4 0-2 15,7-2-4-15,2-3-6 0,0 0 5 0,-2-36 12 16,-2-4 66-16,1-8-1 0,-4 1 25 0,-1-2 36 16,-2 4 2-16,-2 8-4 0,0 1-1 0,-2 5-21 0,0 1-24 15,0 2 9-15,1 2-13 0,1 4-6 0,3 5-31 16,3 2-10-16,3 3-14 0,-1 1-130 0</inkml:trace>
  <inkml:trace contextRef="#ctx0" brushRef="#br0" timeOffset="30341.14">22146 8824 452 0,'2'0'75'0,"-1"0"-6"0,2 1 31 16,3 1-2-16,6 2-16 0,2 0-19 0,-2 0-23 0,-1-1 10 16,-3 0-13-16,0 0 12 0,-4-2-25 0,0 1-1 15,-1-2-8-15,0 0-7 0,-1 1 3 0,1 1 4 16,0-1-2-16,-1-1-7 0,-1 0-5 0,-1 0 1 16,0 0 2-16,-1-1 22 0,-2-1 35 0,-16-2-7 0,-2 0 15 15,-3 2-16-15,0 2-15 0,1 3-1 0,-1 3-6 16,0 2-12-16,2 5-15 0,2-12 2 0,2 21-6 15,6 2 0-15,5 4-3 0,-1 2 0 0,6 3 0 16,1 3-7-16,-17 2-3 0,11-7-8 0,7-3 4 16,2-5-9-16,3-12 1 0,3 0 5 0,8-5-2 15,8 8 18-15,1-7-3 0,-4-7 7 0,-4-2-4 16,3-4 17-16,-9 3 7 0,2-1 5 0,-3 2-2 0,0 2 1 16,1 0 16-16,-1 3-3 0,0 0 8 0,0 28-5 15,-3 12-24-15,0 3 1 0,-3 5-8 0,0 6-3 16,-1 3-4-16,21 3-1 0,-14 2 0 0,-6 4-2 15,-2 3 4-15,-2-3-5 0,-2-1 6 0,0-7-4 0,-3-8-3 16,0-2 6-16,-2-4-3 0,0 1 3 0,-2-1 6 16,1-1-3-16,-4-2 3 0,0-2-9 0,-3-1 4 15,1-7-2-15,-1-5 3 0,13-5-6 0,-19-9-7 16,0-2-7-16,-2-9-2 0,-2 12-51 0,-3-8-124 16,-2-11-44-16</inkml:trace>
  <inkml:trace contextRef="#ctx0" brushRef="#br0" timeOffset="30575.77">22158 9241 989 0,'1'-3'56'16,"7"-18"135"-16,4-8-189 0,-1 5 8 0,2 5 0 0,-9-3 1 16,16 3-1-16,0 0-10 0,-1 1 6 0,-2 5-6 15,0 2 3-15,-1 2-3 0,-3 8-4 0,-4-6 2 16,-3 4 16-16,1 0 19 0,0 2 3 0,-1 1 3 15,1 3 1-15,-3 0-5 0,-2 18-6 0,16 11 0 16,-7 6-17-16,-6 5-9 0,-5 1 3 0,-3 2-6 16,-2-2-6-16,-2-3-9 0,-1-4-2 0,1-6-3 0,-2-4-30 15,2-6-54-15,2-3-9 0,2-6-21 0,0-4-91 16,2-5-77-16</inkml:trace>
  <inkml:trace contextRef="#ctx0" brushRef="#br0" timeOffset="30721.92">22671 8660 284 0,'1'-1'125'0,"0"-1"-10"0,2-4 48 15,6-6-10-15,-4 5-28 0,1-2-65 0,-3 5-41 16,-3 3 3-16,3-2-16 0,0 0-1 0,-1 1-30 0,0 1-17 16,1 0-18-16,-2 1-175 0</inkml:trace>
  <inkml:trace contextRef="#ctx0" brushRef="#br0" timeOffset="31080.24">22873 8396 192 0,'0'0'0'0,"0"0"6"16,0 0-7-16,0 0 26 0,0 0 10 0,1 0 10 16,1 0 56-16,-1 0 19 0,0 0 0 0,1 0 5 15,-1 0-12-15,1 0-22 0,-1 0-9 0,-1 0-5 16,0 1-32-16,0 1-11 0,0 0 3 0,0 4-6 15,0 11-4-15,0 3 4 0,0 0-6 0,-1 1 4 0,-1 3-18 16,1 1-8-16,-1-2 1 0,1 1-4 0,0-4-4 16,-1 2 6-16,1 2-6 0,-1-3 7 0,1 5-1 15,-1-5-2-15,2 2 6 0,0-1-6 0,0 4-4 0,0 1 12 16,0 1-7-16,0 4 10 0,0 1 0 0,2 4-8 16,2 1 4-16,2 1-6 0,1 2-3 0,3-1 2 15,0-3 0-15,1-5 1 0,0-5-11 0,1-6-3 16,-1-2-2-16,-8-8 2 0,12-4-5 0,-1-6 10 15,2 8-5-15,-2-5 8 0,0-3 5 0,3-3-14 16,-3-5 2-16,2-2-10 0,-3-23-19 0,-1-2-4 16,4-2-4-16,-2 1 2 0,-1 1 5 0,-3 0-7 15,-2 2-1-15,-1 1-5 0,-5 1-27 0,13 3-27 0,-5 2-9 16,-7 3-15-16,-3 1-105 0</inkml:trace>
  <inkml:trace contextRef="#ctx0" brushRef="#br0" timeOffset="31215.64">22925 8743 303 0,'-1'0'86'0,"-1"2"-6"0,-5 1 71 0,-11 4-7 0,4 0-4 15,4-2-26-15,4-2-42 0,3-1 0 0,0 0-13 16,1 1-3-16,0 0-11 0,1 0 2 0,-1 0-6 16,2 0-7-16,0 4-1 0,2-3-6 0,-1 2 1 15,23-1-16-15,3-1-11 0,4 2-3 0,0-2-5 16,5 1-24-16,-1-4-77 0,-3 17-34 0,-2-9-48 16,-2-6-423-16</inkml:trace>
  <inkml:trace contextRef="#ctx0" brushRef="#br0" timeOffset="31394.38">22420 8674 1291 0,'0'0'196'0,"-1"-1"474"0,0-1-718 0,-1 1-118 15,1 1-21-15,1 0-64 0,1 1-382 0</inkml:trace>
  <inkml:trace contextRef="#ctx0" brushRef="#br0" timeOffset="31833.89">22343 9504 1113 0,'0'-2'8'0,"0"1"18"0,0-2-19 0,0 0 6 15,0-2-10-15,0-3 7 0,1 1-17 0,0 0 2 16,2-1 4-16,0 1-3 0,1-2 4 0,-1 2-2 16,1-1 2-16,1-1-1 0,-1-1 0 0,0 0 6 0,-1 3 0 15,0 0 5-15,-2 3 6 0,-1 3 21 0,2-2-5 16,-1 0 10-16,0 0-1 0,1 2 12 0,-1-1-6 15,1 1 6-15,-1 1-21 0,1 1-5 0,-1 2 2 16,5 13-4-16,2 11-10 0,-2 4-1 0,1 0-3 16,0-2 2-16,3 1-9 0,1-4 7 0,3-4-3 15,2-6 5-15,19-8 9 0,12-6-2 0,5 16-4 0,10-21-2 16,6-19-34-16,8-2-82 0,12-41-67 0</inkml:trace>
  <inkml:trace contextRef="#ctx1" brushRef="#br0">9541 11023 0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9T08:20:38.1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2722 1984 444 0,'-1'-1'0'16,"0"-1"30"-16,-1 1 263 0,1-1-135 0,-2-1-4 15,0 1-172-15,0-1-14 0,0 0-6 0,2 3 2 16,-3-3 3-16,-6-4 27 0,-1-1 20 0,-2-1-9 0,-8-4 14 16,6 6 6-16,-4-3 14 0,0 2 0 0,0-2 1 15,-1-1-13-15,4 2-1 0,-1 1 0 0,2 1-2 16,-1 0 1-16,-1-2-16 0,-1 1 7 0,-1-1-10 16,2 1 4-16,0 2-9 0,2 2 4 0,-2 0-5 15,-1 2-3-15,-4 2-1 0,0 0 0 0,2 4 1 16,-4 2 11-16,0 1-8 0,-2 2 2 0,0 1-5 15,4-1 1-15,-3 4-4 0,4 0 4 0,-3 0-2 0,1-1 13 16,6-3-9-16,-1 1 4 0,5-2-6 0,-1 1 2 16,4-2 0-16,3-2-2 0,3-2 1 0,1 1-1 0,-4 6-4 15,3-1 3-15,2 1-3 0,2 1-3 0,2-1 7 16,3 0-4-16,-3 1 6 0,22 0 2 0,3-1 3 16,-1 3 0-16,6-2 1 0,-1 2-4 0,-2 1-2 15,0 2 2-15,-5-2-1 0,-3 1 0 0,0 8 5 16,-4-6-1-16,0 4 2 0,-2 0 4 0,1 1-3 15,-2 0-1-15,0 2-2 0,0-1-6 0,1-2 8 16,-3 0-7-16,0-5 7 0,-4-1 0 0,-1-1-3 16,-1-4 7-16,-3-1-7 0,-1-2 7 0,0-3 15 0,2 2-1 15,-2-3 7-15,0 1 17 0,-2-3-12 0,0 1 0 16,0-1-7-16,-1 2-12 0,0 0-6 0,-9 2 0 16,-14 5-2-16,0-5-1 0,-3-4-9 0,-3-1 4 15,-1-3-6-15,-4 0-2 0,-4 0 0 0,1-1-13 16,0 0 6-16,3 1-20 0,-1 2-27 0,5 1-3 0,3 0-15 15,4 1-68-15,1 3-201 0</inkml:trace>
  <inkml:trace contextRef="#ctx0" brushRef="#br0" timeOffset="361.95">2171 2941 1525 0,'-1'-2'-5'0,"-1"1"-11"0,1-1 43 0,-1 0 6 15,1-1 6-15,0 0-43 0,-1 2-9 0,1-1-4 16,-1 1-1-16,1-1 0 0,1 2 5 0,0 0 3 0,1 2-2 16,1 1 5-16,5 6-1 0,4 10 3 0,-1 1-2 15,0 1 5-15,1 1 0 0,-1 2-5 0,0 2 1 16,0 1-30-16,-2 1-83 0,-2 0-51 0</inkml:trace>
  <inkml:trace contextRef="#ctx0" brushRef="#br0" timeOffset="1978.54">2144 2758 256 0,'0'0'105'0,"0"0"-31"0,-1 0 39 0,-1-1 4 0,1 1-86 16,0 0-21-16,-1 0-20 0,2 0 2 15,0 0-2-15,0 0 0 0,0 1 8 0,0 1 0 0,2-1 4 16,-1 2 6-16,0 0 2 0,2 0-4 0,0 0 7 16,3 1 16-16,4 3 6 0,-2-2 3 0,-1 0-1 15,3 0 3-15,-1 0-11 0,2 0 1 0,-3 1-4 16,-2-2-2-16,1-1-9 0,-4 11 3 0,1-1-5 16,0 4 1-16,-1 1-8 0,0 2-2 0,-2 5 0 15,1-1 7-15,12-1-16 0,-4 4 5 0,-4-2-11 0,-2 4-12 16,-3-5-189-16</inkml:trace>
  <inkml:trace contextRef="#ctx0" brushRef="#br0" timeOffset="6451.32">1329 4155 629 0,'0'0'0'16,"0"0"0"-16,0 0-4 0,0 0 5 0,0 0 0 0,1 0 3 16,0 0-2-16,2 0-1 0,2 0 1 0,6 1 0 15,-3-1 8-15,2 0-8 0,2 0 13 0,-1 0-10 16,-1-1 19-16,0-2-3 0,0-1-2 0,1-3 2 16,0-1 8-16,-4 3-14 0,-1-7 4 0,4-3-7 15,-2-2 8-15,-2-3-19 0,-2 2 6 0,-1-1-9 16,0 0 1-16,-2-1 2 0,-1 0-4 0,0 0 3 15,-3 2 6-15,1 2-3 0,-6 1 6 0,1 2-5 16,6 2 7-16,-20 2-3 0,2 2 0 0,-3 3 0 0,-1 0 6 16,2-9-4-16,-2 5 1 0,-1 3-2 0,2 5-3 0,1 2 0 15,-3 5 2-15,1 1-1 0,0 5 0 0,1 1 4 16,-1-7-8-16,0 14 8 0,-2 2 1 0,7 0-6 16,-1-2 8-16,2 1-10 0,6 0-4 0,-3 0 2 15,8 2-3-15,2 2 4 0,1 1-1 0,-14 4 1 16,6-3 2-16,4 0-1 0,3 2-4 0,2-3 4 15,2-2-4-15,4-1 4 0,3-4-3 0,2-2 2 16,1-1 0-16,0-1 0 0,-2-3-7 0,2 1 14 16,10-4-5-16,0-2 8 0,2-2-13 0,2-3 7 0,5-1 1 15,2 15 3-15,3-7-1 0,2-6-16 0,4-4-1 16,4-2-5-16,-2-3 6 0,2 0-35 0,-3-1-4 16,-1-1-22-16,-2 0-121 0</inkml:trace>
  <inkml:trace contextRef="#ctx0" brushRef="#br0" timeOffset="6691.76">1832 3724 1049 0,'0'0'4'0,"0"0"0"15,0 0-10-15,0 0 3 0,0 0-8 0,0 1 8 16,1 2 6-16,5 7-4 0,2 17 4 0,16 2-9 0,3 5 5 15,3 2 3-15,-2 0 1 0,3 5 6 0,-1 2-9 16,-5 0 1-16,-1 4-1 0,-1-2 1 0,-3-1-6 16,4-3 3-16,-6-10-5 0,-2-5 7 0,-3-9-5 15,-6-9-4-15,0-4 1 0,0 2-5 0,1-3-46 16,2-3-24-16,1-6-19 0,-2-16-179 0</inkml:trace>
  <inkml:trace contextRef="#ctx0" brushRef="#br0" timeOffset="6816.76">2315 3917 116 0,'0'-1'84'0,"0"-1"-10"0,-3-10 77 16,-2-7-10-16,1 7 0 0,-1 2-33 0,5 8-53 15,-1 2 6-15,-15-8-26 0,-2 4-29 0,-6 6 3 0,-4 10-1 16,-1-7 2-16,0 28 1 0,0 8-11 0,1 5 3 16,-6 5-4-16,5 7 1 0,-3 2-7 0,4 0 0 15,1-3-2-15,2-9 2 0,2-10-1 0,2-7 2 16,6-7-3-16,-1-4-10 0,5-7-37 0,2-2-41 0</inkml:trace>
  <inkml:trace contextRef="#ctx0" brushRef="#br0" timeOffset="7167.73">2442 3883 1310 0,'0'-3'17'0,"0"-12"16"0,0-9-4 0,2 1-8 15,1 1-8-15,2 2 1 0,2 0-13 0,-1 6-10 16,0 0 5-16,-3 8-10 0,-2 3-9 0,2 1 8 16,0 0-7-16,-1 2 8 0,3 0-1 0,-2 0 10 15,-1 2-1-15,0 0 3 0,8 21-6 0,-8 0 13 16,-2 1-8-16,-4 1 10 0,-3 2-6 0,-3 5 4 16,-2 4 7-16,-1 5-5 0,-1 5 7 0,-2 9-9 0,1 6 3 15,-1 7-4-15,2 3 0 0,3-3-1 0,1-3 3 16,3-5-2-16,0-3-3 0,1-1 1 0,2 5-7 15,1-3 6-15,-1-1 1 0,1-2-4 0,0-6 2 16,-1-2-4-16,1-6-7 0,-1-9 5 0,1-6-3 16,0-8 3-16,0-4-14 0,0-4-31 0,1-3-11 0,0-4-14 15,1 0-109-15</inkml:trace>
  <inkml:trace contextRef="#ctx0" brushRef="#br0" timeOffset="7377.07">2352 4227 212 0,'8'-41'61'0,"9"-17"89"15,2 3-68-15,1 8-27 0,-19 5 3 0,27 9-12 0,3 3-6 16,6 6-15-16,0 5 6 0,-3 3-8 0,-2 5 11 16,-3 4-8-16,-7 3 0 0,4-12-1 0,-7 7 5 0,-4 7-17 15,-1 0 8-15,-9 2-9 0,0 0 29 0,-4 0-4 16,2 3 3-16,0 1-4 0,2 12-10 0,-2 1-7 16,-6 4-4-16,-5 2 1 0,-5 2-1 0,12-1-9 15,-19 2 4-15,2-1-7 0,-5-4-3 0,5-1-2 16,-2-2-9-16,3-5 3 0,4 1-17 0,2-7-53 15,1-3-33-15,1 1-18 0,1 0-192 0</inkml:trace>
  <inkml:trace contextRef="#ctx0" brushRef="#br0" timeOffset="7615.24">2926 3667 201 0,'1'2'4'0,"1"-1"87"0,-1 0 0 0,6 9 33 15,-3 13-7-15,9 5-33 0,1 3-6 0,0 2-8 16,-2 3-30-16,0 4-10 0,-2 2-3 0,-1 4-1 16,-2 2-4-16,-4-3-4 0,0-1 0 0,16-5-3 15,-9-5-8-15,-6-13 3 0,-1-2 0 0,-3-9 7 16,0-8 61-16,0 1 30 0,0-1-13 0,0-1 5 16,2-2-85-16,6-20-13 0,13-37 0 0,5-12-4 15,-21 0-9-15,31-2-2 0,3-2-3 0,2-5 0 0,-1-3-21 16,-2-1-17-16,-3 5-17 0,-3 16-3 0,-1 11-92 15</inkml:trace>
  <inkml:trace contextRef="#ctx0" brushRef="#br0" timeOffset="9080.28">2389 5278 1407 0,'0'0'0'16,"0"-1"-1"-16,-2-1 4 0,1 1-5 0,0-1-8 0,1 1-6 16,0 1-9-16,0 0 16 0,0 1-6 0,0 9 10 15,2 29 3-15,4 7-2 0,1 14 7 0,2 5-6 16,-2 0-2-16,1 2 1 0,1 0-3 0,-1 5 2 16,3 10-8-16,1 13-138 0,-1 8-161 0</inkml:trace>
  <inkml:trace contextRef="#ctx0" brushRef="#br0" timeOffset="22757.09">671 7199 639 0,'0'0'0'16,"2"0"10"-16,-1 0 13 0,2-2 4 0,13-2 6 15,6-2-8-15,6-2-11 0,1-1-1 0,3 0-3 16,-1-3-15-16,5-2 4 0,-4 0-3 0,1-3 3 0,-4 13-20 16,0-22 1-16,-1-1-11 0,-7-2 9 0,2-2 1 0,-8-2 18 15,-3-1 3-15,-4-1 5 0,-4 0 30 0,1 1 32 16,13 1 3-16,-11 8 9 0,-6 2 10 0,-1 5-14 15,-2 5 1-15,-3 5-8 0,1 1-14 0,-2 5-20 16,-8-8-5-16,-5 3-5 0,2 6-15 0,0 4-9 16,0 5 8-16,3-1-8 0,-8 24 6 0,3 2-6 15,2 1-3-15,1-3 0 0,0-2-4 0,2 1 7 16,-3-3-3-16,5 1 3 0,3 0-2 0,2-1 2 16,4 2 2-16,-1-3-1 0,-12 1 1 0,11-1-5 15,3-2 3-15,5 0-4 0,6 0 1 0,2-2 0 0,2 1 0 16,-9-3 2-16,19-3-2 0,5-5-20 0,0-3-5 15,3-8-8-15,-4 15-46 0,-6-9-134 0,2-6-87 16</inkml:trace>
  <inkml:trace contextRef="#ctx0" brushRef="#br0" timeOffset="23083.95">1341 6727 1190 0,'0'0'24'0,"0"0"-27"0,0 0 30 0,0 0-14 15,2 1 16-15,1 1 1 0,14 7-5 0,11 8 3 16,0-15-15-16,3 20-11 0,2 0 2 0,-1 2-4 0,-2 0 0 16,0-2 0-16,-6 1 1 0,-5-2 0 0,-2-3-7 15,0 2-4-15,-1 0-5 0,-2-3 1 0,0-3-10 16,-1-4-8-16,0-4 4 0,1-5-6 0,1 9 3 0,-2-6-14 16,1-4 2-16,0-5-6 0,2 0-10 0,-1-29 5 15,0-4-4-15,-4-6 6 0,-1-4 13 0,-5-3 22 16,0-1 2-16,16 4 5 0,-11 6 6 0,-9 6 46 15,-1 8 3-15,-3 8 17 0,-1 8 18 0,1 7-27 16,0 3-1-16,-11-5-9 0,-4 5-14 0,-3 9-14 16,-2 3 3-16,-1 45-7 0,-3 7-6 0,0 5-5 15,-4 3-2-15,-3-6-1 0,-1-3 1 0,0-2-3 0,-1-1 2 16,2-3-3-16,3-2 0 0,7-11-8 0,2-4 1 16,2-10-4-16,7-8-17 0,2-6-89 0,2-10-39 15</inkml:trace>
  <inkml:trace contextRef="#ctx0" brushRef="#br0" timeOffset="23339.12">1757 6711 442 0,'0'0'-3'0,"1"-1"39"0,1-1-14 0,1 1 18 16,2-2-20-16,11-3-23 0,2 1-5 0,2-1-9 16,1 0-44-16,0-1-49 0,1-1 7 0,-1-2-13 15,-3-1 67-15,-1 6 123 0,-4-10 26 0,-3 2 34 0,-3 5 130 16,-3 2-34-16,0 0-2 0,-2 4-19 0,-1-1-77 15,1 0-49-15,-1 0-5 0,0 2-15 0,1-1-44 16,-1 1-18-16,1-1-1 0,-1 2-4 0,0 0 4 16,1 2-7-16,-2-1 0 0,15 35-3 0,-2 7-3 15,-3 5 3-15,-2 8 0 0,-2 0-1 0,-3 1-14 0,-3 5-3 16,-1 3-4-16,-4 7 2 0,0 7-10 0,0 7-5 16,-2 5-15-16,2-8 2 0,-2-5-54 0,0-15-109 15,2-9-79-15</inkml:trace>
  <inkml:trace contextRef="#ctx0" brushRef="#br0" timeOffset="23571.64">2386 6619 1167 0,'0'0'94'16,"0"0"34"-16,0 0-65 0,0 0-62 0,1 2 1 15,1-1 11-15,3 13-13 0,5 17 0 0,-1 5-3 16,-2 3 1-16,-1 4-4 0,-5 0 1 0,-1-4-3 16,-3-4-5-16,-1-7 3 0,0-4 0 0,-2-5 2 15,0-4-4-15,2-6-2 0,0-2 0 0,2-4-3 16,-3 1-20-16,-4 1-61 0,-2 0-19 0,0-5-20 0,-1-2-149 16</inkml:trace>
  <inkml:trace contextRef="#ctx0" brushRef="#br0" timeOffset="23771.77">2413 6431 297 0,'0'0'34'0,"1"0"-4"0,1 2 129 16,-1-1-25-16,2 2 41 0,12 14-73 0,8 15-35 15,5 7-4-15,1 7-11 0,4 5-24 0,4 0-16 16,-7 0 4-16,-2-6-9 0,-1-3 3 0,-3-6-11 16,-3-7 6-16,0-7-6 0,-9-5 4 0,-5-6 8 15,0-4-1-15,-6-4 10 0,-1-2 55 0,3 2-4 16,-1 0-2-16,-1-2-7 0,0-1-51 0,-1 0-7 0,0-3-4 15,-5-29 0-15,-1-9-6 0,2-7-14 0,1 0 5 16,2-3-10-16,1 0-26 0,1 2-127 0,3 1-61 16</inkml:trace>
  <inkml:trace contextRef="#ctx0" brushRef="#br0" timeOffset="24123.3">2171 6803 1450 0,'-1'-1'-2'0,"-1"-1"-6"0,1-1 15 16,-5-11 6-16,3 1 0 0,3-1-13 0,5 0-1 0,3 0-2 16,2 0-1-16,14 4-9 0,1 3 6 0,1 4-5 15,-3-11 6-15,1 7-13 0,0 7-1 0,-2 8 0 16,1 0-3-16,-2 34-25 0,-5 5-19 0,-4 2-7 15,-6 0-9-15,-3 2-78 0</inkml:trace>
  <inkml:trace contextRef="#ctx0" brushRef="#br0" timeOffset="24452.69">2971 6458 1744 0,'0'0'1'0,"0"0"0"0,-1 0-36 15,1 0 9-15,0 0-18 0,0 0 20 0,1 0-16 16,10 0 1-16,23 0-8 0,5 0-7 0,1-4 2 16,4-5 7-16,-3 1-2 0,-1-3 20 0,-2-2 1 0,-5 0 5 15,-1 1-2-15,-1-3 4 0,-7 3 15 0,-4 0-12 16,-4 8 12-16,-7-17-15 0,1-2-61 0,-3-1-26 16,0-7-31-16,-1 2-256 0</inkml:trace>
  <inkml:trace contextRef="#ctx0" brushRef="#br0" timeOffset="24556.1">3199 5934 918 0,'0'3'5'15,"0"14"-2"-15,1 39 0 0,1 8 0 0,2 8-4 16,4 1-28-16</inkml:trace>
  <inkml:trace contextRef="#ctx0" brushRef="#br0" timeOffset="25111.07">3856 6317 1428 0,'0'0'118'0,"0"0"-173"15,-1-2 145-15,1 1-85 0,0 0-6 0,1-1 2 16,6-1-4-16,30-15 3 0,1-2-8 0,0 0-22 16,-7-4-3-16,-1 0-8 0,-5-1-28 0,1 1-15 0,-4 4 1 15,-2-1-5-15,-1 0-3 0,-5-2 0 0,-2-4-3 16,-2 3 1-16,-1-1-20 0,-2-1-72 0</inkml:trace>
  <inkml:trace contextRef="#ctx0" brushRef="#br0" timeOffset="25319.58">4123 5646 468 0,'-1'0'82'0,"-1"0"125"16,1 0-119-16,-1 1-36 0,0 0 3 0,-1 2-13 16,-4 9 0-16,-3 13-8 0,3 6 2 0,3 6-3 15,1 5 0-15,3 9-17 0,0 7 5 0,1 8-9 16,2 5-5-16,1 0-5 0,0-5-5 0,2-5 3 15,1-7 5-15,0-8-18 0,0-3 9 0,0-5-14 0,0-6-1 16,-1-6 5-16,0-6-7 0,-2-9 7 0,-1-4-6 16,-2-4 17-16,2 0-2 0,7 1 7 0,8-3 4 0,6-2 9 15,3-8-1-15,10-8 3 0,5-2-8 0,5 17-17 16,1-19 5-16,-3 0-14 0,-2 0-41 0,-2 1-280 16</inkml:trace>
  <inkml:trace contextRef="#ctx0" brushRef="#br0" timeOffset="25646.53">3121 6243 1494 0,'-1'0'37'16,"-1"0"9"-16,-1-1-11 0,-1 1-22 0,0 0 0 0,1 0-17 16,-1 0 3-16,2 0-11 0,-2 6 8 0,-10 20-10 15,5 7 5-15,7 5 3 0,2 5-3 0,1 2-17 16,2 4 1-16,3 1-9 0,2 3 4 0,3-2-22 15,2-4 13-15,1-3-13 0,2-9 10 0,-2-5-32 0,-11-8-34 16,19-5-20-16,-2-5-16 0,-2-4-176 0</inkml:trace>
  <inkml:trace contextRef="#ctx0" brushRef="#br0" timeOffset="26153.12">4676 6099 1689 0,'-2'0'-51'0,"1"0"81"0,0 0-73 0,-1 0 43 16,1 0-31-16,-1 0-9 0,1 2 3 0,-1-1-5 15,2 0 6-15,0 1 6 0,0 1-1 0,2 4 4 16,-1-2 15-16,2 2 9 0,-1-2 6 0,-1-2-2 16,2-1 1-16,0 1 4 0,-1-1-1 0,1-1 3 15,0 0 10-15,-2-1 7 0,1 0-2 0,-1-1 3 0,1 0-3 16,-1-2-5-16,3-10 5 0,-1-2-4 0,0-4 3 16,-2-1-18-16,1 5 4 0,-1-5-8 0,1 6 1 15,0-2-14-15,3-2-5 0,-1 0-3 0,2 1-14 0,-1-2-12 16,1 4-3-16,0-1-3 0,-2 3-5 0,0 1 24 15,-1 0 3-15,-2 3 8 0,-1 2 21 0,0-1 2 16,0 3-1-16,-1 1 1 0,1 2-1 0,-13-6 5 16,-7-2 2-16,-1 6 2 0,-1 4 15 0,2 2 13 15,0 5-3-15,2 2 5 0,1 2-3 0,4-8-4 16,-4 15 0-16,8 4-5 0,4 0-20 0,1 4 7 16,1 5-6-16,-14 3 5 0,8 0-7 0,7 1 1 0,3-1 3 15,3-2-3-15,2 1-3 0,1-4-3 0,1 0-1 16,2-7 0-16,2 0-4 0,-1-1-4 0,-1-6-1 15,-9-3-2-15,15-4-8 0,-1-4 2 0,1-1-6 16,-2 7 2-16,2-3-15 0,-4-4-42 0,1-3-17 16,-2-1-22-16,1-5-164 0</inkml:trace>
  <inkml:trace contextRef="#ctx0" brushRef="#br0" timeOffset="26377.71">5105 5890 1073 0,'0'0'27'16,"0"0"10"-16,2 1 30 0,-1 1 0 0,1 1 3 16,2 5-19-16,9 15-1 0,-1-1-7 0,3 2-31 15,-1 3-6-15,-2 4-8 0,-2-2 4 0,-1 0-2 16,-4-3-3-16,0-5 2 0,-3-5-5 0,0-2 6 0,-2-10 5 16,0-1 3-16,0 0-2 0,0-2-5 0,0 0-6 15,0-1-9-15,-2-2 2 0,-5-25-12 0,0-19-12 16,3-2 6-16,1 0-8 0,2 0 3 0,1 6-59 15,1 0-18-15,2 3-31 0,3 3-232 0</inkml:trace>
  <inkml:trace contextRef="#ctx0" brushRef="#br0" timeOffset="26855.58">5579 5726 1649 0,'0'0'-2'0,"0"0"-2"0,0 2-3 0,0-1 10 15,0 2-6-15,0 1 9 0,6 13-11 0,2 3-2 0,3 1-4 16,-1 2-9-16,0-2 9 0,0 0-4 0,-3-4 7 16,-1-2 1-16,-3-3 11 0,-1-1-1 0,0-2 4 15,-2-5 3-15,0 0 4 0,0-1 1 0,0-2-1 16,0 1-3-16,-2-1-17 0,1-1 2 0,0-1-10 16,1-1-9-16,-9-26 9 0,3-2-1 0,4-1 6 15,2 2 11-15,0 2 0 0,1 3 2 0,2 7-2 16,0 4 0-16,0 6 2 0,-2 3 4 0,-1 2-3 0,4-1-3 15,8-4 6-15,-1 5-8 0,-1 2 7 0,4 2-3 16,0 7-2-16,-1 4 4 0,-5 22-4 0,2 6 3 16,-4 1-7-16,-3 4 2 0,-1-3-3 0,20 1 3 0,-14-7-1 15,-4-7 3-15,-2-12-2 0,-2-8 1 0,0-7 17 16,0 0-14-16,0-2 13 0,0 0-29 0,0-1 8 16,0-2-7-16,0-38 8 0,1-8-3 0,3-2 8 15,2 1 5-15,0 5 2 0,2 2 18 0,2 8-6 16,0 4 2-16,3 6-5 0,-2 4-2 0,-8 8 2 15,15 3-4-15,2 6 3 0,0-9-7 0,0 3-5 16,2 6 3-16,1 5-4 0,-1 3-2 0,4 7 0 0,-5 0-2 16,0-5 0-16,3 17-1 0,-5-4-5 0,0-3 2 15,-3-4-2-15,-3-6 3 0,-1-6 0 0,1 8 4 16,-2-5-1-16,2-2 12 0,3-4 11 0,-1-4 1 16,-1-1 4-16,3-2 1 0,-4 0-20 0,-2 1-4 15,2-1-4-15,-2 2-5 0,2 1-33 0,-2 4-9 0,-1 2-18 16,-3 0-120-16</inkml:trace>
  <inkml:trace contextRef="#ctx0" brushRef="#br0" timeOffset="27586.22">4635 7046 2310 0,'-2'-1'-26'0,"1"-1"42"0,-2 1-33 15,-8-5 18-15,2 3-16 0,5 2-24 0,1 1-2 16,0 0-6-16,1 1-6 0,0 1 15 0,-2 8 6 0,-6 19 3 15,3 7 16-15,0 6 18 0,1 6-9 0,-1 2 12 16,-4 2-1-16,-3 0-2 0,0-4 5 0,-3-3-4 16,1-4 7-16,2-5-8 0,1-5 5 0,-2 0-6 15,-1-1 3-15,15 1-9 0,-19-2-7 0,3 1 1 16,3 0-13-16,-2-5-35 0,4 1-15 0,0-2-12 16,1-5-82-16,2 1-48 0,1-3-2 0,1-7-25 0,-2 0-97 15</inkml:trace>
  <inkml:trace contextRef="#ctx0" brushRef="#br0" timeOffset="27786.96">4735 7057 1651 0,'0'0'167'0,"0"0"-258"15,0-1 206-15,0 0-124 0,2 1 11 0,-1 0 8 16,10 2 6-16,18 11-3 0,3-6-2 0,6 37 8 15,0 8-12-15,1 12 10 0,-6 4-16 0,-4 4-2 0,-1-2 3 16,-3-2-3-16,-3-4-4 0,-1-1-24 0,-4 0-10 16,-7-4-9-16,-2-1-71 0,-1-7-93 0,-5-12-41 15</inkml:trace>
  <inkml:trace contextRef="#ctx0" brushRef="#br0" timeOffset="27966.77">5351 6725 1771 0,'2'0'3'15,"-1"2"-4"-15,9 5 3 0,30 15 11 0,15 18-7 0,10 0 6 16,10-1-14-16,1 3-3 0,-4 2-2 0,-1 4 2 16,-3 9-29-16,0 5 4 0,5 9-16 0,-2 2-38 0,-2 5-87 15,-3 0-35-15</inkml:trace>
  <inkml:trace contextRef="#ctx0" brushRef="#br0" timeOffset="28919.47">3242 9125 1200 0,'0'0'-1'0,"0"0"7"0,2 0 0 15,-1-2 3-15,8 1-1 0,16-7-3 0,2 1-3 16,-4-1 0-16,5-1-6 0,0-1-9 0,-4 1-4 16,2-2-1-16,-5 1-15 0,-3 0-36 0,1-1-12 15,-4 7-16-15,1-13-122 0</inkml:trace>
  <inkml:trace contextRef="#ctx0" brushRef="#br0" timeOffset="29090.1">3563 8418 857 0,'-1'2'31'0,"0"-1"16"16,-4 8 47-16,-7 17-38 0,0 7 2 0,2 2-17 0,3 5-15 16,2 2-22-16,2 3 8 0,0 2-12 0,0 0 2 15,2-1-9-15,-1 4-3 0,0 2-1 0,-1 6 9 16,1 6-10-16,1-1 3 0,-1 4-6 0,1-1-5 0,-23-9-1 16,16-5-9-16,6-11 2 0,2-11-32 0,2-8-98 15,-1-8-31-15</inkml:trace>
  <inkml:trace contextRef="#ctx0" brushRef="#br0" timeOffset="29609.09">3607 9133 445 0,'0'0'67'0,"2"0"-7"0,-1 0 22 15,0 0-1-15,2 0-19 0,7 3-28 0,9 6-23 16,0 3 0-16,4-6-8 0,1 17 4 0,1-8-10 0,4 2-2 16,-4-3-4-16,-2-7-3 0,-2-1 5 0,0-3-2 15,-3 8 2-15,2-5 3 0,-3-6 21 0,-5-3 8 16,-3-3 7-16,-1-9 54 0,-1-13-5 0,-3-6 14 15,0 0-12-15,-3 1 3 0,2-1-24 0,13 5-1 16,-8 0-7-16,-3 2-7 0,-5 5-28 0,0 3 1 0,0 4-9 16,-2 1 1-16,2 7-12 0,-1 0 2 0,1 5-5 15,0 1-13-15,-2-2-11 0,1 2 3 0,-1-1-3 16,1 2 19-16,0 2 4 0,-4 3 1 0,3 29 1 16,-13 3 2-16,6 5 0 0,0 4 3 0,6 0-1 15,-1 2-2-15,0-4-4 0,2-4-7 0,-2-5 2 16,3-4-17-16,-13-4-16 0,5-2 2 0,6-6-7 0,3-4-10 15,0-8 14-15,0-1-2 0,0-3 9 0,0 0 22 16,0-2 11-16,2-1-2 0,-1-1 5 0,6-11 4 0,-5-29 4 16,13-4 5-16,-2-3-3 0,2 0 5 0,1 4 5 15,-1 3 5-15,0 7 0 0,-3 5 15 0,1 7-9 16,1 8-1-16,0 6-2 0,2 2-9 0,1-5-2 16,1 4-3-16,2 4 2 0,0 4 1 0,1 6-1 15,0 8-6-15,0 2 2 0,1 21-16 0,-4 1 4 16,0 4-1-16,-2 2 0 0,-5-7-16 0,3-3-26 15,-2-4 4-15,-4-11-13 0,3-4-6 0,-8-12 31 16,-1-4 2-16,1 1 13 0,-1 1 27 0,1-4 21 16,7-16 0-16,1-29 10 0,-5-1 23 0,-3 2 9 0,-2 2 1 15,-1 6 1-15,0 5 1 0,2 12-21 0,-1 6-3 16,-1 7-9-16,0 4-36 0,0 3-14 0,2-2-5 16,-1 0-1-16,2 2 1 0,5-1-10 0,6 2 6 15,2 5-9-15,4 4-12 0,2-1-65 0,1 16-11 0,-3-3-25 16,-2-4-101-16,-4-10-140 0</inkml:trace>
  <inkml:trace contextRef="#ctx0" brushRef="#br0" timeOffset="29696.36">4636 9088 631 0,'0'-1'190'16,"0"-1"-10"-16,0 1 65 0,0-17-12 0,0 5-42 16,0 3-71-16,0 3-69 0,0 1 0 0,0 3-25 15,0 1-21-15,0 0-15 0,2-1-3 0,0 0-5 16,3 2-25-16,10-3-97 0,2 4-36 0,0 3-48 16,0 4-388-16</inkml:trace>
  <inkml:trace contextRef="#ctx0" brushRef="#br0" timeOffset="29882.62">5120 8349 1006 0,'1'0'128'0,"0"0"47"0,2 1-63 15,26 8-102-15,9 8 19 0,4-14-10 0,3 28-3 16,2 6-3-16,4 2-1 0,1 4-16 0,2 0-5 15,-3 0-7-15,-7-5-1 0,-5-4-44 0,-6-7-91 0,-11-6-46 16</inkml:trace>
  <inkml:trace contextRef="#ctx0" brushRef="#br0" timeOffset="30158.53">5660 8071 1331 0,'0'0'0'0,"-2"1"0"16,1 2 5-16,-9 18-9 0,-2 14 3 0,3 6-8 15,-3 9-19-15,-2 11-22 0,-3 6-8 0,-5 15-4 16,-4 6-33-16,25-2 21 0,-30-4 10 0,-2-17 7 16,2-8 57-16,1-12 11 0,3-8 2 0,2-6 3 15,1-6-1-15,0-8-7 0,-3-3 5 0,2-7-5 0,-5-4 3 16,0 13-13-16,-5-9 2 0,-5-10-5 0,1-8 2 16,-6-9 8-16,5 10-4 0,6-21 12 0,2-2 45 0,8 2 54 15,5 6 1-15,5 4 10 0,7 5-41 16,6 8-58-16,-5 1 0 0,4 4-18 0,2 0 0 0,0 2-9 15,15-1 0-15,33-19-4 0,3 12 0 0,7 9-17 16,-3 3 1-16,-9 3-8 0,1 1-2 0,-9-1-40 16,-1 1-7-16,-3-2-26 0,-3 1-155 0</inkml:trace>
  <inkml:trace contextRef="#ctx0" brushRef="#br0" timeOffset="30374.88">5739 8523 1181 0,'8'-24'30'15,"11"-24"21"-15,0 1 16 0,1 3-25 0,-17 2-9 16,24 1-5-16,-2 3-28 0,-1-2-10 0,0 6-2 15,-3-2-4-15,1-1 0 0,-4 7 6 0,-2 0 4 16,-4 6 0-16,1 8 6 0,-10-1 14 0,0 8-3 0,-2 6 6 16,2 0-11-16,-2 1 8 0,1 0 3 0,-2 2 1 15,-2 2 5-15,1 0 10 0,-2 37-2 0,-17-4 5 16,1 6-1-16,2-4 7 0,2-1 0 0,4 3 3 16,3 0-3-16,2 2-17 0,2 0-3 0,-17 1-5 15,11 5-12-15,5 3-1 0,5 2 2 0,3 0-2 16,3-1-4-16,1-4-30 0,1-2-12 0,2-7-12 15,0-4-92-15,-1-9-192 0,-1-5-77 0</inkml:trace>
  <inkml:trace contextRef="#ctx0" brushRef="#br0" timeOffset="30786.1">5897 8386 1007 0,'0'1'30'0,"0"1"-22"16,-1 0 39-16,-2 10-15 0,-1 10 3 0,2 1-22 15,4 5-4-15,2-4-4 0,4 6-9 0,2-3-27 16,1-6 8-16,2-1-15 0,-10-5-7 0,17-8-3 16,2-1 1-16,1 7 2 0,2-9 27 0,4-7 28 15,0-7-1-15,-3 7 12 0,-1-26 20 0,-2-4 13 16,-5 1-2-16,2-1 3 0,1 4-14 0,-4 2-8 0,3 3 3 16,-3 1-5-16,-3 3-2 0,2 5-15 0,-4 2-4 15,3 5-4-15,-4 2-11 0,-1 3-6 0,-2-4-4 16,-1 3 0-16,0 1-14 0,-2 3 1 0,-3 1-2 15,1 2 2-15,7 21 6 0,-7 9 5 0,-6 3 9 0,-4 1-2 16,-6-1 35-16,1-5 15 0,-1-7 4 0,2-3 4 16,2-3 22-16,3-6-22 0,2-1 2 0,1-6-10 15,1 3 3-15,0-1-7 0,2 3 3 0,2-1-7 16,-1-3-18-16,2 0-12 0,1-3 0 0,14 9-3 16,1-5-6-16,1-2-31 0,-2-5-3 0,-1-5-10 15,0-2-15-15,-4-1-5 0,-4 1 17 0,0-12-9 16,-2-3 44-16,-3-4 12 0,1 2-4 0,-4-5 8 0,2 2 3 15,-2 3 10-15,1 1-9 0,-1 5 9 0,0 1-10 16,2 3-4-16,1 1 3 0,1 0-5 0,2 2-2 0,1-2-71 16,1-1-26-16,5-1-30 0,1-2-228 0</inkml:trace>
  <inkml:trace contextRef="#ctx0" brushRef="#br0" timeOffset="31533.27">6896 7607 1350 0,'0'-1'29'0,"0"-1"-4"0,-1 1 22 15,-1-2-5-15,1 0-5 0,0 0-43 0,-1 2-26 0,2 0 0 16,0-1-6-16,0 1 14 0,0 1 22 0,0 1 4 16,-3 20 4-16,1 22 12 0,2 8 3 0,1 8 3 15,0 7 1-15,4 8 12 0,-1-3-15 0,2-2 2 16,3-8-8-16,0-6-4 0,1-6-12 0,0-1 0 16,1-4-2-16,-1-3 2 0,-2-4-17 0,1-6 4 15,-2-3-11-15,-1-5-10 0,-2-11-22 0,-1-3 7 16,-3-8-8-16,1 2 21 0,0-1-2 0,1-1-3 0,-2-1 4 15,0-3 13-15,1-21 25 0,-1-11 1 0,0-1 8 16,-1 0 11-16,-2 2-11 0,-1-2 7 0,0 1-11 16,-2-2-6-16,-1-4-13 0,0-2-7 0,-2-5 1 15,-1-3-3-15,1 4 12 0,-4 3 5 0,-1 9 1 16,0 8 21-16,2 9 43 0,5 8-7 0,6 7 17 0,-8-4-10 16,1 1-29-16,-1 3 8 0,2 2-18 0,4 1-6 15,1 1-8-15,-1 1-2 0,-1 6-1 0,-4 13-3 16,7 1 0-16,4-1 2 0,1-4-2 0,3-3 0 0,0-4-7 15,6-6 0-15,11 10-2 0,0-5 3 0,0-9-7 16,1-6 0-16,1-5-1 0,-2 9 2 0,0-26 4 16,0 3 1-16,-1-2 0 0,-4-4 1 0,1 5 5 15,-1 2-3-15,-2 4 3 0,-2 2 7 0,-2 3-10 16,1 2 3-16,-6 3-7 0,1 3-2 0,-2 3-19 16,-3 2-4-16,3-3-5 0,-2 3-4 0,-3 2 20 15,1 0 4-15,-1 0 5 0,-1 0 23 0,3 17 0 16,-2 11 4-16,5 5-3 0,1-1-1 0,-1 1 8 15,5-2-7-15,-5-3 8 0,3 0-9 0,-2-5 10 0,2-2 0 16,3 1 3-16,-2-7-7 0,-1-1-2 0,-3-5-3 16,-1-7 3-16,-4 0 13 0,1-1 2 0,3 4 7 15,-5-5-6-15,2 1 2 0,0-1-15 0,0 0 1 16,0-1-6-16,-2-2-5 0,6-20-7 0,-3-2 1 0,-4-4-2 16,-3 1 4-16,1 3-2 0,-4 1-3 0,0 1 1 15,-1 3-13-15,-1 1-11 0,1 2-6 0,-3 0-2 16,-1 1-24-16,5 5-21 0,-11-1 3 0,6 4-8 15,4-1 19-15,-1 1-8 0,6 0-5 0,-1-1-2 16,-6-2-24-16,4-1 40 0,0 0 4 0,4-1 17 16,1-1 51-16,1 3 11 0,4 1 12 0,0 0-4 0,8 3 9 15,15 0 0-15,-1 2-12 0,9 4 7 0,0-17-24 16,2 8-1-16,-2 7 3 0,-2 4-2 0,-5 4 0 16,0 3 0-16,-2 3-2 0,-5 2 2 0,-1-7 6 0,-4 21 5 15,-3 2-1-15,-4 4 2 0,-3 2 2 0,-1 3-8 16,14 0 11-16,-12-2-9 0,-5-5 18 15,-3-9 6-15,0-7 4 0,0-10 4 0,0-3 34 0,0 0-52 16,0 0 5-16,0-4-26 0,-1-22-44 0,2-36-85 16,5-5-32-16,4-5-41 0,2 0-348 0</inkml:trace>
  <inkml:trace contextRef="#ctx0" brushRef="#br0" timeOffset="33242.94">4293 10193 1675 0,'-2'-1'0'0,"1"-1"-8"0,-5-2 8 0,-5-4 6 0,2 2 4 16,5 3 11-16,0 0-8 0,3 3-16 0,-2-1-5 15,0 0-4-15,0-1-7 0,0 1 3 0,0 1 6 16,2 0-3-16,-2 1 6 0,0 2 5 0,-7 17-5 16,2 2 6-16,1 2-1 0,3 2-6 0,2-2 7 0,2 3-6 15,0-2 14-15,3-2-5 0,1 1-2 0,3-3 0 16,2 3 0-16,2 1 2 0,2-2 1 0,-9 0-1 15,22-6-2-15,0 1 1 0,3-2 2 0,0-2 0 16,7 0-3-16,5-3 3 0,-3 0-5 0,0-3 4 16,-3-1-2-16,-4 0 0 0,1-2 0 0,-1 2-2 15,-3-1-10-15,-3 1 12 0,-1 2-1 0,-2 0 3 16,-3 3-2-16,-2 2 1 0,-4 0-3 0,-4 3 2 0,-4 0 4 16,9 6-6-16,-7-1 4 0,-5 5-4 0,-8 3 2 15,-8 2-12-15,6 5-3 0,-31 1-4 0,1 5-21 16,-4-5-38-16,-3-2-9 0,-6-5-13 0,-9-6-67 0,0-9-116 15</inkml:trace>
  <inkml:trace contextRef="#ctx0" brushRef="#br0" timeOffset="33418.55">4091 10644 369 0,'0'-1'79'0,"1"-2"-5"0,9-27 41 16,3-2-4-16,-12-1-13 0,30-1-24 0,7 0-21 15,8-2-4-15,7 0-7 0,5 4-24 0,4 3 7 16,-4 5-7-16,-5 8 8 0,-4 0-6 0,-7 2 4 15,-2 5-1-15,1 4 1 0,-3 0-2 0,-1-13-15 0,-2 8 4 16,2 7-9-16,0 3-3 0,0 5-16 0,4 2-5 16,0 3-4-16,0 2-25 0,0 2-63 0,-5 1-18 15,-3-3-27-15,1 0-179 0</inkml:trace>
  <inkml:trace contextRef="#ctx0" brushRef="#br0" timeOffset="33575.24">5650 9928 1020 0,'1'-2'58'0,"2"1"56"15,4-1-3-15,14 2-35 0,3 6-6 0,2 5-11 16,3-9-28-16,4 27-24 0,4 2 2 0,4 2-8 16,1 4-3-16,5-2-4 0,2 2 6 0,2-3-5 0,1-2 11 15,-1-5-10-15,-6-4 2 0,-2-4-5 0,-6-2-1 16,-8-7-20-16,-3-4-5 0,-5 8-8 0,-3-8-49 16,-1-6-131-16,-1-6-45 0</inkml:trace>
  <inkml:trace contextRef="#ctx0" brushRef="#br0" timeOffset="33717.61">6387 9766 405 0,'-1'-1'105'0,"-2"0"-14"0,-22-13 43 16,-9-6 2-16,-1 6-31 0,1 2-40 0,-2 7-12 16,1 3 0-16,2-15-6 0,1 13-15 0,-1 7-7 15,1 11-2-15,-5 6-2 0,-5 32-8 0,-1 12-3 16,-5 6-5-16,-1 4 2 0,-4-1-10 0,3-2-7 16,0-3 8-16,5-2-7 0,5-5-1 0,8-6-53 15,5-7-34-15,9-8-27 0,3-12-311 0</inkml:trace>
  <inkml:trace contextRef="#ctx0" brushRef="#br0" timeOffset="33941.94">6734 9215 595 0,'18'-2'244'0,"13"-3"-298"0,24-2 294 0,-5 7-148 15,-5 3 19-15,-3 6-31 0,-1 3-1 0,-1 7-13 16,0-15-28-16,-4 26-17 0,0 5-2 0,-5-1-5 0,-4 1 2 15,-8-1 20-15,-3 1 6 0,-5 1 5 0,-4-2 17 16,-2-2 13-16,-1-4-4 0,0-6 5 0,5-5-8 16,3-8-14-16,11-2-7 0,8-4-3 0,11 17-34 0,15-14-12 15,2-13 2-15,5-12-4 0,4-6-9 0,5 16-58 16,5-26-11-16,0-2-27 0,-1-1-159 0</inkml:trace>
  <inkml:trace contextRef="#ctx0" brushRef="#br0" timeOffset="34461.11">1791 8035 1401 0,'-2'0'-13'0,"1"-1"-8"0,-2 1 27 0,-14-7 10 15,2 3 5-15,-4-1-8 0,0 4-2 0,-3 0-3 16,1 1 2-16,0 0 7 0,0 2 7 0,4 1 2 0,-3 1-1 15,3 2 7-15,0 1-17 0,0 0 5 0,0 2-10 16,4-2-8-16,2 1 0 0,-3 1-1 0,5 13 2 16,-5 4 1-16,0 2-6 0,1 5 4 0,-1 2-3 15,3 4 0-15,1 4-1 0,2 1-4 0,6-2 3 16,-18-2 3-16,13-6-19 0,7-3-2 0,6-9-9 16,0-10-36-16,6-4-38 0,24-2-16 0,9-19-15 15,4-1-135-15</inkml:trace>
  <inkml:trace contextRef="#ctx0" brushRef="#br0" timeOffset="34557.75">1903 7963 729 0,'4'-7'101'0,"-3"-18"141"0,15 8-114 16,-4 8-41-16,0 5 0 0,3 5-13 0,-3 11-15 0,2 56-34 16,-2 12 4-16,-2 21-15 0,0 10-13 0,0 26-1 15,-3 12-10-15,3 7 4 0,1 7-42 0,1 4-119 16,2-2-55-16</inkml:trace>
  <inkml:trace contextRef="#ctx0" brushRef="#br0" timeOffset="34951.56">2827 8350 2285 0,'-1'-1'-64'0,"-1"0"95"0,1-1-81 0,-1 1 45 0,1-2-28 15,-1 0 6-15,2 0 1 0,2-1 2 0,12-10 5 16,19-4-51-16,2-1-11 0,0-1-18 0,2 1-85 16,0-4-115-16,-2-1-67 0</inkml:trace>
  <inkml:trace contextRef="#ctx0" brushRef="#br0" timeOffset="35086.03">2957 7723 1311 0,'0'3'9'0,"0"31"-8"0,1 24 19 0,6 24-15 0,3 14-4 16,4 14 0-16,3 6-8 0,3 20-79 0,3 12-83 15</inkml:trace>
  <inkml:trace contextRef="#ctx0" brushRef="#br0" timeOffset="35408.3">1391 8629 2185 0,'-2'0'0'0,"0"0"0"0,-15-4-24 16,5 2-8-16,10 2-10 0,-1 0-61 0,1 0-16 15,2 0-12-15,3-1 1 0,42-11-29 0,22-7 44 16,1-4 8-16,-3 22 16 0,1-32 68 0,-1 3 14 0,4 2-2 16,13 1 4-16,7 2-21 0,7 5-144 0</inkml:trace>
  <inkml:trace contextRef="#ctx0" brushRef="#br0" timeOffset="37803.01">19109 1539 256 0,'-2'-2'402'0,"1"1"-198"0,-1 0 92 16,1-2-8-16,-2-1-311 0,-2-5-11 0,0-1-4 15,1 2 6-15,1-1-4 0,2 2 13 0,-2 0 23 16,2 1 1-16,-1 2 10 0,-2-1 9 0,2 2 4 16,-10 0-1-16,0 1 3 0,-3-9 3 0,-1 4-9 15,1 3 0-15,-4 2-4 0,1 2-17 0,1 5 3 0,-3 3 0 16,2 2 4-16,2 1 0 0,1-2-8 0,2 11 2 16,5 1-3-16,-1 1 1 0,5 1-6 0,3-2 3 15,-1 3-2-15,-11-1 6 0,6-1-6 0,4 2 1 16,3-4-1-16,3 1 1 0,2-5-5 0,0 0 1 0,1-4-2 15,-2-5 3-15,0 0-1 0,1-4 3 0,6-1-1 16,2 6 0-16,2-1-2 0,2-4-2 0,3-3 1 16,3-7-3-16,5-9-20 0,-1 5 5 0,4-21-9 15,1 1 18-15,-2 1 10 0,2 3-3 0,-5 6 5 16,-4 4 6-16,-3 7 6 0,-3 4 5 0,-7-1 0 16,-1 2 8-16,0 2 1 0,-2 1 1 0,0 2 1 15,-1 3 9-15,-2 11-10 0,-1 24-3 0,-2 8-4 0,1 3-8 16,-1 3-2-16,22-1 4 0,-13-1-4 0,-6-4-9 15,-3 0 7-15,-1-3-5 0,-1 0 5 0,-2 2-16 16,-1-3-8-16,-1 2 1 0,-2 0-2 0,0-6-4 0,0 2 8 16,-1-8-2-16,-1-2 5 0,2-6 5 0,0-7-12 15,2-4-7-15,3-9-4 0,1-1-47 0,-2 0-202 16</inkml:trace>
  <inkml:trace contextRef="#ctx0" brushRef="#br0" timeOffset="38226.51">19472 1665 1832 0,'0'-2'-3'0,"0"1"0"0,0-2-5 0,1 0 0 16,2 0 0-16,13-1 6 0,18-3 2 0,1-2-5 0,5 5 2 15,-5 1-7-15,0-1 4 0,1 1 3 0,-10 1-2 16,1-1-3-16,-3 0-1 0,-1-1-1 0,-2-1 0 15,-4 0 1-15,-1-2-3 0,-4 0-4 0,0 0 0 16,-2-3-17-16,-2-2-4 0,-1 0-7 0,-1-1 1 16,1-3-20-16,-3-1 8 0,0 0 7 0,9-1-2 15,-5-2 10-15,-3 1 5 0,-5-3 1 0,-3 1 3 0,-3 0 11 16,-2 1 14-16,-2 0-8 0,-1 2 10 0,6 0-10 16,-12 3 15-16,0 3-1 0,2 3 5 0,1 1-8 15,0 4 8-15,-2-6-5 0,6 5 7 0,-1 3-5 16,2 2 2-16,4 0 5 0,-4 4-2 0,4 0 5 0,0 19 2 15,0 4 0-15,3-1 0 0,-2 4-2 0,0 3 12 16,-15 0-10-16,7 4 10 0,2 3-10 0,3 5-8 16,0 0 2-16,-2 6-6 0,4-1-3 0,-1-2-3 15,-1-3-2-15,0-7 1 0,2-1 1 0,3-13-2 16,-1-4 2-16,1-9-2 0,2-4 2 0,0-6 3 16,0 2 1-16,0 0 0 0,0-2-3 0,0 1-34 15,2-2-4-15,-1 0-12 0,20-20-39 0,2-18-119 0,1-5-4 16</inkml:trace>
  <inkml:trace contextRef="#ctx0" brushRef="#br0" timeOffset="38460.78">19996 1450 255 0,'2'0'54'16,"1"0"73"-16,2 0-45 0,15 4-25 0,0 3-6 15,1 3-7-15,2 3-23 0,-2-9 2 0,1 20 1 0,-5 3 0 16,-1 1 5-16,-2 5 9 0,-1-1-4 0,0 1 6 16,-5-4 8-16,-4-2 12 0,3-1 2 0,-1-2 2 15,2-3-11-15,-2-4 5 0,3-2-2 0,-2-1 2 16,0-1-9-16,4 0-11 0,-7-2-4 0,6-1-2 15,3 3-10-15,-2-1-17 0,6 3 5 0,-3 0-10 16,-2 1-1-16,3 1 0 0,-4 1-2 0,-1 0 1 0,-1 1-2 16,-4-1 3-16,0 1-3 0,-2-1 3 0,9 0-3 15,-2 3-2-15,-6-2 1 0,-4 5-2 0,-2 0-4 16,-8 0-29-16,-7 7-6 0,5 0-12 0,-22-1-47 0,-9 1-14 16,-3-9 2-16,-4-3-7 0,0-1-19 0,6-8-81 15</inkml:trace>
  <inkml:trace contextRef="#ctx0" brushRef="#br0" timeOffset="38577.64">20131 1662 1078 0,'1'-2'4'0,"2"0"-7"16,34-24 5-16,18 1-4 0,7 3-12 0,4 3-24 16,2 0-11-16,0 2-15 0,1 0-144 0</inkml:trace>
  <inkml:trace contextRef="#ctx0" brushRef="#br0" timeOffset="38890.41">18736 1472 1774 0,'-2'-1'76'0,"-2"0"23"0,-29-15-48 15,2 2-49-15,6 5-4 0,4 7-28 0,1 3-10 16,4 5 0-16,-1 1-3 0,-1 29-18 0,0 18-4 16,1 11-5-16,4 7 6 0,3 3 17 0,4-6 22 15,1-6 3-15,-17-8 6 0,17-4 17 0,10-3-11 16,12 0 7-16,6 1-9 0,-10 3 9 0,25 2-7 15,-1-3-5-15,2-7-1 0,4-2-24 0,-2-8-66 16,2-4-17-16,11-5-28 0,3-6-183 0</inkml:trace>
  <inkml:trace contextRef="#ctx0" brushRef="#br0" timeOffset="39144.75">21189 1020 2267 0,'0'0'5'16,"-1"0"7"-16,-1 0-37 0,1 0-12 0,0 2-3 0,-12 29 3 16,3 29 1-16,6 5-7 0,4 3 2 0,0 2-37 15,0 2-14-15,-2 5-8 0,-5 10-2 0,-4 3-25 16,-3-4 19-16,-2-7 3 0,-2-14 7 0,-2-10 24 0,0-8 16 15,19-6-1-15,-23-6 5 0,-3-4-9 0,-1-5-44 16,0-8-19-16,-4-8-14 0,4-6-112 0</inkml:trace>
  <inkml:trace contextRef="#ctx0" brushRef="#br0" timeOffset="39368.83">21685 1256 1873 0,'0'0'-2'15,"0"0"-7"-15,2 0 9 0,-1 2-4 0,2 0 2 16,20 15-3-16,6 9 8 0,5 2-7 0,0 5-3 0,3 3-3 16,-3 2-8-16,-3 2-17 0,-1 1 4 0,-8 3-9 15,4-3-8-15,-4-3-14 0,-2-3-4 0,-2-6-4 16,-5-5-16-16,-3-6-25 0,-3-7-4 0,-5-6-9 15,0-4-38-15</inkml:trace>
  <inkml:trace contextRef="#ctx0" brushRef="#br0" timeOffset="39727.58">22160 1130 944 0,'0'0'8'0,"0"0"-1"0,-1 0 1 15,0 2 0-15,-1 1-2 0,-2 15 6 0,-3 13-9 16,1 3 12-16,0 6-12 0,1 2 7 0,-4 5 3 15,-3 5-4-15,-4 2 5 0,-1 5 6 0,-4-1-1 16,0-3 1-16,-2-3-1 0,19-6-1 0,-23-10 9 16,-3-5 2-16,2-9 4 0,0-5 11 0,4-13-4 15,3-1-3-15,-2 9-2 0,3-6-16 0,-1-6-17 16,-2-3 3-16,2-5-7 0,1-5-4 0,-1-1 4 16,-1-16 0-16,-1 0 3 0,-1 2 5 0,3 7-7 0,-2 3 0 15,0 2-3-15,4 8 4 0,-1-1-2 0,3 2-3 16,3 6-1-16,4-6-12 0,3 2 5 0,3 4-9 15,1 1 8-15,0 0-11 0,1 0-5 0,0 0 10 16,0 0-7-16,1 0 16 0,1 0 2 0,0 0 0 0,1 0 1 16,2 0 6-16,20-7 7 0,4-6 3 0,-1-1 5 15,0 13 30-15,-1-15 8 0,-1 2 6 0,2 3-5 16,1 1-11-16,1 3-13 0,4 2-5 0,4 3-2 16,3 0-14-16,7-19-7 0,2 14-3 0,4 7-4 15,-1 4-13-15,-5 3-55 0,1 5-14 0,-6 0-24 16,-3 2-162-16</inkml:trace>
  <inkml:trace contextRef="#ctx0" brushRef="#br0" timeOffset="40055.6">23140 1215 1951 0,'0'-1'-1'0,"0"-1"-15"16,0 1-2-16,0 0-4 0,1-1 6 0,2 2-5 16,15 0 2-16,15 4-4 0,1 5 0 0,-6 1-9 0,-2 0 9 15,-5 1-7-15,-4 0 23 0,-6-9 2 0,-2 12 5 16,-4-1 0-16,-1 1 7 0,1 0 3 0,3-2-3 16,1 3 2-16,-5-1-9 0,-1 1 13 0,-3 4-8 15,-3-1 9-15,-4 3-14 0,-3 2-3 0,-4 1 1 0,5 4 0 16,-20 2 9-16,-7-1-11 0,0 4 4 0,-4-1-6 15,-4-2 10-15,5 4-1 0,-1-7 4 0,12 1-3 16,5-5 2-16,10-8-5 0,6 1-1 0,-1-3 0 16,1 1 0-16,5-2 0 0,5 0-2 0,11-5 0 15,40-3 0-15,18 22-9 0,10-24-14 0,4-12-7 16,2-6-122-16</inkml:trace>
  <inkml:trace contextRef="#ctx0" brushRef="#br0" timeOffset="45142.42">20566 2823 549 0,'0'-1'19'16,"0"0"-4"-16,-1-2 45 0,1 0 9 0,-3-6-10 15,0 2 1-15,0 0-32 0,0 0-10 0,0 0 7 16,1 2-12-16,-1-1 2 0,-2 0 2 0,4 2-2 16,-10 0-7-16,-2 0 1 0,-2-1 1 0,-1 1-1 0,-2-2-2 15,1 1 6-15,-7-1-4 0,-5-2 6 0,2 1-2 16,-5-1 3-16,-1 0 0 0,1 1 3 0,-3 3 8 15,-1-1-1-15,0 3 0 0,2-17-1 0,1 9-8 0,5 6 1 16,1 4-2-16,3 2 1 0,-2 2-14 16,4 1 3-16,1 2-4 0,2 1 2 0,1 0-12 0,4 2 10 15,0-7-7-15,1 12 8 0,0 4-6 0,3 2-3 16,3-1 2-16,2 1-2 0,0 1 2 0,1 0 7 16,-11 3-1-16,5 5 2 0,4-1-12 0,6 4 8 15,3-2-4-15,4 0 6 0,3-1 2 0,1-2 2 16,3-1 3-16,0-4-1 0,-9-2 10 0,17-1-3 15,2-2 4-15,0-3-1 0,0 1 13 0,2 0-1 16,2-2 0-16,0 1-1 0,1-1 1 0,-1 3-9 0,-4 0 0 16,0 0-3-16,-1 0 0 0,-4 3-7 0,1-2-2 15,-2 2-1-15,-3 3 1 0,-3-5-10 0,-2 3 8 16,-7-4-9-16,6-4 11 0,-4 0-4 0,-3-2-1 16,-5 6 0-16,-6 1-2 0,2 2 0 0,-28-2-1 15,-2 1 2-15,-5-4 9 0,2-2-8 0,2 1 0 0,1 0-4 16,3-1-7-16,3-2 7 0,2-1-2 0,5-3 0 15,1 2-27-15,3 4-23 0,2-4-6 0,2 0-7 16,-2-1-41-16,2-1-123 0,4 3-42 0</inkml:trace>
  <inkml:trace contextRef="#ctx0" brushRef="#br0" timeOffset="45500.89">20255 3934 200 0,'0'0'81'0,"0"0"-9"0,0-1 80 0,0-1-7 15,0 1 0-15,0 0-30 0,0-1-36 0,0 1-3 0,0-1-14 16,0 1-45-16,0-1-12 0,0 1-3 0,0 0 0 16,0-1-9-16,0 2 22 0,1 0-9 0,1 2 13 15,1 0-19-15,7 25 8 0,2 13-4 0,0 9 6 16,3 12-9-16,1 8-6 0,-1 8-1 0,-1 3-3 15,-1 4-3-15,-3 5-95 0,-2 8-85 0</inkml:trace>
  <inkml:trace contextRef="#ctx0" brushRef="#br0" timeOffset="50573.44">5630 6776 896 0,'0'0'-4'0,"0"0"-1"0,0 0 2 0,1-1 2 16,2-1-1-16,10-2 2 0,12-4-1 0,6-1-1 0,-2 1 3 16,2-4 3-16,-2 1-8 0,1-2 0 0,0-4-3 15,-2 16 6-15,0-17 0 0,-1-1-4 0,4 1 3 16,0-2 0-16,6 2 8 0,1-1 0 0,2 2 2 15,-2 0-5-15,3 3 6 0,-3 2 1 0,-3 0 1 16,5 2-8-16,-6 5 5 0,0-1-3 0,0 3 3 16,0 2-8-16,3-18 0 0,-1 10 0 0,5 4 1 15,7 5 0-15,3 0-1 0,9 3-3 0,-4 0 1 0,2 0 1 16,-4-2-7-16,-5 1 4 0,-1-2-6 0,-2-2 0 16,2-2 2-16,4 0 0 0,2-3 2 0,1 0 10 15,1 0 0-15,-1-1-1 0,-1 1 0 0,-6 2-4 16,-3 0 0-16,-5 3 5 0,-3 0-2 0,-1-1 12 0,4 2-15 15,2 0 2-15,4-1-5 0,10 1 4 0,8-1 0 16,1 0 0-16,4 0 2 0,-10-1 7 0,-1-1-9 16,-1-2 0-16,1 2-4 0,1-2 1 0,9 2 3 15,4 0-2-15,2 1 3 0,-1 2 6 0,-4-1-4 16,-8 2 1-16,-7 3-4 0,0 3 1 0,-1 2 14 16,4 1 5-16,5 1 1 0,7-2 0 0,3 1 1 15,1-2 3-15,-6 0-1 0,-3 1 4 0,0-1-5 0,3 0-4 16,13 0 1-16,0 1-12 0,12 0 10 0,-4 0-7 15,-6 2 8-15,1 3-7 0,-1 0 2 0,4 2-4 16,6-1 1-16,0 1-10 0,-4-1 6 0,-9 1 3 16,-3 2 0-16,-1-3 8 0,11 1 14 0,3-3 1 15,7-3 4-15,-1-4-1 0,-2-3-22 0,5-1-4 0,2-1-6 16,9 3-16-16,0 4-41 0,-9 2-22 0,-6 8-35 16,-7 5-370-16</inkml:trace>
  <inkml:trace contextRef="#ctx0" brushRef="#br0" timeOffset="53182.71">19666 5470 256 0,'1'0'43'16,"0"0"-38"-16</inkml:trace>
  <inkml:trace contextRef="#ctx0" brushRef="#br0" timeOffset="53648.84">19849 5415 1171 0,'0'0'4'0,"0"0"1"0,0-1-15 15,0-1 1-15,0 2-6 0,0 0 8 0,0 0 11 16,2 0-4-16,-1 0 7 0,1 0 1 0,-1 0-4 15,2 0 12-15,0 0-9 0,-1 0 20 0,1 0-1 16,2 0 1-16,3-1-2 0,0 0 3 0,1-2-9 16,2-1-4-16,1-2-1 0,0-3-11 0,0 7-4 0,-1-15 3 15,0-2-3-15,1-2-3 0,-3-2 3 0,1 1-2 16,-1-1 3-16,1-2-5 0,0 1 6 0,-1-2-4 16,0 4 4-16,-1-2-6 0,-3 1 2 0,-1-1-4 15,-1 1 3-15,11-2-7 0,-7 1-10 0,-4-4 1 16,-3-2-7-16,-4 2-18 0,-5-3 12 0,1 7-3 0,-4 0 9 15,0 1 26-15,3 10 21 0,3 1-3 0,-9 4 8 16,-2-3 1-16,3 4 1 0,0 3 6 0,-1 2-6 16,4 2-10-16,1 3-6 0,2 3 0 0,1 4-2 15,1 12-5-15,-1 2-3 0,3 3-1 0,1 3 0 16,0 1 6-16,-14-1-8 0,9-3 3 0,3-5-4 0,4-1 10 16,1 1-3-16,3 2 3 0,3 1-4 0,2 2 1 15,3 1-2-15,2 2-2 0,3 2 0 0,-1-2-1 16,-12 3 6-16,20-1-5 0,-1-4 7 0,1 1-8 15,1-8-3-15,-2-6 4 0,5-6-3 0,3-5 2 0,-2 12-12 16,3-11-12-16,-4-5-2 0,-1-7-70 0,-1-6-227 16</inkml:trace>
  <inkml:trace contextRef="#ctx0" brushRef="#br0" timeOffset="53847.46">20507 4892 1417 0,'0'0'5'0,"0"0"36"0,0 0-64 0,0 2 22 0,1-1-2 16,2 5 8-16,5 18 2 0,15 1-11 0,2 5 4 15,1 0-9-15,1-1 0 0,1-2 6 0,-3 0-4 16,1-2 4-16,-2-1-8 0,-7-2 2 0,-3-4-7 0,-3-2 3 16,-4-4-22-16,3-3-30 0,0-4 2 0,-4 0-11 15,-1-1-6-15,1-3-54 0,0-1-36 0</inkml:trace>
  <inkml:trace contextRef="#ctx0" brushRef="#br0" timeOffset="54017.77">20820 4822 613 0,'-1'-2'100'0,"0"1"134"16,-2-1-116-16,-2 1-72 0,-7-3-6 0,-4 4-20 0,-2 4-20 15,4 6 5-15,0 10-3 0,1 19 2 0,-3 5-12 16,1 1 2-16,-4 3-3 0,4-4 4 0,-1 3-6 16,1-1 4-16,1 0-1 0,1-3 1 0,0 1-6 0,3-7 9 15,3-6 0-15,0-8 4 0,3-11 7 0,0-4 24 16,1-6-8-16,0 0 13 0,0-1-16 0,0 1-21 15,0-1 1-15,2-1-10 0,0-3-17 0,-2-22-36 16,8-13-21-16,8-2-12 0,7-1-138 0</inkml:trace>
  <inkml:trace contextRef="#ctx0" brushRef="#br0" timeOffset="54085.67">20960 4850 339 0,'2'-1'54'0,"-1"-1"-4"0,13-1 2 16,16-19 0-16,0-1-23 0,2 6-41 0,2-1-53 0,6-1-32 15</inkml:trace>
  <inkml:trace contextRef="#ctx0" brushRef="#br0" timeOffset="54290.11">21527 4508 481 0,'2'0'185'0,"-1"-1"-92"0,0-1 182 16,1 1-49-16,-1-1-87 0,1 1-57 0,-1-1-2 0,0 1-22 16,1 0-41-16,-2 1-13 0,0 0 2 0,0 1-6 15,0 8 2-15,-4 22 0 0,-2 7-2 0,-3 7 0 16,4 7-6-16,-1 6-9 0,0 7-1 0,4 3-2 16,-1-4 1-16,-3-5 0 0,1-4 6 0,-3-3-4 15,-1-1 5-15,-3 3 2 0,1-2-3 0,-3 3 5 16,0 1 10-16,-2-3-6 0,-1 1 0 0,2-10-3 15,-1-5-1-15,2-8 0 0,1-8-3 0,10-5 2 16,-14-6-2-16,2-5-20 0,1-4 4 0,1 5-12 0,0-1-18 16,2-4-23-16,1-3-8 0,0-1-6 0,3-2-56 15,3 1-113-15</inkml:trace>
  <inkml:trace contextRef="#ctx0" brushRef="#br0" timeOffset="54481.94">21314 5144 495 0,'1'-2'97'0,"0"1"-11"0,1 0 25 16,5-4 5-16,11-4-33 0,4 0-41 0,-1 2-26 15,0 3-2-15,0 1-8 0,-4 3-9 0,3 0-6 16,-5 1 3-16,2 5-3 0,-4 0 2 0,-2 1-6 16,-3 1 4-16,-6 12-4 0,12 1 11 0,-6-1 3 15,-6 1 2-15,-2 0 2 0,-2-2-3 0,-1-4 4 0,-3-2-4 16,3-7 5-16,-1-1-2 0,-6 2-4 0,0-1-1 16,-4-2-2-16,3-4-21 0,2-1-31 0,-1-5 1 15,2-7-13-15,-1-15-14 0,1-3-23 0,4-3-8 16,-15 0-11-16,8-1-97 0</inkml:trace>
  <inkml:trace contextRef="#ctx0" brushRef="#br0" timeOffset="54653.58">21488 4706 65 0,'1'0'9'0,"2"-2"25"15,7-2-28-15,5-4 0 0,1-1 3 0,-2 1-1 16,1-1 10-16,0 2 6 0,0 0 5 0,-1 0 0 16,-1 1 14-16,0 1 21 0,-1-1 0 0,0 2 9 0,-1 0 11 15,0-1-23-15,1 3-6 0,-2-1-6 0,-2 0-24 16,-1 1-9-16,-3 2-4 0,-1 0-1 0,0 0-14 15,0 0 13-15,0 0-6 0,-2 0 6 0,0 0-15 16,-1 2-36-16,0-1 1 0,-1 2-17 0,0 0-44 0,-1 1-29 16,-1 2-14-16</inkml:trace>
  <inkml:trace contextRef="#ctx0" brushRef="#br0" timeOffset="54915.56">21592 4604 267 0,'0'0'48'0,"-1"-1"-3"0,-1-1 21 15,1 1 4-15,-2-2-11 0,0-1-5 0,-4-6-5 16,2 1-15-16,0 2 7 0,1-1-22 0,0-1-17 15,1 2 2-15,2-1-6 0,-1-1 2 0,2 1 0 0,0-1 1 16,2-1 0-16,0 2 11 0,3 0 6 0,0-1 8 16,1 2-4-16,0 0 14 0,5 0-5 0,3 3 0 15,-1 2-1-15,-1-1-4 0,3-7 7 0,-1 3-1 16,0 5 4-16,3 2 10 0,-2 2 12 0,2 5-8 16,-1 5 5-16,1 2-25 0,-6 17-10 0,-1 3 0 0,-4 1-4 15,-2 6-4-15,-1 4-6 0,18 2 5 0,-14 1-6 16,-8-1-3-16,-6-5 8 0,-6 1-8 0,-1-4 9 15,-5-2-7-15,16-7 14 0,-21-2-2 0,-1-7 4 16,0 0-9-16,-4-4-6 0,0-1-3 0,-5-4-2 16,-2 0-13-16,-2-4-15 0,-3 1-17 0,6-4-9 15,-2 1-155-15</inkml:trace>
  <inkml:trace contextRef="#ctx0" brushRef="#br0" timeOffset="55220.71">22241 4338 1850 0,'0'0'-19'0,"0"0"4"0,0 2 8 0,0 5-6 16,6 23 13-16,3 5-6 0,7 0-3 0,-13 1-2 15,21-3 1-15,1 1-15 0,-2 0-23 0,1-5-4 16,-7-7-6-16,-2-2-13 0,-6-9 35 0,-5-2-1 16,-2-9 17-16,-1 0 34 0,2 1-3 0,0-1-2 15,-1-1-3-15,10-18-3 0,-2-19 13 0,-6-1 4 0,-3-1-1 16,1 0-1-16,3-2-12 0,1 0 2 0,0-4-5 16,2 4-4-16,1 1-9 0,3 3-4 0,0 3-4 15,-1 5-37-15,0 6-166 0,-1 7-35 0</inkml:trace>
  <inkml:trace contextRef="#ctx0" brushRef="#br0" timeOffset="55571.68">20909 5899 1657 0,'0'0'158'0,"0"0"-266"0,0 0 203 0,0 1-128 16,2 0 20-16,5 11 3 0,24 23 1 0,2 7 0 15,2 6-9-15,-3 6-24 0,-1 1-3 0,-2-5-11 16,-4-4-46-16,-2-6-66 0,-3-9-7 0,-2-3-31 16,-3-1-147-16</inkml:trace>
  <inkml:trace contextRef="#ctx0" brushRef="#br0" timeOffset="56057.11">20364 7052 811 0,'-2'0'263'0,"1"0"85"16,-2 0-187-16,0 0-180 0,2 0-5 0,0 0-15 15,1 0-1-15,1 1-3 0,0 1-2 0,9 0-17 16,13 5 35-16,1-1-5 0,0-3 16 0,0-2 10 15,4-1 7-15,0-4 8 0,5-3-2 0,4-6 15 0,2-2-1 16,4-4 0-16,-1 0-1 0,-1-1-14 0,-4 16-4 16,-5-22-2-16,-3-1 0 0,-4-1-5 0,-5-2-11 15,-3 1-13-15,-4-1-3 0,-5-3-83 0,1 4-129 16,-5 1-45-16</inkml:trace>
  <inkml:trace contextRef="#ctx0" brushRef="#br0" timeOffset="56273.18">20473 6479 1512 0,'-2'0'7'0,"1"0"3"0,-2 0-4 0,0 2-9 0,2-2 1 16,1 1-17-16,-14 25 11 0,5 5 1 0,6 11 3 15,5 8-1-15,5 8 5 0,1 2-2 0,1-2 3 16,1 0-6-16,0-4 4 0,-1-2 0 0,1 2 1 15,2 0 12-15,-1-1-13 0,3 1 0 0,-1-2-6 16,0-4-6-16,-2-2-24 0,0-5-9 0,-2-9-17 0,1-1-132 16</inkml:trace>
  <inkml:trace contextRef="#ctx0" brushRef="#br0" timeOffset="57079.55">20991 7172 914 0,'0'0'-1'0,"0"0"-1"0,0-2-4 0,0 1 1 15,0 0-1-15,2-2 4 0,1-3 2 0,5-7 1 16,-6 2 0-16,12-2 2 0,-3 3-3 0,2 1 4 16,-3 0-3-16,1 1 9 0,0-1-7 0,-1-2-1 15,0 1-2-15,-2-3-1 0,1 1-1 0,-2-3 4 16,1-2-3-16,-2-1-1 0,-2-2 6 0,-1-4-3 0,11 2 5 15,-4-4 1-15,-6-3 9 0,-4 3 9 0,-1 2 0 16,-2 1 35-16,-2 5 16 0,-1 5-6 0,-1 1 7 16,0 0-19-16,5 10-15 0,-8 0-10 0,-1-6 0 15,1 3-26-15,0 3-10 0,1 2 0 0,-1 1-5 16,1 3 3-16,2-2 2 0,1 22 0 0,2 1 0 16,0-1-3-16,3 0 4 0,-2 2 1 0,1-2 1 0,-12 0 2 15,6-2 5-15,2 1-5 0,2 2 4 0,1-1-9 16,2 3 6-16,-1 0 1 0,1-4 2 0,1 1-5 15,1-3-4-15,2-3-2 0,0-2-2 0,1-4 6 0,0-2-8 16,-1-4 3-16,-2-3-4 0,9-2 8 0,6 9-12 16,1-4 3-16,3-6-8 0,-1-6-7 0,4-5-39 15,0 4-2-15,1-20-16 0,0-1-48 0,-2-1-26 16,4 3 4-16,-4 2-6 0,1 2 45 0,0 5 52 16,-5 2 4-16,-1 4 14 0,-1 2 3 0</inkml:trace>
  <inkml:trace contextRef="#ctx0" brushRef="#br0" timeOffset="57281.92">21529 6920 126 0,'0'0'121'0,"0"0"-8"0,0 0 62 0,1 0-9 16,0 0-19-16,1 0-48 0,-1 0-26 0,2 0 1 15,3 2-11-15,6 3-18 0,4 4-9 0,-1 1-10 16,1-3 2-16,-2 13-15 0,0 2-4 0,-1 4 0 0,-2-1-2 16,1 1 2-16,-4 0-11 0,-1 0 4 0,0-2-6 15,-1-2 9-15,0-5-5 0,-2-5-3 0,-1-7 0 16,1-2 3-16,-3-3 12 0,1 0 3 0,-1 0 2 15,1 0-1-15,0-1-11 0,1-2 1 0,11-24-4 16,-2-11-4-16,-8-3-13 0,-4-3-1 0,-2-1-7 16,1-3-32-16,-2-3-84 0,0-3-35 0</inkml:trace>
  <inkml:trace contextRef="#ctx0" brushRef="#br0" timeOffset="57774.24">22064 6352 688 0,'0'0'17'0,"0"0"0"16,0 0 21-16,2 0-1 0,-1 2 12 0,0-1-2 16,1-1-6-16,9 7 3 0,3 2-12 0,-2-1 1 15,-4-4 5-15,1 12-5 0,-2 1-9 0,-2 0-4 16,1 4-2-16,-2 2 0 0,-2-1-12 0,13 4 2 16,-5-1-4-16,-6-2 3 0,-1-1-5 0,-3-2-2 0,0-4 1 15,0-5-2-15,0-3 1 0,0-2 9 0,0-3-7 16,0 0 8-16,0 0-10 0,-1-2-1 0,-1 0 3 15,1-1-3-15,-1 0 9 0,1-1 1 0,0-5-2 16,-2-14 1-16,3 2-8 0,0 3 14 0,0 3-1 16,0 7 6-16,0 0-16 0,0 3-3 0,1-1 0 15,1 0 0-15,-1 1 2 0,0 1-2 0,2 1-1 0,-1 0 0 16,9 7-8-16,-1 9 2 0,0 11 2 0,0 2 0 16,0 1 2-16,-3-3-4 0,0-6 2 0,0-6-1 15,-3-5 12-15,-1-8 2 0,0-1-1 0,-2-1 1 16,3 0-10-16,-1 0-2 0,3-13-1 0,-2-28 3 15,-1-5 10-15,1 1 6 0,-1 2 7 0,0 6 0 0,0 6 33 16,1 7 1-16,3 6-3 0,-1 7-1 0,2 2-34 16,-1 5-11-16,2 3-7 0,2-8 1 0,4 2-4 15,2 3 2-15,3 4 1 0,0 1-1 0,0 5-4 16,4 4-17-16,-6 0-2 0,1-8-9 0,0 17-29 0,-5-6-27 16,3-4 9-16,-7-4-10 0,-1 0 33 0,1 0 50 15,-3-5-2-15,0-2 24 0,3-5 50 0,-5-11 44 16,1-6-5-16,0 4 12 0,1 4-39 0,5 5-35 15,3 3-1-15,0 5-13 0,2 1-18 0,2-9-11 16,-1 4-2-16,3 6-4 0,-3 3-18 0,1 7-95 16,-2-1-80-16</inkml:trace>
  <inkml:trace contextRef="#ctx0" brushRef="#br0" timeOffset="58200.98">20614 7254 1760 0,'0'0'-2'0,"-1"0"0"0,-1 1-27 0,1 1-1 16,1-1-8-16,0 0 4 0,4 16-10 0,4 5 3 15,5 0-7-15,-6-2-8 0,17-2-5 0,3-2 1 16,3-9-2-16,0-3 4 0,1 13-3 0,-2-13-7 16,0-5-7-16,-1-6-104 0</inkml:trace>
  <inkml:trace contextRef="#ctx0" brushRef="#br0" timeOffset="59449">21810 6498 917 0,'0'0'-10'0,"0"0"1"0,0 0-49 16,0 0 9-16,0 0-19 0,0 0-5 0,0 0-24 16,0 0 3-16,1 1-5 0,1 1 26 0,-1-1 36 15,0 0 2-15,1 1 14 0,-1 1 29 0,1-1 8 16,-1 1 11-16,2 2-3 0,3 4 32 0,2 4-4 15,-2 0 3-15,-1-2-2 0,1 5 7 0,0-1-12 16,-1-1-6-16,2 5 1 0,-2-5-9 0,-1 1-8 16,3 7-3-16,-1-5-1 0,1 1-1 0,3 5-10 15,-2-2 9-15,-1 1-8 0,0 0 17 0,-1-4-6 16,-1-1 4-16,1 0-6 0,-2 0 9 0,1 0 2 0,-3-2-3 16,3 1 0-16,-1-1-11 0,0 0 4 0,-1 0-2 15,-2 1 1-15,1-1-14 0,-1 1 3 0,-1-1-1 16,0-2 3-16,0 0-1 0,0-1-9 0,0-2 1 15,0-1-3-15,0-2 0 0,0-3 5 0,0 0 6 0,0-2-1 16,0 1 14-16,0-1 1 0,-1 1-5 0,-1-1 3 16,1-1-12-16,0 0-4 0,-1-1-1 0,1 0 1 15,-1-1 7-15,1-2-15 0,-3-7 8 0,-5-9-10 16,4-1 13-16,0 0-10 0,2 2 3 0,2-1-5 16,1-1 0-16,-1-1 0 0,-1-1-1 0,1-4 2 15,1-2 1-15,0-2 0 0,0-1 0 0,0-1 0 16,0-1 3-16,3-1-4 0,1 2-1 0,-1 1-1 0,1 2 7 15,0 3-8-15,0 0 9 0,2 4-8 0,1-1 11 16,2 3-1-16,-2 5 0 0,0 2 0 0,1 0 7 0,-2 5-8 16,-2 1-1-16,0 1-1 0,-2 0-2 0,5 3-2 15,3 1 0-15,-7-1-3 0,6-4 2 0,0 1 1 16,-1 2-1-16,2 0 0 0,-4 2 2 0,1-1-1 16,-1 2 0-16,-1 0-1 0,5 1-1 0,-1 0 2 15,-2 0 3-15,-2 0 0 0,1 1 1 0,1 3 5 16,-1-1-1-16,2 17 4 0,-1 2 4 0,-1 4-3 15,0 1 1-15,-1 2 0 0,1 4-3 0,-2-2-9 16,0 1 4-16,-1-3-4 0,0-1 12 0,0-1-11 16,11-5 3-16,-4 1-4 0,-4-3 7 0,-4-3-4 0,0-3 3 15,-2-3-2-15,0-1 8 0,0 0-10 0,0-3-1 16,0-1-2-16,-2 1 2 0,2-6 11 0,0 2-4 16,-1 0 6-16,0 0-4 0,-1 0-1 0,1-1 5 15,-1 0-5-15,1-1 0 0,0 1-9 0,-1-2 2 16,-1-2-3-16,1 1 3 0,-4-6-5 0,-10-23 0 15,6-1-3-15,3-4 0 0,5-5-1 0,0 0-2 0,2 1 1 16,0 1 2-16,3 5 5 0,0 4-1 0,0 5 3 16,1 2 2-16,-1 7-7 0,1 1 4 0,0 1-5 15,2 2 8-15,1-1-7 0,-6 2-1 0,15 2-5 16,2 0 0-16,1 0 2 0,-1 1 4 0,2 2-2 16,0-1 4-16,-1 0-2 0,0 1-2 0,-1 1 1 0,-1-1 8 15,3 2-4-15,1 2 3 0,0-13-4 0,2 5-1 16,-3 5 1-16,-1 3 6 0,1 1-2 0,4 3 7 15,-1 4-9-15,-2 1 3 0,-3 2-5 0,1-7 5 0,-1 18-2 16,-1 2-2-16,3 1 0 0,-5 3 0 0,0-2-2 16,-3 3 0-16,0 1-1 0,-2-4 2 0,-2 3-3 15,0-1 3-15,0-1-3 0,-3-1 2 0,1-2-12 16,0 1-1-16,-2-3-5 0,0 1-16 0,2 2-69 16,-2-1-48-16</inkml:trace>
  <inkml:trace contextRef="#ctx0" brushRef="#br0" timeOffset="75849.75">21179 8141 1102 0,'-1'0'4'15,"0"0"1"-15,-1 0-4 0,-12 6 4 0,4 0-9 16,2-5-3-16,1 16-1 0,-1 4-1 0,3 3 2 16,-1 2 7-16,1 2-4 0,-1 0 4 0,-3 3-3 0,1 2 6 15,-2 1 2-15,0-2 0 0,-1 1 1 0,0 2 7 16,1 0-10-16,0 4-2 0,0 1-1 0,-1 1 0 16,-4-4-5-16,1 0 2 0,0-5-6 0,1 1 0 0,4-2-44 15,0-4-18-15,1-2-22 0,0-2-173 0</inkml:trace>
  <inkml:trace contextRef="#ctx0" brushRef="#br0" timeOffset="76104.39">21400 7897 1632 0,'-2'-2'22'0,"1"1"2"0,-2 0-5 0,0-2-15 16,1 1-2-16,0 1-25 0,1 0 4 0,1 1 8 0,0 0-4 16,1 1 13-16,6 9-6 0,2 24 1 0,6 8-1 15,-1-1 2-15,2 4 0 0,-3-2-5 0,-6-2 4 16,1 0 1-16,-4-3 1 0,1 1 1 0,-1 1-1 16,-3 0-1-16,2 2-2 0,0-1 3 0,1 4-4 15,-1 0-4-15,0-5-50 0,1 7-11 0,-2-11-18 16,3 0-78-16,-1-5-155 0</inkml:trace>
  <inkml:trace contextRef="#ctx0" brushRef="#br0" timeOffset="76281.06">21845 7651 1946 0,'0'0'-19'0,"0"0"5"0,2 0 1 15,23 0-10-15,30 0 15 0,7 1-4 0,6 5 8 16,3 4-7-16,-3 4 4 0,2 7-29 0,11-19-86 16,4 37-40-16,2 16-40 0,-2 12-374 0</inkml:trace>
  <inkml:trace contextRef="#ctx0" brushRef="#br0" timeOffset="79056.78">19989 9324 256 0,'0'2'282'15,"0"-1"-140"-15,-3 13 74 0,1 17 4 0,0 5-210 16,2-1 1-16,2-3 1 0,2 2-7 0,1-1 4 16,4-2-8-16,2 3 4 0,1-2 1 0,0-1 0 0,1 0-2 15,3 1-5-15,-1 0 1 0,1 1-3 0,-15 2 5 16,16-3-6-16,3 0 7 0,-3-3-6 0,1-2 1 15,2-3 3-15,-4-6-1 0,0-3 2 0,-3-4-17 0,-3-5-21 16,0-4-1-16,-3 4 0 0,-3-5 31 0,2 1-22 16,-3-2 13-16,0-2-16 0,8-15 6 0,2-19-16 15,-6-4-9-15,-4-4-4 0,-3 1-52 0,-3-3-64 16,-2 1-15-16</inkml:trace>
  <inkml:trace contextRef="#ctx0" brushRef="#br0" timeOffset="79199.48">19721 9745 1433 0,'-3'2'30'15,"-8"3"33"-15,-5 7-49 0,5-1-14 0,5 10-11 0,-7 0 4 16,8-1-10-16,5 1-107 0,7-1-7 0,4-4-53 16,6-2-195-16</inkml:trace>
  <inkml:trace contextRef="#ctx0" brushRef="#br0" timeOffset="79505.25">20432 9676 904 0,'0'1'35'0,"0"1"71"0,0-1-100 0,1 2 0 15,0 0 3-15,2 0 0 0,6 2 7 0,11 2-10 16,2-4 1-16,1-4-2 0,2-6 5 0,-1-3-4 15,2-6 0-15,-4 9-1 0,4-17-3 0,-5-1 3 16,-5-2-2-16,1 0 4 0,-6 0-3 0,-4 0 7 16,-1 2-3-16,9-2 4 0,-6 3-1 0,-5 0 2 15,-3 2-5-15,-4-1 2 0,-2 3-9 0,-4 0 7 16,-1 5 1-16,9 2 1 0,-17 3-5 0,1 7 1 16,0-8 4-16,0 4 0 0,0 6 11 0,1 3 1 0,-1 7-5 15,0-1 4-15,2 22-3 0,1 3-10 0,2 0 1 16,2 4-4-16,3-3-3 0,2-3-9 0,2 0-19 15,0-2-1-15,-13-3-100 0,8-2-101 0,4-4-19 0</inkml:trace>
  <inkml:trace contextRef="#ctx0" brushRef="#br0" timeOffset="79864.14">20572 9539 153 0,'1'-1'77'16,"0"-1"-8"-16,1-2 30 0,8-17 6 0,0 2-24 16,-2 4-24-16,1 2-1 0,-4 2 0 0,11 5 4 15,-1 2 18-15,5-9-19 0,1 5 0 0,3 5-7 16,-2 3-4-16,-3 3-18 0,3 4-3 0,-4 3-5 0,6 0-12 15,1 16-10-15,-3 5 8 0,-3 3-8 0,-2-1 2 16,-3-1 7-16,-1-1-6 0,-3-1 6 0,-3-6-2 16,-1-5-7-16,-1-2 5 0,-2-10-5 0,-1-2 10 0,-1-3 48 15,2 0-11-15,0 1 22 0,0-1-10 0,-1-1-3 16,0 1-4-16,-1-2 0 0,1-2-15 0,-1 1-2 16,1-1-7-16,-1-1 1 0,0 1-30 0,1-1-1 15,-1 0-2-15,2 0 1 0,0 0-5 0,0 1 4 16,4-1-1-16,3 1-1 0,-1 2-21 0,3 3-40 15,-2 1-2-15,0 3-11 0,-2 6-22 0,1 8 17 16,-4-7-2-16,-1-2 10 0,-1-7 12 0,0-3 44 16,0-1-3-16,1-1 18 0,2-1 10 0,-2-6 46 15,3-31 2-15,0-1 18 0,3 1 22 0,3 2-2 0,1 2-11 16,3 3 4-16,1 5-25 0,1 8-7 0,-2 2-4 16,5 6-3-16,-1 3-22 0,3 6-11 0,-1-13 3 15,1 5-7-15,-6 8 2 0,2 1-4 0,4 5 2 0,-4 4-6 16,3 4-37-16,-6-9-96 0,1 16-30 0</inkml:trace>
  <inkml:trace contextRef="#ctx0" brushRef="#br0" timeOffset="80143.72">21950 8871 1926 0,'0'0'57'0,"0"0"-101"16,0 1 73-16,1 0-48 0,3 6 8 0,23 17-13 15,13 0-12-15,2 2-4 0,-4 1-56 0,-1 4-50 0,-2 3 4 16,-6 1-22-16,-1 3-8 0,-3-5 30 0</inkml:trace>
  <inkml:trace contextRef="#ctx0" brushRef="#br0" timeOffset="80378.35">22429 8647 478 0,'-10'-65'-20'0,"-1"7"30"0,1 9 25 0,0 8 2 15,0 8 79-15,2 11 4 0,0 5-4 0,6 10 1 16,-1 2-32-16,3 4-52 0,-3 0-1 0,-4-2-14 16,-2 3 17-16,2 3-7 0,0 4 1 0,2 34-7 0,-1 8-15 15,-1 10-7-15,1 8 4 0,1 2-4 0,-1 2-2 16,0-2 6-16,-1-3-4 0,0-3 7 0,0-1-7 16,-1-4 1-16,-1 0 0 0,-1 1 2 0,-1-7 1 15,0-1 2-15,-4-4-2 0,0-9 0 0,-1-3-8 0,-3-8 14 16,0-4-1-16,1-9 5 0,-3-1-14 0,4-5-51 15,-2-5-27-15,0 10-20 0,2-8-202 0</inkml:trace>
  <inkml:trace contextRef="#ctx0" brushRef="#br0" timeOffset="80468.95">21769 9210 1116 0,'0'0'31'0,"0"0"-1"0,0 1 6 16,1 1-1-16,1-1-8 0,13 5-13 0,19 1-11 15,7-3-8-15,6-6-15 0,-2-7-170 0</inkml:trace>
  <inkml:trace contextRef="#ctx0" brushRef="#br0" timeOffset="81023.11">22131 8934 1210 0,'0'0'33'0,"0"0"11"16,1 0-30-16,0-1-16 0,4 1-7 0,23-5 9 0,3 4 4 15,3 1-3-15,3 1 4 0,0 5-3 0,1 1-44 16,1 3-7-16,2 1-21 0,-1 2-71 0,-2 1-172 16</inkml:trace>
  <inkml:trace contextRef="#ctx0" brushRef="#br0" timeOffset="81276.7">22196 9087 1483 0,'0'-2'-3'15,"0"1"1"-15,1-1-5 0,0-2-4 0,12-10 3 16,23-1 5-16,5-1-4 0,4 0 4 0,8 1-9 16,0-1-46-16,5 1-246 0</inkml:trace>
  <inkml:trace contextRef="#ctx0" brushRef="#br0" timeOffset="85390.29">19636 9877 607 0,'0'0'0'0,"-2"0"8"0,1 0 89 16,0 0-39-16,-1 0-2 0,1 0-48 0,1 0-18 15,0 0 8-15,0 0 2 0,0 0 1 0,1 0 6 16,1 0-8-16,-1 0 1 0,0-2 0 0,1 1 15 0,-1-1-10 16,2 1 6-16,0 0-6 0,1-2 18 0,9-1 1 15,-3-12 1-15,4 0-1 0,4 2-10 0,2 0 7 16,1-1-7-16,1-1 9 0,0 1-4 0,1-4-15 16,4 4 3-16,-2-2-7 0,3 1 8 0,3 1-8 15,-2 1 2-15,-1-1-4 0,-1 1 10 0,4 2-4 16,0-1 3-16,-1 1-5 0,-2 1-5 0,-3 0 5 15,4 1-2-15,-5 2 3 0,1-2-13 0,1 1-32 16,-5 1-15-16,-1-1-15 0,-3 4-151 0</inkml:trace>
  <inkml:trace contextRef="#ctx0" brushRef="#br0" timeOffset="85928.7">20500 9761 447 0,'0'0'65'0,"0"0"-3"16,0 0 45-16,0 0-1 0,0 0-84 0,0 0-2 15,0 1-7-15,0 1 3 0,0-1-12 0,0 0 9 16,1 1 2-16,0-1-1 0,1 1-9 0,1-1-3 16,1 2 3-16,4 1-1 0,2 0 7 0,-1-2-2 0,-2-2-4 15,-2 0 2-15,1-2-2 0,-2 1-2 0,1-2 2 16,-1-8-1-16,-3-7 7 0,1-1-7 0,10 1 0 15,-3 1-4-15,-4-3 4 0,-2 2-8 0,-3-2 9 16,0 2-8-16,-1-1 8 0,-1 2-6 0,0 0-4 16,-3 3 0-16,0-1 1 0,0 3 0 0,0 1 2 15,-1 2-2-15,2 4 4 0,1 1 0 0,-3 2 3 0,-1-3 0 16,-1-1 19-16,1 3 13 0,1 2 0 0,1 1 2 16,0 0-12-16,2 0-3 0,2 0-10 0,-2 1 5 15,0 0-11-15,2 2-4 0,-3 6 9 0,0 5-8 16,2 1-3-16,2 4 1 0,3-1-4 0,1 1 5 15,3-1 2-15,2 2 2 0,-1-2-5 0,2 0 3 16,1 4-3-16,1-3 0 0,-2-3 2 0,1 1-3 0,-1-3-13 16,-5-1-34-16,11-1-5 0,0-4-15 0,-1-1-56 15,3 5-43-15,5 0 1 0,1-5-12 0,0-4 13 16</inkml:trace>
  <inkml:trace contextRef="#ctx0" brushRef="#br0" timeOffset="86242.04">21102 9485 1206 0,'0'0'69'0,"0"0"-7"0,-2 0-25 0,1 0 12 16,-1 0-42-16,1 0-11 0,1 2 5 0,0-1-3 15,0 1 4-15,1 22-2 0,2 5 3 0,3 5-3 16,0 6 3-16,1 6-6 0,-2 7 0 0,2 2 5 15,-1 3-2-15,-2-7-4 0,0-6 2 0,-1-4 0 0,0-9 1 16,0-3-3-16,-2-8 1 0,1-4-3 0,-2-6 4 16,0-3 2-16,0-3 3 0,0-2-1 0,0-1 2 15,0 1-9-15,0-1 4 0,-2-1-10 0,1-1 9 16,0-1-11-16,-1-2-1 0,-12-27 9 0,3-11-7 16,4-6 9-16,4-3 2 0,1-6-7 0,2 1 5 15,2 3-13-15,1 8-6 0,1 5-8 0,1 5 2 0,1 3-25 16,1 4-37-16,0 3-9 0,-1 3-18 0,0 4-106 15</inkml:trace>
  <inkml:trace contextRef="#ctx0" brushRef="#br0" timeOffset="86741.82">21326 9263 266 0,'0'0'32'0,"2"0"104"15,-1 2 0-15,1-1 46 0,-1 3-88 0,10 16-35 16,2 4-3-16,-2 0-12 0,1 0-18 0,-1 2-16 15,0-1 3-15,1 3-6 0,-4-1 6 0,-1 2-13 16,-1-3 0-16,-1 1-1 0,-2-1 8 0,0-2-10 16,-1-3 7-16,-2-4-8 0,0-2 6 0,0-7-2 0,0-4-2 15,0-1 2-15,0-1 10 0,0 1 5 0,0-1 0 16,-2-1 0-16,1-1-1 0,-1-1-4 0,1-2 2 16,-2-8-3-16,-1-11-1 0,1 4-1 0,3 0-3 15,0 3 2-15,0 3-8 0,0 3 1 0,1 2-2 0,1 3 3 16,-2 3 2-16,3-2-2 0,-1 0 2 0,0 3-2 15,9-6-3-15,-1 3 5 0,0 3-1 0,1 2 4 16,-2 1-5-16,-1 2 9 0,1 2-9 0,-2 12 10 16,1-2-9-16,-1-2 4 0,-1 1-1 0,0-2 0 15,-1-4-6-15,0-3 2 0,-3-1 1 0,1-5 1 16,-1-1 12-16,0 1-2 0,0-1-1 0,1 0 0 0,-2 0 4 16,2-1 2-16,0 0 3 0,-2-19-3 0,1 0-1 15,0 2 6-15,1 1-9 0,1 4 7 0,2 2-9 16,-2 4-15-16,1 1 13 0,-1 3-15 0,1 2 5 15,1-4 4-15,1 1-7 0,2 0 8 0,1 0-1 0,-1 2-3 16,1 2 6-16,2 0-6 0,-2 2-2 0,-1 0 8 16,-1 1-6-16,-1 2 8 0,0-1-8 0,-3-1 0 15,-1-2 5-15,-2-1-2 0,1 0 3 0,-1 0 5 16,2 1-1-16,0 1 3 0,-1-1-9 0,1-1-1 16,0 0-1-16,-1 0 2 0,5-4 4 0,1-2-15 15,2 1 5-15,1-2-8 0,3 0 13 0,1 2-7 16,0 3 4-16,1 2-7 0,-1 0 2 0,1 2-112 0,-4 4-85 15</inkml:trace>
  <inkml:trace contextRef="#ctx0" brushRef="#br0" timeOffset="87517.83">21992 8859 910 0,'-1'-1'190'0,"-1"-1"-271"16,-1 1 237-16,1-2-136 0,-1 2 4 0,0-4-26 15,0 0 4-15,0-1-9 0,2 1 3 0,1 0 4 16,0 2-7-16,0 2 6 0,1-2-8 0,2 2 13 0,7-3 1 16,4 1 5-16,5 3 3 0,-1 5 2 0,0 5 0 15,5-7 2-15,-2 20-1 0,0 4-6 0,2 2 1 16,-3 2-3-16,2 3-2 0,2 2-1 0,0 0-3 16,0 1 2-16,-1 1-2 0,-3-1 3 0,1-3-2 15,-3-3 2-15,2-4-1 0,-1-3-5 0,-1-3 9 0,2-1-8 16,-5-3 0-16,2-3 3 0,-4 0-12 0,0-4 8 15,1-2-11-15,-4-5-11 0,0 0-2 0,-3 3-6 16,1-2-32-16,-1-1-101 0,3-2-41 0</inkml:trace>
  <inkml:trace contextRef="#ctx0" brushRef="#br0" timeOffset="87712.34">22429 8513 1342 0,'-2'0'39'0,"1"-1"-6"0,0-1 16 15,-2 1 7-15,0-2-17 0,2 3-17 0,-1 0-13 16,-1-2-4-16,1 1-1 0,-3 0-11 0,-2 1 7 16,0 2 0-16,-1 21 2 0,-2 22 10 0,-3 8-5 15,0 0 2-15,-1 7-3 0,1 5-1 0,1 0-4 16,-1 7-1-16,2 4-1 0,-2 5-3 0,3 5 8 16,0-3-3-16,0-5 3 0,3-5-22 0,-1-5-88 15,1-3-67-15</inkml:trace>
  <inkml:trace contextRef="#ctx0" brushRef="#br0" timeOffset="87976.09">21770 9364 1763 0,'0'-2'1'0,"-1"1"1"16,-1-3-11-16,-3-13-4 0,3 1-3 0,5 1 1 15,8-4 4-15,12-2 1 0,27-2 2 0,2-3 2 16,4 2 6-16,1-2-2 0,-8 5 2 0,2 5 0 0,-5-1-13 16,-1 2-8-16,-1 4-4 0,-1-1-28 0,0 4 2 15,2 1-1-15,-3 0-3 0,-1-2-43 0,2 1-166 16</inkml:trace>
  <inkml:trace contextRef="#ctx0" brushRef="#br0" timeOffset="89587.97">23300 7979 1370 0,'-2'1'5'0,"1"1"0"16,-1 0 1-16,-6 13-4 0,-6 11 0 0,4 3-9 15,1 3 2-15,5 1 2 0,1 3 0 0,0 4 9 16,1 4-7-16,-1 5 0 0,0 8-3 0,-1 4 4 16,0 11 4-16,1 1-1 0,1-1 3 0,-1-1-6 0,2-13-3 15,0-2 4-15,2-5-3 0,3 0 5 0,5 3 2 16,-1-2-3-16,1 2 2 0,-1-2-5 0,-1-4-6 16,2 0 0-16,1-5-4 0,-2-4-29 0,-1-4-101 15,-3-8-52-15</inkml:trace>
  <inkml:trace contextRef="#ctx0" brushRef="#br0" timeOffset="89761.56">22864 8998 1029 0,'0'0'9'0,"0"0"-14"0,0 0 13 0,0 0-8 16,2 0-5-16,-1 0 5 0,9-2-14 0,21-1 9 15,3 1-47-15,4 0-87 0,-3 1-14 0,2-1-30 16,0 1-102-16</inkml:trace>
  <inkml:trace contextRef="#ctx0" brushRef="#br0" timeOffset="90331.47">23425 8838 94 0,'2'0'38'0,"-1"-1"48"16,1-1-17-16,0-1-3 0,0-1 5 0,5-10-4 0,1 3 11 15,1-3 3-15,-3 1 3 0,-2-1 2 0,-3 0 19 16,8 1-9-16,-4 3-2 0,-2 3-2 0,-1 0-3 15,-2 3-8-15,0 2-2 0,0-1-5 0,-2 1-23 0,1-1-19 16,-1 1-1-16,0 1-8 0,-1 1-14 0,-6 3 3 16,-2 4-4-16,0 3 2 0,1 15-11 0,0-1 3 15,1 2 3-15,2-2 0 0,2 0-1 0,0 0-4 16,3 0 0-16,0-3-2 0,-12 0 2 0,5 0 0 16,4-2-5-16,2-1 3 0,3-1-4 0,0-2 0 15,1-2-4-15,1-4 1 0,1 1-18 0,-2-6-22 16,-1-3 2-16,3 2-10 0,0-2-5 0,-2-1-45 0,8 0 11 15,-2-2-19-15,-2 0 44 0,1-25 44 0,0 2 8 16,-2-2 11-16,2 2 25 0,-2 2 23 0,1 2-7 16,3 5 12-16,0 2-12 0,0 3-9 0,1 4 1 15,-1 3-6-15,2 1-15 0,0-4 5 0,2 0-4 16,2 1 5-16,0 5-3 0,-1 1 5 0,-1 2 0 0,-3 3-1 16,2 2-12-16,-1 0 7 0,3 11-5 0,-2 2 7 15,-5-2-9-15,-1-4-13 0,-2-1-5 0,0-3 0 16,3-3-4-16,1-4-5 0,0 0 8 0,1 2-5 15,-2-2 18-15,4 0-22 0,0-3 5 0,2-4-13 16,8-6-8-16,-1 0 10 0,3-18 2 0,-3-1 4 16,-4 0 2-16,1-2 20 0,-2-2-9 0,-2 2 13 0,3-4-11 15,-3-1 12-15,1 3 1 0,-3 0 4 16,3 3 8-16,-2 6-5 0,0 2-1 0,2 1-1 0,-3 2-4 16,0 2 7-16,-2 3 0 0,-1 6 3 0,0-1 1 15,-2 3-2-15,-1 4 2 0,-3-1 0 0,1 1 23 0,1 0 22 16,-1-1-5-16,1 0 9 0,-1 1-12 0,-1 1 11 15,0 0-1-15,-1 1 3 0,0 0 2 0,0 1 2 16,0 2-6-16,-2 7 2 0,-4 14-22 0,0 3-16 16,2 2-5-16,1 2-5 0,2 3-12 0,-1-1-1 15,2 4 0-15,3-6-1 0,1-4-8 0,1-3-9 16,0-6 1-16,1-3-9 0,1 1-36 0,-1-6-32 16,-1-3-15-16,0-6-4 0,5 6-48 0,2-1-107 15</inkml:trace>
  <inkml:trace contextRef="#ctx0" brushRef="#br0" timeOffset="90551.78">24382 7529 1348 0,'-1'0'18'0,"-1"0"38"16,1 0-51-16,0 2 5 0,-1 1-4 0,-2 8 4 15,-3 16-7-15,3 7 6 0,1 7 1 0,1 10 1 16,1 4-2-16,1 11 4 0,1 3 2 0,-1 5 1 15,0 1-2-15,2-12-3 0,1 0-3 0,0-7-1 0,-1-2-12 16,3-1 4-16,-1 3 1 0,-1-3 1 0,4 2-4 16,0-2-17-16,0-5-6 0,0-9-2 0,-1-6-32 0,-4-9-66 15,0-9-12-15,-1-6-22 0,-1-8-66 0</inkml:trace>
  <inkml:trace contextRef="#ctx0" brushRef="#br0" timeOffset="91211.02">24197 8304 905 0,'0'0'46'0,"-1"0"13"16,-1 0 28-16,1 0 7 0,-1 0-68 0,1 0-19 16,0 1 5-16,-1 1-10 0,1-1-3 0,-1 0-2 15,2 2 0-15,0 0 1 0,0 1 3 0,2 2-1 0,-1-2 5 16,1-1-2-16,-2-1 18 0,5-1-1 0,8 0 0 16,-3 1-2-16,0 5-5 0,-5-4 5 0,3 1-2 15,1 0 2-15,1 0-12 0,4 2 0 0,-4-2-5 16,0-1 2-16,2 1-10 0,3 1-2 0,2-3 4 0,3 1-3 15,0-3-4-15,-1 0-53 0,0-3-8 0,-1-1-18 16,1-3-45-16,-5 0 11 0,-2-1 20 0,-2 6 0 16,-3-9 86-16,0 0 34 0,-1 1 10 0,-2 3 14 15,-2 1 72-15,-1 3 5 0,1 0-2 0,0 0-3 16,1 1-42-16,-1-1-26 0,-1 1-7 0,0 1-5 16,1 0-23-16,-1 1-7 0,-1 0-2 0,0 1-2 15,0 0-5-15,0 1 6 0,0-1 2 0,2 2 0 16,-1 0 3-16,-1-2-3 0,4 6 4 0,-1-1-3 0,1 1 15 15,-1-1-9-15,2-1 3 0,-1 1-6 0,1 1 3 16,0-1 1-16,-1-1 0 0,2 2 0 0,-1 2-8 0,2 1 1 16,-1 0-3-16,1 1 2 0,0 0-6 0,0 3 6 15,0 1-5-15,-1-1 4 0,-1 0-25 0,1 0-4 16,-2 0 1-16,1-1-1 0,-3-2 9 0,0-7 16 16,-2-2 3-16,1 1 3 0,1-1 8 0,1 1-1 15,-1 0 1-15,1-2 1 0,7 7 1 0,3-1-3 16,1-2-3-16,0 1 2 0,3 1-5 0,1-1 0 15,2 1 1-15,-1-3-1 0,-1 0-4 0,0 0 2 16,1-1 0-16,-4 0 3 0,2 0 1 0,-4-2-1 0,0-1-1 16,-1 0 1-16,-2 0-2 0,0-1 2 0,-6-1 0 15,-1 1 0-15,0 0 8 0,0-2-9 0,3-6 2 16,2-8-4-16,-4-1-1 0,-2-5 6 0,-2 1-5 16,-2-4 4-16,-1 1-4 0,1-2-2 0,-3 2 0 15,3-1-1-15,-1 1 0 0,1 2-4 0,2 1 9 0,0 2-7 16,0 1 2-16,0 5 5 0,0 4-5 0,0 3 6 15,0 3 4-15,0 1-1 0,0 0 8 0,-1 1-6 16,-1-1 6-16,1 0-10 0,0 2 0 0,-2-1-2 16,-3 1-2-16,-7 1-5 0,-4 1-2 0,0 3 0 15,-4 5-5-15,3-1 1 0,-2 2-2 0,0 1 4 16,6-2 5-16,0-2-1 0,3-1-5 0,2-2 0 0,1 0-38 16,2-2-79-16,0-1-11 0,4-1-34 0,-1 0-138 15</inkml:trace>
  <inkml:trace contextRef="#ctx0" brushRef="#br0" timeOffset="91508.78">25148 7990 1697 0,'0'0'15'0,"0"0"10"0,0 0-20 0,0 0-15 16,2 2 2-16,-2-1 11 0,1 23-7 0,20 1 3 16,2 1-5-16,0 5 10 0,-4 0-14 0,-3-1 6 15,-8-1-10-15,0-2 10 0,-1-4-1 0,-5-3-2 16,3-5 2-16,-4-4 3 0,3-5 14 0,-4-4-1 0,3 0 5 16,-1 0-14-16,-1-1-8 0,-1-1-4 0,0-3-1 15,-3-24-12-15,-5-16 3 0,-1-10 0 0,2-7 3 16,1-7 10-16,5-2 1 0,1 7-1 0,3 4 1 15,4 8-2-15,3 7-5 0,4 3-12 0,3 7-9 16,-3 4-164-16</inkml:trace>
  <inkml:trace contextRef="#ctx0" brushRef="#br0" timeOffset="94216.79">20914 10431 836 0,'0'0'0'0,"0"-2"11"0,-2 1 26 0,1-1 9 16,-1 1 4-16,1 0-14 0,0-1-25 0,-2 1-21 0,0-1-6 15,0 1-2-15,0 1-26 0,0 0-5 0,1 0-4 16,-1 0 4-16,0 0 23 0,0 0 24 0,0 0-2 15,0 0 8-15,1 0 9 0,-4 0 20 0,0 0 5 16,1 0 4-16,-4 0 16 0,2 0-4 0,0 1-7 0,0 1 0 16,3-1-25-16,-3 2-5 0,1 0 2 0,-2 4-4 15,-2 0-6-15,1 11-2 0,-1-1-2 0,3 5 1 16,2-1-11-16,-2 0 12 0,-1 0-7 0,3 0 8 16,2 1-8-16,0-3 0 0,0 3 4 0,0-3-1 15,-2 1 2-15,1 1 0 0,1-1-5 0,-3 1 4 16,0 3 3-16,1-1 9 0,-2 1 2 0,1-1 2 0,-1 2 0 15,-1-1 1-15,0 1-1 0,3 1 1 0,-1 2 1 16,2-1-9-16,1 1 5 0,-1-4-8 0,0-3-4 16,1 3 4-16,-1-1-4 0,-1 3 4 0,2-2-7 0,-1-3 6 15,0-1-8-15,0-2 7 0,0 0-3 0,-1-1-4 16,0 0 5-16,0-3-5 0,1 0 7 0,1-1-9 16,0-2 2-16,-1 1-4 0,1-2 7 0,1 0-2 15,-3-2 3-15,4-1-3 0,-2 0 1 0,0 0-1 16,2-1 0-16,-2-2-1 0,2 0-1 0,-1 1 0 15,-1-1-2-15,2-1 0 0,-2 0-6 0,2-2 8 16,-1 0-2-16,1 1 2 0,-1-1-2 0,0 1 4 16,-1-1 1-16,1-1 2 0,0 1 1 0,0-1-5 15,-1 2-3-15,1-1 1 0,0-1 1 0,1 0 1 0,-1 0 4 16,-1 2-4-16,1-1 1 0,-1 0-8 0,0 1-5 16,2-1-3-16,-1-1-27 0,1 0-66 0,-1 0-22 15,1 0-40-15,0 0-320 0</inkml:trace>
  <inkml:trace contextRef="#ctx0" brushRef="#br0" timeOffset="100730.61">20064 11625 1276 0,'-1'0'-2'0,"-1"0"6"0,-9 1 13 0,-6 2 0 0,3 1 6 16,0 2-6-16,1 1 1 0,0 2-7 0,2-7 6 15,1 15-17-15,2-1 2 0,1 4 11 0,1 5-7 16,2 2 11-16,-1 4-3 0,4 3-7 0,0 0 4 16,-1 3-6-16,1 1 2 0,-20 4-3 0,11 6 1 15,5 2-8-15,4 6 8 0,1 5-3 0,0 7 4 0,0 4-5 16,0 3 1-16,0-6-2 0,0-7-1 0,1-1-10 16,1-5 4-16,-1 0 3 0,2-1-2 0,0 1-9 15,0-3-25-15,0-4-4 0,1-5-9 0,-1-5-37 16,-2-8-132-16,1-5-52 0</inkml:trace>
  <inkml:trace contextRef="#ctx0" brushRef="#br0" timeOffset="100881.95">19626 12837 1169 0,'-1'0'5'0,"-1"0"-1"0,1 0-14 0,-1 0 7 16,2 0-10-16,0-1 13 0,2 0-7 0,5-5 0 15,20-15-4-15,1 1-31 0,3 0-112 0,-3 3-38 16</inkml:trace>
  <inkml:trace contextRef="#ctx0" brushRef="#br0" timeOffset="101321.77">20374 12230 1334 0,'0'0'63'0,"0"0"102"15,-2 0-121-15,1 1-9 0,-1 1-4 0,1-1 0 0,0 2-12 16,-2 2-17-16,-6 12 4 0,-1 2-6 0,2-1 2 16,-2 3 5-16,0-1-2 0,-3 6 4 0,1-4 7 15,6 4-4-15,-12-1 3 0,-4-1-3 0,8 1 3 16,3-5-7-16,-2-1 2 0,11-2-4 0,-4-5-11 0,2 1-1 16,-3-2-3-16,1 1 4 0,3-1-4 0,3-1-12 15,0-2 3-15,1-1-5 0,1 0 5 0,-1-2 0 16,1-2-2-16,2-1 1 0,10 7 7 0,2-4-2 15,-1-3 2-15,2-4-4 0,-3-2-6 0,-1-3 0 16,0-3 3-16,-3-17-3 0,1-5-10 0,0-5 6 16,2-7-2-16,-2-1 7 0,1 0 12 0,-1 3 10 15,-1 6 3-15,0 5 2 0,2 7 9 0,-3 10 13 16,-1 5 1-16,-2 7 5 0,0-3 9 0,1 1-4 16,-2 1 1-16,0 2-2 0,2 1 0 0,-3 0-11 0,2 3 2 15,-2 0-6-15,1 15-16 0,0 6-3 0,0 3-2 16,0-5 1-16,2 0-1 0,0-3-7 0,0-3-3 15,3-2 0-15,-2-3-4 0,3-5-7 0,1-2-2 0,2-2-2 16,-1 6-10-16,4 1-4 0,-3-5 2 0,1-3-2 16,1-2 3-16,-2-5-4 0,0-1 6 0,-1-1-1 15,2 5 21-15,0-13 6 0,3-1-10 0,-5-2 6 16,4-1-37-16,0-6-59 0,2 0-20 0,3-4-22 16,0-5-132-16</inkml:trace>
  <inkml:trace contextRef="#ctx0" brushRef="#br0" timeOffset="101516.5">21044 11698 818 0,'0'-1'114'0,"0"0"137"0,-2-2-81 16,1 0-44-16,-1 0-10 0,1 0-10 0,0 0-47 0,-1 1-30 16,-1-1-1-16,1 1-11 0,-8-2-20 0,0 1 7 15,0 2-7-15,-3 1 6 0,3 3-11 0,-1 4 1 16,2 4 4-16,1 19-2 0,0-1 5 0,0 8-5 16,0-3-1-16,4 4 1 0,-1 0 7 0,4-1-7 15,-17 0 0-15,9-2-5 0,6-2-4 0,3-4-12 16,2-3-1-16,2-4-6 0,0-3-20 0,2-4-24 15,0-3-4-15,-4-7-6 0,0 0-18 0,8 2-1 16,0-3-7-16,0-3-3 0,-1-1-69 0</inkml:trace>
  <inkml:trace contextRef="#ctx0" brushRef="#br0" timeOffset="102308.73">21127 11221 1148 0,'0'-2'87'0,"0"1"-5"0,0-2 38 0,-6-13-10 0,2 5-16 16,0 3-45-16,0-4-17 0,2 8-4 0,1 1-4 15,-1 0-12-15,1 2-11 0,0 0 3 0,-1-1-5 16,1 2 7-16,-1 0 1 0,2 3 5 0,0 23-5 16,2 16 6-16,1 2-13 0,1 9 6 0,2 4-7 15,-1 1 9-15,1 3-7 0,1 2-1 0,0 1-1 16,1 1-2-16,2-3-17 0,-1-7 0 0,1-5-8 16,0-11-14-16,-2-11-34 0,2-4-4 0,-2-7-13 0,0-5-37 15,-6-8-7-15,5 2 4 0,8 1-2 0,-1-6 24 16,1-4-29-16,-6-2 3 0,1-15-10 0,1-14 29 15,-7-1 65-15,0-6 11 0,-1 4 18 0,17-1 48 0,-10 0 35 16,-7 5-4-16,-5 1 14 0,0 3 4 0,-4 8-10 16,-3 1 4-16,1 5-6 0,2 1 1 0,-15 1 19 15,4 4 1-15,3 4 8 0,0 2 8 0,4-4-13 16,1 1-1-16,2 3-7 0,0 2-33 0,2 1-3 16,0 0-11-16,4 0 6 0,-2 3-22 0,-5 11-11 15,1 4 5-15,2 4-6 0,4 2 3 0,2-2 3 16,4 1-6-16,0-3 6 0,2-5-18 0,0-2 6 15,2-2-6-15,1-2 7 0,8-2 3 0,5-6-9 0,-2 13 8 16,2-5-10-16,3-6 3 0,-2-5-21 0,2-6 4 16,-3-5-8-16,-1 4-3 0,2-17-12 0,-1-1-9 15,-1-4 0-15,-2 2-27 0,-3-2 5 0,2 3 0 16,-4-2 4-16,1 1 22 0,-2 2 44 0,-2 1-1 0,1 5 15 16,-4 3 23-16,-1 4 25 0,-4 2 3 0,-1 8 9 15,-1 3 39-15,0-2 9 0,1 0-6 0,0 2 0 16,-1-1-45-16,-1 1-26 0,0 1 6 0,1 0-15 15,-2 0-15-15,0 1-7 0,0 1-7 0,0 0 3 16,0 1-8-16,0-1-12 0,0 5 7 0,0-2-7 16,0 0 16-16,0-2-1 0,0-2 1 0,0 0-1 15,0 1 4-15,0 1 6 0,0 1-6 0,0 3 5 16,1 4-10-16,2 3 11 0,1 2-3 0,5 4 6 0,1-1-10 16,2 3 1-16,-6-1-4 0,15-1 3 0,2-3-13 15,1-3-12-15,4-4 1 0,2-3-8 0,0 0-22 0,-4-6-4 16,-2 5 2-16,-5 7 3 0,-2-6 37 0,-2-2 16 15,-9-5 0-15,5 0 4 0,-7 0 19 0,-1 0 22 16,3-1 0-16,-3-1 5 0,0 0-16 0,-2-1-14 16,6-9 2-16,-3 5-5 0,-1 0 2 0,-1 3 14 15,-1 0 4-15,-1 2 1 0,0 0-2 0,0-1 2 16,0 0-5-16,-1 0 6 0,-1 2-14 0,1-1-8 16,-2 1-4-16,-3-1 1 0,-4 0-13 0,-2 0 6 15,-1 1-4-15,-1 1 4 0,-5 0-7 0,1 0 2 0,1 0 0 16,2 0 1-16,2 0-6 0,2 0-2 0,-1 0 0 15,2 0 0-15,2 0 1 0,-1-2 2 0,1 0-3 16,1-1 3-16,1 0 2 0,-1-1-6 0,1-1 7 16,2-10-7-16,0-2 2 0,1-1-7 0,2-1 0 15,-12 1-4-15,3-2-28 0,3-1-42 0,3 0-20 0,1-2-11 16,2-1-116-16</inkml:trace>
  <inkml:trace contextRef="#ctx0" brushRef="#br0" timeOffset="102848.79">21975 10849 179 0,'0'0'84'0,"0"0"-8"16,0 0 103-16,0-1-14 0,0-1 10 0,0 1-41 15,0 1-30-15,0 0-9 0,0 0-7 0,0 0-38 16,0 0-12-16,-1 1-1 0,-1 1-7 0,2 0-16 0,-8 18-4 16,1 1 0-16,0 6-1 0,1-1-10 0,2 3 5 15,-2 2-5-15,3-2 5 0,2-1-12 0,1-3 7 16,1 4 0-16,4-1 3 0,0 0 3 0,1-1 4 15,1-1-1-15,-1-1 1 0,2-1-4 0,2 0-5 16,3-3 2-16,-9 0-2 0,12-2 6 0,2-2-6 16,-1-2 1-16,-2-3-1 0,1-3 9 0,-5-4-8 15,-1-1 0-15,0 3-1 0,0-1 6 0,-2-2 3 0,1-3 4 16,-2-1-2-16,-1 0 6 0,-2-1-5 0,-1-1-1 16,-2-16-1-16,1-7-5 0,14-4 2 0,-6-2-1 15,-5-3 3-15,-5 2 10 0,-2-5 1 0,-3 3 2 16,-3 3 0-16,0 0 5 0,0 10-6 0,-4 1 5 15,5-1-4-15,-18 7 7 0,-5 4-13 0,3 1 1 16,-3-8-6-16,-2 8-13 0,-3 3-5 0,2 6-6 0,1 0 2 16,5 1-10-16,7 2-17 0,4-1 2 0,7-1-10 15,1 0-20-15,6-1-37 0,0 0 5 0,-1 0-12 16,1 0 18-16,0 0 58 0,1 0 1 0,1 0 19 16,0 0 14-16,1-1 6 0,1 0-4 0,0-1 6 15,18-8 3-15,7 0 2 0,-2 2 0 0,2 1 2 16,4 1 17-16,1 2 0 0,1 0 6 0,3 4-5 0,1 0 7 15,-5 4 12-15,3 6 0 0,-2 3 3 0,2-11-8 16,-1 28-4-16,0 4-7 0,0 7 2 0,-2 0-20 16,-2 1-7-16,0 2 5 0,-5-9-6 0,-5-2 8 0,-7-5-4 15,-5-5 0-15,-3-6 2 0,-4-5 25 0,5-4 26 16,-5-6 3-16,2 1 4 0,-2 0-8 0,1-2-64 16,-1-1-4-16,-1-1-24 0,-3-31-47 0,-1-32-38 15,3-17-8-15,1-5-13 0,7-4-63 0,7 5-294 16</inkml:trace>
  <inkml:trace contextRef="#ctx0" brushRef="#br0" timeOffset="103330.42">21141 12240 1593 0,'-1'0'17'0,"-1"0"-15"0,1 0 12 16,0 0-5-16,-2 1-16 0,0 0 3 0,1 2 4 15,-10 21-1-15,2 2 3 0,0 12 0 0,3 4 1 16,1 6 1-16,1 3 7 0,-1-1 5 0,0 1-4 16,1 2 4-16,-1 5 0 0,0 6-14 0,1 5 8 0,-2 2-10 15,2-2 4-15,1-4-10 0,1-9-3 0,2-6-2 16,-2-6-8-16,3-12-21 0,-1-6-3 0,1-9-10 16,0-6-39-16,0-7-88 0,0-1-45 0</inkml:trace>
  <inkml:trace contextRef="#ctx0" brushRef="#br0" timeOffset="103521.7">21185 12299 1510 0,'0'0'27'0,"0"0"-2"16,0 1 12-16,1 1 3 0,1-1-6 0,2 3 13 0,22 19-27 16,2 2 5-16,0 5-13 0,3 3-8 0,-3-1-1 15,1 2-3-15,0 0 1 0,-5-1-1 0,3-2-9 16,-6 0 3-16,-4-3-5 0,0 0-3 0,-2-4-14 15,-4-1 0-15,-1-6-6 0,-2-2-7 0,-1-3-42 16,-2-4-5-16,-1-1-19 0,-1-5-68 0,-1-1-221 16</inkml:trace>
  <inkml:trace contextRef="#ctx0" brushRef="#br0" timeOffset="103681.8">21681 11907 1920 0,'0'0'16'0,"2"0"41"16,-1 2-36-16,16 6 12 0,25-5 2 0,15 21 0 16,2 2-16-16,9 2-19 0,-1 0 0 0,-5 3-6 15,0 0-15-15,-7 8-82 0,-3 0-39 0,-4 8-27 16,0 8-248-16</inkml:trace>
  <inkml:trace contextRef="#ctx0" brushRef="#br0" timeOffset="105047.72">20473 13595 1269 0,'-2'0'-3'0,"1"0"11"0,-1 1-22 0,1 1-11 16,0-1 6-16,-1 1-7 0,1-1 6 0,-1 0-3 0,1 2 4 16,1 0-2-16,0 10 15 0,0 2 9 0,0 2-2 15,1 0 5-15,1 0-2 0,-1 2-7 0,1-3 6 16,-1 3-5-16,0-4 12 0,2 0 1 0,-1-3-6 0,0 0 3 16,1-3-12-16,0 1 9 0,0-3-1 0,0-1 5 15,0 0-2-15,1-1 3 0,2 1 1 0,5 0 0 16,0 1 2-16,2 0-7 0,-2-2 5 0,5 1-5 15,-2 0 2-15,7-1 1 0,-1 1-3 0,4-3 4 16,6 0 0-16,-9-2-13 0,4 15 2 0,-1-8-7 16,-4-4 6-16,10-1 0 0,-6-1-4 0,-2-2-1 15,4-2-38-15,-6-1-116 0,-2-1-80 0</inkml:trace>
  <inkml:trace contextRef="#ctx0" brushRef="#br0" timeOffset="105898.32">21069 13478 1314 0,'0'0'26'0,"0"0"65"15,0 0-95-15,0 0-3 0,0 0 2 0,2 0-1 16,-1 0 14-16,0 0-8 0,1 0 3 0,11 1-5 16,-1-1 3-16,2 0-11 0,-1 0-2 0,-2-1-5 15,2-2-5-15,-2-3-11 0,2-1 3 0,1-1-6 16,-2 0 10-16,-1 7-5 0,-1-13 2 0,-5-2-4 16,3 2-12-16,-3 0 9 0,-2-1-7 0,0-1 8 15,-2-1-18-15,12-1-24 0,-5-2-2 0,-5 0-8 16,-3-1-14-16,0 4 45 0,-3 0 3 0,-1 1 18 0,-1 4 51 15,-1 2 29-15,2 4 8 0,-15 5 5 0,-1-1 15 16,-1-10 5-16,0 5-8 0,0 5 5 0,0 4-17 0,2 2 11 16,2 3-9-16,2 1 8 0,2 1-16 0,3-2-13 15,2 10 2-15,2 0-8 0,2 0 1 0,1-2-19 16,0 1 6-16,-10 2-11 0,5-1 7 0,4 3-10 16,2 1 4-16,2 0-7 0,3 3 4 0,3 0 1 15,2 0 1-15,1 1-1 0,1-1-2 0,0 0-3 16,-1 1 1-16,1-4-2 0,0 0-3 0,0-2 0 15,0 1-9-15,-2-5 5 0,2 2-12 0,0-3-24 16,-1-1-5-16,-6-2-14 0,8-1-66 0,0-3-71 0,0-5-46 16</inkml:trace>
  <inkml:trace contextRef="#ctx0" brushRef="#br0" timeOffset="106115.23">21393 13155 1703 0,'0'0'33'0,"0"0"-22"0,0 0 24 0,0 0-9 15,0 0-55-15,0 0 19 0,0 0-8 0,1 2 13 0,3-1-2 16,22 10 0-16,-2 2 4 0,3 3-3 0,-3-12 9 16,-2 17-4-16,2 3-1 0,-2-1-3 0,0 2-3 15,-1-1-14-15,1 2-1 0,-4-4-7 0,0 1-24 16,-1-3-45-16,-1-3-24 0,-3 0-19 0,-3-5-197 0</inkml:trace>
  <inkml:trace contextRef="#ctx0" brushRef="#br0" timeOffset="106346.55">21594 12883 1505 0,'-2'0'123'0,"1"0"-131"15,-2 1 127-15,-4 3-60 0,-6-2-48 0,3 19 0 16,0 3-1-16,3 3-1 0,3 2-13 0,-3 5-1 0,1 2-1 15,-4 2 0-15,3 0-10 0,2 3-22 0,-2-3 0 16,2-1-10-16,-2-2-22 0,3-5-21 0,1-5 1 16,0-5-6-16,-1-7 2 0,1-8 34 0,2 0 5 15,1-4 12-15,-3 2 22 0,0 0-14 0,2-3-5 16,-8 0 1-16,4-2 16 0,0 0 23 0,3-10 3 0,-12-10 5 16,5-2-8-16,5 0-2 0,4 1-2 0,0-1-1 15,1-2-6-15,5 1-113 0,4-5-23 0</inkml:trace>
  <inkml:trace contextRef="#ctx0" brushRef="#br0" timeOffset="106521.79">21626 12839 569 0,'0'0'105'16,"0"0"-10"-16,1 0 57 0,1 0 0 0,-1 0-20 0,1 1-25 15,-1 1-31-15,2-1 2 0,1 5-13 0,10 18-8 16,-1 4-14-16,-2 6 4 0,-2 5-8 0,-2 5-6 16,-1 6-3-16,-1 3-5 0,2 3 1 0,-1 0-21 0,0 3 1 15,2 6-4-15,1 8 2 0,0 0-3 0,4 8-5 16,0-1-5-16,1-4-1 0,3 2-22 0,0-2-34 15,-3 1-9-15,3 5-10 0,-1 0-37 0,-4 0-5 16,2-9 6-16,-5-13-6 0,-3-12-3 0,-4-17-148 16</inkml:trace>
  <inkml:trace contextRef="#ctx0" brushRef="#br0" timeOffset="106731.48">21938 13068 1829 0,'-1'0'-2'16,"0"0"14"-16,-1 0-37 0,2 0 9 0,0 0 5 16,0 0 0-16,2 0 8 0,0 1-1 0,3 2 3 0,13 13-1 15,-4 8 2-15,0 5 0 0,-2 4-4 0,-5 2 4 16,1 5 1-16,-6 1 0 0,17 2-1 0,-12 3 0 16,-8 0 2-16,-3 2-1 0,-6-4 1 0,-3-4-2 15,-1-2 1-15,-2-6-40 0,2-2-7 0,-1-3-21 16,13-6-99-16,-20-8-199 0</inkml:trace>
  <inkml:trace contextRef="#ctx0" brushRef="#br0" timeOffset="106995.98">21878 13116 817 0,'0'0'151'0,"1"0"36"0,0 0-44 15,1 0-80-15,4 0 1 0,16 0 12 0,4 1-13 16,6 3-5-16,1 5-6 0,1 4-35 0,-3 1 1 15,-2 1-8-15,-2-13 4 0,-3 22-11 0,-1 0-5 16,-2 0 3-16,-1 0-2 0,-2 0 6 0,-5-3-6 16,-3-1 2-16,-3-5-3 0,-1-2-1 0,-4-4 1 15,0-4 2-15,-1-2 0 0,2 0 1 0,0 0-15 0,-2-2-1 16,1-1-4-16,-1 0-9 0,-1-3 14 0,-1-24-2 16,-4-8 7-16,1-2 11 0,0 2 0 0,1 0 1 15,2 4-1-15,1 1-2 0,1-1-1 0,3 4-7 16,3 0 0-16,5-1-37 0,2 0-74 0,3-5-42 0,0 1-33 15,-13 1-351-15</inkml:trace>
  <inkml:trace contextRef="#ctx0" brushRef="#br0" timeOffset="107272.55">22659 12452 1241 0,'0'-2'23'0,"0"1"0"15,2-1-7-15,-1 0 1 0,3-7-11 0,3-1 5 16,-2-5-4-16,9 5 0 0,-1 1-1 0,-2 1-3 15,2 4 2-15,-2-5-1 0,2 2 2 0,1 1 11 16,0 3 8-16,3 3 8 0,0 2-2 0,3 4 3 0,1 3-7 16,1 6-7-16,2-7 3 0,2 20-11 0,-1-1-4 15,1 3-3-15,1 1 0 0,-3-3-3 0,-2 0-6 16,-5-2 4-16,-6-1-2 0,-1 1 11 0,-4-2-2 16,0 1-2-16,-1 2 1 0,9-1 6 0,-4 3-10 15,-4 1 9-15,-3 1-10 0,-3-1 6 0,0-1-6 16,-4-2-1-16,-1-3-2 0,1 3-5 0,0-6-5 15,0 2 1-15,-1 2-5 0,1-2-17 0,1 1-16 16,-1 0-2-16,-2 1-7 0,-2 2-51 0,-3 4-123 0,-2 2-86 16</inkml:trace>
  <inkml:trace contextRef="#ctx0" brushRef="#br0" timeOffset="111534.39">23907 9456 743 0,'0'0'0'0,"0"0"10"0,0 0-4 0,2-2-34 16,-1 1-44-16,1-1-89 0,0 2-45 0</inkml:trace>
  <inkml:trace contextRef="#ctx0" brushRef="#br0" timeOffset="111882.2">24131 9317 274 0,'0'-1'32'0,"0"-1"0"0,1 1-14 0,1-2 6 15,0-1-18-15,11-6 7 0,5-3-10 0,4 2 1 16,-4 0-4-16,0 1-4 0,-1 4 40 0,-4-2 5 16,0 6 15-16,1-8 26 0,-4 6 2 0,0 3-3 0,1-1 4 15,-2 2 5-15,-1 2-5 0,2 0 0 0,-4 0-4 16,2 2-29-16,-2-1-16 0,1 1-8 0,1 0-1 16,1 8-21-16,2 2-1 0,2-3-4 0,1 2 3 15,-1 1 3-15,-2-1-7 0,2 2 6 0,-2 2-6 16,0-3 6-16,1 2 2 0,-3-1 3 0,1 0 0 15,-1-1 23-15,-4 0-2 0,3 1 8 0,-3 1-6 16,-1 2 6-16,-1 2-7 0,-1 1-4 0,12 3 1 16,-4 2-4-16,-5 6-2 0,-3 2 0 0,-4 3-1 0,-2 2-5 15,-3 1 0-15,-3 2 0 0,-1-1 0 16,0-2 5-16,-2-1 0 0,0-6 5 0,-1-2-5 0,-2-3-8 16,4-6 13-16,10-3-10 0,-8-6 13 0,5-5 0 0,3-4 9 15,2-2-8-15,-1 2 4 0,-1-2-26 0,4-1 5 16,29-8-4-16,48-11 2 0,24-41-16 0,36-24 5 15,16-12 0-15,36-11 1 0,14-9-28 0,11-7 735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9T08:37:07.4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1982 12119 1631 0,'3'-18'9'0,"-1"-29"-5"0,1 6 3 0,0 1-4 0,-3 0 8 0,0-1 7 0,-6-1 0 0,1 2 3 15,-1 3 6-15,-2-1-1 0,-1 4-1 0,-1 0-2 16,2 3-6-16,-2 1-7 0,-2 1-2 0,1 2-2 0,0 0-5 16,-2-1 2-16,0 0 1 0,1 2-1 0,-1-1-4 15,0 0 1-15,1 2 0 0,0 2 1 0,-2-3 1 16,1 0-1-16,2 5 2 0,-2-3-2 0,3 6 14 0,2 3 9 15,-1 1-1-15,8 4 2 0,-12 0-12 0,1 1 4 16,0 3-6-16,0 4 5 0,-3 1-15 0,0 0-3 16,-2-11 0-16,-3 4-2 0,2 5-1 0,-2 3 1 15,4 1-2-15,2 2 2 0,-3 3 4 0,2 0 0 16,-2 1-4-16,0 1 1 0,3 1-1 0,-2 1-2 16,-2-6 3-16,-2 14-4 0,3 5-3 0,0 4-26 15,0-1-22-15,2 10-10 0,-4 2-148 0</inkml:trace>
  <inkml:trace contextRef="#ctx0" brushRef="#br0" timeOffset="1376.92">1206 11266 1014 0,'0'0'2'0,"0"0"-7"0,0 0 2 0,0 0-5 16,0 0-1-16,0 0 1 0,0 1-2 0,0 1-8 16,1-1 1-16,1 1-2 0,-1-1 15 0,0 2 3 15,1 0 2-15,-1-1-1 0,1 1-4 0,-1 0 4 16,0 0 2-16,1 0 4 0,-1 0 11 0,1-2 3 16,-1 0-3-16,0 1 3 0,1-1-6 0,-1 1-2 15,1-1-3-15,-1 0 2 0,1 1 3 0,-1-1 3 0,-1 1 3 16,0-1 0-16,0 1 2 0,0-1 2 0,0 0-6 15,0 1 1-15,0-1-16 0,0-1 0 0,0 2-2 16,0-1 3-16,0 0 0 0,0 1-8 0,0-1 4 16,1 1-5-16,1-1 8 0,-1 0 8 0,-1 1 8 15,0-1-2-15,0 1 18 0,0-1 7 0,0 2-6 16,0 0 6-16,0 0-2 0,0-1-4 0,0 1 1 0,0 0-2 16,0 0-5-16,-1 0 5 0,-1 0-3 0,1-1 2 15,1 0-11-15,-1 1-6 0,-1-1-4 0,1 1 0 16,-1 0-13-16,1 1 0 0,-5-1 0 0,2 3 0 15,0 0 2-15,1 1-2 0,-1 0 0 0,-2 1-2 16,0 2 1-16,-1 1 2 0,2 3-2 0,-1 1 1 0,2-1 0 16,-2 0-2-16,-1 1 3 0,4 2-1 0,-1 2-3 15,0-1 1-15,2 0 0 0,-3 4 2 0,2-1 5 16,-11 1-9-16,5 1 0 0,2 1-4 0,3 0 8 16,1 2 3-16,2-1 0 0,-1-1 0 0,1 0-11 0,1 0 13 15,0 0-5-15,0 0 7 0,1 0-7 0,2 0 5 16,0 2-1-16,1-1 2 0,-1 2-6 0,0 3 3 15,0-2 0-15,-1 4 1 0,3 1 0 0,-1 1-1 16,-1 5 3-16,0-2-2 0,-1 1 5 0,3-1-1 16,-1-3-2-16,2 3 1 0,-1-3 1 0,1-2 1 15,0-4 2-15,-1-4-1 0,2-1-3 0,0-2-6 16,2 0 2-16,-1 1-2 0,1-4 0 0,1 2-6 16,0-1 5-16,-1 0-5 0,1-1 12 0,0 1-7 0,-1-5 1 15,1 0-3-15,-3-3 5 0,0-1-3 0,-4-3 0 16,8 0-2-16,0-1 0 0,-1 1 5 0,3-3 0 15,-3-1 3-15,0 0-9 0,2 5 9 0,2 1-3 16,3-2 6-16,0-3-3 0,0-1 1 0,-3-3-3 0,1 0 2 16,2-2-4-16,0 0 7 0,-1-3-6 0,0 1 6 15,0 0-4-15,-1 0 1 0,-2-1 3 0,-2 0-2 16,-1-1-1-16,0 1-1 0,-2-1 5 0,-1 3-3 16,2-10 16-16,-3 1-7 0,-1-1 1 0,2-1-3 15,-2-2-1-15,0-1 1 0,2-1-2 0,0-2 0 16,3-1-6-16,2 0-3 0,-1-2 7 0,3 0-6 0,0-2 7 15,0 1-10-15,0 4-2 0,-1-2-1 0,0 3 2 16,-2 1-2-16,-1-1 5 0,0 5-3 0,0 0 2 16,-3 2 3-16,-1 0-1 0,-4-3 2 0,0-4 1 0,12-2-5 15,-4-4-6-15,-5 1 3 0,-3-3-4 0,-2-1-1 16,-2-1 9-16,0-2-6 0,-1 0 3 0,-3 0-4 16,1 0-1-16,0 0-1 0,1 3 10 0,0-1-31 15,1 1-12-15,0 5-17 0,2 4-126 0</inkml:trace>
  <inkml:trace contextRef="#ctx0" brushRef="#br0" timeOffset="2417.98">2132 12375 1451 0,'0'0'1'0,"0"0"2"0,0 0-5 16,0-1-2-16,1-1 0 0,0 1 3 0,1 0-19 15,1-1 6-15,2-2-8 0,7-3 11 0,-4 1 4 16,-4 3-1-16,0 1 4 0,1 0 6 0,-2 1-1 16,-2 1 3-16,3-7-3 0,5-6 3 0,-1-1 4 15,2-6 5-15,-1-1-2 0,-1-3 7 0,-1-3-8 16,0 2-6-16,-1-1 3 0,-1 1 3 0,0 2 12 16,-1 2 5-16,0 1 2 0,-1 5 6 0,0 0-9 15,0 3 1-15,-2 5-5 0,1 0-6 0,-2 4-4 0,0 1-5 16,0 1 2-16,0-2-9 0,0 0-1 0,1 0 0 15,0 2-2-15,1 0-1 0,-1-1 5 0,1 1-1 16,-1 1 3-16,0 0 2 0,2 1 3 0,0 1 0 16,1 0-1-16,5 5 1 0,1-1 8 0,0 7 0 0,-1 1 3 15,1-1 4-15,2-1-7 0,-1 3 4 0,-1-4-4 16,1 3 1-16,0 0 5 0,1 2-5 0,-1 2 6 16,0 0-3-16,1 1-14 0,-1 5 9 0,3-2-11 15,0 2 7-15,2 3-7 0,-1-3 2 0,-3 2-2 16,-1 2-2-16,0-1-1 0,1 0-1 0,-4-6 0 15,3 0 1-15,-4-3 1 0,-5-2-4 0,1-2 2 16,-2-1-3-16,1 0-1 0,-1-2 0 0,6-3-1 16,-3-1 0-16,-1-1 1 0,-1-2-3 0,-2-1 1 0,0-1-9 15,0 0-30-15,-2 1 1 0,1 0-15 0,-2-2-26 16,0 1-36-16,-4-2 3 0,-3-3-15 0,3-1-10 0,1-13-11 16,1-16 14-16,2-8-6 0,1-2 59 0,-20-7 37 15,12-1 10-15,6 0 12 0,2 3 49 0,2 2 47 16,2 3 0-16,-2 4 18 0,0 2 29 0,3 6-24 15,-1 3-1-15,1 4-11 0,1 1-29 0,1 5 3 16,-1 2-8-16,-1 3 4 0,0 5-22 0,-2 2-1 16,-1 5-5-16,0-1 4 0,1 0 15 0,1-1 15 15,-1 1 3-15,1 1 2 0,-1-1 12 0,0 1 2 16,1 1-2-16,-1 0-3 0,-1 1-26 0,0 2-7 0,-7 21 1 16,-6 5-3-16,-3 2-1 0,13 4-3 0,-19 3-6 15,1 0 1-15,-1 6-7 0,-2 1 0 0,0 5-1 16,-2 5-2-16,-1 1-15 0,-1 7-3 0,-4 0 2 15,-5-1-5-15,-4 8-16 0,-3 0-78 0,0 7-27 0,-1 6-32 16,1 0-245-16</inkml:trace>
  <inkml:trace contextRef="#ctx0" brushRef="#br0" timeOffset="13066.44">3582 11433 119 0,'0'-2'0'15,"0"1"106"-15,-2-2 45 0,-2-8 59 0,-2-3 13 16,-1-1-88-16,2 4-29 0,-2 0-61 0,1 1 0 15,0 3-10-15,5-2-20 0,-8 4-3 0,2-1-1 16,-1 2 0-16,-1 2 2 0,2 1 1 0,0-5-3 0,3 4 2 16,-3-1-1-16,3 1 1 0,-3 1 5 0,-2 1-4 15,2 0 9-15,-1 3-3 0,2 1 1 0,-1 6-2 16,-2 14-1-16,1 4-3 0,-1 2-1 0,4 4 0 16,-1 0-2-16,2 2-5 0,-2 0 5 0,3 3-5 15,2 2 7-15,0 0-3 0,-21 3-1 0,13-2 0 16,6-1-10-16,3 0 7 0,3-4-8 0,2 0 7 15,1-2-9-15,-1-1-1 0,4 0 1 0,-1 0-3 0,1-2-8 16,1 2-11-16,0 3-2 0,0-3-6 0,-1 4-23 16,-1-2-38-16,-1-4-17 0,0 2-14 0,0 0-140 15</inkml:trace>
  <inkml:trace contextRef="#ctx0" brushRef="#br0" timeOffset="13387.83">4110 11339 1067 0,'-1'2'216'0,"0"1"-318"0,-12 19 268 0,-1 14-157 15,2 3 7-15,4 9-5 0,4 4-2 0,2 8 1 16,4 1-1-16,2 8-7 0,3-1-3 0,1-3-2 0,1 3-5 16,-1-5 4-16,-1 4 3 0,-1 2 0 0,1 7-2 15,0 5-13-15,-3-2-4 0,1-4-6 0,-2-9-33 16,-1-8-119-16,0-7-84 0</inkml:trace>
  <inkml:trace contextRef="#ctx0" brushRef="#br0" timeOffset="13954.91">4461 11751 1342 0,'-2'-2'13'0,"1"1"23"16,0-1-22-16,-1 1-9 0,1 0-3 0,-1-1-1 0,1-1-11 15,1 0 7-15,0-1-3 0,1-3 3 0,2 2-1 16,1-1-4-16,12 2 7 0,2 1-5 0,-5-6 2 16,1 8 2-16,0-2-3 0,-1-5 2 0,1 1-6 15,-1 4-8-15,-2 3-1 0,1 0-2 0,-3 1-4 0,0 3-4 16,-1 1-3-16,1 20 1 0,-3 6 8 0,-2-1 12 15,-1 2 3-15,12-3 3 0,-6-1 12 0,-5-3 8 16,-3-1 0-16,-1-4 3 0,-1 0 12 0,-2-5-1 16,0 1 7-16,-1-3-5 0,0-2 3 0,1-4 1 15,0 0-6-15,2-3 4 0,-2 1-4 0,1-3-5 16,1 1 6-16,1-1-4 0,0-1 15 0,0 1-16 16,-3 0-2-16,2 1-6 0,-1 0-19 0,1 0 4 0,0-2-2 15,-1 1 3-15,1-1-5 0,1 0 8 0,0 1 2 16,1-1 2-16,1 1-10 0,0-1 2 0,7 2-3 15,9 0 3-15,1-3-1 0,-1 0-5 0,0-3 1 16,1-1-4-16,-4-1-3 0,2 0-16 0,0-1 1 0,0 1-8 16,0-1-8-16,0 0-26 0,-3 1-7 0,5-4-10 15,0 1-56-15,-2-1-108 0,2-1-47 0</inkml:trace>
  <inkml:trace contextRef="#ctx0" brushRef="#br0" timeOffset="14142.91">5192 11387 880 0,'0'-1'113'0,"-2"0"181"0,1-1-158 16,-1 1-32-16,1-1-6 0,0 1-13 0,-1 0-55 15,1-1-20-15,1 1-8 0,0 1-1 0,0 0-10 0,0 1 9 16,0 16-1-16,3 24 3 0,2 9 0 0,2 10-7 16,2 8 0-16,-2 8-3 0,-1 4-7 0,-2-3-14 15,1 0-7-15,2-2-4 0,1-1-37 0,-3 6-57 16,2-3-16-16,-2 0-25 0,-1-7-161 0</inkml:trace>
  <inkml:trace contextRef="#ctx0" brushRef="#br0" timeOffset="14613.27">5795 11458 2071 0,'-1'0'22'0,"-1"0"-3"0,1-1-9 0,0-1 8 0,-1 2-18 16,1 0-14-16,-1 0-8 0,1 0-7 0,1 0 4 15,0 0-1-15,1 0 3 0,2 0 1 0,11 2 0 16,9 2 0-16,-2 3-12 0,2 4 2 0,-1 3-6 16,-2-9-3-16,-2 20 21 0,-2 3-4 0,-5 3 9 15,1 2-3-15,-5-5 20 0,-3 3-2 0,-1-2 7 0,14-1-5 16,-9 0 0-16,-5-2 1 0,-2-4-2 0,-1-1-4 15,-1-4 7-15,-2-3-5 0,-1-1 7 0,0 0-1 16,1-2-5-16,0 0 5 0,0-1-5 0,0 2-8 0,1-1 8 16,0-1-4-16,1 3 6 0,-1 1 2 0,2 0-4 15,2 3 1-15,2-2-2 0,2 1 5 0,1-2-3 16,0-1 2-16,1-1-2 0,-5-2 5 0,11 0-1 16,-1 0 3-16,-2-3-3 0,1 2-4 0,-4-4 7 15,3 4-2-15,-1-1 5 0,-1 1 8 0,2 5-1 16,-5-3 0-16,-1 5-1 0,1 2 3 0,-5 3-1 15,4 5 1-15,12 2-3 0,-10 0-7 0,-3 5-1 16,-4-1-5-16,-3-1 2 0,-1 2-6 0,-3-9-6 0,-2 0 4 16,1-6-6-16,-3 2-2 0,-1-3-1 0,2-1-4 15,-12-2 3-15,-4-3 1 0,-1-1-3 0,-1-2 7 16,0-2-6-16,-2-2 1 0,3-1-12 0,1 13-11 16,1-8-4-16,4-5-74 0,1-3-114 0,2-3-40 15</inkml:trace>
  <inkml:trace contextRef="#ctx0" brushRef="#br0" timeOffset="14792.54">6475 12087 1934 0,'0'0'3'0,"0"0"3"16,0 0-18-16,0 0-6 0,0 1-3 0,0 1 9 0,0-1-19 15,2 1 3-15,0-1-12 0,4 3-34 0,10-1-131 16,-2 4-63-16</inkml:trace>
  <inkml:trace contextRef="#ctx0" brushRef="#br0" timeOffset="14892.84">6888 12071 411 0,'0'0'29'0,"0"0"2"0,0 0-22 0,1 0-6 16,1 2-13-16,0-2-3 0,17 7-61 0</inkml:trace>
  <inkml:trace contextRef="#ctx0" brushRef="#br0" timeOffset="15026.94">7746 11920 1197 0,'0'0'193'16,"0"0"62"-16,0 2-191 0,-2-1-125 0,2 2-29 15,0 12-29-15,5 4-256 0</inkml:trace>
  <inkml:trace contextRef="#ctx0" brushRef="#br0" timeOffset="15143.6">8242 11941 1527 0,'0'0'37'0,"0"0"-116"16,-1 0 31-16,1 0-49 0,0 0-97 0</inkml:trace>
  <inkml:trace contextRef="#ctx0" brushRef="#br0" timeOffset="15937.94">9326 11809 1304 0,'-1'-2'5'15,"-1"-1"2"-15,-2-2 0 0,1-15-5 0,-7 0-2 0,-1-1 1 16,1-5 6-16,-3 0-7 0,-1-1-1 0,0 1-2 15,-4 2 3-15,-2 5 10 0,4-1 3 0,-2 1-1 16,1 1-6-16,1 2 9 0,1 2-5 0,1 6 7 16,0-2-1-16,4 4-7 0,0 2 3 0,1 1-5 15,5 0-6-15,-2-1 3 0,1 0-10 0,-2 0 6 16,-2 1-12-16,-1 0 12 0,3 2-1 0,-1 1 3 16,-1 1-4-16,4 0-5 0,-2 4 4 0,1-1-4 0,2 7 3 15,2 6 7-15,-12 4-6 0,4 2 6 0,3 2-8 16,4 2-3-16,3 0 5 0,2 1-4 0,1-1 2 0,1-3-9 15,2-1 0-15,1-5-3 0,-2-5-6 0,2-3 4 16,-2-6 3-16,10 6 2 0,2-4 15 0,-1-5-1 16,-2-4 2-16,-2-2 0 0,0-4 17 0,2-4 8 15,-1-6 2-15,1 0 1 0,-3 5 7 0,-2 6-5 16,-2 1 2-16,-2 4-5 0,4-4-16 0,-5 4 5 16,0 1-6-16,1 1 5 0,-1 1-6 0,0 0 6 15,3 4-8-15,-1 20 7 0,-1 17-13 0,2 6 0 16,-1 0 6-16,-3 3-6 0,3-2-1 0,-2-1 3 0,-3 1-5 15,3 2 4-15,-1 0-10 0,-1 0-4 0,1 1 2 16,19-2-3-16,-12-4-9 0,-7-1-17 0,-3-8-12 16,-2-4-4-16,0-5-79 0,-3-6-195 0</inkml:trace>
  <inkml:trace contextRef="#ctx0" brushRef="#br0" timeOffset="16218.52">8430 11170 1779 0,'-1'0'10'0,"-1"0"-10"16,-1 0 8-16,-2 1-4 0,-7 5-13 0,5 0 0 15,4 19 3-15,2 10-2 0,-20 11 4 0,12 10-2 16,8 13-3-16,4 13 1 0,5 14 0 0,1 13 8 16,-2 0-1-16,-2 3 1 0,0-2-16 0,0 9-15 15,2 4-4-15,-1-1-5 0,0-4-39 0,-2-15-69 16,2-4-7-16,-1-3-30 0,2-1-117 0</inkml:trace>
  <inkml:trace contextRef="#ctx0" brushRef="#br0" timeOffset="16564.89">9476 11050 1182 0,'0'0'50'0,"0"0"-2"0,0-2 11 15,0 1-7-15,0 1-11 0,0 0-16 0,0 0 0 16,0 1 4-16,1 1-2 0,5 12 16 0,11 28-9 15,0 10 5-15,1 14-8 0,2 8-7 0,-2 11-9 16,4 17 1-16,-1 22-4 0,0 11-8 0,2 13-15 16,-5 10-9-16,2 13-5 0,-3 4-57 0,1 15-424 15</inkml:trace>
  <inkml:trace contextRef="#ctx0" brushRef="#br0" timeOffset="21107.79">10410 11273 256 0,'0'0'227'0,"-1"-1"-90"16,-1-1 90-16,0-1 9 0,-7-4-164 0,-1 3-17 0,-1-7-44 16,1-1-2-16,1 5-5 0,1-4-8 0,-3 1 4 15,2 6-3-15,-1-5 4 0,-2 4 6 0,0-1-7 16,-2-1 2-16,-4-1-2 0,1 2 6 0,0 3-7 16,-2-3 8-16,4-5-7 0,-1 4 12 0,-1 1 1 15,2 5-7-15,-2 1 4 0,0 4-11 0,0 5-1 0,1 2 1 16,1 5-1-16,1 15 2 0,1-2-8 0,-1 2 6 15,4-2-7-15,-3 0 9 0,5 2-1 0,-1 1-3 16,2 0 2-16,2-1-3 0,2-1-1 0,0 2 5 16,2 1-3-16,-2 1 9 0,-17 4-4 0,10-1 1 15,4-3-2-15,4 1-2 0,0-4 2 0,2 0 1 0,0-1 1 16,2-6-6-16,0-3 4 0,3-3-5 0,-1-4 5 16,0-1 0-16,0-3 4 0,1-3-1 0,-3-3 1 15,0-1 6-15,2 0-1 0,7 4 6 0,1-1-4 16,2-2 19-16,0-3-7 0,1-2-1 0,5-3-2 15,-3-3-7-15,6-6-1 0,-3 6-2 0,4-19 0 16,3-5-8-16,-3 0 2 0,1-1-1 0,-1-5 2 16,-4 5 0-16,4-5-8 0,-2 4 3 0,-3 1-4 0,-1 1 7 15,-5 2 0-15,1 0-3 0,-4 2 0 0,3 0-6 16,-5 3 11-16,-1 0 1 0,-3 4 2 0,1 0-9 16,-2 5 14-16,1-1-8 0,0 5 12 0,-3 1-7 0,1 0-3 15,2 5 5-15,-3 2-5 0,2-1 7 0,0 1-1 16,-1 0 5-16,-1 0-3 0,0 2 2 0,1-1-7 15,-1 1-7-15,1 1 3 0,-1 0-5 0,-1 1 9 16,0 11 2-16,-1 17 1 0,-2 2 0 0,0 5-10 16,0 3 4-16,2 5-4 0,2 0 6 0,5 5-9 15,5 1 0-15,2-1-3 0,4 2 3 0,1-9-2 16,-15-3-1-16,28-8-4 0,3-6-16 0,4-5-48 16,2-5-23-16,6-6-19 0,2-3-179 0</inkml:trace>
  <inkml:trace contextRef="#ctx0" brushRef="#br0" timeOffset="22244.45">10799 10828 1608 0,'-2'0'10'0,"1"0"1"0,-5 0-9 0,-8 5-4 15,6 1-4-15,-1 10-8 0,8 18 5 0,-20 9 0 16,15 13 1-16,6 4-5 0,6 10 6 0,2 0 1 0,-2 4 2 16,1 1-3-16,0-1 4 0,0 10-7 0,0 8 8 15,-1 7-5-15,-2 1 0 0,2-5 4 0,-1-6-4 16,-2-9-6-16,4 1-10 0,-3-2-13 0,4 1 2 16,3 0-42-16,2-11-89 0,1-8-20 0,-2-13-39 15,3-6-198-15</inkml:trace>
  <inkml:trace contextRef="#ctx0" brushRef="#br0" timeOffset="23153.77">11302 11086 1217 0,'0'2'9'0,"-1"-1"13"0,-1 1-20 0,2-1-7 0,-7 22 4 16,3 6-5-16,4 2 11 0,3 3-3 0,2 2-5 15,4 2 2-15,-1 0-8 0,1 3 9 0,1 3-4 16,-2 1 4-16,1 0-13 0,-2 3 8 0,-2-1 2 0,-2-2 1 16,-1-5 6-16,-2-6-4 0,0-5 2 0,0-7-3 15,-2-6 5-15,1-8 1 0,-1 0 3 0,2-7-3 16,0 2 1-16,0-1 2 0,-1 1-4 0,0-1 2 15,1 0-16-15,0-1 5 0,0-1 0 0,0-1 3 16,0-15 6-16,2-13-7 0,6-4 3 0,3 2-6 16,2-2 6-16,-1 4 0 0,1 5 1 0,-2 4 1 15,-5 4 5-15,15 4 3 0,-2 3 0 0,-3 5 0 16,1 1-10-16,-2-7 20 0,2 2-4 0,-5 5 10 0,1 3 1 16,0 1-9-16,-2 2-4 0,0 3 1 0,-1-3-2 15,0 18-4-15,-3 3 1 0,-1 4-3 0,-2-2 1 0,-3 2 4 16,2-3 3-16,13 1-2 0,-8 1 0 0,-3-2-1 15,-4-1 0-15,-1-4 1 0,-1-3 1 0,-2 0 3 16,0-2-2-16,-1-2 1 0,-2 1-12 0,0-1 6 16,1-2-9-16,-1 0 7 0,-1 1-12 0,-1-1 4 15,5-1 4-15,-10 1 0 0,0-1-7 0,-2 1-3 16,1-2-3-16,-3-1 2 0,2-1-9 0,3-1-10 16,-4-3-7-16,1-2-1 0,1 9-18 0,-6-1-7 15,0-5 5-15,3-4-5 0,-3-1 7 0,5-4 9 16,2-2 2-16,0-1 5 0,0 2 22 0,6-12-22 15,5-2 1-15,-11 0-15 0,3-5-59 0</inkml:trace>
  <inkml:trace contextRef="#ctx0" brushRef="#br0" timeOffset="23311.39">12337 11472 1145 0,'-2'2'273'16,"1"-1"-481"-16,-2 0 294 0</inkml:trace>
  <inkml:trace contextRef="#ctx0" brushRef="#br0" timeOffset="23454.12">12748 11517 1494 0,'-1'0'25'0,"-1"0"-86"15,1 0-8-15,-1 2-46 0,1-1-355 0</inkml:trace>
  <inkml:trace contextRef="#ctx0" brushRef="#br0" timeOffset="23572.97">13202 11416 1010 0,'0'0'-46'16,"0"0"8"-16,0 0-77 0,1 0-10 0,2 1-4 15,10 2-12-15</inkml:trace>
  <inkml:trace contextRef="#ctx0" brushRef="#br0" timeOffset="23708.91">13600 11157 120 0,'2'-1'91'0,"-1"-1"-11"15,2-2 95-15,13-13-4 0,-5 7-2 0,-1 3-45 16,-2 0-8-16,2 1-2 0,-1 2-1 0,-2 3-13 16,1-1-40-16,1 2-4 0,-5 0-13 0,4 3-29 0,5 6-35 15,0-4-11-15,4 18-14 0,3-1-99 0</inkml:trace>
  <inkml:trace contextRef="#ctx0" brushRef="#br0" timeOffset="24102.43">14815 10373 1799 0,'-2'0'14'0,"-11"-3"24"16,-9-1-38-16,3 4-6 0,2 0-3 0,2 1 0 0,1 3 8 15,1 2-9-15,0 1 1 0,1-4-3 0,-3 17 8 16,0 4 0-16,-1 5 4 0,-3 5-3 0,-1 3 9 0,-1 4-7 15,-2-1 5-15,0 1-5 0,1 1 11 0,-4 3-5 16,2 5 1-16,2 5-3 0,0 3 7 0,8 8-8 16,-1 9 2-16,5 4-5 0,0 2-1 0,3-2-3 15,4-1-2-15,2 1 1 0,-28 6-1 0,24 6-22 16,8 5 4-16,5-1-14 0,6-7-35 0,-1-8-120 16,-3-8-31-16</inkml:trace>
  <inkml:trace contextRef="#ctx0" brushRef="#br0" timeOffset="24308.49">14036 11549 1966 0,'0'0'-5'15,"0"0"4"-15,0 0-22 0,0 0 2 0,1 0-2 16,2 0 27-16,20-2-6 0,15 2 2 0,10 2-3 15,8 2-6-15,5 3-6 0,4 0 0 0,-3-1-2 16,-5-1-17-16,-5-2-33 0,-7-2-17 0,-2 1-10 16,-4-1-99-16,-2-1-152 0</inkml:trace>
  <inkml:trace contextRef="#ctx0" brushRef="#br0" timeOffset="24534.51">13935 10742 1951 0,'-1'0'-2'0,"0"1"1"0,-2 0-12 0,-9 12 2 15,5 21-3-15,3 7 3 0,-19 16 0 0,19 15-1 16,8 14 2-16,8 11 6 0,2 8-13 0,0 2 0 15,2 15-10-15,1 12-43 0,-2 10-202 0,-1 2-129 16</inkml:trace>
  <inkml:trace contextRef="#ctx0" brushRef="#br0" timeOffset="25064.84">15110 10511 2323 0,'-1'0'38'0,"-2"0"3"15,-17-1-25-15,3 1-13 0,0 3-14 0,3 5-29 16,8 8 14-16,3 22-1 0,-19 11 6 0,15 8 10 15,10 11 1-15,4 9-1 0,7 21-1 0,0 12-4 0,-4 7-15 16,-2 6 6-16,-5 2-11 0,-3 9-10 0,-3 12-57 16,0 1-17-16,-1 5-21 0,0-2-133 0</inkml:trace>
  <inkml:trace contextRef="#ctx0" brushRef="#br0" timeOffset="27217.01">15641 10686 256 0,'-1'0'150'0,"0"-1"-45"0,-1 0 65 15,1-2 6-15,-1 0-111 0,-3-5-26 0,-4-8-33 16,2 0-4-16,0-1 0 0,1 1-2 0,4 3 5 16,0 0-3-16,1 3 5 0,1 6 12 0,0 3 10 15,-2-2-2-15,1 0 2 0,0 1-19 0,-2 1 10 16,1 1 2-16,-12 1 1 0,-7 9 1 0,3-7 1 15,-2 27-4-15,-1 1 6 0,5 1-4 0,-2 4-7 16,-1 1 0-16,5 1-2 0,-1 1 10 0,3 1-14 0,1 2-1 16,3 3-5-16,0 4-7 0,1 0 8 0,3 2 0 15,1 3 3-15,0-4-7 0,-1 0-3 0,3-2 0 16,-2-4-2-16,0 0 0 0,0-2 4 0,1 0 2 16,-1-4 1-16,-2-1-3 0,3-3 0 0,-1-1-8 0,0-6 7 15,0-2-17-15,0-5 13 0,0-6 1 0,1-6 2 16,0-2-6-16,1-6 12 0,-2 1-4 0,0 1 5 15,-1-1-15-15,1-1-14 0,-1-1 3 0,1-19-5 16,0-18 12-16,2-3 8 0,-20-3 0 0,11 0 4 16,5-2 7-16,5 0-3 0,2 0 2 0,2-4-4 15,2-2 2-15,1-2 2 0,1-4-1 0,1 3 2 16,-1 4 4-16,-1 6 2 0,2 4 5 0,-2 7-1 0,1 2 9 16,-1 2-4-16,1 2-4 0,-1 4 3 0,1 0 1 15,1 3-1-15,-1 1 4 0,1 1-3 0,-1 1 0 0,0 4 0 16,1 1 1-16,-3 5-1 0,-2 2-2 0,3 0 4 15,6 5-4-15,1-9 4 0,0 3-6 0,3 3-11 16,0 2 3-16,0 4-5 0,1 2-2 0,5 6 5 16,-1 4-5-16,2-7 5 0,-2 19-7 0,0 2 1 15,-1 3-1-15,-1 0 2 0,-1 4 6 0,-2 2-7 16,0 0 2-16,1 5-3 0,2 3 8 0,-2 4-10 16,2 3 2-16,1-3-5 0,-1 1 13 0,1-5-10 15,-1-1 3-15,-2-5-5 0,5 1 5 0,-3-1-4 16,-1-3 1-16,-2-5-2 0,-4-1 6 0,4-2-1 0,1 2 0 15,-3-2 0-15,-7-3-1 0,-2 1 0 0,8-5 2 16,-6-3 0-16,1 3 2 0,-5-2-6 0,-1-1 1 16,-2-2-2-16,1-2 6 0,-1-1-12 0,-1-5 2 15,0-2-8-15,0-1-14 0,0 0-41 0,0-4-6 0,0 2-15 16,0 0-61-16,0-2-167 0</inkml:trace>
  <inkml:trace contextRef="#ctx0" brushRef="#br0" timeOffset="27425.01">15504 11378 378 0,'-1'-2'91'0,"-1"1"122"0,1-1-85 15,-2-1-18-15,0 1-2 0,2 2-3 0,-2-2 9 16,2-1-12-16,-2 2-5 0,0-2-5 0,0 0-35 0,2 1-10 16,-1-1 4-16,1 0-5 0,1 1 0 0,0-3-3 15,4-2 0-15,22 1-1 0,9-2-6 0,5 1-23 16,-4-1 3-16,3-3-9 0,-3 3-5 0,4 2-3 15,-3-2-1-15,1 3-1 0,-1 2-4 0,-5-1-47 16,1-14-21-16,-4 12-19 0,-3 6-182 0</inkml:trace>
  <inkml:trace contextRef="#ctx0" brushRef="#br0" timeOffset="27920.95">16358 10428 1278 0,'-1'1'26'0,"-1"1"5"0,-2 5-24 15,3 25-6-15,-14 16-9 0,6 6 0 0,1 7 7 16,3 1-6-16,3 2 7 0,1 5 1 0,-24 9-3 16,16 2 6-16,6 5-5 0,2-2 11 0,-1-9-2 0,1-2 0 15,1-6 0-15,0-1 9 0,0 3-5 0,1 1 3 16,1 5-4-16,1 1 2 0,-1-2-9 0,3-5-2 15,0-9-2-15,1-2-3 0,1-2-13 0,2-3-4 0,0-1-7 16,3 0-57-16,1 6-283 0</inkml:trace>
  <inkml:trace contextRef="#ctx0" brushRef="#br0" timeOffset="28740.03">16840 10681 1741 0,'-1'0'20'0,"-1"0"3"0,-1 0-15 0,2 0-8 16,-8 3-5-16,-2 2 1 0,1-2-5 0,2 24 4 16,1 8-5-16,0 9 4 0,-16 11-2 0,10 5-3 15,5 10 1-15,4 7-3 0,-3-1 0 0,-1 0 2 16,1-8-3-16,-1-9-8 0,-1-6-3 0,0-7-1 0,-4-6 0 15,2-6 9-15,-1-7 7 0,2-8 5 0,3-3 0 16,3-9 11-16,3-7-8 0,-14 10 1 0,6-7-4 16,-3-3 6-16,4-2-1 0,-1-3 2 0,1-19-2 15,-1-17 3-15,2-7-5 0,2-3 1 0,0-6-3 16,3-8 3-16,-1-5-2 0,-24-4 1 0,18-2-2 0,9 8 4 16,5 4 4-16,2 5 2 0,3 11 0 15,4 4-1-15,0 9 4 0,3 1-2 0,-12 6 3 0,21 4-1 16,-1 2 0-16,2 5 1 0,-3 5-2 0,0 2-3 15,5 3-4-15,-4 5-1 0,0-12 0 0,-5 7 8 0,-3 4-15 16,-1 3 9-16,-5 0-8 0,0 3 11 0,-2 0-1 16,-2 1-7-16,-1 0 3 0,-4-2 0 0,3 8 3 15,-3 1 2-15,0 0-3 0,2 4-7 0,-1 0 4 16,0 5 1-16,1 2 2 0,-3 2-1 0,2 3 3 16,0 2-4-16,-2-1 2 0,2-1-6 0,-1 0 4 15,-1-3-2-15,13-2 2 0,-4 2-6 0,-4-5 6 16,-2 0-1-16,-3 0 2 0,-1-4 4 0,0-2-6 15,0 0 2-15,-1-3-3 0,0 0 10 0,-2 1-6 0,0 0 3 16,2-1-3-16,-1 1 3 0,1 3-5 0,1-2 2 16,0 3-2-16,1 1 0 0,2-2 1 0,1 3 4 15,0-2-2-15,2 1-2 0,1 2 3 0,2-1-2 16,-1 0 3-16,1-1-5 0,-1 1 8 0,1-2-10 0,-1-1 7 16,1 2-11-16,-1-2 10 0,-1 2-2 0,0-1 4 15,-1 1-6-15,-2-1 4 0,-1 2 2 0,-2 0-1 16,-1 0 0-16,-1 2 6 0,-3-1 1 0,-3-1 2 15,-5 1 6-15,7 1-9 0,-18 0 4 0,-2 3-4 16,-4-3 10-16,-2-2 6 0,-3-4 0 0,-1-2 1 16,-2-1 0-16,0-1 1 0,-2-4 0 0,4 1-2 15,1-3-10-15,0 14-9 0,5-9 0 0,1-3-3 0,0-4-2 16,5-1-19-16,2 0 6 0,3 0-12 0,-2-1-13 16,6-2-49-16,0-1-25 0,1-1-18 0,3 1-185 15</inkml:trace>
  <inkml:trace contextRef="#ctx0" brushRef="#br0" timeOffset="29340.17">16716 11269 1725 0,'0'0'17'15,"-2"-2"39"-15,1 1-65 0,-1-1-20 0,1 1 4 16,1 0-6-16,0-1 25 0,1 1 1 0,2 1 1 15,10-2-2-15,8 0-7 0,0 0 7 0,-1 1 1 16,1-1 3-16,2 0 5 0,2-1-2 0,1-2-1 0,-2 3 0 16,1-3 3-16,4 0-8 0,-5 1 1 0,0-2-6 15,-2 2-6-15,-2-2-39 0,-2 2-9 0,-3-1-13 16,0 0-65-16,-5 2-157 0</inkml:trace>
  <inkml:trace contextRef="#ctx0" brushRef="#br0" timeOffset="29682.48">17565 11243 2033 0,'-1'0'9'0,"-1"0"-31"0,1 0-11 0,-2 0-14 16,0 0-142-16,0 0-79 0,2 0 3 0,0 0-42 16,1 0-165-16</inkml:trace>
  <inkml:trace contextRef="#ctx0" brushRef="#br0" timeOffset="29806.98">18108 11349 575 0,'0'0'-71'0</inkml:trace>
  <inkml:trace contextRef="#ctx0" brushRef="#br0" timeOffset="29956.6">18952 11286 1900 0,'0'0'24'0,"0"0"5"0,0 0-81 0,0 0-27 15,0 1-24-15,0 1-70 0,1-1-33 0,2 2-50 16</inkml:trace>
  <inkml:trace contextRef="#ctx0" brushRef="#br0" timeOffset="30023.69">19312 11192 447 0,'0'-1'0'0,"0"0"18"15,0-1-185-15</inkml:trace>
  <inkml:trace contextRef="#ctx0" brushRef="#br0" timeOffset="30404.14">19810 10335 1966 0,'-2'1'-7'15,"1"0"-1"-15,-9 19-19 0,-7 28 5 0,7 17-6 16,9 6 10-16,4 5 8 0,5 2-2 0,1 3 5 16,-1 9-1-16,-1 16-5 0,-3 3 3 0,-1 1-4 15,-1-5 8-15,-2-9 3 0,0-2 2 0,-2 7 1 16,-1 2 12-16,-1-7-11 0,1-6-1 0,-1-9-5 0,0-9-22 15,2 2-116-15,2-2-41 0</inkml:trace>
  <inkml:trace contextRef="#ctx0" brushRef="#br0" timeOffset="31234.08">20002 10703 1404 0,'0'0'60'0,"0"0"0"0,0 0-30 15,0 0-1-15,0 0-29 0,0 0-4 0,0 0 10 16,1 0 1-16,1 0 3 0,1 0 2 0,21-2-7 15,0-1 0-15,8 0-3 0,1 0-7 0,-2 0 4 16,3-1-1-16,-7 1 2 0,2 0 1 0,0 1-1 16,-7-1 1-16,-1 0-1 0,-4 0-1 0,-1 0-5 15,-1 0 3-15,1 1-4 0,-5 0 3 0,-1-1-20 16,0 1 0-16,-1-1-8 0,-1 0-20 0,0 0-37 16,0 0-15-16,-3 0-12 0,-1 2-92 0</inkml:trace>
  <inkml:trace contextRef="#ctx0" brushRef="#br0" timeOffset="31472.09">20232 10743 245 0,'-1'0'52'0,"0"0"-27"0,-2 0 63 0,1 0-17 16,-6 1 18-16,2 1 32 0,-1-1-18 0,3-1 16 15,-2 2-61-15,3-2-13 0,1 1-6 0,-1 0 0 16,1 1-6-16,1 1 16 0,-1 0 2 0,-7 18 2 15,2 1-1-15,-1 8-10 0,4 3 0 0,1 9-4 0,2 3-7 16,1 9-13-16,1 2-1 0,-1 4-3 0,5-2-6 16,-4-2-7-16,0-2 0 0,-1-2-2 0,-2 2-9 0,-1 1-3 15,-3 2-4-15,-1 2 0 0,0-1-19 0,-1 3-19 16,0-5-23-16,1-5-3 0,-1-6-131 0</inkml:trace>
  <inkml:trace contextRef="#ctx0" brushRef="#br0" timeOffset="31654.86">20167 11547 1647 0,'0'0'234'0,"0"0"-287"0,0 0 257 16,0 0-137-16,2-1-78 0,1-1 15 0,12-5 0 15,23-10 7-15,6 2 7 0,7 1-17 0,1 1 5 16,1 3-8-16,0 2 2 0,-3 0-29 0,3 1-10 0,1 3-12 15,1 3-92-15,-5 1-466 0</inkml:trace>
  <inkml:trace contextRef="#ctx0" brushRef="#br0" timeOffset="33458.36">3086 11118 1080 0,'-3'0'0'16,"-18"4"1"-16,-2 1 23 0,5 4-7 0,1 1 1 0,0-5-8 16,3 17-7-16,2 0-1 0,2 5-2 0,0 1 0 15,-1 3 0-15,3 5 0 0,-1 2 2 0,1 4-2 16,-1 4 2-16,4 6 7 0,-1 7-5 0,4 8 7 15,-23 5 2-15,17 4 2 0,6-4 6 0,4-4-3 16,3-2 3-16,5-1-14 0,3 2 2 0,1 2-6 16,2 3 4-16,5 3-14 0,1-3 0 0,2-7-7 0,-18-4-19 15,34-9-51-15,5-4-34 0,10-3-29 0,9-1-366 16</inkml:trace>
  <inkml:trace contextRef="#ctx0" brushRef="#br0" timeOffset="34256.11">21326 10171 2018 0,'0'-2'0'0,"0"1"55"0,0-1-1 0,0 1-21 16,0 0-7-16,2-1-59 0,1 2-2 0,21 4 26 15,21 16 0-15,6 0 3 0,1 31-4 0,-7 17 3 16,-4 8 4-16,-5 12 0 0,-7 2 9 0,-7-4-7 16,-7 6 2-16,-6 11-3 0,-8 12 3 0,24 8 3 0,-29 5-1 15,-21 7 1-15,18 17-8 0,-61 18-79 0,-23 15-92 16</inkml:trace>
  <inkml:trace contextRef="#ctx0" brushRef="#br0" timeOffset="41056.55">4048 13213 1493 0,'-1'0'0'0,"-1"0"-2"0,1-1 10 0,-2-1 15 16,0 1 1-16,0 0 10 0,1-1-9 0,0 1-20 16,1-1-3-16,-1 1-2 0,1 0-7 0,0-1 3 15,-1 2 7-15,1 0-3 0,-1 0-1 0,1 2 3 0,-1 0-4 16,-5 13 4-16,-4 11-6 0,1 5 4 0,2 1-5 16,2 3 6-16,2 2-1 0,1 4 0 0,3 2 3 15,0 4-3-15,1-2-7 0,4 2 7 0,0 2-1 16,2-1 3-16,0-1-6 0,2-2 1 0,-2 1-5 0,0-1 3 15,2 1-15-15,-1 4 8 0,2 2-5 0,0 2 6 16,0 0-18-16,1 3-33 0,2 0-19 0,-2-5-7 16,2-1-78-16</inkml:trace>
  <inkml:trace contextRef="#ctx0" brushRef="#br0" timeOffset="41983.95">4547 13774 897 0,'-1'0'49'0,"-1"0"47"16,1 0-33-16,-1 0-27 0,0 0-9 0,-1 0-3 16,0 0-18-16,0 0-6 0,0 0-3 0,2 2-2 15,0-1-3-15,-1 1 2 0,1 0 3 0,-4 10-1 16,0 5-3-16,2 0 6 0,2 1-3 0,1 0 4 0,0 2-2 15,1-1-2-15,3-1 3 0,0-1 0 0,1 1 6 16,-1-2-5-16,2 2 0 0,-2-2 0 0,0-1 3 16,2-1-3-16,-1-1-4 0,0-3 0 0,0-2-4 15,-2-5 6-15,0 0-1 0,0-1 3 0,5 2 1 0,2-1-6 16,1-3 5-16,1-2-5 0,0-2 12 0,0-3-9 16,-1 5 4-16,0-12-5 0,1-1 9 0,-2-1-3 15,-2 1-2-15,-1-4 0 0,-1 2-3 0,-2-1 4 16,-1 0-2-16,0-1 2 0,-2-1-1 0,0 1 1 15,14-4 3-15,-7 2-2 0,-4-2 4 0,-2 5 4 16,-2 1 9-16,-2 4-1 0,0 3 37 0,-3-1 0 16,0 3-2-16,-1 0 1 0,-1 1-8 0,-7-2 5 0,1 1-5 15,-1 4 2-15,0 1-26 0,2 3-16 0,3 0-2 16,2 0-5-16,1 0-8 0,2 0-46 0,-1 2-21 16,1-1-15-16,1 1-134 0,0-1-217 0</inkml:trace>
  <inkml:trace contextRef="#ctx0" brushRef="#br0" timeOffset="42243.54">4840 13145 1952 0,'-2'0'-2'0,"1"2"2"0,-2-1-9 16,0 8 2-16,-5 16-2 0,5 3 4 0,-14 4-5 16,6 1-1-16,8 8 1 0,3 3 6 0,3 11 4 15,2 6 3-15,2 8-1 0,3 8-8 0,0-2-9 16,0 0-12-16,1 1 6 0,2-1-16 0,0 4-15 16,1 6-8-16,-3-1-9 0,-1 0-75 0,1-6-152 15,-1-11-74-15</inkml:trace>
  <inkml:trace contextRef="#ctx0" brushRef="#br0" timeOffset="42759.44">5228 13257 1462 0,'0'0'22'0,"-1"0"-5"0,0 0-2 0,-1 0 5 16,1 0-15-16,-1 0-15 0,1 2 1 0,0-1 2 0,1 0 0 15,0 2 3-15,1 11 4 0,3 8-5 0,3 2 5 16,0 1-1-16,2 5-3 0,-1 1 4 0,-1 1-5 16,2 1 0-16,-2-2-27 0,1 1-5 0,-1-2-11 15,2-2-39-15,-1 1-43 0,2-1-16 0,0-1-17 16,0 0-122-16</inkml:trace>
  <inkml:trace contextRef="#ctx0" brushRef="#br0" timeOffset="43133.68">5743 13448 1267 0,'0'0'175'0,"0"0"-253"16,-1-2 212-16,-1 1-123 0,1-2-8 0,1 0-10 16,0-2 4-16,0-1-6 0,1 0 5 0,1 4-3 15,-1-1 0-15,9-4-1 0,4 0 6 0,-1 4 0 0,-1 3 3 16,-2 1-1-16,0 3 0 0,-1 1-15 0,-2 26-5 16,-3 3-2-16,-1 5-8 0,18 4 4 0,-11 1-4 15,-7-1 4-15,-5 0-7 0,-2-5 12 0,-3-3 3 16,-1-4 3-16,-2-1 11 0,0-3 0 0,-3-2 4 0,0-2 0 15,1-2 22-15,9-3 11 0,-11-2 2 0,-1 0 2 16,0-5 5-16,5 2-15 0,-1-5 0 0,2 1-7 16,6-2-12-16,2-3-2 0,-2 0-6 0,0 0 1 15,2-1-14-15,1-1 10 0,0-1 0 0,-1 2 3 16,-1 0 3-16,2-2-3 0,2 0-3 0,-1 1 2 16,2-1 5-16,9-1-4 0,7-1 3 0,-2-3-5 15,1-3-10-15,2-3-68 0,0-3-6 0,1 3-28 0,0-13-86 16,2-3-137-16</inkml:trace>
  <inkml:trace contextRef="#ctx0" brushRef="#br0" timeOffset="43490.71">5310 13381 1393 0,'0'2'60'0,"0"1"144"16,-5 21-214-16,1 12 1 0,4 8 0 0,7 10 2 16,4 4 8-16,6 6 5 0,3 1-4 0,1-2 3 15,3 5-1-15,-2 3-6 0,4 5 2 0,-3 3-6 0,-1 3-20 16,-2-3-44-16,0-4-8 0,-3-9-12 0,-3-3-32 16,0-8-41-16,0-2-21 0,-3-3-19 0,2-8-177 0</inkml:trace>
  <inkml:trace contextRef="#ctx0" brushRef="#br0" timeOffset="43697.84">6137 13150 2100 0,'-1'0'-6'0,"-1"0"2"0,1 1-8 0,0 1-1 15,-4 9 1-15,-2 21 7 0,6 6-2 0,5 9 4 16,9 7-3-16,5 9 7 0,5 7-28 0,2 7-11 16,2 5-8-16,-4-4-55 0,2 1-73 0,-4-7-14 0,-4 0-34 15,0 5-179-15</inkml:trace>
  <inkml:trace contextRef="#ctx0" brushRef="#br0" timeOffset="44169.57">4919 13524 1363 0,'-2'0'1'15,"1"-1"-1"-15,0-1 0 0,-2 1 2 0,1 0-2 16,1-1-15-16,0 1 10 0,1-1-10 0,0-1 11 16,0 1-2-16,1-1-2 0,2 1 7 0,10-2-5 15,3 3 12-15,0 2-7 0,0 6 5 0,2-1-4 0,-3 24 7 16,4 2 2-16,-2 3-5 0,-6 2 3 0,-1 0-7 15,0 1 4-15,-4 0-3 0,1 5 0 0,1-1-40 16,3 7-103-16,2 4-33 0</inkml:trace>
  <inkml:trace contextRef="#ctx0" brushRef="#br0" timeOffset="44893.11">6713 13314 1514 0,'-2'0'4'0,"1"0"41"16,-2-2-12-16,0 1 19 0,0-1-46 0,0 1-12 15,2 0 4-15,0-2-7 0,-1-1 4 0,2-5 4 0,2-1-5 16,2 2 5-16,1-1-8 0,1 4 3 0,13 2 2 15,-4 1 1-15,3 1 3 0,1-12-2 0,1 5-8 16,-1 3 6-16,0 5-4 0,-4 2-4 0,-2 2 5 16,1 3-6-16,-1 0-2 0,-2-5 2 0,1 15 1 0,-4-3 2 15,2 1 11-15,-2-2-4 0,2 0 5 0,0-3-4 16,0-2 2-16,1-4-2 0,1 1-2 0,-1 3 3 16,2-1 2-16,-1-1-2 0,1-2 1 0,0 0-2 15,0-1 10-15,-1 0-5 0,1 1 6 0,1 2-6 16,-1-1 8-16,-2 2 4 0,0 1-6 0,-2-6 4 15,4 14-13-15,-5 2 8 0,2-1-1 0,-3 6 2 0,-3-2-9 16,-1 2 10-16,-1-2-6 0,12 0 8 0,-6 3-3 16,-4-3-1-16,-4 3 6 0,-1-4-3 0,-3-2 7 15,-3 1-6-15,-2-1-5 0,1-4 2 0,-1-1-8 16,5 0 3-16,-10-3 1 0,0-2 0 0,1 1 4 0,2-1-13 16,-1-1-3-16,3-1-7 0,-1-1-17 0,1 0-8 15,2-1-2-15,0 0-4 0,0 0-27 0,1 1-31 16,-1-2-8-16,0-1-12 0,2 3-72 0</inkml:trace>
  <inkml:trace contextRef="#ctx0" brushRef="#br0" timeOffset="45115.86">7340 12996 1975 0,'0'0'3'16,"-1"1"1"-16,-1 2 2 0,-5 12-1 0,-4 24 1 16,7 4-3-16,4 4-1 0,7 5-2 0,3 3 2 15,1 8-2-15,5 9-4 0,0 1 5 0,3 11-3 16,-2-4-1-16,-2-2-22 0,-2-2-11 0,-4-7-7 16,-1 1-77-16,1 3-60 0,0 3-22 0,-2 4-21 15,-1-1-182-15</inkml:trace>
  <inkml:trace contextRef="#ctx0" brushRef="#br0" timeOffset="45283.18">8225 13793 1914 0,'0'0'-40'0,"0"0"7"0,0 0-141 15,0 0 19-15,1 0-44 0,1 0 14 0,3 0-153 16</inkml:trace>
  <inkml:trace contextRef="#ctx0" brushRef="#br0" timeOffset="45459.77">9149 13520 216 0,'3'0'51'0,"9"1"-3"0,30 4 26 0,5-4-4 0,-2-2-8 16,-1-4-22-16,4-2-31 0,-2-1 2 0,5-2-11 15,1-1 7-15,-2-1-7 0,1 2 3 0,-6 2-5 16,-3 1 1-16,-1 3 25 0,-2 1 0 0,-5 1 9 16,1 1-7-16,-4 0-10 0,0 1-10 0,3 0 5 15,0 0-13-15,3 0-20 0,5-2-33 0,5-2-12 0,2 0-271 16</inkml:trace>
  <inkml:trace contextRef="#ctx0" brushRef="#br0" timeOffset="45556.47">11124 13366 1053 0,'1'0'11'0,"2"1"-1"0,23 6-4 16,13 5 5-16,9 0-9 0,5 1-9 0,7-3-114 16,4-3-62-16</inkml:trace>
  <inkml:trace contextRef="#ctx0" brushRef="#br0" timeOffset="45668.6">12372 13188 829 0,'1'0'66'0,"5"-2"-12"0,35-9 60 0,7 0 6 16,6 1-14-16,5 0-49 0,3 4-35 0,-2 1-1 15,-1 2-11-15,1 2-13 0,0 1-68 0,4 1-19 16,7 3-25-16,4 0-144 0</inkml:trace>
  <inkml:trace contextRef="#ctx0" brushRef="#br0" timeOffset="45907.7">13897 13059 429 0,'6'-3'156'0,"21"-8"-75"0,18-10 153 0,0 3-41 16,0-1-83-16,2-1-43 0,4-1-13 0,5 1-11 15,1 1-46-15,7-4-5 0,2 3-11 0,-4 0-2 16,3 2-70-16,-3 3-28 0,-2 2-6 0,3 0-7 15,2 3-29-15,0 2-17 0,0 2 24 0,2 2-11 16,-6 2 103-16,-3 2 44 0,-6 3 9 0,-5 3 15 0,-2 2 74 16,-1 1 41-16,-2 2 2 0,2-1 8 0,-2 1-22 15,3 1-63-15,1-1 4 0,0-1-24 0,4 1-13 16,-5-4-7-16,5-1 2 0,-2-3-3 0,1-3 1 16,3 0-4-16,5 0-1 0,5 3 2 0,0 4 18 0,8 5 61 15,-3 5-11-15,-4 3 24 0,0 4-30 0,-3 0-32 16,-1-21-3-16,2 24-10 0,11-5-21 0,3-3-65 15,5-9-23-15,2 17-27 0,-7-20-196 0</inkml:trace>
  <inkml:trace contextRef="#ctx0" brushRef="#br0" timeOffset="45999.89">17767 12724 816 0,'31'-5'117'0,"3"-1"-8"0,44-7 49 16,-4 5-1-16,-8 4-27 0,0 1-33 0,-2 1-66 0,1 2 1 16,7 2-24-16,0 1-21 0,12-1-62 0,-2 1-15 15,-3-1-21-15,0-2-106 0,-7-2-144 0</inkml:trace>
  <inkml:trace contextRef="#ctx0" brushRef="#br0" timeOffset="46162.15">19363 12606 680 0,'21'-3'127'0,"26"-4"189"16,0 0-142-16,2 0-63 0,1 1-3 0,0 0-24 16,1 1-47-16,-1 2-20 0,-4 0 0 0,0 0-6 15,-3 2-2-15,3-2-9 0,0 2-11 0,2-2-3 16,2 0-58-16,1 1-56 0,-2 0 6 0,5 0-19 16,-6 2 22-16,-1 0 45 0,-6 0 8 0,-10 3 14 15,-3 0 43-15,-4 1 47 0,-4 0-5 0,-5 1 21 16,-2-1 6-16,-3 0-3 0,-2 2-6 0,-2-2-2 15,0 0-31-15,-2 7-35 0,3 1-15 0,0-1-15 0,3-1-112 16</inkml:trace>
  <inkml:trace contextRef="#ctx0" brushRef="#br0" timeOffset="46640.09">20987 12381 2007 0,'0'0'48'0,"0"0"-69"15,2 0 54-15,-1 1-33 0,2 1-13 0,8 8 7 16,16 12-3-16,4 8 5 0,-3 0 4 0,2 5-2 16,-3 3-1-16,-2 2 0 0,1 3 3 0,-4 6-4 15,0 1 7-15,-7 7-5 0,-1 1 10 0,-5 1-1 16,-8-1 3-16,20-4-2 0,-16-2 12 0,-11-2 5 16,-7-4-4-16,-5-2 4 0,16-3-15 0,-26 1-8 15,0-1-2-15,-5 2-5 0,1-4-34 0,-3 1-62 16,-2 1-19-16,-3-4-20 0,2-2-127 0</inkml:trace>
  <inkml:trace contextRef="#ctx0" brushRef="#br0" timeOffset="47304.31">21589 12241 2070 0,'0'0'16'0,"-1"0"42"16,-1 0-110-16,1 0-21 0,1 0 8 0,0 0-8 0,0-1 26 15,1-1 0-15,2 1-4 0,0 1 6 0,8-3 24 16,-1 0 16-16,-1 2 3 0,2-1 2 0,-1 2 1 16,1 0 10-16,-1 2-1 0,0-1 5 0,1 2 14 0,1 0 6 15,-1 2 0-15,2 2 0 0,2 3-11 0,-1-5-10 16,3 12 0-16,2 2-4 0,-4 3-3 0,5 3-2 16,3 3-3-16,1 3 2 0,0-2 1 0,-3-1-7 15,3 2 2-15,-3-1-6 0,3 0-13 0,0 0-43 16,-3-2-4-16,-4-3-14 0,0-1-15 0,-4-2 15 15,-2-6-7-15,-4-3 8 0,-1-4-19 0,-2-2-3 16,-1-5 17-16,0 1-11 0,0-1 9 0,0-1-120 16,1-1-29-16</inkml:trace>
  <inkml:trace contextRef="#ctx0" brushRef="#br0" timeOffset="47746.18">22198 12187 485 0,'0'-12'145'0,"0"-14"-71"0,3-23 150 16,-1 8-42-16,1 3-58 0,1 5-25 0,0 5-9 15,-1 5-3-15,0 3-30 0,0 5-11 0,-1 4-6 16,0 5-2-16,-1 2-25 0,-1 1-3 0,2 0 2 0,-1 0-3 15,0 2-2-15,1-1-5 0,-1 1-4 0,-1 1 1 16,0 0-9-16,0 1 0 0,-1 2-2 0,-9 17 1 16,9 4 2-16,-22 0 23 0,0 1 2 0,-2 1 6 15,2 1 6-15,-1 1-7 0,2 0 2 0,0 2-5 16,-2 2-6-16,3 1-11 0,-1 1 2 0,0 4-4 16,0-4-1-16,2 3-2 0,0-2-12 0,0-2 4 15,2-2-47-15,-2-6-16 0,0-2 0 0,1-4-5 0,-1 0 12 16,0-5 21-16,0 0 3 0,0-4 9 0,2-2 26 15,-2-2 10-15,2-3 3 0,-5 11 3 0,2-5 5 16,3-5 16-16,-3-3-6 0,2-1 10 0,1-3-9 16,1 1 12-16,-3-4 0 0,4 0 3 0,1 1 1 0,1-2 5 15,5 2-5-15,-1 0 4 0,2-1-16 0,2 2-18 16,2-2 7-16,0-2-11 0,1-7 5 0,-4 6-11 16,0-3 1-16,3 0-3 0,1-1 6 0,1 0 3 15,2-1 0-15,0 0 1 0,2 1 4 0,1 3-5 16,1 2 3-16,0 1-5 0,3-2-4 0,9-2 3 15,1 0 1-15,7 2 0 0,4 1-2 0,0 2 2 16,2 2-4-16,-2-3 2 0,3 1 0 0,0 0-4 0,5-2 4 16,0 2-3-16,3 2-2 0,0 3 2 0,1-2 1 15,-1 1 2-15,1 1 7 0,-5 0 2 0,1-18-2 16,-5 8 4-16,0 4-7 0,-2 3-7 0,0 1-2 16,-4 1-4-16,-1 1-20 0,-3-1-79 0,1 0-9 0,-1-3-33 15,-3 1-137-15</inkml:trace>
  <inkml:trace contextRef="#ctx0" brushRef="#br0" timeOffset="48156.81">22457 11478 2064 0,'0'0'44'0,"0"0"-65"0,0 0 50 0,0 0-31 16,0 1-14-16,0 2 8 0,2 30 1 0,9 25 2 15,6 19 10-15,5 24 9 0,-2 19-1 0,-6 28 4 16,-1 16 1-16,3 23-5 0,-2 18 0 0,4 23-2 15,6 14-8-15,4 39-54 0,9 13-76 0</inkml:trace>
  <inkml:trace contextRef="#ctx0" brushRef="#br0" timeOffset="51549.04">22832 11482 1236 0,'0'0'0'0,"0"0"25"0,-2-1 1 0,1-1 2 16,-1 1-2-16,1-1-26 0,1 1-1 0,0 0-6 15,0-1 3-15,0 1-2 0,0-1-6 0,0 1 7 16,0 0-7-16,0 1 8 0,0 0 1 0,0 1 2 16,0 0 4-16,0 2-3 0,0 14-4 0,-1 7 10 0,-2 2 1 15,-1 2 5-15,-1 0 5 0,1 3 5 0,0 2 0 16,1 4 1-16,0-1-6 0,2 2 4 0,1 1-8 16,0-4 7-16,0 0-9 0,1-1 5 0,1 3-3 15,2-2 1-15,0 5-13 0,2 1 8 0,2 1 0 0,1 2 2 16,-1 3-7-16,1-2-1 0,1 6 3 0,-1-3-3 15,4-2 6-15,0 0-8 0,0-7-3 0,1-3 0 16,0-3 2-16,0-1 12 0,0-3-2 0,-1-2 6 16,1 0 7-16,2 0-2 0,-14-3 7 0,17-2-7 15,-2-2 1-15,-3-4-10 0,-3 1-3 0,0-3-1 16,4-3 3-16,-1 2-3 0,0-5 3 0,1-5-5 0,0 0-1 16,-1 7 3-16,-2-4 0 0,1-5 2 0,-2-1 8 15,2-4 1-15,1-5-7 0,-4 6 2 0,2-22-13 16,-3 0 4-16,1-7 3 0,0 1-2 0,0-1-8 0,-1-4 2 15,-2 1-3-15,-2-4 4 0,1-4 4 0,0-5-6 16,-2-3 6-16,-3-2-6 0,23-4 4 0,-14 1 3 16,-7 0-6-16,-3 0 5 0,-1 1-9 0,-5-2 10 15,0 1-2-15,-2-2 5 0,-2-2-6 0,-1-2 14 16,-5 1-4-16,-1 4 8 0,-4 0 9 0,-2 8 15 16,19 3 0-16,-23 7 3 0,2 2-3 0,-1 7 0 15,1 5-2-15,4 7 1 0,-2 1-9 0,2 2-21 16,1 4 0-16,-1 3-8 0,4 2-6 0,0 0-4 0,1 5-1 15,2-9-5-15,-3 2-38 0,-1 5-67 0,-2 3-13 16,-5 11-21-16,-1 3-99 0,-2 36-175 0</inkml:trace>
  <inkml:trace contextRef="#ctx0" brushRef="#br0" timeOffset="52655.53">23570 12600 1529 0,'-2'0'2'0,"1"0"8"0,-1 0-23 0,1 0-49 0,-1 0 20 16,1 0-23-16,0-1 51 0,1-1-22 0,1 1-4 15,0-2-8-15,2-3-26 0,4-6 12 0,2-3 0 16,1-2 7-16,0-2 30 0,-2-3 14 0,2-3 10 0,-1 1-2 15,-2-1 20-15,0-2 17 0,-3 6 0 16,-1-2 5-16,0 2 6 0,-2 1-3 0,0-1 2 0,-1 4-4 16,0 1-9-16,0 3-7 0,0 4 0 0,0-1-1 15,0 1-4-15,0 2-10 0,0 3 0 0,0 1-1 16,0 2 0-16,0-1-4 0,0 1-2 0,0-2-1 16,0 0-4-16,0 0 1 0,0 1-5 0,0 0 5 15,0 1-5-15,2-1 7 0,-1 2 4 0,2 0 0 16,0 0 0-16,5 3 17 0,6 7-2 0,1 3 9 0,2 12 4 15,2 3-4-15,-2-1-2 0,2 3-1 0,0 1-4 16,0-3-5-16,1 6-1 0,-2-3-1 0,-1-1-3 16,0-5-2-16,0 1-4 0,0-2 1 0,0-1-6 0,0-2 2 15,-3-1 1-15,1-1 1 0,0-2-4 0,0-1-3 16,1-2 3-16,-1 0-4 0,1-1 8 0,-2-2-12 16,0 0-1-16,-4-1-7 0,1 0-22 0,-1-3-6 15,-3 0-3-15,2-1 0 0,-2-3-13 0,-4 0-3 16,1-2-3-16,-3-1 3 0,2 3 17 0,0 0-47 15,-2-2-12-15,1 1-25 0,-2-2-160 0</inkml:trace>
  <inkml:trace contextRef="#ctx0" brushRef="#br0" timeOffset="52793.17">23998 12152 1225 0,'-2'0'106'16,"1"-1"144"-16,0 1-106 0,-16-3-57 0,0 3-4 15,0 3-17-15,-2 5-18 0,-2-5-31 0,-1 32 6 0,-1 12-15 16,-3 12-8-16,0 13 4 0,0 6-4 0,-4 4 4 15,2 4-8-15,1 7-25 0,-2 4-13 0,2 9-13 16,0 0-124-16,2-6-473 0</inkml:trace>
  <inkml:trace contextRef="#ctx0" brushRef="#br0" timeOffset="54026.95">24177 11574 997 0,'-1'1'265'0,"0"1"-382"0,-2-1 316 0,-4 5-185 16,0 7-19-16,4 11-4 0,0 2 4 0,-14 6-4 0,8-1 9 16,5 7 3-16,4 0-4 0,0 3 2 0,2 0-2 15,2-3 0-15,0 0 3 0,2-1-2 0,2 0-6 16,2 1 8-16,1 1-2 0,-1 4 5 0,0 1-9 15,3 4 4-15,0 0 1 0,2 4 2 0,-1 3-6 0,-2-4 2 16,-2-2-1-16,-2-3 3 0,1-5 8 0,2-3-5 16,-1-1-2-16,-2-3-1 0,4-1-7 0,-3-3 7 15,1-2-2-15,0-2 4 0,0-2 1 0,0-3-3 16,-2-4 0-16,1-1-1 0,-2-5-4 0,-6 3 4 16,12-8 1-16,1-2 2 0,-2 4 7 0,0-1 0 15,-2-2 2-15,0-5 0 0,0 0 18 0,0-3-10 16,0-3 4-16,-3-4-7 0,1-14-4 0,-2-5 5 15,0-5-7-15,-4-3 5 0,0-1-8 0,-1-5 3 0,21-2 1 16,-13-6 0-16,-4-5-3 0,-5-8-4 0,-2-7 1 16,-1 1-1-16,-1-4 6 0,0 2 0 0,-3 2 10 15,1 2-6-15,-2-1 10 0,-1-1 5 0,1 0-2 16,-5-4 4-16,0 2 3 0,-2 4-1 0,-1 2 1 0,-1 6 1 16,-3 4 14-16,-2 4-4 0,18 4-4 0,-25 4 0 15,0 4-8-15,2 3-8 0,-3 9-3 0,2 10-4 16,-2 7-20-16,2 9-25 0,-5-12-8 0,1 15-11 15,-2 4-77-15,-1 62-356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>
            <a:prstTxWarp prst="textNoShape">
              <a:avLst/>
            </a:prstTxWarp>
          </a:bodyPr>
          <a:lstStyle>
            <a:lvl1pPr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6763"/>
            <a:ext cx="6824663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2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6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2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b" anchorCtr="0" compatLnSpc="1">
            <a:prstTxWarp prst="textNoShape">
              <a:avLst/>
            </a:prstTxWarp>
          </a:bodyPr>
          <a:lstStyle>
            <a:lvl1pPr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2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5275" tIns="47638" rIns="95275" bIns="47638" numCol="1" anchor="b" anchorCtr="0" compatLnSpc="1">
            <a:prstTxWarp prst="textNoShape">
              <a:avLst/>
            </a:prstTxWarp>
          </a:bodyPr>
          <a:lstStyle>
            <a:lvl1pPr algn="r" defTabSz="950913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D74DA35-8635-4BDF-AA8C-65560060F52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0068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05B2ED-851D-418B-8FDE-29E1E5C36A6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054543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9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F4BFCB-17AC-4014-8281-10052BB5D1D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+mn-cs"/>
              </a:rPr>
              <a:pPr marL="0" marR="0" lvl="0" indent="0" algn="r" defTabSz="9890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+mn-cs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8544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A182F6F2-D4C9-4EA1-AD87-4531BBEE9219}" type="slidenum">
              <a:rPr lang="zh-CN" altLang="en-US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9318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4DA35-8635-4BDF-AA8C-65560060F52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2410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493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2C5DC-05F6-49C2-8A32-6059C7F0879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493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895429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874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95AA42-5B3A-486E-84A4-4DCF8A1106B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r" defTabSz="9874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611403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926D92-DA46-4C93-8BDA-A17F4D6D991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909652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EA8E60-D5C0-46FB-B83F-70373D76ABBF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573312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69D844-CDEE-4877-A391-1E1578860AD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144747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8A8D10-FE34-4915-95CE-CADD408AAA3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138477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0E85D1-8E1D-48B7-BEAA-1283364D7E8E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933522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6BBB710-886B-479A-A0DB-EC86D5606CB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918118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FFB505-639B-4198-9591-7C50189E8165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040765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FFB505-639B-4198-9591-7C50189E8165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269942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DC349B-42A8-44C3-B056-59B94FB4487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291238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11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625CD2-CABA-4762-A410-AE097E8122C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83654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67B81C-BF31-41A3-83F6-4C846A761BE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692596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A2AE2A-2368-48FD-A5CF-3A7F3DDEB32B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419179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47D159-0F06-4CC5-B2C8-261B7349B69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105865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472AD5-A82F-43D3-AEE4-29E6375C3D8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0440760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8385E6-0A9A-41CF-A234-052671776CD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5908571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E8BB70-715C-4E22-A406-6AE02647BD3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0686363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F69FC8-B6CE-4FB0-8ECA-DC18075778A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731436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E8BB70-715C-4E22-A406-6AE02647BD3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9971953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E8BB70-715C-4E22-A406-6AE02647BD3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1548183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FE776B-4F0C-4BB1-AAD0-BDAAA6CDB5C0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1569248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75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ED3BBD-4564-46E9-AF43-F0633516485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5611920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67B81C-BF31-41A3-83F6-4C846A761BE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2596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47D159-0F06-4CC5-B2C8-261B7349B69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8655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472AD5-A82F-43D3-AEE4-29E6375C3D8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0760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8385E6-0A9A-41CF-A234-052671776CD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8571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E8BB70-715C-4E22-A406-6AE02647BD3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6363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F69FC8-B6CE-4FB0-8ECA-DC18075778A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731436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E8BB70-715C-4E22-A406-6AE02647BD3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1953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E8BB70-715C-4E22-A406-6AE02647BD3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1548183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FE776B-4F0C-4BB1-AAD0-BDAAA6CDB5C0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1569248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75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ED3BBD-4564-46E9-AF43-F0633516485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1920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05B2ED-851D-418B-8FDE-29E1E5C36A6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38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605956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F4BFCB-17AC-4014-8281-10052BB5D1D7}" type="slidenum">
              <a:rPr lang="zh-CN" altLang="en-US" sz="1300" smtClean="0">
                <a:solidFill>
                  <a:srgbClr val="000000"/>
                </a:solidFill>
                <a:ea typeface="楷体_GB2312"/>
              </a:rPr>
              <a:pPr>
                <a:spcBef>
                  <a:spcPct val="0"/>
                </a:spcBef>
              </a:pPr>
              <a:t>39</a:t>
            </a:fld>
            <a:endParaRPr lang="en-US" altLang="zh-CN" sz="1300">
              <a:solidFill>
                <a:srgbClr val="000000"/>
              </a:solidFill>
              <a:ea typeface="楷体_GB2312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78321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7308152-BE3C-40BC-AE9F-BE6D42FB3DC3}" type="slidenum">
              <a:rPr lang="zh-CN" altLang="en-US" smtClean="0">
                <a:latin typeface="Arial" panose="020B0604020202020204" pitchFamily="34" charset="0"/>
              </a:rPr>
              <a:pPr/>
              <a:t>40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01255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CBB0465-D91F-4AF1-9DB0-115D2F451FB6}" type="slidenum">
              <a:rPr lang="zh-CN" altLang="en-US" smtClean="0">
                <a:latin typeface="Arial" panose="020B0604020202020204" pitchFamily="34" charset="0"/>
              </a:rPr>
              <a:pPr/>
              <a:t>41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8027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56D464D-F7B4-489B-91C2-BC1FA35AAA69}" type="slidenum">
              <a:rPr lang="zh-CN" altLang="en-US" smtClean="0">
                <a:latin typeface="Arial" panose="020B0604020202020204" pitchFamily="34" charset="0"/>
              </a:rPr>
              <a:pPr/>
              <a:t>42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7636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14101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E612294-8F75-4C72-90FA-7BCEFA2368DA}" type="slidenum">
              <a:rPr lang="zh-CN" altLang="en-US" smtClean="0">
                <a:latin typeface="Arial" panose="020B0604020202020204" pitchFamily="34" charset="0"/>
              </a:rPr>
              <a:pPr/>
              <a:t>44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6475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B4902D-01D0-410E-8509-D4DA6FE147AE}" type="slidenum">
              <a:rPr lang="zh-CN" altLang="en-US" smtClean="0">
                <a:latin typeface="Arial" panose="020B0604020202020204" pitchFamily="34" charset="0"/>
              </a:rPr>
              <a:pPr/>
              <a:t>45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864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369A6E0-B5B2-491D-9DEB-51718B0214EE}" type="slidenum">
              <a:rPr lang="zh-CN" altLang="en-US" smtClean="0">
                <a:latin typeface="Arial" panose="020B0604020202020204" pitchFamily="34" charset="0"/>
              </a:rPr>
              <a:pPr/>
              <a:t>46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3732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BAB9BC8-25CB-42AC-8C42-E69EC4385638}" type="slidenum">
              <a:rPr lang="zh-CN" altLang="en-US" smtClean="0">
                <a:latin typeface="Arial" panose="020B0604020202020204" pitchFamily="34" charset="0"/>
              </a:rPr>
              <a:pPr/>
              <a:t>47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20075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548174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814519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60EBB01-8DF0-4974-9B8D-9332C2E503BD}" type="slidenum">
              <a:rPr lang="zh-CN" altLang="en-US" smtClean="0">
                <a:latin typeface="Arial" panose="020B0604020202020204" pitchFamily="34" charset="0"/>
              </a:rPr>
              <a:pPr/>
              <a:t>50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7652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487A832-8CC7-42F9-A84E-35DE56F4F7A3}" type="slidenum">
              <a:rPr lang="zh-CN" altLang="en-US" smtClean="0">
                <a:latin typeface="Arial" panose="020B0604020202020204" pitchFamily="34" charset="0"/>
              </a:rPr>
              <a:pPr/>
              <a:t>51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049880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1C3AA1-93BF-483E-B2E7-9732564E2A02}" type="slidenum">
              <a:rPr lang="zh-CN" altLang="en-US" smtClean="0">
                <a:latin typeface="Arial" panose="020B0604020202020204" pitchFamily="34" charset="0"/>
              </a:rPr>
              <a:pPr/>
              <a:t>52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8521462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8EB0EF-09B3-4B35-BD25-B3FCE3743FF9}" type="slidenum">
              <a:rPr lang="zh-CN" altLang="en-US" smtClean="0">
                <a:latin typeface="Arial" panose="020B0604020202020204" pitchFamily="34" charset="0"/>
              </a:rPr>
              <a:pPr/>
              <a:t>53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78951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9E9FEF-85ED-4C35-BC89-CF026562495F}" type="slidenum">
              <a:rPr lang="zh-CN" altLang="en-US" smtClean="0">
                <a:latin typeface="Arial" panose="020B0604020202020204" pitchFamily="34" charset="0"/>
              </a:rPr>
              <a:pPr/>
              <a:t>54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3631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00A52DC-6BD7-4D77-9242-E401CD68C75A}" type="slidenum">
              <a:rPr lang="zh-CN" altLang="en-US" smtClean="0">
                <a:latin typeface="Arial" panose="020B0604020202020204" pitchFamily="34" charset="0"/>
              </a:rPr>
              <a:pPr/>
              <a:t>55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19811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C80855B-D8B2-49F0-AC9B-D63E6AE87AF7}" type="slidenum">
              <a:rPr lang="zh-CN" altLang="en-US" smtClean="0">
                <a:latin typeface="Arial" panose="020B0604020202020204" pitchFamily="34" charset="0"/>
              </a:rPr>
              <a:pPr/>
              <a:t>56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75394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179066-A359-4A3A-A911-4FFD66E22904}" type="slidenum">
              <a:rPr lang="zh-CN" altLang="en-US" smtClean="0">
                <a:latin typeface="Arial" panose="020B0604020202020204" pitchFamily="34" charset="0"/>
              </a:rPr>
              <a:pPr/>
              <a:t>57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16570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2D19037-F965-4FB9-87D8-BBAA90B6B5C0}" type="slidenum">
              <a:rPr lang="zh-CN" altLang="en-US" smtClean="0">
                <a:latin typeface="Arial" panose="020B0604020202020204" pitchFamily="34" charset="0"/>
              </a:rPr>
              <a:pPr/>
              <a:t>58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3083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9830C7A-FACC-4EB7-B1F5-8CF860DE75FE}" type="slidenum">
              <a:rPr lang="zh-CN" altLang="en-US" smtClean="0">
                <a:latin typeface="Arial" panose="020B0604020202020204" pitchFamily="34" charset="0"/>
              </a:rPr>
              <a:pPr/>
              <a:t>59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90726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683F0A9-B5F3-471B-B22D-15F1C9E5D4A5}" type="slidenum">
              <a:rPr lang="zh-CN" altLang="en-US" smtClean="0">
                <a:latin typeface="Arial" panose="020B0604020202020204" pitchFamily="34" charset="0"/>
              </a:rPr>
              <a:pPr/>
              <a:t>60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43254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5B14660-6939-43D6-BA04-D41329A7DAF5}" type="slidenum">
              <a:rPr lang="zh-CN" altLang="en-US" smtClean="0">
                <a:latin typeface="Arial" panose="020B0604020202020204" pitchFamily="34" charset="0"/>
              </a:rPr>
              <a:pPr/>
              <a:t>61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04670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8B48743-9FFC-4AC2-A539-8151E5817BCF}" type="slidenum">
              <a:rPr lang="zh-CN" altLang="en-US" smtClean="0">
                <a:latin typeface="Arial" panose="020B0604020202020204" pitchFamily="34" charset="0"/>
              </a:rPr>
              <a:pPr/>
              <a:t>62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82931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48849F9-CDF2-4002-B8CD-BD378C4DEA71}" type="slidenum">
              <a:rPr lang="zh-CN" altLang="en-US" smtClean="0">
                <a:latin typeface="Arial" panose="020B0604020202020204" pitchFamily="34" charset="0"/>
              </a:rPr>
              <a:pPr/>
              <a:t>63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06457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2813"/>
            <a:endParaRPr lang="zh-CN" altLang="en-US" dirty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BB588E-407F-456A-B6DF-434A7AF60A8A}" type="slidenum">
              <a:rPr lang="zh-CN" altLang="en-US" smtClean="0">
                <a:latin typeface="Arial" panose="020B0604020202020204" pitchFamily="34" charset="0"/>
              </a:rPr>
              <a:pPr/>
              <a:t>64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22464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2813"/>
            <a:endParaRPr lang="zh-CN" altLang="en-US" dirty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BB588E-407F-456A-B6DF-434A7AF60A8A}" type="slidenum">
              <a:rPr lang="zh-CN" altLang="en-US" smtClean="0">
                <a:latin typeface="Arial" panose="020B0604020202020204" pitchFamily="34" charset="0"/>
              </a:rPr>
              <a:pPr/>
              <a:t>65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5440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1B671E5-FADF-4CE8-BED1-DBD03A4A16D0}" type="slidenum">
              <a:rPr lang="zh-CN" altLang="en-US" smtClean="0">
                <a:latin typeface="Arial" panose="020B0604020202020204" pitchFamily="34" charset="0"/>
              </a:rPr>
              <a:pPr/>
              <a:t>66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55861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9C5094-54F6-4A89-876C-B5BE17219D15}" type="slidenum">
              <a:rPr lang="zh-CN" altLang="en-US" smtClean="0">
                <a:latin typeface="Arial" panose="020B0604020202020204" pitchFamily="34" charset="0"/>
              </a:rPr>
              <a:pPr/>
              <a:t>67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47538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5EF8A44-2979-4D65-B189-B633E3F95B8C}" type="slidenum">
              <a:rPr lang="zh-CN" altLang="en-US" smtClean="0">
                <a:latin typeface="Arial" panose="020B0604020202020204" pitchFamily="34" charset="0"/>
              </a:rPr>
              <a:pPr/>
              <a:t>68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91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ABCF1D-635B-4071-A2F2-AE93CF844E52}" type="slidenum">
              <a:rPr lang="zh-CN" altLang="en-US" smtClean="0">
                <a:latin typeface="Arial" panose="020B0604020202020204" pitchFamily="34" charset="0"/>
              </a:rPr>
              <a:pPr/>
              <a:t>69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124326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7E25663-973B-4600-A5E2-D21F3E945121}" type="slidenum">
              <a:rPr lang="zh-CN" altLang="en-US" smtClean="0">
                <a:latin typeface="Arial" panose="020B0604020202020204" pitchFamily="34" charset="0"/>
              </a:rPr>
              <a:pPr/>
              <a:t>70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84621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A484FA9-D4E0-445B-BDD4-DDC6D27CC5DD}" type="slidenum">
              <a:rPr lang="zh-CN" altLang="en-US" smtClean="0">
                <a:latin typeface="Arial" panose="020B0604020202020204" pitchFamily="34" charset="0"/>
              </a:rPr>
              <a:pPr/>
              <a:t>71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53393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924669E-1EC8-4FF9-B7DF-AEA933993434}" type="slidenum">
              <a:rPr lang="zh-CN" altLang="en-US" smtClean="0">
                <a:latin typeface="Arial" panose="020B0604020202020204" pitchFamily="34" charset="0"/>
              </a:rPr>
              <a:pPr/>
              <a:t>72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40036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2C4569-80C5-4CC9-A24D-FFF3F469C2A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74479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4669E-1EC8-4FF9-B7DF-AEA93399343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799139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4DA35-8635-4BDF-AA8C-65560060F52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088604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4DA35-8635-4BDF-AA8C-65560060F52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07921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9B1F6B-77A2-4689-A04C-16AD9699CA4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8534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4DA35-8635-4BDF-AA8C-65560060F52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41695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9B1F6B-77A2-4689-A04C-16AD9699CA4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485736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5981A6-AA2F-4D16-9934-F73E594B34B2}" type="slidenum">
              <a:rPr lang="zh-CN" altLang="en-US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396519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2813"/>
            <a:endParaRPr lang="zh-CN" altLang="en-US" dirty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BB588E-407F-456A-B6DF-434A7AF60A8A}" type="slidenum">
              <a:rPr lang="zh-CN" altLang="en-US" smtClean="0">
                <a:latin typeface="Arial" panose="020B0604020202020204" pitchFamily="34" charset="0"/>
              </a:rPr>
              <a:pPr/>
              <a:t>81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32197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2813"/>
            <a:endParaRPr lang="zh-CN" altLang="en-US" dirty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BB588E-407F-456A-B6DF-434A7AF60A8A}" type="slidenum">
              <a:rPr lang="zh-CN" altLang="en-US" smtClean="0">
                <a:latin typeface="Arial" panose="020B0604020202020204" pitchFamily="34" charset="0"/>
              </a:rPr>
              <a:pPr/>
              <a:t>82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41491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34E8BB70-715C-4E22-A406-6AE02647BD3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83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5322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1CFE776B-4F0C-4BB1-AAD0-BDAAA6CDB5C0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84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36472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12181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DF7D0-BF66-4101-9ECB-2D828DE3A8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15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1506" y="174464"/>
            <a:ext cx="1162050" cy="27305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4921F1F6-B610-4C16-B03C-1F2229AE0020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0109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fld id="{26E0D89A-3119-4939-8CFF-5910486A910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7389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344" y="268052"/>
            <a:ext cx="1162050" cy="273050"/>
          </a:xfrm>
        </p:spPr>
        <p:txBody>
          <a:bodyPr/>
          <a:lstStyle>
            <a:lvl1pPr>
              <a:defRPr sz="1400">
                <a:ea typeface="楷体_GB2312"/>
              </a:defRPr>
            </a:lvl1pPr>
          </a:lstStyle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9750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DF7D0-BF66-4101-9ECB-2D828DE3A8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404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1F1F6-B610-4C16-B03C-1F2229AE00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276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444DD4C-B293-4EB5-AB01-DD5CF862DD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79" r:id="rId1"/>
    <p:sldLayoutId id="214748478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8C33DD6-913D-4EDD-AE9F-AC93814777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899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82" r:id="rId1"/>
    <p:sldLayoutId id="214748478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444DD4C-B293-4EB5-AB01-DD5CF862DD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9018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85" r:id="rId1"/>
    <p:sldLayoutId id="214748478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20" y="0"/>
            <a:ext cx="8407844" cy="5159692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300192" y="1744734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652120" y="2038579"/>
            <a:ext cx="3590446" cy="1611648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25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南信大计软院</a:t>
            </a:r>
            <a:endParaRPr lang="en-US" altLang="zh-CN" sz="28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zh-CN" altLang="en-US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凌妙根</a:t>
            </a:r>
            <a:endParaRPr lang="en-US" altLang="zh-CN" sz="24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2025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年秋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055721" y="843558"/>
            <a:ext cx="511175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第二章 语言及其文法（补充）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C32FFA-EA69-47F7-AFFE-12C640E3505D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87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445506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句型、句子、语言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	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内容回顾</a:t>
            </a:r>
          </a:p>
        </p:txBody>
      </p:sp>
      <p:grpSp>
        <p:nvGrpSpPr>
          <p:cNvPr id="10244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45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B4C6A2-7E85-428E-BF6D-B25E919AF6D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7584" y="3363838"/>
            <a:ext cx="51122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Times New Roman" pitchFamily="18" charset="0"/>
              </a:rPr>
              <a:t>由文法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itchFamily="18" charset="0"/>
              </a:rPr>
              <a:t>G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Times New Roman" pitchFamily="18" charset="0"/>
              </a:rPr>
              <a:t>的开始符号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itchFamily="18" charset="0"/>
              </a:rPr>
              <a:t>S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Times New Roman" pitchFamily="18" charset="0"/>
              </a:rPr>
              <a:t>推导出的所有句子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宋体" panose="02010600030101010101" pitchFamily="2" charset="-122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Times New Roman" pitchFamily="18" charset="0"/>
              </a:rPr>
              <a:t>构成的集合称为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Times New Roman" pitchFamily="18" charset="0"/>
              </a:rPr>
              <a:t>文法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itchFamily="18" charset="0"/>
              </a:rPr>
              <a:t>G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Times New Roman" pitchFamily="18" charset="0"/>
              </a:rPr>
              <a:t>生成的语言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L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G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28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430213" y="785813"/>
            <a:ext cx="5927725" cy="2230437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  <a:r>
              <a:rPr lang="en-US" altLang="zh-CN" sz="3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</a:p>
          <a:p>
            <a:pPr marL="303213" lvl="1" indent="0" eaLnBrk="1" hangingPunct="1">
              <a:buClrTx/>
              <a:buFont typeface="Symbol" panose="05050102010706020507" pitchFamily="18" charset="2"/>
              <a:buNone/>
            </a:pPr>
            <a:r>
              <a:rPr kumimoji="1"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 → L | LT</a:t>
            </a:r>
          </a:p>
          <a:p>
            <a:pPr marL="303213" lvl="1" indent="0" eaLnBrk="1" hangingPunct="1">
              <a:buClrTx/>
              <a:buFont typeface="Symbol" panose="05050102010706020507" pitchFamily="18" charset="2"/>
              <a:buNone/>
            </a:pPr>
            <a:r>
              <a:rPr kumimoji="1"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 → L | D | TL | TD </a:t>
            </a:r>
          </a:p>
          <a:p>
            <a:pPr marL="303213" lvl="1" indent="0" eaLnBrk="1" hangingPunct="1">
              <a:buClrTx/>
              <a:buFont typeface="Symbol" panose="05050102010706020507" pitchFamily="18" charset="2"/>
              <a:buNone/>
            </a:pPr>
            <a:r>
              <a:rPr kumimoji="1"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L →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|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|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| … |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z</a:t>
            </a:r>
          </a:p>
          <a:p>
            <a:pPr marL="303213" lvl="1" indent="0" eaLnBrk="1" hangingPunct="1">
              <a:buClrTx/>
              <a:buFont typeface="Symbol" panose="05050102010706020507" pitchFamily="18" charset="2"/>
              <a:buNone/>
            </a:pPr>
            <a:r>
              <a:rPr kumimoji="1"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 →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 | 1 | 2 | 3 |…| 9</a:t>
            </a:r>
          </a:p>
          <a:p>
            <a:pPr lvl="2" eaLnBrk="1" hangingPunct="1"/>
            <a:endParaRPr kumimoji="1" lang="en-US" altLang="zh-CN" dirty="0"/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627063" y="3786188"/>
            <a:ext cx="4606925" cy="1143000"/>
          </a:xfrm>
          <a:prstGeom prst="cloudCallout">
            <a:avLst>
              <a:gd name="adj1" fmla="val -41931"/>
              <a:gd name="adj2" fmla="val -62460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500" b="1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请写出无符号整数、浮点数的文法</a:t>
            </a:r>
          </a:p>
        </p:txBody>
      </p:sp>
      <p:grpSp>
        <p:nvGrpSpPr>
          <p:cNvPr id="67589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59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867400" y="857250"/>
            <a:ext cx="2371725" cy="277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TDL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TDDL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TLDDL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…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TD…LDDL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DD…LDDL</a:t>
            </a:r>
          </a:p>
        </p:txBody>
      </p:sp>
      <p:sp>
        <p:nvSpPr>
          <p:cNvPr id="14" name="爆炸形 1 13"/>
          <p:cNvSpPr/>
          <p:nvPr/>
        </p:nvSpPr>
        <p:spPr>
          <a:xfrm>
            <a:off x="5435600" y="3749675"/>
            <a:ext cx="3351213" cy="1208088"/>
          </a:xfrm>
          <a:prstGeom prst="irregularSeal1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</a:rPr>
              <a:t>：字母数字串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27088" y="3071813"/>
            <a:ext cx="4801314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shade val="50000"/>
                <a:shade val="75000"/>
                <a:lumMod val="80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该文法生成的语言是：部分标识符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0A52127-7857-5F33-6738-700A8A2FE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630" y="861239"/>
            <a:ext cx="3384376" cy="4248472"/>
          </a:xfrm>
        </p:spPr>
        <p:txBody>
          <a:bodyPr/>
          <a:lstStyle/>
          <a:p>
            <a:r>
              <a:rPr lang="zh-CN" altLang="en-US" dirty="0"/>
              <a:t>无符号整数文法</a:t>
            </a:r>
            <a:r>
              <a:rPr lang="en-US" altLang="zh-CN" dirty="0"/>
              <a:t>1</a:t>
            </a:r>
            <a:endParaRPr lang="fr-FR" altLang="zh-CN" dirty="0"/>
          </a:p>
          <a:p>
            <a:pPr marL="0" indent="0">
              <a:buNone/>
            </a:pPr>
            <a:r>
              <a:rPr lang="fr-FR" altLang="zh-CN" dirty="0"/>
              <a:t>S 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fr-FR" altLang="zh-CN" dirty="0"/>
              <a:t> DT | D | 0</a:t>
            </a:r>
          </a:p>
          <a:p>
            <a:pPr marL="0" indent="0">
              <a:buNone/>
            </a:pPr>
            <a:r>
              <a:rPr lang="fr-FR" altLang="zh-CN" dirty="0"/>
              <a:t>T</a:t>
            </a:r>
            <a:r>
              <a:rPr lang="zh-CN" altLang="en-US" dirty="0">
                <a:sym typeface="Symbol" pitchFamily="18" charset="2"/>
              </a:rPr>
              <a:t>  </a:t>
            </a:r>
            <a:r>
              <a:rPr lang="fr-FR" altLang="zh-CN" dirty="0"/>
              <a:t>TD | T0 | D | 0 </a:t>
            </a:r>
          </a:p>
          <a:p>
            <a:pPr marL="0" indent="0">
              <a:buNone/>
            </a:pPr>
            <a:r>
              <a:rPr lang="fr-FR" altLang="zh-CN" dirty="0"/>
              <a:t>D </a:t>
            </a:r>
            <a:r>
              <a:rPr lang="zh-CN" altLang="en-US" dirty="0">
                <a:sym typeface="Symbol" pitchFamily="18" charset="2"/>
              </a:rPr>
              <a:t> </a:t>
            </a:r>
            <a:r>
              <a:rPr lang="fr-FR" altLang="zh-CN" dirty="0"/>
              <a:t>1|2| ...|9</a:t>
            </a:r>
          </a:p>
          <a:p>
            <a:pPr marL="0" indent="0">
              <a:buNone/>
            </a:pPr>
            <a:endParaRPr lang="fr-FR" altLang="zh-CN" dirty="0"/>
          </a:p>
          <a:p>
            <a:r>
              <a:rPr lang="zh-CN" altLang="en-US" dirty="0"/>
              <a:t>无符号整数文法</a:t>
            </a:r>
            <a:r>
              <a:rPr lang="en-US" altLang="zh-CN" dirty="0"/>
              <a:t>2</a:t>
            </a:r>
            <a:endParaRPr lang="fr-FR" altLang="zh-CN" dirty="0"/>
          </a:p>
          <a:p>
            <a:pPr marL="0" indent="0">
              <a:buNone/>
            </a:pPr>
            <a:r>
              <a:rPr lang="fr-FR" altLang="zh-CN" dirty="0"/>
              <a:t>S 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fr-FR" altLang="zh-CN" dirty="0"/>
              <a:t> 0 </a:t>
            </a:r>
            <a:r>
              <a:rPr lang="en-US" altLang="zh-CN" dirty="0"/>
              <a:t>| </a:t>
            </a:r>
            <a:r>
              <a:rPr lang="fr-FR" altLang="zh-CN" dirty="0"/>
              <a:t>D</a:t>
            </a:r>
            <a:r>
              <a:rPr lang="en-US" altLang="zh-CN" dirty="0"/>
              <a:t>(D|0)*</a:t>
            </a:r>
            <a:endParaRPr lang="fr-FR" altLang="zh-CN" dirty="0"/>
          </a:p>
          <a:p>
            <a:pPr marL="0" indent="0">
              <a:buNone/>
            </a:pPr>
            <a:r>
              <a:rPr lang="fr-FR" altLang="zh-CN" dirty="0"/>
              <a:t>D </a:t>
            </a:r>
            <a:r>
              <a:rPr lang="zh-CN" altLang="en-US" dirty="0">
                <a:sym typeface="Symbol" pitchFamily="18" charset="2"/>
              </a:rPr>
              <a:t> </a:t>
            </a:r>
            <a:r>
              <a:rPr lang="fr-FR" altLang="zh-CN" dirty="0"/>
              <a:t>1|2| ...|9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8ECFC56-F92B-8B7E-21C8-561C3398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16" y="303498"/>
            <a:ext cx="7931224" cy="360040"/>
          </a:xfrm>
        </p:spPr>
        <p:txBody>
          <a:bodyPr/>
          <a:lstStyle/>
          <a:p>
            <a:r>
              <a:rPr lang="zh-CN" altLang="en-US" sz="3200" dirty="0">
                <a:solidFill>
                  <a:schemeClr val="tx1"/>
                </a:solidFill>
              </a:rPr>
              <a:t>请写出无符号整数、浮点数的文法：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209BCD67-8E5D-F6F1-47F7-38EAD1B0F986}"/>
              </a:ext>
            </a:extLst>
          </p:cNvPr>
          <p:cNvSpPr txBox="1">
            <a:spLocks/>
          </p:cNvSpPr>
          <p:nvPr/>
        </p:nvSpPr>
        <p:spPr bwMode="auto">
          <a:xfrm>
            <a:off x="5014392" y="895028"/>
            <a:ext cx="3384376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Char char="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浮点数文法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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MEF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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+ | - |ε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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DT|D|0</a:t>
            </a:r>
          </a:p>
          <a:p>
            <a:pPr marL="0" indent="0">
              <a:buClr>
                <a:srgbClr val="31B6FD"/>
              </a:buClr>
              <a:buNone/>
              <a:defRPr/>
            </a:pPr>
            <a:r>
              <a:rPr lang="fr-FR" altLang="zh-CN" dirty="0"/>
              <a:t>T</a:t>
            </a:r>
            <a:r>
              <a:rPr lang="zh-CN" altLang="en-US" dirty="0">
                <a:sym typeface="Symbol" pitchFamily="18" charset="2"/>
              </a:rPr>
              <a:t>  </a:t>
            </a:r>
            <a:r>
              <a:rPr lang="fr-FR" altLang="zh-CN" dirty="0"/>
              <a:t>TD | T0 | D | 0 </a:t>
            </a:r>
          </a:p>
          <a:p>
            <a:pPr marL="0" indent="0">
              <a:buClr>
                <a:srgbClr val="31B6FD"/>
              </a:buClr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 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T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|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ε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D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 </a:t>
            </a:r>
            <a:r>
              <a:rPr kumimoji="0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1|2| ...|9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Char char="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06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语言上的运算</a:t>
            </a:r>
          </a:p>
        </p:txBody>
      </p:sp>
      <p:grpSp>
        <p:nvGrpSpPr>
          <p:cNvPr id="69635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3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69636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815975"/>
            <a:ext cx="7689850" cy="304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85813" y="4000500"/>
            <a:ext cx="7715250" cy="862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例：令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={_,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B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…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Z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b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…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z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D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={0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…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9}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。则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∪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D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表示的语言是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785813" y="1433513"/>
            <a:ext cx="5927725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0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型文法</a:t>
            </a:r>
            <a:r>
              <a:rPr lang="en-US" altLang="zh-CN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Type-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0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Grammar</a:t>
            </a:r>
            <a:r>
              <a:rPr lang="en-US" altLang="zh-CN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1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型文法</a:t>
            </a:r>
            <a:r>
              <a:rPr lang="en-US" altLang="zh-CN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Type-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Grammar</a:t>
            </a:r>
            <a:r>
              <a:rPr lang="en-US" altLang="zh-CN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2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型文法</a:t>
            </a:r>
            <a:r>
              <a:rPr lang="en-US" altLang="zh-CN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Type-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Grammar</a:t>
            </a:r>
            <a:r>
              <a:rPr lang="en-US" altLang="zh-CN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3</a:t>
            </a:r>
            <a:r>
              <a:rPr lang="zh-CN" altLang="en-US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型文法</a:t>
            </a:r>
            <a:r>
              <a:rPr lang="en-US" altLang="zh-CN" sz="3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Type-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Grammar</a:t>
            </a:r>
            <a:r>
              <a:rPr lang="en-US" altLang="zh-CN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ts val="4000"/>
              </a:lnSpc>
              <a:defRPr/>
            </a:pPr>
            <a:endParaRPr lang="en-US" altLang="zh-CN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defRPr/>
            </a:pPr>
            <a:endParaRPr lang="en-US" altLang="zh-CN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7000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乔姆斯基</a:t>
            </a:r>
            <a:r>
              <a:rPr lang="en-US" altLang="zh-CN" sz="3000" i="1" dirty="0">
                <a:solidFill>
                  <a:schemeClr val="tx1"/>
                </a:solidFill>
              </a:rPr>
              <a:t>Chomsky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文法分类体系</a:t>
            </a:r>
          </a:p>
        </p:txBody>
      </p:sp>
      <p:grpSp>
        <p:nvGrpSpPr>
          <p:cNvPr id="71684" name="组合 9"/>
          <p:cNvGrpSpPr>
            <a:grpSpLocks/>
          </p:cNvGrpSpPr>
          <p:nvPr/>
        </p:nvGrpSpPr>
        <p:grpSpPr bwMode="auto">
          <a:xfrm>
            <a:off x="0" y="6270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687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5400" y="123825"/>
            <a:ext cx="79311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2.4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文法的分类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25" y="846138"/>
            <a:ext cx="7643813" cy="3225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b="1" i="1" dirty="0">
                <a:ea typeface="楷体_GB2312"/>
                <a:cs typeface="Times New Roman" panose="02020603050405020304" pitchFamily="18" charset="0"/>
              </a:rPr>
              <a:t>			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 → β</a:t>
            </a:r>
          </a:p>
          <a:p>
            <a:pPr marL="0" indent="0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无限制文法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Unrestricted Grammar)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4000"/>
              </a:lnSpc>
              <a:buClr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300" b="1" dirty="0">
                <a:solidFill>
                  <a:srgbClr val="000000"/>
                </a:solidFill>
                <a:cs typeface="Times New Roman" panose="02020603050405020304" pitchFamily="18" charset="0"/>
              </a:rPr>
              <a:t>∀</a:t>
            </a:r>
            <a:r>
              <a:rPr lang="en-US" altLang="zh-CN" sz="23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α → β</a:t>
            </a:r>
            <a:r>
              <a:rPr lang="zh-CN" altLang="en-US" sz="2300" b="1" dirty="0">
                <a:solidFill>
                  <a:srgbClr val="000000"/>
                </a:solidFill>
                <a:cs typeface="Times New Roman" panose="02020603050405020304" pitchFamily="18" charset="0"/>
              </a:rPr>
              <a:t>∈</a:t>
            </a:r>
            <a:r>
              <a:rPr lang="en-US" altLang="zh-CN" sz="23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300" b="1" dirty="0">
                <a:solidFill>
                  <a:srgbClr val="000000"/>
                </a:solidFill>
                <a:cs typeface="Times New Roman" panose="02020603050405020304" pitchFamily="18" charset="0"/>
              </a:rPr>
              <a:t>， </a:t>
            </a:r>
            <a:r>
              <a:rPr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</a:t>
            </a:r>
            <a:r>
              <a:rPr lang="zh-CN" altLang="en-US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中至少包含</a:t>
            </a:r>
            <a:r>
              <a:rPr lang="en-US" altLang="zh-CN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个非终结符</a:t>
            </a:r>
            <a:endParaRPr lang="en-US" altLang="zh-CN" sz="2300" b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型语言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  <a:p>
            <a:pPr marL="552450" lvl="2" indent="-273050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0</a:t>
            </a: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型文法</a:t>
            </a:r>
            <a:r>
              <a:rPr lang="en-US" altLang="zh-CN" sz="2500" b="1" i="1" dirty="0">
                <a:solidFill>
                  <a:schemeClr val="tx1"/>
                </a:solidFill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生成的语言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G 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endParaRPr lang="zh-CN" altLang="en-US" sz="2500" b="1" dirty="0">
              <a:solidFill>
                <a:schemeClr val="tx1"/>
              </a:solidFill>
            </a:endParaRPr>
          </a:p>
          <a:p>
            <a:pPr marL="0" indent="0" eaLnBrk="1" hangingPunct="1">
              <a:buFont typeface="Symbol" panose="05050102010706020507" pitchFamily="18" charset="2"/>
              <a:buNone/>
            </a:pPr>
            <a:endParaRPr lang="zh-CN" altLang="en-US" sz="2800" dirty="0"/>
          </a:p>
        </p:txBody>
      </p:sp>
      <p:sp>
        <p:nvSpPr>
          <p:cNvPr id="49155" name="标题 1"/>
          <p:cNvSpPr>
            <a:spLocks noGrp="1"/>
          </p:cNvSpPr>
          <p:nvPr>
            <p:ph type="title"/>
          </p:nvPr>
        </p:nvSpPr>
        <p:spPr>
          <a:xfrm>
            <a:off x="755650" y="214313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型文法</a:t>
            </a:r>
            <a:r>
              <a:rPr lang="en-US" altLang="zh-CN" spc="300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Type</a:t>
            </a:r>
            <a:r>
              <a:rPr lang="en-US" altLang="zh-CN" sz="2400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-0</a:t>
            </a:r>
            <a:r>
              <a:rPr lang="en-US" altLang="zh-CN" sz="2400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Grammar</a:t>
            </a:r>
            <a:r>
              <a:rPr lang="en-US" altLang="zh-CN" sz="2800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)</a:t>
            </a:r>
            <a:r>
              <a:rPr lang="en-US" altLang="zh-CN" sz="3200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pSp>
        <p:nvGrpSpPr>
          <p:cNvPr id="73732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73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313" y="928688"/>
            <a:ext cx="8718550" cy="3225800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CN" b="1" i="1" dirty="0">
                <a:ea typeface="楷体_GB2312" pitchFamily="49" charset="-122"/>
                <a:cs typeface="Times New Roman" pitchFamily="18" charset="0"/>
              </a:rPr>
              <a:t>		</a:t>
            </a:r>
            <a:endParaRPr lang="en-US" altLang="zh-CN" b="1" dirty="0">
              <a:ea typeface="楷体_GB2312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cs typeface="Times New Roman" pitchFamily="18" charset="0"/>
              </a:rPr>
              <a:t>上下文有关文法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Context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-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Sensitive Grammar , CSG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  <a:endParaRPr lang="en-US" altLang="zh-CN" sz="28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∀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 → β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∈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zh-CN" altLang="el-GR" sz="2500" b="1" dirty="0">
                <a:solidFill>
                  <a:schemeClr val="tx1"/>
                </a:solidFill>
                <a:cs typeface="Times New Roman" pitchFamily="18" charset="0"/>
              </a:rPr>
              <a:t>｜</a:t>
            </a:r>
            <a:r>
              <a:rPr lang="el-GR" altLang="zh-CN" sz="25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zh-CN" altLang="el-GR" sz="2500" b="1" dirty="0">
                <a:solidFill>
                  <a:schemeClr val="tx1"/>
                </a:solidFill>
                <a:cs typeface="Times New Roman" pitchFamily="18" charset="0"/>
              </a:rPr>
              <a:t>｜≤｜</a:t>
            </a:r>
            <a:r>
              <a:rPr lang="el-GR" altLang="zh-CN" sz="25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zh-CN" altLang="el-GR" sz="2500" b="1" dirty="0">
                <a:solidFill>
                  <a:schemeClr val="tx1"/>
                </a:solidFill>
                <a:cs typeface="Times New Roman" pitchFamily="18" charset="0"/>
              </a:rPr>
              <a:t>｜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 </a:t>
            </a:r>
            <a:endParaRPr lang="zh-CN" altLang="el-GR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产生式的一般形式：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α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Aα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α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βα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l-GR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l-GR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β≠ε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l-GR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  <a:endParaRPr lang="en-US" altLang="zh-CN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303213" lvl="1" indent="0" eaLnBrk="1" hangingPunct="1">
              <a:lnSpc>
                <a:spcPts val="4000"/>
              </a:lnSpc>
              <a:buClr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cs typeface="Times New Roman" pitchFamily="18" charset="0"/>
              </a:rPr>
              <a:t>上下文有关语言（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型语言）</a:t>
            </a:r>
            <a:endParaRPr lang="en-US" altLang="zh-CN" sz="2800" b="1" dirty="0">
              <a:solidFill>
                <a:srgbClr val="FF0000"/>
              </a:solidFill>
              <a:latin typeface="楷体" pitchFamily="49" charset="-122"/>
            </a:endParaRPr>
          </a:p>
          <a:p>
            <a:pPr marL="552450" lvl="2" indent="-273050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由上下文有关文法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型文法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  <a:r>
              <a:rPr lang="en-US" altLang="zh-CN" sz="2500" b="1" i="1" dirty="0">
                <a:solidFill>
                  <a:schemeClr val="tx1"/>
                </a:solidFill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生成的语言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G 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endParaRPr lang="zh-CN" altLang="en-US" sz="2500" b="1" dirty="0">
              <a:solidFill>
                <a:srgbClr val="FF0000"/>
              </a:solidFill>
            </a:endParaRPr>
          </a:p>
          <a:p>
            <a:pPr marL="0" indent="0" eaLnBrk="1" hangingPunct="1">
              <a:defRPr/>
            </a:pPr>
            <a:endParaRPr lang="zh-CN" altLang="en-US" sz="2500" b="1" dirty="0"/>
          </a:p>
          <a:p>
            <a:pPr marL="0" indent="0" eaLnBrk="1" hangingPunct="1">
              <a:defRPr/>
            </a:pPr>
            <a:endParaRPr lang="zh-CN" altLang="en-US" sz="2500" b="1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28625" y="846139"/>
            <a:ext cx="7599759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			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α → β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itchFamily="18" charset="2"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75780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78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标题 1"/>
          <p:cNvSpPr txBox="1">
            <a:spLocks/>
          </p:cNvSpPr>
          <p:nvPr/>
        </p:nvSpPr>
        <p:spPr bwMode="auto">
          <a:xfrm>
            <a:off x="755650" y="214313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型文法</a:t>
            </a:r>
            <a:r>
              <a:rPr kumimoji="0" lang="en-US" altLang="zh-CN" sz="4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-1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Grammar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)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61037" y="3708866"/>
            <a:ext cx="3168650" cy="476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CSG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中不包含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ε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产生式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0038" y="857250"/>
            <a:ext cx="8701087" cy="3225800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b="1" i="1" dirty="0">
                <a:ea typeface="楷体_GB2312" pitchFamily="49" charset="-122"/>
                <a:cs typeface="Times New Roman" pitchFamily="18" charset="0"/>
              </a:rPr>
              <a:t>			</a:t>
            </a:r>
            <a:endParaRPr lang="en-US" altLang="zh-CN" b="1" dirty="0">
              <a:ea typeface="楷体_GB2312" pitchFamily="49" charset="-122"/>
              <a:cs typeface="Times New Roman" pitchFamily="18" charset="0"/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cs typeface="Times New Roman" pitchFamily="18" charset="0"/>
              </a:rPr>
              <a:t>上下文无关文法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Context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-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Free Grammar, CFG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  <a:endParaRPr lang="en-US" altLang="zh-CN" sz="28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 ∀</a:t>
            </a:r>
            <a:r>
              <a:rPr lang="en-US" altLang="zh-CN" sz="25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α → β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∈</a:t>
            </a:r>
            <a:r>
              <a:rPr lang="en-US" altLang="zh-CN" sz="25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，</a:t>
            </a:r>
            <a:r>
              <a:rPr lang="el-GR" altLang="zh-CN" sz="25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 ∈ </a:t>
            </a:r>
            <a:r>
              <a:rPr lang="en-US" altLang="zh-CN" sz="25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V</a:t>
            </a:r>
            <a:r>
              <a:rPr lang="en-US" altLang="zh-CN" sz="2500" b="1" i="1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endParaRPr lang="zh-CN" altLang="el-GR" sz="2500" b="1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577533" lvl="1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产生式的一般形式：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A→β	</a:t>
            </a:r>
            <a:endParaRPr lang="zh-CN" altLang="en-US" sz="2500" b="1" i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37892" name="矩形 3"/>
          <p:cNvSpPr>
            <a:spLocks noChangeArrowheads="1"/>
          </p:cNvSpPr>
          <p:nvPr/>
        </p:nvSpPr>
        <p:spPr bwMode="auto">
          <a:xfrm>
            <a:off x="3059113" y="3071813"/>
            <a:ext cx="2513012" cy="1857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例：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 → L | LT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 → L | D | TL | TD 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 → 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|…|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0 | 1 | 2 | 3 |…| 9</a:t>
            </a:r>
          </a:p>
        </p:txBody>
      </p:sp>
      <p:grpSp>
        <p:nvGrpSpPr>
          <p:cNvPr id="77828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83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" name="标题 1"/>
          <p:cNvSpPr txBox="1">
            <a:spLocks/>
          </p:cNvSpPr>
          <p:nvPr/>
        </p:nvSpPr>
        <p:spPr bwMode="auto">
          <a:xfrm>
            <a:off x="755650" y="214313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型文法</a:t>
            </a:r>
            <a:r>
              <a:rPr kumimoji="0" lang="en-US" altLang="zh-CN" sz="4000" b="1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-2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Grammar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)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428625" y="846138"/>
            <a:ext cx="862965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			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α → β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itchFamily="18" charset="2"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/>
      <p:bldP spid="3789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>
            <a:spLocks/>
          </p:cNvSpPr>
          <p:nvPr/>
        </p:nvSpPr>
        <p:spPr bwMode="auto">
          <a:xfrm>
            <a:off x="300038" y="857250"/>
            <a:ext cx="8701087" cy="322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		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华文楷体" panose="02010600040101010101" pitchFamily="2" charset="-122"/>
                <a:cs typeface="Times New Roman" pitchFamily="18" charset="0"/>
              </a:rPr>
              <a:t>上下文无关文法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Context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-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Free Grammar, CFG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576263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∀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α → β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∈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α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∈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l-GR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77533" marR="0" lvl="1" indent="-27432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华文楷体" panose="02010600040101010101" pitchFamily="2" charset="-122"/>
                <a:cs typeface="Times New Roman" pitchFamily="18" charset="0"/>
              </a:rPr>
              <a:t>产生式的一般形式：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A→β	</a:t>
            </a:r>
            <a:endParaRPr kumimoji="0" lang="zh-CN" altLang="en-US" sz="25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0038" y="2643188"/>
            <a:ext cx="7843837" cy="3225800"/>
          </a:xfrm>
        </p:spPr>
        <p:txBody>
          <a:bodyPr/>
          <a:lstStyle/>
          <a:p>
            <a:pPr marL="0" indent="0" eaLnBrk="1" hangingPunct="1"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b="1" i="1" dirty="0">
                <a:ea typeface="楷体_GB2312" pitchFamily="49" charset="-122"/>
                <a:cs typeface="Times New Roman" pitchFamily="18" charset="0"/>
              </a:rPr>
              <a:t>			</a:t>
            </a:r>
            <a:endParaRPr lang="en-US" altLang="zh-CN" b="1" dirty="0">
              <a:ea typeface="楷体_GB2312" pitchFamily="49" charset="-122"/>
              <a:cs typeface="Times New Roman" pitchFamily="18" charset="0"/>
            </a:endParaRPr>
          </a:p>
          <a:p>
            <a:pPr marL="0" indent="0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  <a:cs typeface="Times New Roman" pitchFamily="18" charset="0"/>
              </a:rPr>
              <a:t>上下文无关语言（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型语言）</a:t>
            </a:r>
            <a:endParaRPr lang="en-US" altLang="zh-CN" sz="2800" b="1" dirty="0">
              <a:solidFill>
                <a:srgbClr val="FF0000"/>
              </a:solidFill>
              <a:latin typeface="楷体" pitchFamily="49" charset="-122"/>
            </a:endParaRPr>
          </a:p>
          <a:p>
            <a:pPr marL="552450" lvl="2" indent="-273050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由上下文无关文法</a:t>
            </a:r>
            <a:r>
              <a:rPr lang="en-US" altLang="zh-CN" sz="2500" b="1" dirty="0">
                <a:solidFill>
                  <a:schemeClr val="tx1"/>
                </a:solidFill>
              </a:rPr>
              <a:t> (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型文法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  <a:r>
              <a:rPr lang="en-US" altLang="zh-CN" sz="2500" b="1" i="1" dirty="0">
                <a:solidFill>
                  <a:schemeClr val="tx1"/>
                </a:solidFill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生成的语言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G 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defRPr/>
            </a:pPr>
            <a:endParaRPr lang="zh-CN" altLang="en-US" b="1" dirty="0">
              <a:solidFill>
                <a:schemeClr val="tx1"/>
              </a:solidFill>
            </a:endParaRPr>
          </a:p>
        </p:txBody>
      </p:sp>
      <p:grpSp>
        <p:nvGrpSpPr>
          <p:cNvPr id="79876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0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标题 1"/>
          <p:cNvSpPr txBox="1">
            <a:spLocks/>
          </p:cNvSpPr>
          <p:nvPr/>
        </p:nvSpPr>
        <p:spPr bwMode="auto">
          <a:xfrm>
            <a:off x="755650" y="214313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型文法</a:t>
            </a:r>
            <a:r>
              <a:rPr kumimoji="0" lang="en-US" altLang="zh-CN" sz="4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-2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Grammar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)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428625" y="846138"/>
            <a:ext cx="862965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			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α → β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itchFamily="18" charset="2"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88" y="857250"/>
            <a:ext cx="8415337" cy="3225800"/>
          </a:xfrm>
        </p:spPr>
        <p:txBody>
          <a:bodyPr/>
          <a:lstStyle/>
          <a:p>
            <a:pPr marL="0" indent="0"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			</a:t>
            </a:r>
            <a:endParaRPr lang="en-US" altLang="zh-CN" b="1" dirty="0">
              <a:ea typeface="楷体_GB2312"/>
              <a:cs typeface="Times New Roman" panose="02020603050405020304" pitchFamily="18" charset="0"/>
            </a:endParaRPr>
          </a:p>
          <a:p>
            <a:pPr marL="0" indent="0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正则文法</a:t>
            </a:r>
            <a:r>
              <a:rPr lang="en-US" altLang="zh-CN" sz="2000" b="1" dirty="0">
                <a:solidFill>
                  <a:srgbClr val="FF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Regular Grammar</a:t>
            </a:r>
            <a:r>
              <a:rPr lang="en-US" altLang="zh-CN" sz="2000" b="1" i="1" dirty="0">
                <a:solidFill>
                  <a:schemeClr val="tx1"/>
                </a:solidFill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 RG 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</a:rPr>
              <a:t>右线性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Right Linear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rgbClr val="FF0000"/>
                </a:solidFill>
              </a:rPr>
              <a:t>文法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zh-CN" altLang="en-US" sz="2500" b="1" i="1" dirty="0">
                <a:solidFill>
                  <a:schemeClr val="tx1"/>
                </a:solidFill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wB</a:t>
            </a:r>
            <a:r>
              <a:rPr lang="zh-CN" altLang="en-US" sz="2500" b="1" i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</a:rPr>
              <a:t>或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</a:rPr>
              <a:t>w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</a:rPr>
              <a:t>左线性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Left Linear</a:t>
            </a:r>
            <a:r>
              <a:rPr lang="en-US" altLang="zh-CN" sz="2000" b="1" dirty="0">
                <a:solidFill>
                  <a:schemeClr val="tx1"/>
                </a:solidFill>
              </a:rPr>
              <a:t>)  </a:t>
            </a:r>
            <a:r>
              <a:rPr lang="zh-CN" altLang="en-US" sz="2500" b="1" dirty="0">
                <a:solidFill>
                  <a:srgbClr val="FF0000"/>
                </a:solidFill>
              </a:rPr>
              <a:t>文法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Bw</a:t>
            </a:r>
            <a:r>
              <a:rPr lang="en-US" altLang="zh-CN" sz="2500" b="1" i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</a:rPr>
              <a:t>或 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</a:rPr>
              <a:t>w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左线性文法和右线性文法都称为正则文法</a:t>
            </a:r>
          </a:p>
          <a:p>
            <a:pPr marL="0" indent="0" eaLnBrk="1" hangingPunct="1"/>
            <a:endParaRPr lang="zh-CN" altLang="en-US" dirty="0"/>
          </a:p>
          <a:p>
            <a:pPr marL="0" indent="0" eaLnBrk="1" hangingPunct="1"/>
            <a:endParaRPr lang="zh-CN" alt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65100" y="3286125"/>
            <a:ext cx="5621338" cy="1590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例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G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" pitchFamily="49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Times New Roman" pitchFamily="18" charset="0"/>
              </a:rPr>
              <a:t>①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 →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Times New Roman" pitchFamily="18" charset="0"/>
              </a:rPr>
              <a:t>②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 →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endParaRPr kumimoji="1" lang="en-US" altLang="zh-CN" sz="2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Times New Roman" pitchFamily="18" charset="0"/>
              </a:rPr>
              <a:t>③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 →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d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|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0 | 1 | 2 | 3 | 4 | 5</a:t>
            </a:r>
          </a:p>
          <a:p>
            <a:pPr marL="0" marR="0" lvl="0" indent="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Times New Roman" pitchFamily="18" charset="0"/>
              </a:rPr>
              <a:t>④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 →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|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0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 |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 |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 |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 |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 |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5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 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8192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92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标题 1"/>
          <p:cNvSpPr txBox="1">
            <a:spLocks/>
          </p:cNvSpPr>
          <p:nvPr/>
        </p:nvSpPr>
        <p:spPr bwMode="auto">
          <a:xfrm>
            <a:off x="755650" y="214313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型文法</a:t>
            </a:r>
            <a:r>
              <a:rPr kumimoji="0" lang="en-US" altLang="zh-CN" sz="4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-3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Grammar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)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428625" y="846138"/>
            <a:ext cx="862965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			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α → β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itchFamily="18" charset="2"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929313" y="3286125"/>
            <a:ext cx="3046412" cy="15906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文法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 → L | LT</a:t>
            </a:r>
          </a:p>
          <a:p>
            <a:pPr marL="0" marR="0" lvl="0" indent="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 → L | D | TL | TD </a:t>
            </a:r>
          </a:p>
          <a:p>
            <a:pPr marL="0" marR="0" lvl="0" indent="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 → a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</a:t>
            </a:r>
          </a:p>
          <a:p>
            <a:pPr marL="0" marR="0" lvl="0" indent="0" algn="l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 | 1 | 2 | 3 | 4 | 5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45059" y="3231766"/>
            <a:ext cx="25922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t>产生式右部只有一个非终结符！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085911" y="2864531"/>
            <a:ext cx="214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rPr>
              <a:t>上下文无关文法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7452320" y="3147814"/>
            <a:ext cx="216024" cy="4320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2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88" y="3143250"/>
            <a:ext cx="7772400" cy="3225800"/>
          </a:xfrm>
        </p:spPr>
        <p:txBody>
          <a:bodyPr/>
          <a:lstStyle/>
          <a:p>
            <a:pPr marL="0" indent="0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</a:rPr>
              <a:t>正则语言（</a:t>
            </a:r>
            <a:r>
              <a:rPr lang="en-US" altLang="zh-CN" sz="2800" b="1" dirty="0">
                <a:solidFill>
                  <a:srgbClr val="FF0000"/>
                </a:solidFill>
                <a:cs typeface="Times New Roman" pitchFamily="18" charset="0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楷体" pitchFamily="49" charset="-122"/>
              </a:rPr>
              <a:t>型语言）</a:t>
            </a:r>
            <a:endParaRPr lang="en-US" altLang="zh-CN" sz="2800" b="1" dirty="0">
              <a:solidFill>
                <a:srgbClr val="FF0000"/>
              </a:solidFill>
              <a:latin typeface="楷体" pitchFamily="49" charset="-122"/>
            </a:endParaRP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由正则文法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 (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3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型文法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生成的语言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G 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357188" y="857250"/>
            <a:ext cx="8415337" cy="322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		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华文楷体" panose="02010600040101010101" pitchFamily="2" charset="-122"/>
                <a:cs typeface="Times New Roman" pitchFamily="18" charset="0"/>
              </a:rPr>
              <a:t>正则文法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Regular Grammar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,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</a:rPr>
              <a:t> RG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576263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右线性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Right Linear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文法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：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wB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或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576263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左线性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Left Linear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文法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：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Bw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或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576263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左线性文法和右线性文法都称为正则文法</a:t>
            </a:r>
          </a:p>
        </p:txBody>
      </p:sp>
      <p:grpSp>
        <p:nvGrpSpPr>
          <p:cNvPr id="83972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977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标题 1"/>
          <p:cNvSpPr txBox="1">
            <a:spLocks/>
          </p:cNvSpPr>
          <p:nvPr/>
        </p:nvSpPr>
        <p:spPr bwMode="auto">
          <a:xfrm>
            <a:off x="755650" y="214313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型文法</a:t>
            </a:r>
            <a:r>
              <a:rPr kumimoji="0" lang="en-US" altLang="zh-CN" sz="4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-3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Grammar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)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428625" y="846138"/>
            <a:ext cx="862965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			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α → β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itchFamily="18" charset="2"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28688" y="4232275"/>
            <a:ext cx="5954712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正则文法能描述程序设计语言的多数单词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858838"/>
            <a:ext cx="8272462" cy="3225800"/>
          </a:xfrm>
        </p:spPr>
        <p:txBody>
          <a:bodyPr/>
          <a:lstStyle/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0型文法：</a:t>
            </a:r>
            <a:endParaRPr kumimoji="1"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03213" lvl="1" indent="0" eaLnBrk="1" hangingPunct="1">
              <a:buClrTx/>
              <a:buNone/>
            </a:pP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	α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中至少包含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个非终结符</a:t>
            </a:r>
            <a:endParaRPr kumimoji="1"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1型文法（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CSG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） ：</a:t>
            </a:r>
            <a:endParaRPr kumimoji="1"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03213" lvl="1" indent="0" eaLnBrk="1" hangingPunct="1">
              <a:buClr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  <a:r>
              <a:rPr lang="zh-CN" altLang="el-GR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｜</a:t>
            </a:r>
            <a:r>
              <a:rPr lang="el-GR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</a:t>
            </a:r>
            <a:r>
              <a:rPr lang="zh-CN" altLang="el-GR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｜≤｜</a:t>
            </a:r>
            <a:r>
              <a:rPr lang="el-GR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β</a:t>
            </a:r>
            <a:r>
              <a:rPr lang="zh-CN" altLang="el-GR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｜</a:t>
            </a:r>
            <a:endParaRPr kumimoji="1"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2型文法</a:t>
            </a:r>
            <a:r>
              <a:rPr kumimoji="1" lang="zh-CN" altLang="en-US" b="1" dirty="0">
                <a:solidFill>
                  <a:schemeClr val="tx1"/>
                </a:solidFill>
              </a:rPr>
              <a:t>（</a:t>
            </a:r>
            <a:r>
              <a:rPr kumimoji="1" lang="en-US" altLang="zh-CN" b="1" i="1" dirty="0">
                <a:solidFill>
                  <a:schemeClr val="tx1"/>
                </a:solidFill>
              </a:rPr>
              <a:t>CFG</a:t>
            </a:r>
            <a:r>
              <a:rPr kumimoji="1" lang="zh-CN" altLang="en-US" b="1" dirty="0">
                <a:solidFill>
                  <a:schemeClr val="tx1"/>
                </a:solidFill>
              </a:rPr>
              <a:t>） ：</a:t>
            </a:r>
            <a:endParaRPr kumimoji="1" lang="en-US" altLang="zh-CN" b="1" dirty="0">
              <a:solidFill>
                <a:schemeClr val="tx1"/>
              </a:solidFill>
            </a:endParaRPr>
          </a:p>
          <a:p>
            <a:pPr marL="303213" lvl="1" indent="0" eaLnBrk="1" hangingPunct="1">
              <a:buClrTx/>
              <a:buNone/>
            </a:pPr>
            <a:r>
              <a:rPr kumimoji="1" lang="en-US" altLang="zh-CN" b="1" i="1" dirty="0">
                <a:solidFill>
                  <a:schemeClr val="tx1"/>
                </a:solidFill>
              </a:rPr>
              <a:t>	</a:t>
            </a:r>
            <a:r>
              <a:rPr kumimoji="1" lang="el-GR" altLang="zh-CN" b="1" i="1" dirty="0">
                <a:solidFill>
                  <a:schemeClr val="tx1"/>
                </a:solidFill>
              </a:rPr>
              <a:t>α</a:t>
            </a:r>
            <a:r>
              <a:rPr kumimoji="1" lang="el-GR" altLang="zh-CN" b="1" dirty="0">
                <a:solidFill>
                  <a:schemeClr val="tx1"/>
                </a:solidFill>
              </a:rPr>
              <a:t> ∈ </a:t>
            </a:r>
            <a:r>
              <a:rPr kumimoji="1" lang="en-US" altLang="zh-CN" b="1" i="1" dirty="0">
                <a:solidFill>
                  <a:schemeClr val="tx1"/>
                </a:solidFill>
              </a:rPr>
              <a:t>V</a:t>
            </a:r>
            <a:r>
              <a:rPr kumimoji="1" lang="en-US" altLang="zh-CN" b="1" i="1" baseline="-25000" dirty="0">
                <a:solidFill>
                  <a:schemeClr val="tx1"/>
                </a:solidFill>
              </a:rPr>
              <a:t>N</a:t>
            </a:r>
            <a:r>
              <a:rPr kumimoji="1" lang="en-US" altLang="zh-CN" b="1" i="1" dirty="0">
                <a:solidFill>
                  <a:schemeClr val="tx1"/>
                </a:solidFill>
              </a:rPr>
              <a:t> 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chemeClr val="tx1"/>
                </a:solidFill>
              </a:rPr>
              <a:t>3型文法（</a:t>
            </a:r>
            <a:r>
              <a:rPr kumimoji="1" lang="en-US" altLang="zh-CN" b="1" i="1" dirty="0">
                <a:solidFill>
                  <a:schemeClr val="tx1"/>
                </a:solidFill>
              </a:rPr>
              <a:t>RG</a:t>
            </a:r>
            <a:r>
              <a:rPr kumimoji="1" lang="zh-CN" altLang="en-US" b="1" dirty="0">
                <a:solidFill>
                  <a:schemeClr val="tx1"/>
                </a:solidFill>
              </a:rPr>
              <a:t>）：</a:t>
            </a:r>
            <a:endParaRPr kumimoji="1" lang="en-US" altLang="zh-CN" b="1" dirty="0">
              <a:solidFill>
                <a:schemeClr val="tx1"/>
              </a:solidFill>
            </a:endParaRPr>
          </a:p>
          <a:p>
            <a:pPr marL="303213" lvl="1" indent="0" eaLnBrk="1" hangingPunct="1">
              <a:buClrTx/>
              <a:buNone/>
            </a:pPr>
            <a:r>
              <a:rPr lang="en-US" altLang="zh-CN" b="1" i="1" dirty="0">
                <a:solidFill>
                  <a:schemeClr val="tx1"/>
                </a:solidFill>
              </a:rPr>
              <a:t>	A</a:t>
            </a:r>
            <a:r>
              <a:rPr lang="zh-CN" altLang="en-US" b="1" dirty="0">
                <a:solidFill>
                  <a:schemeClr val="tx1"/>
                </a:solidFill>
              </a:rPr>
              <a:t>→</a:t>
            </a:r>
            <a:r>
              <a:rPr lang="en-US" altLang="zh-CN" b="1" i="1" dirty="0" err="1">
                <a:solidFill>
                  <a:schemeClr val="tx1"/>
                </a:solidFill>
              </a:rPr>
              <a:t>wB</a:t>
            </a:r>
            <a:r>
              <a:rPr lang="zh-CN" altLang="en-US" b="1" i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</a:rPr>
              <a:t>或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zh-CN" altLang="en-US" b="1" dirty="0">
                <a:solidFill>
                  <a:schemeClr val="tx1"/>
                </a:solidFill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</a:rPr>
              <a:t>w</a:t>
            </a:r>
            <a:r>
              <a:rPr lang="en-US" altLang="zh-CN" b="1" dirty="0">
                <a:solidFill>
                  <a:schemeClr val="tx1"/>
                </a:solidFill>
              </a:rPr>
              <a:t>   (</a:t>
            </a:r>
            <a:r>
              <a:rPr lang="en-US" altLang="zh-CN" b="1" i="1" dirty="0" err="1">
                <a:solidFill>
                  <a:schemeClr val="tx1"/>
                </a:solidFill>
              </a:rPr>
              <a:t>A</a:t>
            </a:r>
            <a:r>
              <a:rPr lang="en-US" altLang="zh-CN" b="1" dirty="0" err="1">
                <a:solidFill>
                  <a:schemeClr val="tx1"/>
                </a:solidFill>
              </a:rPr>
              <a:t>→</a:t>
            </a:r>
            <a:r>
              <a:rPr lang="en-US" altLang="zh-CN" b="1" i="1" dirty="0" err="1">
                <a:solidFill>
                  <a:schemeClr val="tx1"/>
                </a:solidFill>
              </a:rPr>
              <a:t>Bw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</a:rPr>
              <a:t>或</a:t>
            </a:r>
            <a:r>
              <a:rPr lang="en-US" altLang="zh-CN" b="1" i="1" dirty="0" err="1">
                <a:solidFill>
                  <a:schemeClr val="tx1"/>
                </a:solidFill>
              </a:rPr>
              <a:t>A</a:t>
            </a:r>
            <a:r>
              <a:rPr lang="en-US" altLang="zh-CN" b="1" dirty="0" err="1">
                <a:solidFill>
                  <a:schemeClr val="tx1"/>
                </a:solidFill>
              </a:rPr>
              <a:t>→</a:t>
            </a:r>
            <a:r>
              <a:rPr lang="en-US" altLang="zh-CN" b="1" i="1" dirty="0" err="1">
                <a:solidFill>
                  <a:schemeClr val="tx1"/>
                </a:solidFill>
              </a:rPr>
              <a:t>w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</a:p>
          <a:p>
            <a:pPr marL="0" indent="0" eaLnBrk="1" hangingPunct="1">
              <a:buClrTx/>
              <a:buNone/>
            </a:pPr>
            <a:endParaRPr kumimoji="1" lang="en-US" altLang="zh-CN" b="1" dirty="0">
              <a:solidFill>
                <a:schemeClr val="tx1"/>
              </a:solidFill>
            </a:endParaRPr>
          </a:p>
          <a:p>
            <a:pPr eaLnBrk="1" hangingPunct="1"/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84163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四种文法之间的关系</a:t>
            </a:r>
          </a:p>
        </p:txBody>
      </p:sp>
      <p:grpSp>
        <p:nvGrpSpPr>
          <p:cNvPr id="86021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4" name="五边形 1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023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160094" y="1851670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rPr>
              <a:t>逐级限制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" name="下箭头 5"/>
          <p:cNvSpPr/>
          <p:nvPr/>
        </p:nvSpPr>
        <p:spPr>
          <a:xfrm>
            <a:off x="4932040" y="1707654"/>
            <a:ext cx="216024" cy="936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16197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858838"/>
            <a:ext cx="8272462" cy="32258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逐级包含</a:t>
            </a:r>
            <a:endParaRPr kumimoji="1" lang="en-US" altLang="zh-CN" b="1" dirty="0">
              <a:solidFill>
                <a:schemeClr val="tx1"/>
              </a:solidFill>
            </a:endParaRPr>
          </a:p>
          <a:p>
            <a:pPr eaLnBrk="1" hangingPunct="1"/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84163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四种文法之间的关系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619672" y="1275606"/>
            <a:ext cx="4519612" cy="2071687"/>
            <a:chOff x="1535" y="1681"/>
            <a:chExt cx="2533" cy="1706"/>
          </a:xfrm>
        </p:grpSpPr>
        <p:sp>
          <p:nvSpPr>
            <p:cNvPr id="3" name="Oval 5"/>
            <p:cNvSpPr>
              <a:spLocks noChangeArrowheads="1"/>
            </p:cNvSpPr>
            <p:nvPr/>
          </p:nvSpPr>
          <p:spPr bwMode="auto">
            <a:xfrm>
              <a:off x="1535" y="1681"/>
              <a:ext cx="2533" cy="170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55302" name="Oval 6"/>
            <p:cNvSpPr>
              <a:spLocks noChangeArrowheads="1"/>
            </p:cNvSpPr>
            <p:nvPr/>
          </p:nvSpPr>
          <p:spPr bwMode="auto">
            <a:xfrm>
              <a:off x="1869" y="2107"/>
              <a:ext cx="1876" cy="128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4" name="Oval 7"/>
            <p:cNvSpPr>
              <a:spLocks noChangeArrowheads="1"/>
            </p:cNvSpPr>
            <p:nvPr/>
          </p:nvSpPr>
          <p:spPr bwMode="auto">
            <a:xfrm>
              <a:off x="2123" y="2535"/>
              <a:ext cx="1296" cy="85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86027" name="Oval 8"/>
            <p:cNvSpPr>
              <a:spLocks noChangeArrowheads="1"/>
            </p:cNvSpPr>
            <p:nvPr/>
          </p:nvSpPr>
          <p:spPr bwMode="auto">
            <a:xfrm>
              <a:off x="2256" y="2832"/>
              <a:ext cx="1049" cy="52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6028" name="Text Box 9"/>
            <p:cNvSpPr txBox="1">
              <a:spLocks noChangeArrowheads="1"/>
            </p:cNvSpPr>
            <p:nvPr/>
          </p:nvSpPr>
          <p:spPr bwMode="auto">
            <a:xfrm>
              <a:off x="2310" y="2557"/>
              <a:ext cx="103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2型文法集合</a:t>
              </a:r>
            </a:p>
          </p:txBody>
        </p:sp>
        <p:sp>
          <p:nvSpPr>
            <p:cNvPr id="86029" name="Text Box 10"/>
            <p:cNvSpPr txBox="1">
              <a:spLocks noChangeArrowheads="1"/>
            </p:cNvSpPr>
            <p:nvPr/>
          </p:nvSpPr>
          <p:spPr bwMode="auto">
            <a:xfrm>
              <a:off x="2310" y="2175"/>
              <a:ext cx="98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1型文法集合</a:t>
              </a:r>
            </a:p>
          </p:txBody>
        </p:sp>
        <p:sp>
          <p:nvSpPr>
            <p:cNvPr id="51211" name="Text Box 11"/>
            <p:cNvSpPr txBox="1">
              <a:spLocks noChangeArrowheads="1"/>
            </p:cNvSpPr>
            <p:nvPr/>
          </p:nvSpPr>
          <p:spPr bwMode="auto">
            <a:xfrm>
              <a:off x="2060" y="1763"/>
              <a:ext cx="1383" cy="3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0型文法集合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86031" name="Text Box 12"/>
            <p:cNvSpPr txBox="1">
              <a:spLocks noChangeArrowheads="1"/>
            </p:cNvSpPr>
            <p:nvPr/>
          </p:nvSpPr>
          <p:spPr bwMode="auto">
            <a:xfrm>
              <a:off x="2329" y="2940"/>
              <a:ext cx="102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3型文法集合</a:t>
              </a:r>
            </a:p>
          </p:txBody>
        </p:sp>
      </p:grpSp>
      <p:grpSp>
        <p:nvGrpSpPr>
          <p:cNvPr id="86021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4" name="五边形 1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023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142875" y="571500"/>
            <a:ext cx="8677275" cy="5143500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defRPr/>
            </a:pPr>
            <a:endParaRPr lang="en-US" altLang="zh-CN" b="1" dirty="0">
              <a:solidFill>
                <a:srgbClr val="FF00FF"/>
              </a:solidFill>
            </a:endParaRPr>
          </a:p>
          <a:p>
            <a:pPr lvl="1" indent="-274320" eaLnBrk="1" fontAlgn="auto" hangingPunct="1">
              <a:spcAft>
                <a:spcPts val="0"/>
              </a:spcAft>
              <a:defRPr/>
            </a:pPr>
            <a:endParaRPr lang="en-US" altLang="zh-CN" sz="2000" b="1" dirty="0"/>
          </a:p>
          <a:p>
            <a:pPr lvl="1" indent="-274320" eaLnBrk="1" fontAlgn="auto" hangingPunct="1">
              <a:spcAft>
                <a:spcPts val="0"/>
              </a:spcAft>
              <a:buFont typeface="Symbol" panose="05050102010706020507" pitchFamily="18" charset="2"/>
              <a:buNone/>
              <a:defRPr/>
            </a:pPr>
            <a:endParaRPr lang="en-US" altLang="zh-CN" sz="2000" b="1" dirty="0"/>
          </a:p>
          <a:p>
            <a:pPr lvl="1" indent="-274320" eaLnBrk="1" fontAlgn="auto" hangingPunct="1">
              <a:spcAft>
                <a:spcPts val="0"/>
              </a:spcAft>
              <a:defRPr/>
            </a:pPr>
            <a:endParaRPr lang="en-US" altLang="zh-CN" sz="2000" b="1" dirty="0"/>
          </a:p>
          <a:p>
            <a:pPr lvl="1" indent="-274320" eaLnBrk="1" fontAlgn="auto" hangingPunct="1">
              <a:spcAft>
                <a:spcPts val="0"/>
              </a:spcAft>
              <a:buFont typeface="Symbol" panose="05050102010706020507" pitchFamily="18" charset="2"/>
              <a:buNone/>
              <a:defRPr/>
            </a:pPr>
            <a:endParaRPr lang="en-US" altLang="zh-CN" sz="2000" b="1" dirty="0"/>
          </a:p>
          <a:p>
            <a:pPr lvl="1" indent="-274320" eaLnBrk="1" fontAlgn="auto" hangingPunct="1">
              <a:spcAft>
                <a:spcPts val="0"/>
              </a:spcAft>
              <a:defRPr/>
            </a:pPr>
            <a:endParaRPr lang="en-US" altLang="zh-CN" sz="2000" b="1" dirty="0"/>
          </a:p>
          <a:p>
            <a:pPr lvl="1" indent="-274320" eaLnBrk="1" fontAlgn="auto" hangingPunct="1">
              <a:lnSpc>
                <a:spcPts val="3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根节点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的标号为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文法开始符号 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</a:endParaRPr>
          </a:p>
          <a:p>
            <a:pPr lvl="1" indent="-274320" eaLnBrk="1" fontAlgn="auto" hangingPunct="1">
              <a:lnSpc>
                <a:spcPts val="3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内部结点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表示对一个产生式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A→β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的应用，该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结点的标号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是此产生式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左部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。该结点的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子结点的标号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从左到右构成了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产生式的右部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β</a:t>
            </a:r>
          </a:p>
          <a:p>
            <a:pPr lvl="1" indent="-274320" eaLnBrk="1" fontAlgn="auto" hangingPunct="1">
              <a:lnSpc>
                <a:spcPts val="3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叶结点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的标号既可以是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非终结符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，也可以是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终结符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。从左到右排列叶节点得到的符号串称为是这棵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树的产出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( 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itchFamily="18" charset="0"/>
              </a:rPr>
              <a:t>yield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或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边缘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latin typeface="+mn-ea"/>
              </a:rPr>
              <a:t>f </a:t>
            </a:r>
            <a:r>
              <a:rPr lang="en-US" altLang="zh-CN" sz="1600" b="1" i="1" dirty="0" err="1">
                <a:solidFill>
                  <a:schemeClr val="tx1"/>
                </a:solidFill>
                <a:cs typeface="Times New Roman" pitchFamily="18" charset="0"/>
              </a:rPr>
              <a:t>rontier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en-US" altLang="zh-CN" sz="1600" b="1" i="1" dirty="0">
                <a:solidFill>
                  <a:schemeClr val="tx1"/>
                </a:solidFill>
                <a:latin typeface="+mn-ea"/>
              </a:rPr>
              <a:t> 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763" y="206375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2.5  CFG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的分析树</a:t>
            </a:r>
          </a:p>
        </p:txBody>
      </p:sp>
      <p:pic>
        <p:nvPicPr>
          <p:cNvPr id="88068" name="Picture 5"/>
          <p:cNvPicPr>
            <a:picLocks noChangeAspect="1" noChangeArrowheads="1"/>
          </p:cNvPicPr>
          <p:nvPr/>
        </p:nvPicPr>
        <p:blipFill>
          <a:blip r:embed="rId3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963" y="890588"/>
            <a:ext cx="228600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54163" y="890588"/>
            <a:ext cx="1741487" cy="1914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G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①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→ E + E            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②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→ E * E      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③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→ - E 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④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→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⑤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→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id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内容占位符 2"/>
          <p:cNvSpPr>
            <a:spLocks noGrp="1"/>
          </p:cNvSpPr>
          <p:nvPr>
            <p:ph idx="1"/>
          </p:nvPr>
        </p:nvSpPr>
        <p:spPr>
          <a:xfrm>
            <a:off x="442913" y="820738"/>
            <a:ext cx="7915275" cy="1535112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给定一个推导</a:t>
            </a:r>
            <a:r>
              <a:rPr lang="en-US" altLang="zh-CN" sz="2800" b="1" dirty="0">
                <a:solidFill>
                  <a:schemeClr val="tx1"/>
                </a:solidFill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</a:rPr>
              <a:t>S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</a:t>
            </a:r>
            <a:r>
              <a:rPr lang="en-US" altLang="zh-CN" sz="2800" b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</a:t>
            </a:r>
            <a:r>
              <a:rPr lang="en-US" altLang="zh-CN" sz="2800" b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…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</a:t>
            </a:r>
            <a:r>
              <a:rPr lang="en-US" altLang="zh-CN" sz="2800" b="1" i="1" baseline="-25000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 ，对于推导过程中得到的每一个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句型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/>
                <a:cs typeface="楷体_GB2312"/>
              </a:rPr>
              <a:t>α</a:t>
            </a:r>
            <a:r>
              <a:rPr lang="en-US" altLang="zh-CN" sz="2800" b="1" i="1" baseline="-25000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/>
                <a:cs typeface="楷体_GB2312"/>
              </a:rPr>
              <a:t>i</a:t>
            </a:r>
            <a:r>
              <a:rPr lang="zh-CN" altLang="en-US" sz="2800" b="1" dirty="0">
                <a:solidFill>
                  <a:schemeClr val="tx1"/>
                </a:solidFill>
              </a:rPr>
              <a:t>，都可以构造出一个边缘为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8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sz="2800" b="1" dirty="0">
                <a:solidFill>
                  <a:schemeClr val="tx1"/>
                </a:solidFill>
                <a:latin typeface="Courier"/>
              </a:rPr>
              <a:t>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"/>
              </a:rPr>
              <a:t>分析树</a:t>
            </a:r>
            <a:endParaRPr lang="zh-CN" alt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分析树是推导的图形化表示</a:t>
            </a:r>
          </a:p>
        </p:txBody>
      </p:sp>
      <p:grpSp>
        <p:nvGrpSpPr>
          <p:cNvPr id="90116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14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286000" y="2841625"/>
            <a:ext cx="1741488" cy="19288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①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→ E + E            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②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→ E * E      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③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→ - E 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④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⑤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id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68350" y="2317750"/>
            <a:ext cx="2101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推导过程：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2546350" y="2316163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2938463" y="2317750"/>
            <a:ext cx="12493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090988" y="2328863"/>
            <a:ext cx="1566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E+E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5556250" y="2309813"/>
            <a:ext cx="1608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+E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107238" y="2284413"/>
            <a:ext cx="1712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id+id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grpSp>
        <p:nvGrpSpPr>
          <p:cNvPr id="3" name="组合 50"/>
          <p:cNvGrpSpPr>
            <a:grpSpLocks/>
          </p:cNvGrpSpPr>
          <p:nvPr/>
        </p:nvGrpSpPr>
        <p:grpSpPr bwMode="auto">
          <a:xfrm>
            <a:off x="4357688" y="2786063"/>
            <a:ext cx="2428875" cy="2139950"/>
            <a:chOff x="3286368" y="2932811"/>
            <a:chExt cx="2428347" cy="2139955"/>
          </a:xfrm>
        </p:grpSpPr>
        <p:sp>
          <p:nvSpPr>
            <p:cNvPr id="42" name="矩形 41"/>
            <p:cNvSpPr/>
            <p:nvPr/>
          </p:nvSpPr>
          <p:spPr>
            <a:xfrm>
              <a:off x="3286368" y="2974086"/>
              <a:ext cx="2428347" cy="209868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90146" name="矩形 9"/>
            <p:cNvSpPr>
              <a:spLocks noChangeArrowheads="1"/>
            </p:cNvSpPr>
            <p:nvPr/>
          </p:nvSpPr>
          <p:spPr bwMode="auto">
            <a:xfrm>
              <a:off x="4660518" y="2932811"/>
              <a:ext cx="3051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endParaRPr>
            </a:p>
          </p:txBody>
        </p:sp>
        <p:sp>
          <p:nvSpPr>
            <p:cNvPr id="90147" name="矩形 47"/>
            <p:cNvSpPr>
              <a:spLocks noChangeArrowheads="1"/>
            </p:cNvSpPr>
            <p:nvPr/>
          </p:nvSpPr>
          <p:spPr bwMode="auto">
            <a:xfrm>
              <a:off x="3286368" y="2988375"/>
              <a:ext cx="1210315" cy="400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分析树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/>
                  <a:ea typeface="华文楷体" panose="02010600040101010101" pitchFamily="2" charset="-122"/>
                </a:rPr>
                <a:t>：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5" name="组合 24"/>
          <p:cNvGrpSpPr>
            <a:grpSpLocks/>
          </p:cNvGrpSpPr>
          <p:nvPr/>
        </p:nvGrpSpPr>
        <p:grpSpPr bwMode="auto">
          <a:xfrm>
            <a:off x="5573713" y="3143250"/>
            <a:ext cx="819150" cy="431800"/>
            <a:chOff x="4501997" y="3289640"/>
            <a:chExt cx="819455" cy="431182"/>
          </a:xfrm>
        </p:grpSpPr>
        <p:cxnSp>
          <p:nvCxnSpPr>
            <p:cNvPr id="29" name="直接连接符 28"/>
            <p:cNvCxnSpPr/>
            <p:nvPr/>
          </p:nvCxnSpPr>
          <p:spPr bwMode="auto">
            <a:xfrm rot="5400000">
              <a:off x="4643465" y="3302193"/>
              <a:ext cx="142671" cy="1429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 bwMode="auto">
            <a:xfrm rot="16200000" flipH="1">
              <a:off x="4894384" y="3306981"/>
              <a:ext cx="142671" cy="1079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144" name="矩形 21"/>
            <p:cNvSpPr>
              <a:spLocks noChangeArrowheads="1"/>
            </p:cNvSpPr>
            <p:nvPr/>
          </p:nvSpPr>
          <p:spPr bwMode="auto">
            <a:xfrm>
              <a:off x="4501997" y="3351490"/>
              <a:ext cx="8194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-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E 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endParaRPr>
            </a:p>
          </p:txBody>
        </p:sp>
      </p:grpSp>
      <p:grpSp>
        <p:nvGrpSpPr>
          <p:cNvPr id="8" name="组合 38"/>
          <p:cNvGrpSpPr>
            <a:grpSpLocks/>
          </p:cNvGrpSpPr>
          <p:nvPr/>
        </p:nvGrpSpPr>
        <p:grpSpPr bwMode="auto">
          <a:xfrm>
            <a:off x="5640388" y="3578225"/>
            <a:ext cx="1011237" cy="458788"/>
            <a:chOff x="4568297" y="3723878"/>
            <a:chExt cx="1011815" cy="459804"/>
          </a:xfrm>
        </p:grpSpPr>
        <p:cxnSp>
          <p:nvCxnSpPr>
            <p:cNvPr id="30" name="直接连接符 29"/>
            <p:cNvCxnSpPr/>
            <p:nvPr/>
          </p:nvCxnSpPr>
          <p:spPr bwMode="auto">
            <a:xfrm rot="5400000">
              <a:off x="4788968" y="3723995"/>
              <a:ext cx="143191" cy="1429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 bwMode="auto">
            <a:xfrm rot="16200000" flipH="1">
              <a:off x="5238487" y="3741468"/>
              <a:ext cx="143191" cy="1080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 bwMode="auto">
            <a:xfrm rot="5400000">
              <a:off x="5002609" y="3794680"/>
              <a:ext cx="143191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141" name="矩形 25"/>
            <p:cNvSpPr>
              <a:spLocks noChangeArrowheads="1"/>
            </p:cNvSpPr>
            <p:nvPr/>
          </p:nvSpPr>
          <p:spPr bwMode="auto">
            <a:xfrm>
              <a:off x="4568297" y="3814350"/>
              <a:ext cx="10118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(    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    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)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endParaRPr>
            </a:p>
          </p:txBody>
        </p:sp>
      </p:grpSp>
      <p:grpSp>
        <p:nvGrpSpPr>
          <p:cNvPr id="9" name="组合 42"/>
          <p:cNvGrpSpPr>
            <a:grpSpLocks/>
          </p:cNvGrpSpPr>
          <p:nvPr/>
        </p:nvGrpSpPr>
        <p:grpSpPr bwMode="auto">
          <a:xfrm>
            <a:off x="5715000" y="4054475"/>
            <a:ext cx="1028700" cy="458788"/>
            <a:chOff x="4572000" y="3723878"/>
            <a:chExt cx="1027845" cy="459804"/>
          </a:xfrm>
        </p:grpSpPr>
        <p:cxnSp>
          <p:nvCxnSpPr>
            <p:cNvPr id="44" name="直接连接符 43"/>
            <p:cNvCxnSpPr/>
            <p:nvPr/>
          </p:nvCxnSpPr>
          <p:spPr bwMode="auto">
            <a:xfrm rot="5400000">
              <a:off x="4789090" y="3724096"/>
              <a:ext cx="143191" cy="1427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 bwMode="auto">
            <a:xfrm rot="16200000" flipH="1">
              <a:off x="5237978" y="3741544"/>
              <a:ext cx="143191" cy="1078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 bwMode="auto">
            <a:xfrm rot="5400000">
              <a:off x="5002430" y="3794681"/>
              <a:ext cx="143191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137" name="矩形 46"/>
            <p:cNvSpPr>
              <a:spLocks noChangeArrowheads="1"/>
            </p:cNvSpPr>
            <p:nvPr/>
          </p:nvSpPr>
          <p:spPr bwMode="auto">
            <a:xfrm>
              <a:off x="4572000" y="3814350"/>
              <a:ext cx="102784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   +   E 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endParaRPr>
            </a:p>
          </p:txBody>
        </p:sp>
      </p:grpSp>
      <p:grpSp>
        <p:nvGrpSpPr>
          <p:cNvPr id="10" name="组合 52"/>
          <p:cNvGrpSpPr>
            <a:grpSpLocks/>
          </p:cNvGrpSpPr>
          <p:nvPr/>
        </p:nvGrpSpPr>
        <p:grpSpPr bwMode="auto">
          <a:xfrm>
            <a:off x="5715000" y="4487863"/>
            <a:ext cx="377825" cy="458787"/>
            <a:chOff x="5275094" y="4643438"/>
            <a:chExt cx="377026" cy="457884"/>
          </a:xfrm>
        </p:grpSpPr>
        <p:cxnSp>
          <p:nvCxnSpPr>
            <p:cNvPr id="54" name="直接连接符 53"/>
            <p:cNvCxnSpPr/>
            <p:nvPr/>
          </p:nvCxnSpPr>
          <p:spPr bwMode="auto">
            <a:xfrm rot="5400000">
              <a:off x="5364588" y="4713943"/>
              <a:ext cx="142594" cy="1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133" name="矩形 54"/>
            <p:cNvSpPr>
              <a:spLocks noChangeArrowheads="1"/>
            </p:cNvSpPr>
            <p:nvPr/>
          </p:nvSpPr>
          <p:spPr bwMode="auto">
            <a:xfrm>
              <a:off x="5275094" y="4731990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id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endParaRPr>
            </a:p>
          </p:txBody>
        </p:sp>
      </p:grpSp>
      <p:grpSp>
        <p:nvGrpSpPr>
          <p:cNvPr id="12" name="组合 40"/>
          <p:cNvGrpSpPr>
            <a:grpSpLocks/>
          </p:cNvGrpSpPr>
          <p:nvPr/>
        </p:nvGrpSpPr>
        <p:grpSpPr bwMode="auto">
          <a:xfrm>
            <a:off x="6346825" y="4497388"/>
            <a:ext cx="376238" cy="457200"/>
            <a:chOff x="5275094" y="4643438"/>
            <a:chExt cx="377026" cy="457884"/>
          </a:xfrm>
        </p:grpSpPr>
        <p:cxnSp>
          <p:nvCxnSpPr>
            <p:cNvPr id="37" name="直接连接符 36"/>
            <p:cNvCxnSpPr/>
            <p:nvPr/>
          </p:nvCxnSpPr>
          <p:spPr bwMode="auto">
            <a:xfrm rot="5400000">
              <a:off x="5363427" y="4714187"/>
              <a:ext cx="143089" cy="15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131" name="矩形 49"/>
            <p:cNvSpPr>
              <a:spLocks noChangeArrowheads="1"/>
            </p:cNvSpPr>
            <p:nvPr/>
          </p:nvSpPr>
          <p:spPr bwMode="auto">
            <a:xfrm>
              <a:off x="5275094" y="4731990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id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4" grpId="0"/>
      <p:bldP spid="15" grpId="0"/>
      <p:bldP spid="16" grpId="0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内容占位符 2"/>
          <p:cNvSpPr>
            <a:spLocks noGrp="1"/>
          </p:cNvSpPr>
          <p:nvPr>
            <p:ph idx="1"/>
          </p:nvPr>
        </p:nvSpPr>
        <p:spPr>
          <a:xfrm>
            <a:off x="442913" y="820738"/>
            <a:ext cx="8161337" cy="1916112"/>
          </a:xfrm>
        </p:spPr>
        <p:txBody>
          <a:bodyPr/>
          <a:lstStyle/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给定一个句型，其</a:t>
            </a:r>
            <a:r>
              <a:rPr lang="zh-CN" altLang="en-US" b="1" dirty="0">
                <a:solidFill>
                  <a:schemeClr val="tx1"/>
                </a:solidFill>
                <a:latin typeface="Courier"/>
              </a:rPr>
              <a:t>分析树中的每一棵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"/>
              </a:rPr>
              <a:t>子树的边缘</a:t>
            </a:r>
            <a:r>
              <a:rPr lang="zh-CN" altLang="en-US" b="1" dirty="0">
                <a:solidFill>
                  <a:schemeClr val="tx1"/>
                </a:solidFill>
                <a:latin typeface="Courier"/>
              </a:rPr>
              <a:t>称为该句型的一个</a:t>
            </a:r>
            <a:r>
              <a:rPr lang="zh-CN" altLang="en-US" b="1" dirty="0">
                <a:solidFill>
                  <a:srgbClr val="FF0000"/>
                </a:solidFill>
                <a:latin typeface="Courier"/>
              </a:rPr>
              <a:t>短语</a:t>
            </a:r>
            <a:r>
              <a:rPr lang="zh-CN" altLang="en-US" sz="18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phrase</a:t>
            </a:r>
            <a:r>
              <a:rPr lang="en-US" altLang="zh-CN" sz="18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endParaRPr lang="en-US" altLang="zh-CN" b="1" dirty="0">
              <a:solidFill>
                <a:schemeClr val="tx1"/>
              </a:solidFill>
              <a:latin typeface="Courier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Courier"/>
              </a:rPr>
              <a:t>如果子树只有父子两代结点，那么这棵子树的边缘称为该句型的一个</a:t>
            </a:r>
            <a:r>
              <a:rPr lang="zh-CN" altLang="en-US" b="1" dirty="0">
                <a:solidFill>
                  <a:srgbClr val="FF0000"/>
                </a:solidFill>
                <a:latin typeface="Courier"/>
              </a:rPr>
              <a:t>直接短语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immediate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phrase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endParaRPr lang="en-US" altLang="zh-CN" sz="1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03213" lvl="1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b="1" dirty="0">
              <a:solidFill>
                <a:schemeClr val="tx1"/>
              </a:solidFill>
              <a:latin typeface="Courier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(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句型的）短语</a:t>
            </a:r>
            <a:endParaRPr lang="zh-CN" altLang="en-US" sz="25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216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18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3921125" y="2427288"/>
            <a:ext cx="1374775" cy="1349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短语：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E+E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E+E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E+E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5481638" y="2428875"/>
            <a:ext cx="1725612" cy="704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直接短语：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285750" marR="0" lvl="0" indent="-28575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E+E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00475" y="3867150"/>
            <a:ext cx="349408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直接短语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一定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是某产生式的右部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19525" y="4203700"/>
            <a:ext cx="4800600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但产生式的右部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不一定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是给定句型的直接短语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grpSp>
        <p:nvGrpSpPr>
          <p:cNvPr id="5" name="组合 8"/>
          <p:cNvGrpSpPr>
            <a:grpSpLocks/>
          </p:cNvGrpSpPr>
          <p:nvPr/>
        </p:nvGrpSpPr>
        <p:grpSpPr bwMode="auto">
          <a:xfrm>
            <a:off x="755650" y="2403475"/>
            <a:ext cx="3071813" cy="2181225"/>
            <a:chOff x="1139114" y="2402746"/>
            <a:chExt cx="3072523" cy="2181666"/>
          </a:xfrm>
        </p:grpSpPr>
        <p:grpSp>
          <p:nvGrpSpPr>
            <p:cNvPr id="92170" name="组合 24"/>
            <p:cNvGrpSpPr>
              <a:grpSpLocks/>
            </p:cNvGrpSpPr>
            <p:nvPr/>
          </p:nvGrpSpPr>
          <p:grpSpPr bwMode="auto">
            <a:xfrm>
              <a:off x="2938461" y="3142140"/>
              <a:ext cx="819150" cy="431880"/>
              <a:chOff x="4501997" y="3289640"/>
              <a:chExt cx="819455" cy="431182"/>
            </a:xfrm>
          </p:grpSpPr>
          <p:cxnSp>
            <p:nvCxnSpPr>
              <p:cNvPr id="29" name="直接连接符 28"/>
              <p:cNvCxnSpPr/>
              <p:nvPr/>
            </p:nvCxnSpPr>
            <p:spPr bwMode="auto">
              <a:xfrm rot="5400000">
                <a:off x="4643220" y="3302707"/>
                <a:ext cx="142673" cy="1429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 bwMode="auto">
              <a:xfrm rot="16200000" flipH="1">
                <a:off x="4894197" y="3307499"/>
                <a:ext cx="142673" cy="1080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187" name="矩形 21"/>
              <p:cNvSpPr>
                <a:spLocks noChangeArrowheads="1"/>
              </p:cNvSpPr>
              <p:nvPr/>
            </p:nvSpPr>
            <p:spPr bwMode="auto">
              <a:xfrm>
                <a:off x="4501997" y="3351490"/>
                <a:ext cx="8194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-      E 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</p:grpSp>
        <p:grpSp>
          <p:nvGrpSpPr>
            <p:cNvPr id="92171" name="组合 38"/>
            <p:cNvGrpSpPr>
              <a:grpSpLocks/>
            </p:cNvGrpSpPr>
            <p:nvPr/>
          </p:nvGrpSpPr>
          <p:grpSpPr bwMode="auto">
            <a:xfrm>
              <a:off x="3005136" y="3577196"/>
              <a:ext cx="1011238" cy="458873"/>
              <a:chOff x="4568297" y="3723878"/>
              <a:chExt cx="1011815" cy="459804"/>
            </a:xfrm>
          </p:grpSpPr>
          <p:cxnSp>
            <p:nvCxnSpPr>
              <p:cNvPr id="30" name="直接连接符 29"/>
              <p:cNvCxnSpPr/>
              <p:nvPr/>
            </p:nvCxnSpPr>
            <p:spPr bwMode="auto">
              <a:xfrm rot="5400000">
                <a:off x="4788756" y="3724518"/>
                <a:ext cx="143194" cy="1429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 bwMode="auto">
              <a:xfrm rot="16200000" flipH="1">
                <a:off x="5238378" y="3741995"/>
                <a:ext cx="143194" cy="1080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auto">
              <a:xfrm rot="5400000">
                <a:off x="5002446" y="3795219"/>
                <a:ext cx="143194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184" name="矩形 25"/>
              <p:cNvSpPr>
                <a:spLocks noChangeArrowheads="1"/>
              </p:cNvSpPr>
              <p:nvPr/>
            </p:nvSpPr>
            <p:spPr bwMode="auto">
              <a:xfrm>
                <a:off x="4568297" y="3814350"/>
                <a:ext cx="101181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(    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E   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)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</p:grpSp>
        <p:grpSp>
          <p:nvGrpSpPr>
            <p:cNvPr id="92172" name="组合 42"/>
            <p:cNvGrpSpPr>
              <a:grpSpLocks/>
            </p:cNvGrpSpPr>
            <p:nvPr/>
          </p:nvGrpSpPr>
          <p:grpSpPr bwMode="auto">
            <a:xfrm>
              <a:off x="3006416" y="4036068"/>
              <a:ext cx="1028700" cy="476336"/>
              <a:chOff x="4498728" y="3706379"/>
              <a:chExt cx="1027845" cy="477303"/>
            </a:xfrm>
          </p:grpSpPr>
          <p:cxnSp>
            <p:nvCxnSpPr>
              <p:cNvPr id="44" name="直接连接符 43"/>
              <p:cNvCxnSpPr/>
              <p:nvPr/>
            </p:nvCxnSpPr>
            <p:spPr bwMode="auto">
              <a:xfrm flipH="1">
                <a:off x="4716115" y="3706926"/>
                <a:ext cx="212597" cy="1606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auto">
              <a:xfrm>
                <a:off x="5076260" y="3706926"/>
                <a:ext cx="214184" cy="1606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auto">
              <a:xfrm rot="5400000">
                <a:off x="4929302" y="3795231"/>
                <a:ext cx="143194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180" name="矩形 46"/>
              <p:cNvSpPr>
                <a:spLocks noChangeArrowheads="1"/>
              </p:cNvSpPr>
              <p:nvPr/>
            </p:nvSpPr>
            <p:spPr bwMode="auto">
              <a:xfrm>
                <a:off x="4498728" y="3814350"/>
                <a:ext cx="102784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E   +   E 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</p:grpSp>
        <p:sp>
          <p:nvSpPr>
            <p:cNvPr id="92173" name="矩形 9"/>
            <p:cNvSpPr>
              <a:spLocks noChangeArrowheads="1"/>
            </p:cNvSpPr>
            <p:nvPr/>
          </p:nvSpPr>
          <p:spPr bwMode="auto">
            <a:xfrm>
              <a:off x="3096884" y="2787774"/>
              <a:ext cx="305251" cy="38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2768265" y="2426564"/>
              <a:ext cx="1443372" cy="21578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92175" name="矩形 47"/>
            <p:cNvSpPr>
              <a:spLocks noChangeArrowheads="1"/>
            </p:cNvSpPr>
            <p:nvPr/>
          </p:nvSpPr>
          <p:spPr bwMode="auto">
            <a:xfrm>
              <a:off x="2897187" y="2403217"/>
              <a:ext cx="1108075" cy="384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分析树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/>
                  <a:ea typeface="华文楷体" panose="02010600040101010101" pitchFamily="2" charset="-122"/>
                </a:rPr>
                <a:t>：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Rectangle 3"/>
            <p:cNvSpPr txBox="1">
              <a:spLocks noChangeArrowheads="1"/>
            </p:cNvSpPr>
            <p:nvPr/>
          </p:nvSpPr>
          <p:spPr bwMode="auto">
            <a:xfrm>
              <a:off x="1139114" y="2402746"/>
              <a:ext cx="1522765" cy="21816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文法：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①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E + E</a:t>
              </a: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②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E * E</a:t>
              </a: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③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- E </a:t>
              </a: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④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E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)</a:t>
              </a: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⑤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id</a:t>
              </a: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84D820-5009-F9F2-FA73-9DDE98543956}"/>
              </a:ext>
            </a:extLst>
          </p:cNvPr>
          <p:cNvSpPr txBox="1"/>
          <p:nvPr/>
        </p:nvSpPr>
        <p:spPr>
          <a:xfrm>
            <a:off x="681534" y="4674423"/>
            <a:ext cx="2156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句型：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E+E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allAtOnce" animBg="1"/>
      <p:bldP spid="2" grpId="0" animBg="1"/>
      <p:bldP spid="10" grpId="0"/>
      <p:bldP spid="12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endParaRPr lang="zh-CN" altLang="en-US" sz="25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4211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24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" name="矩形 2"/>
          <p:cNvSpPr>
            <a:spLocks noChangeArrowheads="1"/>
          </p:cNvSpPr>
          <p:nvPr/>
        </p:nvSpPr>
        <p:spPr bwMode="auto">
          <a:xfrm>
            <a:off x="468313" y="865188"/>
            <a:ext cx="4819650" cy="20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  <a:sym typeface="Symbol" pitchFamily="18" charset="2"/>
              </a:rPr>
              <a:t>文法：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宋体" pitchFamily="2" charset="-122"/>
              <a:buAutoNum type="circleNumDbPlain"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句子  动词短语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宋体" pitchFamily="2" charset="-122"/>
              <a:buAutoNum type="circleNumDbPlain"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动词短语  动词 名词短语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宋体" pitchFamily="2" charset="-122"/>
              <a:buAutoNum type="circleNumDbPlain"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名词短语  名词 名词短语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|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 名词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宋体" pitchFamily="2" charset="-122"/>
              <a:buAutoNum type="circleNumDbPlain"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动词 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  <a:sym typeface="Symbol" pitchFamily="18" charset="2"/>
              </a:rPr>
              <a:t>提 高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宋体" pitchFamily="2" charset="-122"/>
              <a:buAutoNum type="circleNumDbPlain"/>
              <a:tabLst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sym typeface="Symbol" pitchFamily="18" charset="2"/>
              </a:rPr>
              <a:t>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sym typeface="Symbol" pitchFamily="18" charset="2"/>
              </a:rPr>
              <a:t>名词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sym typeface="Symbol" pitchFamily="18" charset="2"/>
              </a:rPr>
              <a:t> 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高 人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|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人 民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|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民 生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|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生 活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itchFamily="49" charset="-122"/>
              <a:ea typeface="楷体" pitchFamily="49" charset="-122"/>
              <a:sym typeface="Symbol" pitchFamily="18" charset="2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          |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活 水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|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sym typeface="Symbol" pitchFamily="18" charset="2"/>
              </a:rPr>
              <a:t>水 平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itchFamily="49" charset="-122"/>
              <a:ea typeface="楷体" pitchFamily="49" charset="-122"/>
              <a:sym typeface="Symbol" pitchFamily="18" charset="2"/>
            </a:endParaRPr>
          </a:p>
        </p:txBody>
      </p:sp>
      <p:sp>
        <p:nvSpPr>
          <p:cNvPr id="34" name="Rectangle 10"/>
          <p:cNvSpPr txBox="1">
            <a:spLocks noChangeArrowheads="1"/>
          </p:cNvSpPr>
          <p:nvPr/>
        </p:nvSpPr>
        <p:spPr bwMode="auto">
          <a:xfrm>
            <a:off x="446088" y="3203575"/>
            <a:ext cx="3659187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输入：提 高 人 民 生 活 水 平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6" name="Rectangle 10"/>
          <p:cNvSpPr>
            <a:spLocks noGrp="1" noChangeArrowheads="1"/>
          </p:cNvSpPr>
          <p:nvPr>
            <p:ph idx="1"/>
          </p:nvPr>
        </p:nvSpPr>
        <p:spPr>
          <a:xfrm>
            <a:off x="4418013" y="4643438"/>
            <a:ext cx="4041775" cy="4794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提  高  人  民  生  活  水  平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6073775" y="4991100"/>
            <a:ext cx="65405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7081838" y="4991100"/>
            <a:ext cx="75882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flipV="1">
            <a:off x="4994275" y="4991100"/>
            <a:ext cx="790575" cy="476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1835150" y="2571750"/>
            <a:ext cx="50482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flipV="1">
            <a:off x="3276600" y="2571750"/>
            <a:ext cx="50482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V="1">
            <a:off x="2555875" y="2859088"/>
            <a:ext cx="50323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1"/>
          <p:cNvGrpSpPr>
            <a:grpSpLocks/>
          </p:cNvGrpSpPr>
          <p:nvPr/>
        </p:nvGrpSpPr>
        <p:grpSpPr bwMode="auto">
          <a:xfrm>
            <a:off x="4357688" y="2139950"/>
            <a:ext cx="4030662" cy="2520950"/>
            <a:chOff x="4656138" y="2139702"/>
            <a:chExt cx="4030662" cy="2520409"/>
          </a:xfrm>
        </p:grpSpPr>
        <p:grpSp>
          <p:nvGrpSpPr>
            <p:cNvPr id="94222" name="组合 5"/>
            <p:cNvGrpSpPr>
              <a:grpSpLocks/>
            </p:cNvGrpSpPr>
            <p:nvPr/>
          </p:nvGrpSpPr>
          <p:grpSpPr bwMode="auto">
            <a:xfrm>
              <a:off x="4656138" y="2139702"/>
              <a:ext cx="4030662" cy="2520409"/>
              <a:chOff x="4594225" y="2627718"/>
              <a:chExt cx="4030663" cy="3361856"/>
            </a:xfrm>
          </p:grpSpPr>
          <p:sp>
            <p:nvSpPr>
              <p:cNvPr id="94227" name="Line 14"/>
              <p:cNvSpPr>
                <a:spLocks noChangeShapeType="1"/>
              </p:cNvSpPr>
              <p:nvPr/>
            </p:nvSpPr>
            <p:spPr bwMode="auto">
              <a:xfrm flipV="1">
                <a:off x="4924205" y="4193396"/>
                <a:ext cx="338395" cy="17133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  <p:sp>
            <p:nvSpPr>
              <p:cNvPr id="94228" name="Rectangle 18"/>
              <p:cNvSpPr>
                <a:spLocks noChangeArrowheads="1"/>
              </p:cNvSpPr>
              <p:nvPr/>
            </p:nvSpPr>
            <p:spPr bwMode="auto">
              <a:xfrm>
                <a:off x="4594225" y="3797398"/>
                <a:ext cx="1368502" cy="3158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动词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29" name="Line 19"/>
              <p:cNvSpPr>
                <a:spLocks noChangeShapeType="1"/>
              </p:cNvSpPr>
              <p:nvPr/>
            </p:nvSpPr>
            <p:spPr bwMode="auto">
              <a:xfrm flipV="1">
                <a:off x="5911907" y="4662410"/>
                <a:ext cx="249914" cy="1281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  <p:sp>
            <p:nvSpPr>
              <p:cNvPr id="94230" name="Line 21"/>
              <p:cNvSpPr>
                <a:spLocks noChangeShapeType="1"/>
              </p:cNvSpPr>
              <p:nvPr/>
            </p:nvSpPr>
            <p:spPr bwMode="auto">
              <a:xfrm flipV="1">
                <a:off x="6902450" y="5218539"/>
                <a:ext cx="215051" cy="70399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  <p:sp>
            <p:nvSpPr>
              <p:cNvPr id="94231" name="Rectangle 22"/>
              <p:cNvSpPr>
                <a:spLocks noChangeArrowheads="1"/>
              </p:cNvSpPr>
              <p:nvPr/>
            </p:nvSpPr>
            <p:spPr bwMode="auto">
              <a:xfrm>
                <a:off x="6671229" y="4878270"/>
                <a:ext cx="719179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32" name="Line 23"/>
              <p:cNvSpPr>
                <a:spLocks noChangeShapeType="1"/>
              </p:cNvSpPr>
              <p:nvPr/>
            </p:nvSpPr>
            <p:spPr bwMode="auto">
              <a:xfrm flipV="1">
                <a:off x="7963272" y="5880198"/>
                <a:ext cx="252066" cy="1093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  <p:sp>
            <p:nvSpPr>
              <p:cNvPr id="94233" name="Line 25"/>
              <p:cNvSpPr>
                <a:spLocks noChangeShapeType="1"/>
              </p:cNvSpPr>
              <p:nvPr/>
            </p:nvSpPr>
            <p:spPr bwMode="auto">
              <a:xfrm flipV="1">
                <a:off x="8194652" y="5238562"/>
                <a:ext cx="0" cy="2872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  <p:sp>
            <p:nvSpPr>
              <p:cNvPr id="94234" name="Rectangle 26"/>
              <p:cNvSpPr>
                <a:spLocks noChangeArrowheads="1"/>
              </p:cNvSpPr>
              <p:nvPr/>
            </p:nvSpPr>
            <p:spPr bwMode="auto">
              <a:xfrm>
                <a:off x="7834268" y="4878270"/>
                <a:ext cx="790620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名词短语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35" name="Line 27"/>
              <p:cNvSpPr>
                <a:spLocks noChangeShapeType="1"/>
              </p:cNvSpPr>
              <p:nvPr/>
            </p:nvSpPr>
            <p:spPr bwMode="auto">
              <a:xfrm flipV="1">
                <a:off x="7094094" y="4654131"/>
                <a:ext cx="430234" cy="224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  <p:sp>
            <p:nvSpPr>
              <p:cNvPr id="94236" name="Line 28"/>
              <p:cNvSpPr>
                <a:spLocks noChangeShapeType="1"/>
              </p:cNvSpPr>
              <p:nvPr/>
            </p:nvSpPr>
            <p:spPr bwMode="auto">
              <a:xfrm>
                <a:off x="7524329" y="4654131"/>
                <a:ext cx="670324" cy="22413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  <p:sp>
            <p:nvSpPr>
              <p:cNvPr id="94237" name="Rectangle 29"/>
              <p:cNvSpPr>
                <a:spLocks noChangeArrowheads="1"/>
              </p:cNvSpPr>
              <p:nvPr/>
            </p:nvSpPr>
            <p:spPr bwMode="auto">
              <a:xfrm>
                <a:off x="6869108" y="4295427"/>
                <a:ext cx="1582826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名词短语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38" name="Line 31"/>
              <p:cNvSpPr>
                <a:spLocks noChangeShapeType="1"/>
              </p:cNvSpPr>
              <p:nvPr/>
            </p:nvSpPr>
            <p:spPr bwMode="auto">
              <a:xfrm flipV="1">
                <a:off x="5270537" y="3581540"/>
                <a:ext cx="872948" cy="21585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  <p:sp>
            <p:nvSpPr>
              <p:cNvPr id="94239" name="Line 32"/>
              <p:cNvSpPr>
                <a:spLocks noChangeShapeType="1"/>
              </p:cNvSpPr>
              <p:nvPr/>
            </p:nvSpPr>
            <p:spPr bwMode="auto">
              <a:xfrm>
                <a:off x="6143485" y="3581541"/>
                <a:ext cx="675201" cy="1714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  <p:sp>
            <p:nvSpPr>
              <p:cNvPr id="94240" name="Rectangle 33"/>
              <p:cNvSpPr>
                <a:spLocks noChangeArrowheads="1"/>
              </p:cNvSpPr>
              <p:nvPr/>
            </p:nvSpPr>
            <p:spPr bwMode="auto">
              <a:xfrm>
                <a:off x="5504956" y="3222838"/>
                <a:ext cx="1313730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动词短语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41" name="Rectangle 35"/>
              <p:cNvSpPr>
                <a:spLocks noChangeArrowheads="1"/>
              </p:cNvSpPr>
              <p:nvPr/>
            </p:nvSpPr>
            <p:spPr bwMode="auto">
              <a:xfrm>
                <a:off x="5818030" y="4302123"/>
                <a:ext cx="720766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42" name="Line 36"/>
              <p:cNvSpPr>
                <a:spLocks noChangeShapeType="1"/>
              </p:cNvSpPr>
              <p:nvPr/>
            </p:nvSpPr>
            <p:spPr bwMode="auto">
              <a:xfrm flipV="1">
                <a:off x="6248267" y="4113246"/>
                <a:ext cx="614397" cy="2602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  <p:sp>
            <p:nvSpPr>
              <p:cNvPr id="94243" name="Line 37"/>
              <p:cNvSpPr>
                <a:spLocks noChangeShapeType="1"/>
              </p:cNvSpPr>
              <p:nvPr/>
            </p:nvSpPr>
            <p:spPr bwMode="auto">
              <a:xfrm>
                <a:off x="6869108" y="4113248"/>
                <a:ext cx="758867" cy="1936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  <p:sp>
            <p:nvSpPr>
              <p:cNvPr id="94244" name="Rectangle 38"/>
              <p:cNvSpPr>
                <a:spLocks noChangeArrowheads="1"/>
              </p:cNvSpPr>
              <p:nvPr/>
            </p:nvSpPr>
            <p:spPr bwMode="auto">
              <a:xfrm>
                <a:off x="6106971" y="3725975"/>
                <a:ext cx="1547900" cy="387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marL="342900" indent="-3429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名词短语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94245" name="Rectangle 22"/>
              <p:cNvSpPr>
                <a:spLocks noChangeArrowheads="1"/>
              </p:cNvSpPr>
              <p:nvPr/>
            </p:nvSpPr>
            <p:spPr bwMode="auto">
              <a:xfrm>
                <a:off x="7869875" y="5548062"/>
                <a:ext cx="719179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名词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94246" name="Line 25"/>
              <p:cNvSpPr>
                <a:spLocks noChangeShapeType="1"/>
              </p:cNvSpPr>
              <p:nvPr/>
            </p:nvSpPr>
            <p:spPr bwMode="auto">
              <a:xfrm flipV="1">
                <a:off x="6108558" y="2988010"/>
                <a:ext cx="0" cy="2872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</a:endParaRPr>
              </a:p>
            </p:txBody>
          </p:sp>
          <p:sp>
            <p:nvSpPr>
              <p:cNvPr id="94247" name="Rectangle 26"/>
              <p:cNvSpPr>
                <a:spLocks noChangeArrowheads="1"/>
              </p:cNvSpPr>
              <p:nvPr/>
            </p:nvSpPr>
            <p:spPr bwMode="auto">
              <a:xfrm>
                <a:off x="5586241" y="2627718"/>
                <a:ext cx="1114489" cy="358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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句子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</a:t>
                </a: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94223" name="Line 14"/>
            <p:cNvSpPr>
              <a:spLocks noChangeShapeType="1"/>
            </p:cNvSpPr>
            <p:nvPr/>
          </p:nvSpPr>
          <p:spPr bwMode="auto">
            <a:xfrm flipH="1" flipV="1">
              <a:off x="5345707" y="3313503"/>
              <a:ext cx="120102" cy="1284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endParaRPr>
            </a:p>
          </p:txBody>
        </p:sp>
        <p:sp>
          <p:nvSpPr>
            <p:cNvPr id="94224" name="Line 14"/>
            <p:cNvSpPr>
              <a:spLocks noChangeShapeType="1"/>
            </p:cNvSpPr>
            <p:nvPr/>
          </p:nvSpPr>
          <p:spPr bwMode="auto">
            <a:xfrm flipH="1" flipV="1">
              <a:off x="6223733" y="3631809"/>
              <a:ext cx="252066" cy="9937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endParaRPr>
            </a:p>
          </p:txBody>
        </p:sp>
        <p:sp>
          <p:nvSpPr>
            <p:cNvPr id="94225" name="Line 14"/>
            <p:cNvSpPr>
              <a:spLocks noChangeShapeType="1"/>
            </p:cNvSpPr>
            <p:nvPr/>
          </p:nvSpPr>
          <p:spPr bwMode="auto">
            <a:xfrm flipH="1" flipV="1">
              <a:off x="7180935" y="4082062"/>
              <a:ext cx="269863" cy="5277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endParaRPr>
            </a:p>
          </p:txBody>
        </p:sp>
        <p:sp>
          <p:nvSpPr>
            <p:cNvPr id="94226" name="Line 14"/>
            <p:cNvSpPr>
              <a:spLocks noChangeShapeType="1"/>
            </p:cNvSpPr>
            <p:nvPr/>
          </p:nvSpPr>
          <p:spPr bwMode="auto">
            <a:xfrm flipH="1" flipV="1">
              <a:off x="8277248" y="4578111"/>
              <a:ext cx="253793" cy="8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  <p:bldP spid="3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3"/>
          <p:cNvSpPr>
            <a:spLocks noGrp="1" noChangeArrowheads="1"/>
          </p:cNvSpPr>
          <p:nvPr>
            <p:ph idx="1"/>
          </p:nvPr>
        </p:nvSpPr>
        <p:spPr>
          <a:xfrm>
            <a:off x="371475" y="928688"/>
            <a:ext cx="8272463" cy="3225800"/>
          </a:xfrm>
        </p:spPr>
        <p:txBody>
          <a:bodyPr/>
          <a:lstStyle/>
          <a:p>
            <a:pPr eaLnBrk="1" hangingPunct="1">
              <a:lnSpc>
                <a:spcPts val="5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</a:rPr>
              <a:t>如果一个文法可以为某个句子生成</a:t>
            </a:r>
            <a:r>
              <a:rPr lang="zh-CN" altLang="en-US" sz="3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多棵分析树</a:t>
            </a:r>
            <a:r>
              <a:rPr lang="zh-CN" altLang="en-US" sz="3000" b="1" dirty="0">
                <a:solidFill>
                  <a:schemeClr val="tx1"/>
                </a:solidFill>
              </a:rPr>
              <a:t>，则称这个文法是</a:t>
            </a:r>
            <a:r>
              <a:rPr lang="zh-CN" altLang="en-US" sz="3000" b="1" dirty="0">
                <a:solidFill>
                  <a:srgbClr val="FF0000"/>
                </a:solidFill>
              </a:rPr>
              <a:t>二义性</a:t>
            </a:r>
            <a:r>
              <a:rPr lang="zh-CN" altLang="en-US" sz="3000" b="1" dirty="0">
                <a:solidFill>
                  <a:schemeClr val="tx1"/>
                </a:solidFill>
              </a:rPr>
              <a:t>的</a:t>
            </a:r>
            <a:endParaRPr kumimoji="1" lang="zh-CN" altLang="en-US" sz="3000" b="1" dirty="0">
              <a:solidFill>
                <a:schemeClr val="tx1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二义性文法</a:t>
            </a:r>
            <a:r>
              <a:rPr lang="en-US" altLang="zh-CN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Ambiguous Grammar</a:t>
            </a:r>
            <a:r>
              <a:rPr lang="en-US" altLang="zh-CN" sz="24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24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96260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6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89"/>
          <p:cNvGrpSpPr>
            <a:grpSpLocks/>
          </p:cNvGrpSpPr>
          <p:nvPr/>
        </p:nvGrpSpPr>
        <p:grpSpPr bwMode="auto">
          <a:xfrm>
            <a:off x="428625" y="3003550"/>
            <a:ext cx="4929188" cy="1887538"/>
            <a:chOff x="428597" y="3003823"/>
            <a:chExt cx="4929222" cy="1886743"/>
          </a:xfrm>
        </p:grpSpPr>
        <p:sp>
          <p:nvSpPr>
            <p:cNvPr id="98330" name="Rectangle 3"/>
            <p:cNvSpPr txBox="1">
              <a:spLocks noChangeArrowheads="1"/>
            </p:cNvSpPr>
            <p:nvPr/>
          </p:nvSpPr>
          <p:spPr bwMode="auto">
            <a:xfrm>
              <a:off x="428597" y="3003823"/>
              <a:ext cx="4929222" cy="1886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576263" indent="-2730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if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  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S</a:t>
              </a:r>
              <a:endParaRPr kumimoji="1" lang="en-US" altLang="zh-CN" sz="4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9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if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else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24" name="直接连接符 23"/>
            <p:cNvCxnSpPr/>
            <p:nvPr/>
          </p:nvCxnSpPr>
          <p:spPr>
            <a:xfrm rot="10800000" flipV="1">
              <a:off x="1142977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10800000">
              <a:off x="2285985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 flipV="1">
              <a:off x="2130409" y="3395771"/>
              <a:ext cx="155576" cy="1158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714481" y="3365621"/>
              <a:ext cx="214314" cy="1237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10800000" flipV="1">
              <a:off x="1857357" y="3714723"/>
              <a:ext cx="857256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5400000">
              <a:off x="2250389" y="3821727"/>
              <a:ext cx="571259" cy="5000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rot="5400000">
              <a:off x="2606785" y="4035248"/>
              <a:ext cx="571259" cy="730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16200000" flipH="1">
              <a:off x="3000488" y="3857447"/>
              <a:ext cx="571259" cy="4286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3214679" y="3786131"/>
              <a:ext cx="785817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3286117" y="3714723"/>
              <a:ext cx="1428760" cy="6426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430213" y="714375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endParaRPr kumimoji="1" lang="en-US" altLang="zh-CN" sz="2300" i="1">
              <a:solidFill>
                <a:schemeClr val="tx1"/>
              </a:solidFill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kumimoji="1" lang="en-US" altLang="zh-CN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if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else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endParaRPr kumimoji="1" lang="en-US" altLang="zh-CN" sz="2300" i="1">
              <a:solidFill>
                <a:schemeClr val="tx1"/>
              </a:solidFill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kumimoji="1" lang="en-US" altLang="zh-CN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kumimoji="1" lang="en-US" altLang="en-US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other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句型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if 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300" i="1" baseline="-2500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then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if 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300" i="1" baseline="-2500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then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300" i="1" baseline="-2500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else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300" i="1" baseline="-2500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AutoShape 6"/>
          <p:cNvSpPr>
            <a:spLocks/>
          </p:cNvSpPr>
          <p:nvPr/>
        </p:nvSpPr>
        <p:spPr bwMode="auto">
          <a:xfrm>
            <a:off x="3767138" y="1285875"/>
            <a:ext cx="214312" cy="500063"/>
          </a:xfrm>
          <a:prstGeom prst="rightBrace">
            <a:avLst>
              <a:gd name="adj1" fmla="val 3370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 rot="10800000">
            <a:off x="2411413" y="2143125"/>
            <a:ext cx="1549400" cy="11113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3960813" y="1371600"/>
            <a:ext cx="252095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条件语句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3981450" y="2000250"/>
            <a:ext cx="237648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其他语句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8313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32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组合 90"/>
          <p:cNvGrpSpPr>
            <a:grpSpLocks/>
          </p:cNvGrpSpPr>
          <p:nvPr/>
        </p:nvGrpSpPr>
        <p:grpSpPr bwMode="auto">
          <a:xfrm>
            <a:off x="4572000" y="3051175"/>
            <a:ext cx="4214813" cy="1876425"/>
            <a:chOff x="165892" y="3040279"/>
            <a:chExt cx="4929222" cy="1875631"/>
          </a:xfrm>
        </p:grpSpPr>
        <p:sp>
          <p:nvSpPr>
            <p:cNvPr id="98317" name="Rectangle 3"/>
            <p:cNvSpPr txBox="1">
              <a:spLocks noChangeArrowheads="1"/>
            </p:cNvSpPr>
            <p:nvPr/>
          </p:nvSpPr>
          <p:spPr bwMode="auto">
            <a:xfrm>
              <a:off x="165892" y="3040279"/>
              <a:ext cx="4929222" cy="1875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576263" indent="-2730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if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S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else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</a:t>
              </a:r>
              <a:endParaRPr kumimoji="1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  <a:p>
              <a:pPr marL="576263" marR="0" lvl="1" indent="-273050" algn="l" defTabSz="914400" rtl="0" eaLnBrk="1" fontAlgn="base" latinLnBrk="0" hangingPunct="1">
                <a:lnSpc>
                  <a:spcPts val="29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      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if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93" name="直接连接符 92"/>
            <p:cNvCxnSpPr/>
            <p:nvPr/>
          </p:nvCxnSpPr>
          <p:spPr>
            <a:xfrm rot="10800000" flipV="1">
              <a:off x="1142453" y="3357645"/>
              <a:ext cx="571827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10800000">
              <a:off x="2143151" y="3346537"/>
              <a:ext cx="571827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rot="16200000" flipV="1">
              <a:off x="2059262" y="3358019"/>
              <a:ext cx="225330" cy="2023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V="1">
              <a:off x="1714280" y="3365579"/>
              <a:ext cx="215363" cy="1824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2213701" y="3797197"/>
              <a:ext cx="501277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2714978" y="3797197"/>
              <a:ext cx="76119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2874644" y="3797197"/>
              <a:ext cx="412161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2874644" y="3774981"/>
              <a:ext cx="1125088" cy="5712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2286107" y="3346537"/>
              <a:ext cx="1071248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2286107" y="3275130"/>
              <a:ext cx="2071944" cy="2872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连接符 7"/>
          <p:cNvCxnSpPr/>
          <p:nvPr/>
        </p:nvCxnSpPr>
        <p:spPr>
          <a:xfrm>
            <a:off x="2339975" y="3076575"/>
            <a:ext cx="2374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2312988" y="3148013"/>
            <a:ext cx="14668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/>
      <p:bldP spid="14" grpId="1"/>
      <p:bldP spid="15" grpId="0"/>
      <p:bldP spid="15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54" name="组合 89"/>
          <p:cNvGrpSpPr>
            <a:grpSpLocks/>
          </p:cNvGrpSpPr>
          <p:nvPr/>
        </p:nvGrpSpPr>
        <p:grpSpPr bwMode="auto">
          <a:xfrm>
            <a:off x="428625" y="3003550"/>
            <a:ext cx="4929188" cy="1887538"/>
            <a:chOff x="428597" y="3003823"/>
            <a:chExt cx="4929222" cy="1886743"/>
          </a:xfrm>
        </p:grpSpPr>
        <p:sp>
          <p:nvSpPr>
            <p:cNvPr id="100375" name="Rectangle 3"/>
            <p:cNvSpPr txBox="1">
              <a:spLocks noChangeArrowheads="1"/>
            </p:cNvSpPr>
            <p:nvPr/>
          </p:nvSpPr>
          <p:spPr bwMode="auto">
            <a:xfrm>
              <a:off x="428597" y="3003823"/>
              <a:ext cx="4929222" cy="1886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576263" indent="-2730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if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  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S</a:t>
              </a:r>
              <a:endParaRPr kumimoji="1" lang="en-US" altLang="zh-CN" sz="4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9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if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else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24" name="直接连接符 23"/>
            <p:cNvCxnSpPr/>
            <p:nvPr/>
          </p:nvCxnSpPr>
          <p:spPr>
            <a:xfrm rot="10800000" flipV="1">
              <a:off x="1142977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10800000">
              <a:off x="2285985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 flipV="1">
              <a:off x="2130409" y="3395771"/>
              <a:ext cx="155576" cy="1158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714481" y="3365621"/>
              <a:ext cx="214314" cy="1237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10800000" flipV="1">
              <a:off x="1857357" y="3714723"/>
              <a:ext cx="857256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5400000">
              <a:off x="2250389" y="3821727"/>
              <a:ext cx="571259" cy="5000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rot="5400000">
              <a:off x="2606785" y="4035248"/>
              <a:ext cx="571259" cy="730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16200000" flipH="1">
              <a:off x="3000488" y="3857447"/>
              <a:ext cx="571259" cy="4286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3214679" y="3786131"/>
              <a:ext cx="785817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3286117" y="3714723"/>
              <a:ext cx="1428760" cy="6426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430213" y="714375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endParaRPr kumimoji="1" lang="en-US" altLang="zh-CN" sz="2300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kumimoji="1"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if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else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endParaRPr kumimoji="1" lang="en-US" altLang="zh-CN" sz="2300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kumimoji="1"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kumimoji="1" lang="en-US" altLang="en-US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other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句型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if 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300" i="1" baseline="-25000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then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if 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300" i="1" baseline="-25000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then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300" i="1" baseline="-25000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else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300" i="1" baseline="-25000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0357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37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0358" name="组合 90"/>
          <p:cNvGrpSpPr>
            <a:grpSpLocks/>
          </p:cNvGrpSpPr>
          <p:nvPr/>
        </p:nvGrpSpPr>
        <p:grpSpPr bwMode="auto">
          <a:xfrm>
            <a:off x="4572000" y="3051175"/>
            <a:ext cx="4214813" cy="1876425"/>
            <a:chOff x="165892" y="3040279"/>
            <a:chExt cx="4929222" cy="1875631"/>
          </a:xfrm>
        </p:grpSpPr>
        <p:sp>
          <p:nvSpPr>
            <p:cNvPr id="100362" name="Rectangle 3"/>
            <p:cNvSpPr txBox="1">
              <a:spLocks noChangeArrowheads="1"/>
            </p:cNvSpPr>
            <p:nvPr/>
          </p:nvSpPr>
          <p:spPr bwMode="auto">
            <a:xfrm>
              <a:off x="165892" y="3040279"/>
              <a:ext cx="4929222" cy="1875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576263" indent="-2730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if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S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else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</a:t>
              </a:r>
              <a:endParaRPr kumimoji="1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  <a:p>
              <a:pPr marL="576263" marR="0" lvl="1" indent="-273050" algn="l" defTabSz="914400" rtl="0" eaLnBrk="1" fontAlgn="base" latinLnBrk="0" hangingPunct="1">
                <a:lnSpc>
                  <a:spcPts val="29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        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if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93" name="直接连接符 92"/>
            <p:cNvCxnSpPr/>
            <p:nvPr/>
          </p:nvCxnSpPr>
          <p:spPr>
            <a:xfrm rot="10800000" flipV="1">
              <a:off x="1142453" y="3357645"/>
              <a:ext cx="571827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10800000">
              <a:off x="2143151" y="3346537"/>
              <a:ext cx="571827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rot="16200000" flipV="1">
              <a:off x="2059262" y="3358019"/>
              <a:ext cx="225330" cy="2023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V="1">
              <a:off x="1714280" y="3365579"/>
              <a:ext cx="215363" cy="1824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2213701" y="3797197"/>
              <a:ext cx="501277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2714978" y="3797197"/>
              <a:ext cx="76119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2874644" y="3797197"/>
              <a:ext cx="412161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2874644" y="3774981"/>
              <a:ext cx="1125088" cy="5712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2286107" y="3346537"/>
              <a:ext cx="1071248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2286107" y="3275130"/>
              <a:ext cx="2071944" cy="2872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连接符 7"/>
          <p:cNvCxnSpPr/>
          <p:nvPr/>
        </p:nvCxnSpPr>
        <p:spPr>
          <a:xfrm>
            <a:off x="2339975" y="3076575"/>
            <a:ext cx="2374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6"/>
          <p:cNvSpPr>
            <a:spLocks noChangeArrowheads="1"/>
          </p:cNvSpPr>
          <p:nvPr/>
        </p:nvSpPr>
        <p:spPr bwMode="auto">
          <a:xfrm>
            <a:off x="4300538" y="627063"/>
            <a:ext cx="3557587" cy="787400"/>
          </a:xfrm>
          <a:prstGeom prst="wedgeRoundRectCallout">
            <a:avLst>
              <a:gd name="adj1" fmla="val -53733"/>
              <a:gd name="adj2" fmla="val 53552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消歧规则：每个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else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和最近的尚未匹配的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匹配</a:t>
            </a:r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2786063" y="2928938"/>
            <a:ext cx="1143000" cy="9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t>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str</a:t>
            </a:r>
            <a:r>
              <a:rPr kumimoji="1" lang="zh-CN" altLang="en-US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+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-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0 | 1 |…| 9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为算术表达式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9+5-2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构造语法分析树，来判断这个文法是否具有二义性，如有，如何消除？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运算符的结合性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240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06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857250"/>
            <a:ext cx="8201025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</a:rPr>
              <a:t>对于任意一个上下文无关文法，不存在一个算法，判定它是无二义性的。</a:t>
            </a:r>
            <a:endParaRPr kumimoji="1" lang="en-US" altLang="zh-CN" b="1" dirty="0">
              <a:ea typeface="楷体_GB2312"/>
              <a:cs typeface="楷体_GB2312"/>
              <a:sym typeface="Symbol" panose="05050102010706020507" pitchFamily="18" charset="2"/>
            </a:endParaRPr>
          </a:p>
          <a:p>
            <a:pPr eaLnBrk="1" hangingPunct="1"/>
            <a:endParaRPr lang="zh-CN" altLang="en-US" sz="2800" dirty="0">
              <a:ea typeface="楷体_GB2312"/>
              <a:cs typeface="楷体_GB231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二义性文法的判定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11620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162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773645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str</a:t>
            </a:r>
            <a:r>
              <a:rPr kumimoji="1" lang="zh-CN" altLang="en-US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+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-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0 | 1 |…| 9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为算术表达式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9+5-2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构造语法分析树，来判断这个文法是否具有二义性，如有，如何消除？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运算符的结合性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240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06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9FCA83-1844-4486-BB20-7361BA76D394}"/>
              </a:ext>
            </a:extLst>
          </p:cNvPr>
          <p:cNvSpPr/>
          <p:nvPr/>
        </p:nvSpPr>
        <p:spPr>
          <a:xfrm>
            <a:off x="770119" y="3291830"/>
            <a:ext cx="7128792" cy="733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rPr>
              <a:t>不使用消歧规则，构造生成表达式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rPr>
              <a:t>9+5-2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rPr>
              <a:t>的无二义性的文法？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604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带有左结合运算符的串，比如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运算符，如何为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表达式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9+5-2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无二义性的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文法？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expr</a:t>
            </a:r>
            <a:r>
              <a:rPr kumimoji="1" lang="zh-CN" altLang="en-US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 + digit | expr - digit | digit </a:t>
            </a:r>
          </a:p>
          <a:p>
            <a:pPr marL="627063" lvl="2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digit</a:t>
            </a:r>
            <a:r>
              <a:rPr kumimoji="1" lang="zh-CN" altLang="en-US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0 | 1 | 2 | … | 9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240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06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E36ED6-37D8-C988-9AAB-5EC5D57AE929}"/>
              </a:ext>
            </a:extLst>
          </p:cNvPr>
          <p:cNvSpPr/>
          <p:nvPr/>
        </p:nvSpPr>
        <p:spPr>
          <a:xfrm>
            <a:off x="827584" y="2766904"/>
            <a:ext cx="7128792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9/5*2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呢，如何用无二义性的文法表示？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81096D-497F-022A-C2DB-3EC21ED8F0FE}"/>
              </a:ext>
            </a:extLst>
          </p:cNvPr>
          <p:cNvSpPr/>
          <p:nvPr/>
        </p:nvSpPr>
        <p:spPr>
          <a:xfrm>
            <a:off x="827584" y="4299942"/>
            <a:ext cx="7859216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那么同时包含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加减乘除的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算术表达式：如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9+5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呢？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18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1527301" y="56044"/>
            <a:ext cx="7070725" cy="4948014"/>
          </a:xfrm>
        </p:spPr>
        <p:txBody>
          <a:bodyPr/>
          <a:lstStyle/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为算术表达式如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9+5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构造无二义性的文法？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左结合的运算符：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expr</a:t>
            </a:r>
            <a:r>
              <a:rPr kumimoji="1" lang="zh-CN" altLang="en-US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expr+term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expr-term | term</a:t>
            </a: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</a:t>
            </a:r>
            <a:r>
              <a:rPr lang="zh-CN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运算符的优先级？</a:t>
            </a:r>
            <a:endParaRPr kumimoji="1" lang="en-US" altLang="zh-CN" i="1" dirty="0">
              <a:solidFill>
                <a:srgbClr val="0000FF"/>
              </a:solidFill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左结合的运算符：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/</a:t>
            </a: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*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term/factor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3. 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表达式：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expr</a:t>
            </a:r>
            <a:endParaRPr kumimoji="1" lang="en-US" altLang="zh-CN" dirty="0">
              <a:solidFill>
                <a:srgbClr val="000000"/>
              </a:solidFill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)|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digit 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4.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算术表达式最终的文法：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digit |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)</a:t>
            </a:r>
            <a:endParaRPr lang="en-US" altLang="zh-CN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*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term/factor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expr</a:t>
            </a:r>
            <a:r>
              <a:rPr kumimoji="1" lang="zh-CN" altLang="en-US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expr+term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expr-term | term</a:t>
            </a: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endParaRPr lang="zh-CN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52735"/>
            <a:ext cx="1008038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4452" name="组合 9"/>
          <p:cNvGrpSpPr>
            <a:grpSpLocks/>
          </p:cNvGrpSpPr>
          <p:nvPr/>
        </p:nvGrpSpPr>
        <p:grpSpPr bwMode="auto">
          <a:xfrm>
            <a:off x="0" y="-20538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5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88024" y="2787774"/>
            <a:ext cx="2317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expr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342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2.2.1 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不用证明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42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2.2.2 1),3),5)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不用证明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42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2.2.3 1),3),5)</a:t>
            </a:r>
          </a:p>
          <a:p>
            <a:pPr eaLnBrk="1" hangingPunct="1">
              <a:lnSpc>
                <a:spcPts val="342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2.2.4 4),5) 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参考例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，不用证明，包含括号，其中整数和标识符直接用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num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id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表示即可。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820"/>
              </a:lnSpc>
              <a:buClrTx/>
              <a:buNone/>
            </a:pPr>
            <a:r>
              <a:rPr lang="zh-CN" altLang="en-US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注：都不需要证明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820"/>
              </a:lnSpc>
              <a:buClrTx/>
              <a:buFont typeface="Wingdings" panose="05000000000000000000" pitchFamily="2" charset="2"/>
              <a:buChar char="Ø"/>
            </a:pP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820"/>
              </a:lnSpc>
              <a:buClrTx/>
              <a:buFont typeface="Wingdings" panose="05000000000000000000" pitchFamily="2" charset="2"/>
              <a:buChar char="Ø"/>
            </a:pP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作业：书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P31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6500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0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427241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内容占位符 2"/>
          <p:cNvSpPr>
            <a:spLocks noGrp="1"/>
          </p:cNvSpPr>
          <p:nvPr>
            <p:ph idx="1"/>
          </p:nvPr>
        </p:nvSpPr>
        <p:spPr>
          <a:xfrm>
            <a:off x="442913" y="820738"/>
            <a:ext cx="8161337" cy="1916112"/>
          </a:xfrm>
        </p:spPr>
        <p:txBody>
          <a:bodyPr/>
          <a:lstStyle/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给定一个句型，其</a:t>
            </a:r>
            <a:r>
              <a:rPr lang="zh-CN" altLang="en-US" b="1" dirty="0">
                <a:solidFill>
                  <a:schemeClr val="tx1"/>
                </a:solidFill>
                <a:latin typeface="Courier"/>
              </a:rPr>
              <a:t>分析树中的每一棵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"/>
              </a:rPr>
              <a:t>子树的边缘</a:t>
            </a:r>
            <a:r>
              <a:rPr lang="zh-CN" altLang="en-US" b="1" dirty="0">
                <a:solidFill>
                  <a:schemeClr val="tx1"/>
                </a:solidFill>
                <a:latin typeface="Courier"/>
              </a:rPr>
              <a:t>称为该句型的一个</a:t>
            </a:r>
            <a:r>
              <a:rPr lang="zh-CN" altLang="en-US" b="1" dirty="0">
                <a:solidFill>
                  <a:srgbClr val="FF0000"/>
                </a:solidFill>
                <a:latin typeface="Courier"/>
              </a:rPr>
              <a:t>短语</a:t>
            </a:r>
            <a:r>
              <a:rPr lang="zh-CN" altLang="en-US" sz="18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phrase</a:t>
            </a:r>
            <a:r>
              <a:rPr lang="en-US" altLang="zh-CN" sz="18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endParaRPr lang="en-US" altLang="zh-CN" b="1" dirty="0">
              <a:solidFill>
                <a:schemeClr val="tx1"/>
              </a:solidFill>
              <a:latin typeface="Courier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Courier"/>
              </a:rPr>
              <a:t>如果子树只有父子两代结点，那么这棵子树的边缘称为该句型的一个</a:t>
            </a:r>
            <a:r>
              <a:rPr lang="zh-CN" altLang="en-US" b="1" dirty="0">
                <a:solidFill>
                  <a:srgbClr val="FF0000"/>
                </a:solidFill>
                <a:latin typeface="Courier"/>
              </a:rPr>
              <a:t>直接短语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immediate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phrase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endParaRPr lang="en-US" altLang="zh-CN" sz="1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03213" lvl="1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b="1" dirty="0">
              <a:solidFill>
                <a:schemeClr val="tx1"/>
              </a:solidFill>
              <a:latin typeface="Courier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(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句型的）短语</a:t>
            </a:r>
            <a:endParaRPr lang="zh-CN" altLang="en-US" sz="25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216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18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3921125" y="2427288"/>
            <a:ext cx="1374775" cy="1349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短语：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E+E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E+E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E+E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5481638" y="2428875"/>
            <a:ext cx="1725612" cy="704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直接短语：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285750" marR="0" lvl="0" indent="-28575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E+E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00475" y="3867150"/>
            <a:ext cx="349408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直接短语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一定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是某产生式的右部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19525" y="4203700"/>
            <a:ext cx="4800600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但产生式的右部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不一定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是给定句型的直接短语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pSp>
        <p:nvGrpSpPr>
          <p:cNvPr id="5" name="组合 8"/>
          <p:cNvGrpSpPr>
            <a:grpSpLocks/>
          </p:cNvGrpSpPr>
          <p:nvPr/>
        </p:nvGrpSpPr>
        <p:grpSpPr bwMode="auto">
          <a:xfrm>
            <a:off x="755650" y="2403475"/>
            <a:ext cx="3071813" cy="2181225"/>
            <a:chOff x="1139114" y="2402746"/>
            <a:chExt cx="3072523" cy="2181666"/>
          </a:xfrm>
        </p:grpSpPr>
        <p:grpSp>
          <p:nvGrpSpPr>
            <p:cNvPr id="92170" name="组合 24"/>
            <p:cNvGrpSpPr>
              <a:grpSpLocks/>
            </p:cNvGrpSpPr>
            <p:nvPr/>
          </p:nvGrpSpPr>
          <p:grpSpPr bwMode="auto">
            <a:xfrm>
              <a:off x="2938461" y="3142140"/>
              <a:ext cx="819150" cy="431880"/>
              <a:chOff x="4501997" y="3289640"/>
              <a:chExt cx="819455" cy="431182"/>
            </a:xfrm>
          </p:grpSpPr>
          <p:cxnSp>
            <p:nvCxnSpPr>
              <p:cNvPr id="29" name="直接连接符 28"/>
              <p:cNvCxnSpPr/>
              <p:nvPr/>
            </p:nvCxnSpPr>
            <p:spPr bwMode="auto">
              <a:xfrm rot="5400000">
                <a:off x="4643220" y="3302707"/>
                <a:ext cx="142673" cy="1429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 bwMode="auto">
              <a:xfrm rot="16200000" flipH="1">
                <a:off x="4894197" y="3307499"/>
                <a:ext cx="142673" cy="1080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187" name="矩形 21"/>
              <p:cNvSpPr>
                <a:spLocks noChangeArrowheads="1"/>
              </p:cNvSpPr>
              <p:nvPr/>
            </p:nvSpPr>
            <p:spPr bwMode="auto">
              <a:xfrm>
                <a:off x="4501997" y="3351490"/>
                <a:ext cx="8194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     E 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92171" name="组合 38"/>
            <p:cNvGrpSpPr>
              <a:grpSpLocks/>
            </p:cNvGrpSpPr>
            <p:nvPr/>
          </p:nvGrpSpPr>
          <p:grpSpPr bwMode="auto">
            <a:xfrm>
              <a:off x="3005136" y="3577196"/>
              <a:ext cx="1011238" cy="458873"/>
              <a:chOff x="4568297" y="3723878"/>
              <a:chExt cx="1011815" cy="459804"/>
            </a:xfrm>
          </p:grpSpPr>
          <p:cxnSp>
            <p:nvCxnSpPr>
              <p:cNvPr id="30" name="直接连接符 29"/>
              <p:cNvCxnSpPr/>
              <p:nvPr/>
            </p:nvCxnSpPr>
            <p:spPr bwMode="auto">
              <a:xfrm rot="5400000">
                <a:off x="4788756" y="3724518"/>
                <a:ext cx="143194" cy="1429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 bwMode="auto">
              <a:xfrm rot="16200000" flipH="1">
                <a:off x="5238378" y="3741995"/>
                <a:ext cx="143194" cy="1080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auto">
              <a:xfrm rot="5400000">
                <a:off x="5002446" y="3795219"/>
                <a:ext cx="143194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184" name="矩形 25"/>
              <p:cNvSpPr>
                <a:spLocks noChangeArrowheads="1"/>
              </p:cNvSpPr>
              <p:nvPr/>
            </p:nvSpPr>
            <p:spPr bwMode="auto">
              <a:xfrm>
                <a:off x="4568297" y="3814350"/>
                <a:ext cx="101181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   </a:t>
                </a: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   </a:t>
                </a:r>
                <a:r>
                  <a:rPr kumimoji="0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92172" name="组合 42"/>
            <p:cNvGrpSpPr>
              <a:grpSpLocks/>
            </p:cNvGrpSpPr>
            <p:nvPr/>
          </p:nvGrpSpPr>
          <p:grpSpPr bwMode="auto">
            <a:xfrm>
              <a:off x="3006416" y="4036068"/>
              <a:ext cx="1028700" cy="476336"/>
              <a:chOff x="4498728" y="3706379"/>
              <a:chExt cx="1027845" cy="477303"/>
            </a:xfrm>
          </p:grpSpPr>
          <p:cxnSp>
            <p:nvCxnSpPr>
              <p:cNvPr id="44" name="直接连接符 43"/>
              <p:cNvCxnSpPr/>
              <p:nvPr/>
            </p:nvCxnSpPr>
            <p:spPr bwMode="auto">
              <a:xfrm flipH="1">
                <a:off x="4716115" y="3706926"/>
                <a:ext cx="212597" cy="1606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auto">
              <a:xfrm>
                <a:off x="5076260" y="3706926"/>
                <a:ext cx="214184" cy="1606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auto">
              <a:xfrm rot="5400000">
                <a:off x="4929302" y="3795231"/>
                <a:ext cx="143194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180" name="矩形 46"/>
              <p:cNvSpPr>
                <a:spLocks noChangeArrowheads="1"/>
              </p:cNvSpPr>
              <p:nvPr/>
            </p:nvSpPr>
            <p:spPr bwMode="auto">
              <a:xfrm>
                <a:off x="4498728" y="3814350"/>
                <a:ext cx="102784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  +   E </a:t>
                </a: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2173" name="矩形 9"/>
            <p:cNvSpPr>
              <a:spLocks noChangeArrowheads="1"/>
            </p:cNvSpPr>
            <p:nvPr/>
          </p:nvSpPr>
          <p:spPr bwMode="auto">
            <a:xfrm>
              <a:off x="3096884" y="2787774"/>
              <a:ext cx="305251" cy="38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2768265" y="2426564"/>
              <a:ext cx="1443372" cy="21578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92175" name="矩形 47"/>
            <p:cNvSpPr>
              <a:spLocks noChangeArrowheads="1"/>
            </p:cNvSpPr>
            <p:nvPr/>
          </p:nvSpPr>
          <p:spPr bwMode="auto">
            <a:xfrm>
              <a:off x="2897187" y="2403217"/>
              <a:ext cx="1108075" cy="384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分析树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/>
                  <a:ea typeface="华文楷体" panose="02010600040101010101" pitchFamily="2" charset="-122"/>
                </a:rPr>
                <a:t>：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Rectangle 3"/>
            <p:cNvSpPr txBox="1">
              <a:spLocks noChangeArrowheads="1"/>
            </p:cNvSpPr>
            <p:nvPr/>
          </p:nvSpPr>
          <p:spPr bwMode="auto">
            <a:xfrm>
              <a:off x="1139114" y="2402746"/>
              <a:ext cx="1522765" cy="21816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文法：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①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E + E</a:t>
              </a: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②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E * E</a:t>
              </a: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③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- E </a:t>
              </a: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④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E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)</a:t>
              </a:r>
            </a:p>
            <a:p>
              <a:pPr marL="0" marR="0" lvl="0" indent="0" algn="just" defTabSz="914400" rtl="0" eaLnBrk="1" fontAlgn="base" latinLnBrk="0" hangingPunct="1">
                <a:lnSpc>
                  <a:spcPts val="25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⑤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id</a:t>
              </a: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allAtOnce" animBg="1"/>
      <p:bldP spid="2" grpId="0" animBg="1"/>
      <p:bldP spid="10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3"/>
          <p:cNvSpPr>
            <a:spLocks noGrp="1" noChangeArrowheads="1"/>
          </p:cNvSpPr>
          <p:nvPr>
            <p:ph idx="1"/>
          </p:nvPr>
        </p:nvSpPr>
        <p:spPr>
          <a:xfrm>
            <a:off x="371475" y="928688"/>
            <a:ext cx="8272463" cy="3225800"/>
          </a:xfrm>
        </p:spPr>
        <p:txBody>
          <a:bodyPr/>
          <a:lstStyle/>
          <a:p>
            <a:pPr eaLnBrk="1" hangingPunct="1">
              <a:lnSpc>
                <a:spcPts val="5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</a:rPr>
              <a:t>如果一个文法可以为某个句子生成</a:t>
            </a:r>
            <a:r>
              <a:rPr lang="zh-CN" altLang="en-US" sz="3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多棵分析树</a:t>
            </a:r>
            <a:r>
              <a:rPr lang="zh-CN" altLang="en-US" sz="3000" b="1" dirty="0">
                <a:solidFill>
                  <a:schemeClr val="tx1"/>
                </a:solidFill>
              </a:rPr>
              <a:t>，则称这个文法是</a:t>
            </a:r>
            <a:r>
              <a:rPr lang="zh-CN" altLang="en-US" sz="3000" b="1" dirty="0">
                <a:solidFill>
                  <a:srgbClr val="FF0000"/>
                </a:solidFill>
              </a:rPr>
              <a:t>二义性</a:t>
            </a:r>
            <a:r>
              <a:rPr lang="zh-CN" altLang="en-US" sz="3000" b="1" dirty="0">
                <a:solidFill>
                  <a:schemeClr val="tx1"/>
                </a:solidFill>
              </a:rPr>
              <a:t>的</a:t>
            </a:r>
            <a:endParaRPr kumimoji="1" lang="zh-CN" altLang="en-US" sz="3000" b="1" dirty="0">
              <a:solidFill>
                <a:schemeClr val="tx1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二义性文法</a:t>
            </a:r>
            <a:r>
              <a:rPr lang="en-US" altLang="zh-CN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Ambiguous Grammar</a:t>
            </a:r>
            <a:r>
              <a:rPr lang="en-US" altLang="zh-CN" sz="24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24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96260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6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89"/>
          <p:cNvGrpSpPr>
            <a:grpSpLocks/>
          </p:cNvGrpSpPr>
          <p:nvPr/>
        </p:nvGrpSpPr>
        <p:grpSpPr bwMode="auto">
          <a:xfrm>
            <a:off x="428625" y="3003550"/>
            <a:ext cx="4929188" cy="1887538"/>
            <a:chOff x="428597" y="3003823"/>
            <a:chExt cx="4929222" cy="1886743"/>
          </a:xfrm>
        </p:grpSpPr>
        <p:sp>
          <p:nvSpPr>
            <p:cNvPr id="98330" name="Rectangle 3"/>
            <p:cNvSpPr txBox="1">
              <a:spLocks noChangeArrowheads="1"/>
            </p:cNvSpPr>
            <p:nvPr/>
          </p:nvSpPr>
          <p:spPr bwMode="auto">
            <a:xfrm>
              <a:off x="428597" y="3003823"/>
              <a:ext cx="4929222" cy="1886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576263" indent="-2730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S</a:t>
              </a:r>
              <a:endParaRPr kumimoji="1" lang="en-US" altLang="zh-CN" sz="4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9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if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24" name="直接连接符 23"/>
            <p:cNvCxnSpPr/>
            <p:nvPr/>
          </p:nvCxnSpPr>
          <p:spPr>
            <a:xfrm rot="10800000" flipV="1">
              <a:off x="1142977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10800000">
              <a:off x="2285985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 flipV="1">
              <a:off x="2130409" y="3395771"/>
              <a:ext cx="155576" cy="1158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714481" y="3365621"/>
              <a:ext cx="214314" cy="1237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10800000" flipV="1">
              <a:off x="1857357" y="3714723"/>
              <a:ext cx="857256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5400000">
              <a:off x="2250389" y="3821727"/>
              <a:ext cx="571259" cy="5000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rot="5400000">
              <a:off x="2606785" y="4035248"/>
              <a:ext cx="571259" cy="730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16200000" flipH="1">
              <a:off x="3000488" y="3857447"/>
              <a:ext cx="571259" cy="4286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3214679" y="3786131"/>
              <a:ext cx="785817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3286117" y="3714723"/>
              <a:ext cx="1428760" cy="6426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430213" y="714375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endParaRPr kumimoji="1" lang="en-US" altLang="zh-CN" sz="2300" i="1">
              <a:solidFill>
                <a:schemeClr val="tx1"/>
              </a:solidFill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kumimoji="1" lang="en-US" altLang="zh-CN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if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else</a:t>
            </a:r>
            <a:r>
              <a:rPr kumimoji="1" lang="en-US" altLang="en-US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endParaRPr kumimoji="1" lang="en-US" altLang="zh-CN" sz="2300" i="1">
              <a:solidFill>
                <a:schemeClr val="tx1"/>
              </a:solidFill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kumimoji="1" lang="en-US" altLang="zh-CN" sz="23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kumimoji="1" lang="en-US" altLang="en-US" sz="23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kumimoji="1" lang="en-US" altLang="en-US" sz="23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other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句型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if 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300" i="1" baseline="-2500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then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if 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300" i="1" baseline="-2500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then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300" i="1" baseline="-2500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else</a:t>
            </a:r>
            <a:r>
              <a:rPr kumimoji="1" lang="en-US" altLang="zh-CN" sz="2300" b="1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300" i="1" baseline="-2500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kumimoji="1" lang="en-US" altLang="zh-CN" sz="2300" i="1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AutoShape 6"/>
          <p:cNvSpPr>
            <a:spLocks/>
          </p:cNvSpPr>
          <p:nvPr/>
        </p:nvSpPr>
        <p:spPr bwMode="auto">
          <a:xfrm>
            <a:off x="3767138" y="1285875"/>
            <a:ext cx="214312" cy="500063"/>
          </a:xfrm>
          <a:prstGeom prst="rightBrace">
            <a:avLst>
              <a:gd name="adj1" fmla="val 3370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 rot="10800000">
            <a:off x="2411413" y="2143125"/>
            <a:ext cx="1549400" cy="11113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3960813" y="1371600"/>
            <a:ext cx="252095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条件语句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3981450" y="2000250"/>
            <a:ext cx="2376488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其他语句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8313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32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组合 90"/>
          <p:cNvGrpSpPr>
            <a:grpSpLocks/>
          </p:cNvGrpSpPr>
          <p:nvPr/>
        </p:nvGrpSpPr>
        <p:grpSpPr bwMode="auto">
          <a:xfrm>
            <a:off x="4572000" y="3051175"/>
            <a:ext cx="4214813" cy="1876425"/>
            <a:chOff x="165892" y="3040279"/>
            <a:chExt cx="4929222" cy="1875631"/>
          </a:xfrm>
        </p:grpSpPr>
        <p:sp>
          <p:nvSpPr>
            <p:cNvPr id="98317" name="Rectangle 3"/>
            <p:cNvSpPr txBox="1">
              <a:spLocks noChangeArrowheads="1"/>
            </p:cNvSpPr>
            <p:nvPr/>
          </p:nvSpPr>
          <p:spPr bwMode="auto">
            <a:xfrm>
              <a:off x="165892" y="3040279"/>
              <a:ext cx="4929222" cy="1875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576263" indent="-2730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if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S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endParaRPr kumimoji="1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76263" marR="0" lvl="1" indent="-273050" algn="l" defTabSz="914400" rtl="0" eaLnBrk="1" fontAlgn="base" latinLnBrk="0" hangingPunct="1">
                <a:lnSpc>
                  <a:spcPts val="29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if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93" name="直接连接符 92"/>
            <p:cNvCxnSpPr/>
            <p:nvPr/>
          </p:nvCxnSpPr>
          <p:spPr>
            <a:xfrm rot="10800000" flipV="1">
              <a:off x="1142453" y="3357645"/>
              <a:ext cx="571827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10800000">
              <a:off x="2143151" y="3346537"/>
              <a:ext cx="571827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rot="16200000" flipV="1">
              <a:off x="2059262" y="3358019"/>
              <a:ext cx="225330" cy="2023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V="1">
              <a:off x="1714280" y="3365579"/>
              <a:ext cx="215363" cy="1824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2213701" y="3797197"/>
              <a:ext cx="501277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2714978" y="3797197"/>
              <a:ext cx="76119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2874644" y="3797197"/>
              <a:ext cx="412161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2874644" y="3774981"/>
              <a:ext cx="1125088" cy="5712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2286107" y="3346537"/>
              <a:ext cx="1071248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2286107" y="3275130"/>
              <a:ext cx="2071944" cy="2872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连接符 7"/>
          <p:cNvCxnSpPr/>
          <p:nvPr/>
        </p:nvCxnSpPr>
        <p:spPr>
          <a:xfrm>
            <a:off x="2339975" y="3076575"/>
            <a:ext cx="2374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2312988" y="3148013"/>
            <a:ext cx="14668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/>
      <p:bldP spid="14" grpId="1"/>
      <p:bldP spid="15" grpId="0"/>
      <p:bldP spid="15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54" name="组合 89"/>
          <p:cNvGrpSpPr>
            <a:grpSpLocks/>
          </p:cNvGrpSpPr>
          <p:nvPr/>
        </p:nvGrpSpPr>
        <p:grpSpPr bwMode="auto">
          <a:xfrm>
            <a:off x="428625" y="3003550"/>
            <a:ext cx="4929188" cy="1887538"/>
            <a:chOff x="428597" y="3003823"/>
            <a:chExt cx="4929222" cy="1886743"/>
          </a:xfrm>
        </p:grpSpPr>
        <p:sp>
          <p:nvSpPr>
            <p:cNvPr id="100375" name="Rectangle 3"/>
            <p:cNvSpPr txBox="1">
              <a:spLocks noChangeArrowheads="1"/>
            </p:cNvSpPr>
            <p:nvPr/>
          </p:nvSpPr>
          <p:spPr bwMode="auto">
            <a:xfrm>
              <a:off x="428597" y="3003823"/>
              <a:ext cx="4929222" cy="1886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576263" indent="-2730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S</a:t>
              </a:r>
              <a:endParaRPr kumimoji="1" lang="en-US" altLang="zh-CN" sz="4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9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if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24" name="直接连接符 23"/>
            <p:cNvCxnSpPr/>
            <p:nvPr/>
          </p:nvCxnSpPr>
          <p:spPr>
            <a:xfrm rot="10800000" flipV="1">
              <a:off x="1142977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10800000">
              <a:off x="2285985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 flipV="1">
              <a:off x="2130409" y="3395771"/>
              <a:ext cx="155576" cy="1158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714481" y="3365621"/>
              <a:ext cx="214314" cy="1237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10800000" flipV="1">
              <a:off x="1857357" y="3714723"/>
              <a:ext cx="857256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5400000">
              <a:off x="2250389" y="3821727"/>
              <a:ext cx="571259" cy="5000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rot="5400000">
              <a:off x="2606785" y="4035248"/>
              <a:ext cx="571259" cy="730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16200000" flipH="1">
              <a:off x="3000488" y="3857447"/>
              <a:ext cx="571259" cy="4286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3214679" y="3786131"/>
              <a:ext cx="785817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3286117" y="3714723"/>
              <a:ext cx="1428760" cy="6426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430213" y="714375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endParaRPr kumimoji="1" lang="en-US" altLang="zh-CN" sz="2300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kumimoji="1"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if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else</a:t>
            </a:r>
            <a:r>
              <a:rPr kumimoji="1" lang="en-US" altLang="en-US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endParaRPr kumimoji="1" lang="en-US" altLang="zh-CN" sz="2300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kumimoji="1" lang="en-US" altLang="zh-CN" sz="23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kumimoji="1" lang="en-US" altLang="en-US" sz="23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kumimoji="1" lang="en-US" altLang="en-US" sz="23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other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句型</a:t>
            </a: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if 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300" i="1" baseline="-25000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then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if 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en-US" altLang="zh-CN" sz="2300" i="1" baseline="-25000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then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300" i="1" baseline="-25000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b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else</a:t>
            </a:r>
            <a:r>
              <a:rPr kumimoji="1" lang="en-US" altLang="zh-CN" sz="2300" b="1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300" i="1" baseline="-25000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kumimoji="1" lang="en-US" altLang="zh-CN" sz="2300" i="1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0357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37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0358" name="组合 90"/>
          <p:cNvGrpSpPr>
            <a:grpSpLocks/>
          </p:cNvGrpSpPr>
          <p:nvPr/>
        </p:nvGrpSpPr>
        <p:grpSpPr bwMode="auto">
          <a:xfrm>
            <a:off x="4572000" y="3051175"/>
            <a:ext cx="4214813" cy="1876425"/>
            <a:chOff x="165892" y="3040279"/>
            <a:chExt cx="4929222" cy="1875631"/>
          </a:xfrm>
        </p:grpSpPr>
        <p:sp>
          <p:nvSpPr>
            <p:cNvPr id="100362" name="Rectangle 3"/>
            <p:cNvSpPr txBox="1">
              <a:spLocks noChangeArrowheads="1"/>
            </p:cNvSpPr>
            <p:nvPr/>
          </p:nvSpPr>
          <p:spPr bwMode="auto">
            <a:xfrm>
              <a:off x="165892" y="3040279"/>
              <a:ext cx="4929222" cy="1875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576263" indent="-2730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3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if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S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pPr marL="576263" marR="0" lvl="1" indent="-273050" algn="l" defTabSz="914400" rtl="0" eaLnBrk="1" fontAlgn="base" latinLnBrk="0" hangingPunct="1">
                <a:lnSpc>
                  <a:spcPts val="28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endParaRPr kumimoji="1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76263" marR="0" lvl="1" indent="-273050" algn="l" defTabSz="914400" rtl="0" eaLnBrk="1" fontAlgn="base" latinLnBrk="0" hangingPunct="1">
                <a:lnSpc>
                  <a:spcPts val="29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if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</a:t>
              </a:r>
              <a:r>
                <a:rPr kumimoji="1" lang="en-US" altLang="zh-CN" sz="20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93" name="直接连接符 92"/>
            <p:cNvCxnSpPr/>
            <p:nvPr/>
          </p:nvCxnSpPr>
          <p:spPr>
            <a:xfrm rot="10800000" flipV="1">
              <a:off x="1142453" y="3357645"/>
              <a:ext cx="571827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10800000">
              <a:off x="2143151" y="3346537"/>
              <a:ext cx="571827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rot="16200000" flipV="1">
              <a:off x="2059262" y="3358019"/>
              <a:ext cx="225330" cy="2023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V="1">
              <a:off x="1714280" y="3365579"/>
              <a:ext cx="215363" cy="1824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2213701" y="3797197"/>
              <a:ext cx="501277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2714978" y="3797197"/>
              <a:ext cx="76119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2874644" y="3797197"/>
              <a:ext cx="412161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2874644" y="3774981"/>
              <a:ext cx="1125088" cy="5712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2286107" y="3346537"/>
              <a:ext cx="1071248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2286107" y="3275130"/>
              <a:ext cx="2071944" cy="2872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连接符 7"/>
          <p:cNvCxnSpPr/>
          <p:nvPr/>
        </p:nvCxnSpPr>
        <p:spPr>
          <a:xfrm>
            <a:off x="2339975" y="3076575"/>
            <a:ext cx="2374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6"/>
          <p:cNvSpPr>
            <a:spLocks noChangeArrowheads="1"/>
          </p:cNvSpPr>
          <p:nvPr/>
        </p:nvSpPr>
        <p:spPr bwMode="auto">
          <a:xfrm>
            <a:off x="4300538" y="627063"/>
            <a:ext cx="3557587" cy="787400"/>
          </a:xfrm>
          <a:prstGeom prst="wedgeRoundRectCallout">
            <a:avLst>
              <a:gd name="adj1" fmla="val -53733"/>
              <a:gd name="adj2" fmla="val 53552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消歧规则：每个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else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和最近的尚未匹配的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匹配</a:t>
            </a:r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2786063" y="2928938"/>
            <a:ext cx="1143000" cy="9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str</a:t>
            </a:r>
            <a:r>
              <a:rPr kumimoji="1" lang="zh-CN" altLang="en-US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+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-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0 | 1 |…| 9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为算术表达式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9+5-2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构造语法分析树，来判断这个文法是否具有二义性，如有，如何消除？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运算符的结合性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240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06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857250"/>
            <a:ext cx="8201025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</a:rPr>
              <a:t>对于任意一个上下文无关文法，不存在一个算法，判定它是无二义性的。</a:t>
            </a:r>
            <a:endParaRPr kumimoji="1" lang="en-US" altLang="zh-CN" b="1" dirty="0">
              <a:ea typeface="楷体_GB2312"/>
              <a:cs typeface="楷体_GB2312"/>
              <a:sym typeface="Symbol" panose="05050102010706020507" pitchFamily="18" charset="2"/>
            </a:endParaRPr>
          </a:p>
          <a:p>
            <a:pPr eaLnBrk="1" hangingPunct="1"/>
            <a:endParaRPr lang="zh-CN" altLang="en-US" sz="2800" dirty="0">
              <a:ea typeface="楷体_GB2312"/>
              <a:cs typeface="楷体_GB231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二义性文法的判定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11620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162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493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str</a:t>
            </a:r>
            <a:r>
              <a:rPr kumimoji="1" lang="zh-CN" altLang="en-US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+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- </a:t>
            </a:r>
            <a:r>
              <a:rPr kumimoji="1" lang="en-US" altLang="zh-CN" b="1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str</a:t>
            </a:r>
            <a:r>
              <a:rPr kumimoji="1" lang="en-US" altLang="zh-CN" b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0 | 1 |…| 9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为算术表达式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9+5-2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构造语法分析树，来判断这个文法是否具有二义性，如有，如何消除？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运算符的结合性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240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06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9FCA83-1844-4486-BB20-7361BA76D394}"/>
              </a:ext>
            </a:extLst>
          </p:cNvPr>
          <p:cNvSpPr/>
          <p:nvPr/>
        </p:nvSpPr>
        <p:spPr>
          <a:xfrm>
            <a:off x="770119" y="3291830"/>
            <a:ext cx="7128792" cy="733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cs typeface="Times New Roman" panose="02020603050405020304" pitchFamily="18" charset="0"/>
              </a:rPr>
              <a:t>不使用消歧规则，构造生成表达式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cs typeface="Times New Roman" panose="02020603050405020304" pitchFamily="18" charset="0"/>
              </a:rPr>
              <a:t>9+5-2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cs typeface="Times New Roman" panose="02020603050405020304" pitchFamily="18" charset="0"/>
              </a:rPr>
              <a:t>的无二义性的文法？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643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带有左结合运算符的串，比如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运算符，如何为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表达式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9+5-2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无二义性的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文法？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expr</a:t>
            </a:r>
            <a:r>
              <a:rPr kumimoji="1" lang="zh-CN" altLang="en-US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 + digit | expr - digit | digit </a:t>
            </a:r>
          </a:p>
          <a:p>
            <a:pPr marL="627063" lvl="2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digit</a:t>
            </a:r>
            <a:r>
              <a:rPr kumimoji="1" lang="zh-CN" altLang="en-US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0 | 1 | 2 | … | 9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240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06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E36ED6-37D8-C988-9AAB-5EC5D57AE929}"/>
              </a:ext>
            </a:extLst>
          </p:cNvPr>
          <p:cNvSpPr/>
          <p:nvPr/>
        </p:nvSpPr>
        <p:spPr>
          <a:xfrm>
            <a:off x="827584" y="2766904"/>
            <a:ext cx="7128792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9/5*2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呢，如何用无二义性的文法表示？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81096D-497F-022A-C2DB-3EC21ED8F0FE}"/>
              </a:ext>
            </a:extLst>
          </p:cNvPr>
          <p:cNvSpPr/>
          <p:nvPr/>
        </p:nvSpPr>
        <p:spPr>
          <a:xfrm>
            <a:off x="827584" y="4299942"/>
            <a:ext cx="7859216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那么同时包含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加减乘除的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算术表达式：如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9+5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呢？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64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1527301" y="56044"/>
            <a:ext cx="7070725" cy="4948014"/>
          </a:xfrm>
        </p:spPr>
        <p:txBody>
          <a:bodyPr/>
          <a:lstStyle/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为算术表达式如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9+5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构造无二义性的文法？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左结合的运算符：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expr</a:t>
            </a:r>
            <a:r>
              <a:rPr kumimoji="1" lang="zh-CN" altLang="en-US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expr+term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expr-term | term</a:t>
            </a: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</a:t>
            </a:r>
            <a:r>
              <a:rPr lang="zh-CN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运算符的优先级？</a:t>
            </a:r>
            <a:endParaRPr kumimoji="1" lang="en-US" altLang="zh-CN" i="1" dirty="0">
              <a:solidFill>
                <a:srgbClr val="0000FF"/>
              </a:solidFill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左结合的运算符：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/</a:t>
            </a: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*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term/factor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3. 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表达式：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expr</a:t>
            </a:r>
            <a:endParaRPr kumimoji="1" lang="en-US" altLang="zh-CN" dirty="0">
              <a:solidFill>
                <a:srgbClr val="000000"/>
              </a:solidFill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)|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digit 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4.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算术表达式最终的文法：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expr</a:t>
            </a:r>
            <a:r>
              <a:rPr kumimoji="1" lang="zh-CN" altLang="en-US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expr+term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expr-term | term</a:t>
            </a:r>
            <a:endParaRPr lang="en-US" altLang="zh-CN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*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term/factor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digit |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)</a:t>
            </a:r>
            <a:endParaRPr kumimoji="1" lang="en-US" altLang="zh-CN" i="1" dirty="0">
              <a:solidFill>
                <a:srgbClr val="000000"/>
              </a:solidFill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endParaRPr lang="zh-CN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52735"/>
            <a:ext cx="1008038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4452" name="组合 9"/>
          <p:cNvGrpSpPr>
            <a:grpSpLocks/>
          </p:cNvGrpSpPr>
          <p:nvPr/>
        </p:nvGrpSpPr>
        <p:grpSpPr bwMode="auto">
          <a:xfrm>
            <a:off x="0" y="-20538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5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88024" y="2787774"/>
            <a:ext cx="2317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expr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342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2.2.1 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不用证明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42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2.2.2 1),3),5)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不用证明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42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2.2.3 1),3),5)</a:t>
            </a:r>
          </a:p>
          <a:p>
            <a:pPr eaLnBrk="1" hangingPunct="1">
              <a:lnSpc>
                <a:spcPts val="342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练习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2.2.4 4),5) 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参考例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，不用证明，包含括号，其中整数和标识符直接用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num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id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表示即可。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820"/>
              </a:lnSpc>
              <a:buClrTx/>
              <a:buNone/>
            </a:pPr>
            <a:r>
              <a:rPr lang="zh-CN" altLang="en-US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注：都不需要证明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820"/>
              </a:lnSpc>
              <a:buClrTx/>
              <a:buFont typeface="Wingdings" panose="05000000000000000000" pitchFamily="2" charset="2"/>
              <a:buChar char="Ø"/>
            </a:pP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820"/>
              </a:lnSpc>
              <a:buClrTx/>
              <a:buFont typeface="Wingdings" panose="05000000000000000000" pitchFamily="2" charset="2"/>
              <a:buChar char="Ø"/>
            </a:pP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作业：书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P31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6500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0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A00C03-5752-4D33-BF8A-7610D6B5849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3242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20" y="0"/>
            <a:ext cx="8407844" cy="5159692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300192" y="1744734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652120" y="2038579"/>
            <a:ext cx="3590446" cy="1611648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25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南信大计软院</a:t>
            </a:r>
            <a:endParaRPr lang="en-US" altLang="zh-CN" sz="28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zh-CN" altLang="en-US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凌妙根</a:t>
            </a:r>
            <a:endParaRPr lang="en-US" altLang="zh-CN" sz="24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en-US" altLang="zh-CN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2024</a:t>
            </a:r>
            <a:r>
              <a:rPr lang="zh-CN" altLang="en-US" sz="28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年初秋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055721" y="843558"/>
            <a:ext cx="511175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第三章 词法分析</a:t>
            </a:r>
            <a:r>
              <a:rPr lang="en-US" altLang="zh-CN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600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C32FFA-EA69-47F7-AFFE-12C640E3505D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7597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630172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+mn-ea"/>
                <a:ea typeface="+mn-ea"/>
              </a:rPr>
              <a:t>正则表达式和正则定义</a:t>
            </a:r>
            <a:endParaRPr lang="en-US" altLang="zh-CN" sz="36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latin typeface="+mn-ea"/>
                <a:ea typeface="+mn-ea"/>
              </a:rPr>
              <a:t>有穷自动机</a:t>
            </a:r>
            <a:endParaRPr lang="en-US" altLang="zh-CN" sz="36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solidFill>
                  <a:srgbClr val="0070C0"/>
                </a:solidFill>
                <a:latin typeface="+mn-ea"/>
                <a:ea typeface="+mn-ea"/>
              </a:rPr>
              <a:t>从正则表达式到有穷自动机</a:t>
            </a:r>
            <a:endParaRPr lang="en-US" altLang="zh-CN" sz="3600" dirty="0">
              <a:solidFill>
                <a:srgbClr val="0070C0"/>
              </a:solidFill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altLang="zh-CN" sz="3600" dirty="0">
                <a:solidFill>
                  <a:srgbClr val="0070C0"/>
                </a:solidFill>
                <a:latin typeface="+mn-ea"/>
                <a:ea typeface="+mn-ea"/>
              </a:rPr>
              <a:t>NFA</a:t>
            </a:r>
            <a:r>
              <a:rPr lang="zh-CN" altLang="en-US" sz="3600" dirty="0">
                <a:solidFill>
                  <a:srgbClr val="0070C0"/>
                </a:solidFill>
                <a:latin typeface="+mn-ea"/>
                <a:ea typeface="+mn-ea"/>
              </a:rPr>
              <a:t>到</a:t>
            </a:r>
            <a:r>
              <a:rPr lang="en-US" altLang="zh-CN" sz="3600" dirty="0">
                <a:solidFill>
                  <a:srgbClr val="0070C0"/>
                </a:solidFill>
                <a:latin typeface="+mn-ea"/>
                <a:ea typeface="+mn-ea"/>
              </a:rPr>
              <a:t>DFA</a:t>
            </a:r>
            <a:r>
              <a:rPr lang="zh-CN" altLang="en-US" sz="3600" dirty="0">
                <a:solidFill>
                  <a:srgbClr val="0070C0"/>
                </a:solidFill>
                <a:latin typeface="+mn-ea"/>
                <a:ea typeface="+mn-ea"/>
              </a:rPr>
              <a:t>的转换</a:t>
            </a:r>
            <a:r>
              <a:rPr lang="en-US" altLang="zh-CN" sz="2400" dirty="0">
                <a:latin typeface="+mn-ea"/>
                <a:ea typeface="+mn-ea"/>
              </a:rPr>
              <a:t>	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</a:p>
        </p:txBody>
      </p:sp>
      <p:grpSp>
        <p:nvGrpSpPr>
          <p:cNvPr id="10244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45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25B4C6A2-7E85-428E-BF6D-B25E919AF6DE}" type="slidenum">
              <a:rPr lang="zh-CN" altLang="en-US" smtClean="0">
                <a:solidFill>
                  <a:schemeClr val="tx2"/>
                </a:solidFill>
              </a:rPr>
              <a:pPr/>
              <a:t>39</a:t>
            </a:fld>
            <a:endParaRPr lang="en-US" altLang="zh-CN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38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785813"/>
            <a:ext cx="8031163" cy="4089399"/>
          </a:xfrm>
        </p:spPr>
        <p:txBody>
          <a:bodyPr/>
          <a:lstStyle/>
          <a:p>
            <a:pPr marL="0" indent="0" algn="ctr" eaLnBrk="1" hangingPunct="1">
              <a:lnSpc>
                <a:spcPts val="4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  <a:cs typeface="楷体_GB2312"/>
              </a:rPr>
              <a:t>语言</a:t>
            </a:r>
            <a:r>
              <a:rPr lang="en-US" altLang="zh-CN" sz="2300" b="1" i="1" dirty="0">
                <a:solidFill>
                  <a:schemeClr val="tx1"/>
                </a:solidFill>
                <a:cs typeface="楷体_GB2312"/>
              </a:rPr>
              <a:t>L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={</a:t>
            </a:r>
            <a:r>
              <a:rPr lang="en-US" altLang="zh-CN" sz="2300" b="1" i="1" dirty="0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}{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sz="2300" b="1" dirty="0" err="1">
                <a:solidFill>
                  <a:schemeClr val="tx1"/>
                </a:solidFill>
                <a:cs typeface="楷体_GB2312"/>
              </a:rPr>
              <a:t>,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</a:t>
            </a:r>
            <a:r>
              <a:rPr lang="en-US" altLang="zh-CN" sz="2300" b="1" baseline="30000" dirty="0">
                <a:solidFill>
                  <a:schemeClr val="tx1"/>
                </a:solidFill>
                <a:cs typeface="楷体_GB2312"/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({</a:t>
            </a:r>
            <a:r>
              <a:rPr lang="en-US" altLang="zh-CN" sz="2300" b="1" i="1" dirty="0">
                <a:solidFill>
                  <a:schemeClr val="tx1"/>
                </a:solidFill>
                <a:cs typeface="楷体_GB2312"/>
              </a:rPr>
              <a:t>ε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}∪({.,_}{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sz="2300" b="1" dirty="0" err="1">
                <a:solidFill>
                  <a:schemeClr val="tx1"/>
                </a:solidFill>
                <a:cs typeface="楷体_GB2312"/>
              </a:rPr>
              <a:t>,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}{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sz="2300" b="1" dirty="0" err="1">
                <a:solidFill>
                  <a:schemeClr val="tx1"/>
                </a:solidFill>
                <a:cs typeface="楷体_GB2312"/>
              </a:rPr>
              <a:t>,</a:t>
            </a:r>
            <a:r>
              <a:rPr lang="en-US" altLang="zh-CN" sz="2300" b="1" i="1" dirty="0" err="1">
                <a:solidFill>
                  <a:schemeClr val="tx1"/>
                </a:solidFill>
                <a:cs typeface="楷体_GB2312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}</a:t>
            </a:r>
            <a:r>
              <a:rPr lang="en-US" altLang="zh-CN" sz="2300" b="1" baseline="30000" dirty="0">
                <a:solidFill>
                  <a:schemeClr val="tx1"/>
                </a:solidFill>
                <a:cs typeface="楷体_GB2312"/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  <a:cs typeface="楷体_GB2312"/>
              </a:rPr>
              <a:t>))</a:t>
            </a:r>
            <a:endParaRPr lang="en-US" altLang="zh-CN" sz="2300" b="1" dirty="0">
              <a:solidFill>
                <a:schemeClr val="tx1"/>
              </a:solidFill>
              <a:latin typeface="华文楷体" pitchFamily="2" charset="-122"/>
              <a:cs typeface="楷体_GB2312"/>
            </a:endParaRPr>
          </a:p>
          <a:p>
            <a:pPr marL="0" indent="0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  <a:cs typeface="楷体_GB2312"/>
              </a:rPr>
              <a:t> 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  <a:cs typeface="楷体_GB2312"/>
              </a:rPr>
              <a:t>正则表达式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itchFamily="18" charset="0"/>
              </a:rPr>
              <a:t>Regular Expression</a:t>
            </a:r>
            <a:r>
              <a:rPr lang="zh-CN" altLang="en-US" sz="16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sz="1600" b="1" i="1" spc="300" dirty="0">
                <a:solidFill>
                  <a:schemeClr val="tx1"/>
                </a:solidFill>
                <a:cs typeface="Times New Roman" pitchFamily="18" charset="0"/>
              </a:rPr>
              <a:t>E</a:t>
            </a:r>
            <a:r>
              <a:rPr lang="en-US" altLang="zh-CN" sz="1600" b="1" spc="300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是一种用来描述</a:t>
            </a:r>
            <a:r>
              <a:rPr lang="zh-CN" altLang="en-US" sz="2300" b="1" dirty="0">
                <a:solidFill>
                  <a:srgbClr val="2D83F4"/>
                </a:solidFill>
                <a:latin typeface="华文楷体" pitchFamily="2" charset="-122"/>
              </a:rPr>
              <a:t>正则语言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的 </a:t>
            </a:r>
            <a:r>
              <a:rPr lang="zh-CN" altLang="en-US" sz="2300" b="1" dirty="0">
                <a:solidFill>
                  <a:srgbClr val="2D83F4"/>
                </a:solidFill>
                <a:latin typeface="华文楷体" pitchFamily="2" charset="-122"/>
              </a:rPr>
              <a:t>更紧凑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的表示方法，由字母表中的符号，</a:t>
            </a:r>
            <a:r>
              <a:rPr lang="en-US" altLang="zh-CN" sz="2300" b="1" dirty="0">
                <a:solidFill>
                  <a:schemeClr val="tx1"/>
                </a:solidFill>
                <a:latin typeface="华文楷体" pitchFamily="2" charset="-122"/>
              </a:rPr>
              <a:t>|,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连接</a:t>
            </a:r>
            <a:r>
              <a:rPr lang="en-US" altLang="zh-CN" sz="2300" b="1" dirty="0">
                <a:solidFill>
                  <a:schemeClr val="tx1"/>
                </a:solidFill>
                <a:latin typeface="华文楷体" pitchFamily="2" charset="-122"/>
              </a:rPr>
              <a:t>, *,+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，</a:t>
            </a:r>
            <a:r>
              <a:rPr lang="en-US" altLang="zh-CN" sz="2300" b="1" dirty="0">
                <a:solidFill>
                  <a:schemeClr val="tx1"/>
                </a:solidFill>
                <a:latin typeface="华文楷体" pitchFamily="2" charset="-122"/>
              </a:rPr>
              <a:t>( ) 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构成</a:t>
            </a:r>
            <a:endParaRPr lang="en-US" altLang="zh-CN" sz="2300" b="1" dirty="0">
              <a:solidFill>
                <a:schemeClr val="tx1"/>
              </a:solidFill>
              <a:latin typeface="华文楷体" pitchFamily="2" charset="-12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例：</a:t>
            </a:r>
            <a:r>
              <a:rPr lang="en-US" altLang="zh-CN" sz="2300" b="1" i="1" dirty="0">
                <a:solidFill>
                  <a:schemeClr val="tx1"/>
                </a:solidFill>
              </a:rPr>
              <a:t>r = a</a:t>
            </a:r>
            <a:r>
              <a:rPr lang="en-US" altLang="zh-CN" sz="2300" b="1" dirty="0">
                <a:solidFill>
                  <a:schemeClr val="tx1"/>
                </a:solidFill>
              </a:rPr>
              <a:t>(</a:t>
            </a:r>
            <a:r>
              <a:rPr lang="en-US" altLang="zh-CN" sz="2300" b="1" i="1" dirty="0" err="1">
                <a:solidFill>
                  <a:schemeClr val="tx1"/>
                </a:solidFill>
              </a:rPr>
              <a:t>a|b</a:t>
            </a:r>
            <a:r>
              <a:rPr lang="en-US" altLang="zh-CN" sz="2300" b="1" dirty="0">
                <a:solidFill>
                  <a:schemeClr val="tx1"/>
                </a:solidFill>
              </a:rPr>
              <a:t>)</a:t>
            </a:r>
            <a:r>
              <a:rPr lang="en-US" altLang="zh-CN" sz="23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</a:rPr>
              <a:t>(</a:t>
            </a:r>
            <a:r>
              <a:rPr lang="en-US" altLang="zh-CN" sz="2300" b="1" i="1" dirty="0">
                <a:solidFill>
                  <a:schemeClr val="tx1"/>
                </a:solidFill>
              </a:rPr>
              <a:t> ε | </a:t>
            </a:r>
            <a:r>
              <a:rPr lang="en-US" altLang="zh-CN" sz="2300" b="1" dirty="0">
                <a:solidFill>
                  <a:schemeClr val="tx1"/>
                </a:solidFill>
              </a:rPr>
              <a:t>(</a:t>
            </a:r>
            <a:r>
              <a:rPr lang="en-US" altLang="zh-CN" sz="2300" b="1" i="1" dirty="0">
                <a:solidFill>
                  <a:schemeClr val="tx1"/>
                </a:solidFill>
              </a:rPr>
              <a:t>.| _</a:t>
            </a:r>
            <a:r>
              <a:rPr lang="en-US" altLang="zh-CN" sz="2300" b="1" dirty="0">
                <a:solidFill>
                  <a:schemeClr val="tx1"/>
                </a:solidFill>
              </a:rPr>
              <a:t>)(</a:t>
            </a:r>
            <a:r>
              <a:rPr lang="en-US" altLang="zh-CN" sz="2300" b="1" i="1" dirty="0" err="1">
                <a:solidFill>
                  <a:schemeClr val="tx1"/>
                </a:solidFill>
              </a:rPr>
              <a:t>a|b</a:t>
            </a:r>
            <a:r>
              <a:rPr lang="en-US" altLang="zh-CN" sz="2300" b="1" dirty="0">
                <a:solidFill>
                  <a:schemeClr val="tx1"/>
                </a:solidFill>
              </a:rPr>
              <a:t>)(</a:t>
            </a:r>
            <a:r>
              <a:rPr lang="en-US" altLang="zh-CN" sz="2300" b="1" i="1" dirty="0" err="1">
                <a:solidFill>
                  <a:schemeClr val="tx1"/>
                </a:solidFill>
              </a:rPr>
              <a:t>a|b</a:t>
            </a:r>
            <a:r>
              <a:rPr lang="en-US" altLang="zh-CN" sz="2300" b="1" dirty="0">
                <a:solidFill>
                  <a:schemeClr val="tx1"/>
                </a:solidFill>
              </a:rPr>
              <a:t>)</a:t>
            </a:r>
            <a:r>
              <a:rPr lang="en-US" altLang="zh-CN" sz="23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</a:rPr>
              <a:t> )</a:t>
            </a:r>
          </a:p>
          <a:p>
            <a:pPr marL="0" indent="0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每个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</a:rPr>
              <a:t>正则表达式 </a:t>
            </a:r>
            <a:r>
              <a:rPr lang="en-US" altLang="zh-CN" sz="2300" b="1" i="1" dirty="0">
                <a:solidFill>
                  <a:srgbClr val="FF0000"/>
                </a:solidFill>
              </a:rPr>
              <a:t>r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</a:rPr>
              <a:t>定义</a:t>
            </a:r>
            <a:r>
              <a:rPr lang="zh-CN" altLang="en-US" sz="2300" b="1" dirty="0">
                <a:solidFill>
                  <a:srgbClr val="FF0000"/>
                </a:solidFill>
              </a:rPr>
              <a:t>（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</a:rPr>
              <a:t>表示</a:t>
            </a:r>
            <a:r>
              <a:rPr lang="zh-CN" altLang="en-US" sz="2300" b="1" dirty="0">
                <a:solidFill>
                  <a:srgbClr val="FF0000"/>
                </a:solidFill>
              </a:rPr>
              <a:t>）</a:t>
            </a:r>
            <a:r>
              <a:rPr lang="zh-CN" altLang="en-US" sz="2300" b="1" dirty="0">
                <a:solidFill>
                  <a:srgbClr val="FF0000"/>
                </a:solidFill>
                <a:latin typeface="华文楷体" pitchFamily="2" charset="-122"/>
              </a:rPr>
              <a:t>一个语言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，记为</a:t>
            </a:r>
            <a:r>
              <a:rPr lang="en-US" altLang="zh-CN" sz="2300" b="1" i="1" dirty="0">
                <a:solidFill>
                  <a:srgbClr val="2D83F4"/>
                </a:solidFill>
              </a:rPr>
              <a:t>L</a:t>
            </a:r>
            <a:r>
              <a:rPr lang="en-US" altLang="zh-CN" sz="2300" b="1" dirty="0">
                <a:solidFill>
                  <a:srgbClr val="2D83F4"/>
                </a:solidFill>
              </a:rPr>
              <a:t>(</a:t>
            </a:r>
            <a:r>
              <a:rPr lang="en-US" altLang="zh-CN" sz="2300" b="1" i="1" dirty="0">
                <a:solidFill>
                  <a:srgbClr val="2D83F4"/>
                </a:solidFill>
              </a:rPr>
              <a:t>r </a:t>
            </a:r>
            <a:r>
              <a:rPr lang="en-US" altLang="zh-CN" sz="2300" b="1" dirty="0">
                <a:solidFill>
                  <a:srgbClr val="2D83F4"/>
                </a:solidFill>
              </a:rPr>
              <a:t>)</a:t>
            </a:r>
            <a:r>
              <a:rPr lang="zh-CN" altLang="en-US" sz="2300" b="1" dirty="0">
                <a:solidFill>
                  <a:schemeClr val="tx1"/>
                </a:solidFill>
                <a:latin typeface="华文楷体" pitchFamily="2" charset="-122"/>
              </a:rPr>
              <a:t>。</a:t>
            </a:r>
            <a:endParaRPr lang="en-US" altLang="zh-CN" sz="2300" b="1" dirty="0">
              <a:solidFill>
                <a:schemeClr val="tx1"/>
              </a:solidFill>
              <a:latin typeface="华文楷体" pitchFamily="2" charset="-122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正则表达式</a:t>
            </a:r>
          </a:p>
        </p:txBody>
      </p:sp>
      <p:grpSp>
        <p:nvGrpSpPr>
          <p:cNvPr id="10244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024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28625" y="1857375"/>
            <a:ext cx="8001000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 假设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</a:t>
            </a:r>
            <a:r>
              <a:rPr lang="zh-CN" altLang="en-US" sz="2500" b="1" dirty="0">
                <a:solidFill>
                  <a:schemeClr val="tx1"/>
                </a:solidFill>
              </a:rPr>
              <a:t>和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都是 </a:t>
            </a:r>
            <a:r>
              <a:rPr lang="en-US" altLang="zh-CN" sz="2500" b="1" i="1" dirty="0">
                <a:solidFill>
                  <a:schemeClr val="tx1"/>
                </a:solidFill>
              </a:rPr>
              <a:t>RE</a:t>
            </a:r>
            <a:r>
              <a:rPr lang="zh-CN" altLang="en-US" sz="2500" b="1" dirty="0">
                <a:solidFill>
                  <a:schemeClr val="tx1"/>
                </a:solidFill>
              </a:rPr>
              <a:t>，表示的语言分别是 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r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，则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  <a:cs typeface="Times New Roman" pitchFamily="18" charset="0"/>
              </a:rPr>
              <a:t>r</a:t>
            </a:r>
            <a:r>
              <a:rPr lang="en-US" altLang="zh-CN" b="1" dirty="0" err="1">
                <a:solidFill>
                  <a:srgbClr val="FF0000"/>
                </a:solidFill>
                <a:cs typeface="Times New Roman" pitchFamily="18" charset="0"/>
              </a:rPr>
              <a:t>|</a:t>
            </a:r>
            <a:r>
              <a:rPr lang="en-US" altLang="zh-CN" b="1" i="1" dirty="0" err="1">
                <a:solidFill>
                  <a:srgbClr val="FF0000"/>
                </a:solidFill>
                <a:cs typeface="Times New Roman" pitchFamily="18" charset="0"/>
              </a:rPr>
              <a:t>s</a:t>
            </a:r>
            <a:r>
              <a:rPr lang="en-US" altLang="zh-CN" b="1" i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r|s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  <a:cs typeface="Times New Roman" pitchFamily="18" charset="0"/>
              </a:rPr>
              <a:t>rs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rs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pt-BR" altLang="zh-CN" b="1" i="1" dirty="0">
                <a:solidFill>
                  <a:srgbClr val="FF0000"/>
                </a:solidFill>
                <a:cs typeface="Times New Roman" pitchFamily="18" charset="0"/>
              </a:rPr>
              <a:t>r</a:t>
            </a:r>
            <a:r>
              <a:rPr lang="pt-BR" altLang="zh-CN" b="1" baseline="30000" dirty="0">
                <a:solidFill>
                  <a:srgbClr val="FF0000"/>
                </a:solidFill>
                <a:cs typeface="Times New Roman" pitchFamily="18" charset="0"/>
              </a:rPr>
              <a:t>*</a:t>
            </a:r>
            <a:r>
              <a:rPr lang="pt-BR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pt-BR" altLang="zh-CN" b="1" i="1" baseline="30000" dirty="0">
                <a:solidFill>
                  <a:schemeClr val="tx1"/>
                </a:solidFill>
                <a:cs typeface="Times New Roman" pitchFamily="18" charset="0"/>
              </a:rPr>
              <a:t>* 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 (</a:t>
            </a: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pt-BR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))</a:t>
            </a:r>
            <a:r>
              <a:rPr lang="pt-BR" altLang="zh-CN" b="1" baseline="30000" dirty="0">
                <a:solidFill>
                  <a:schemeClr val="tx1"/>
                </a:solidFill>
                <a:cs typeface="Times New Roman" pitchFamily="18" charset="0"/>
              </a:rPr>
              <a:t>*</a:t>
            </a:r>
            <a:r>
              <a:rPr lang="pt-BR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cs typeface="Times New Roman" pitchFamily="18" charset="0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)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L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正则表达式的递归定义</a:t>
            </a:r>
          </a:p>
        </p:txBody>
      </p:sp>
      <p:grpSp>
        <p:nvGrpSpPr>
          <p:cNvPr id="12293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0" name="五边形 9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229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442913" y="714375"/>
            <a:ext cx="8058150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 ε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是一个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RE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L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ε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 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= {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ε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}</a:t>
            </a:r>
          </a:p>
          <a:p>
            <a:pPr marL="273050" indent="-27305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如果 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∈∑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，则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是一个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RE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L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 = {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5F2C0F3-0F66-68B9-FFF6-D5802B4B26E8}"/>
              </a:ext>
            </a:extLst>
          </p:cNvPr>
          <p:cNvSpPr txBox="1">
            <a:spLocks/>
          </p:cNvSpPr>
          <p:nvPr/>
        </p:nvSpPr>
        <p:spPr bwMode="auto">
          <a:xfrm>
            <a:off x="778985" y="4587974"/>
            <a:ext cx="4750544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运算的优先级：</a:t>
            </a:r>
            <a:r>
              <a:rPr lang="en-US" altLang="zh-CN" sz="25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</a:rPr>
              <a:t>( )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、</a:t>
            </a:r>
            <a:r>
              <a:rPr lang="zh-CN" altLang="en-US" sz="25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</a:rPr>
              <a:t>*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、</a:t>
            </a:r>
            <a:r>
              <a:rPr lang="zh-CN" altLang="en-US" sz="25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</a:rPr>
              <a:t>连接</a:t>
            </a:r>
            <a:r>
              <a:rPr lang="zh-CN" altLang="en-US" sz="2500" b="1" dirty="0">
                <a:latin typeface="Times New Roman" pitchFamily="18" charset="0"/>
                <a:ea typeface="楷体" pitchFamily="49" charset="-122"/>
              </a:rPr>
              <a:t>、</a:t>
            </a:r>
            <a:r>
              <a:rPr lang="en-US" altLang="zh-CN" sz="25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</a:rPr>
              <a:t>|</a:t>
            </a:r>
            <a:endParaRPr lang="zh-CN" altLang="en-US" sz="2500" b="1" dirty="0">
              <a:solidFill>
                <a:srgbClr val="FF0000"/>
              </a:solidFill>
              <a:latin typeface="Times New Roman" pitchFamily="18" charset="0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051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109538" y="703263"/>
            <a:ext cx="8820150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令</a:t>
            </a:r>
            <a:r>
              <a:rPr lang="en-US" altLang="zh-CN" sz="2500" b="1" dirty="0">
                <a:solidFill>
                  <a:schemeClr val="tx1"/>
                </a:solidFill>
              </a:rPr>
              <a:t> ∑ 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zh-CN" altLang="en-US" sz="2500" b="1" dirty="0">
                <a:solidFill>
                  <a:schemeClr val="tx1"/>
                </a:solidFill>
              </a:rPr>
              <a:t>，则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 = 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∪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 ={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∪</a:t>
            </a:r>
            <a:r>
              <a:rPr lang="en-US" altLang="zh-CN" sz="2500" b="1" dirty="0">
                <a:solidFill>
                  <a:schemeClr val="tx1"/>
                </a:solidFill>
              </a:rPr>
              <a:t>{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 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dirty="0">
                <a:solidFill>
                  <a:srgbClr val="FF0000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</a:rPr>
              <a:t>)(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</a:rPr>
              <a:t>)</a:t>
            </a:r>
            <a:r>
              <a:rPr lang="en-US" altLang="zh-CN" sz="2500" b="1" dirty="0">
                <a:solidFill>
                  <a:schemeClr val="tx1"/>
                </a:solidFill>
              </a:rPr>
              <a:t>) =</a:t>
            </a:r>
            <a:r>
              <a:rPr lang="en-US" altLang="zh-CN" sz="2500" b="1" i="1" dirty="0">
                <a:solidFill>
                  <a:schemeClr val="tx1"/>
                </a:solidFill>
              </a:rPr>
              <a:t> 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en-US" altLang="zh-CN" sz="2500" b="1" i="1" dirty="0">
                <a:solidFill>
                  <a:schemeClr val="tx1"/>
                </a:solidFill>
              </a:rPr>
              <a:t> 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)={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}= {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bb 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rgbClr val="FF0000"/>
                </a:solidFill>
              </a:rPr>
              <a:t>a</a:t>
            </a:r>
            <a:r>
              <a:rPr lang="en-US" altLang="zh-CN" sz="25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) =</a:t>
            </a:r>
            <a:r>
              <a:rPr lang="pt-BR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 (</a:t>
            </a:r>
            <a:r>
              <a:rPr lang="pt-BR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L</a:t>
            </a:r>
            <a:r>
              <a:rPr lang="pt-BR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pt-BR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))</a:t>
            </a:r>
            <a:r>
              <a:rPr lang="pt-BR" altLang="zh-CN" sz="2400" b="1" baseline="30000" dirty="0">
                <a:solidFill>
                  <a:srgbClr val="000000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en-US" altLang="zh-CN" sz="25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= { </a:t>
            </a:r>
            <a:r>
              <a:rPr lang="en-US" altLang="zh-CN" sz="2500" b="1" i="1" dirty="0">
                <a:solidFill>
                  <a:schemeClr val="tx1"/>
                </a:solidFill>
              </a:rPr>
              <a:t>ε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aaa</a:t>
            </a:r>
            <a:r>
              <a:rPr lang="en-US" altLang="zh-CN" sz="2500" b="1" dirty="0">
                <a:solidFill>
                  <a:schemeClr val="tx1"/>
                </a:solidFill>
              </a:rPr>
              <a:t>, . . . }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dirty="0">
                <a:solidFill>
                  <a:srgbClr val="FF0000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</a:rPr>
              <a:t>)</a:t>
            </a:r>
            <a:r>
              <a:rPr lang="en-US" altLang="zh-CN" sz="25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) = </a:t>
            </a:r>
            <a:r>
              <a:rPr lang="pt-BR" altLang="zh-CN" sz="2500" b="1" dirty="0">
                <a:solidFill>
                  <a:schemeClr val="tx1"/>
                </a:solidFill>
              </a:rPr>
              <a:t>(</a:t>
            </a:r>
            <a:r>
              <a:rPr lang="pt-BR" altLang="zh-CN" sz="2500" b="1" i="1" dirty="0">
                <a:solidFill>
                  <a:schemeClr val="tx1"/>
                </a:solidFill>
              </a:rPr>
              <a:t>L</a:t>
            </a:r>
            <a:r>
              <a:rPr lang="pt-BR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</a:t>
            </a:r>
            <a:r>
              <a:rPr lang="pt-BR" altLang="zh-CN" sz="2500" b="1" dirty="0">
                <a:solidFill>
                  <a:schemeClr val="tx1"/>
                </a:solidFill>
              </a:rPr>
              <a:t>))</a:t>
            </a:r>
            <a:r>
              <a:rPr lang="pt-BR" altLang="zh-CN" sz="2500" b="1" baseline="30000" dirty="0">
                <a:solidFill>
                  <a:schemeClr val="tx1"/>
                </a:solidFill>
                <a:latin typeface="Arial" panose="020B0604020202020204" pitchFamily="34" charset="0"/>
              </a:rPr>
              <a:t>*</a:t>
            </a:r>
            <a:r>
              <a:rPr lang="pt-BR" altLang="zh-CN" sz="25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</a:rPr>
              <a:t>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en-US" altLang="zh-CN" sz="25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= { </a:t>
            </a:r>
            <a:r>
              <a:rPr lang="en-US" altLang="zh-CN" sz="2500" b="1" i="1" dirty="0">
                <a:solidFill>
                  <a:schemeClr val="tx1"/>
                </a:solidFill>
              </a:rPr>
              <a:t>ε, 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aaa</a:t>
            </a:r>
            <a:r>
              <a:rPr lang="en-US" altLang="zh-CN" sz="2500" b="1" dirty="0">
                <a:solidFill>
                  <a:schemeClr val="tx1"/>
                </a:solidFill>
              </a:rPr>
              <a:t>, . . .}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500" b="1" i="1" dirty="0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 = { 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aaab</a:t>
            </a:r>
            <a:r>
              <a:rPr lang="en-US" altLang="zh-CN" sz="2500" b="1" dirty="0">
                <a:solidFill>
                  <a:schemeClr val="tx1"/>
                </a:solidFill>
              </a:rPr>
              <a:t>, . . .}</a:t>
            </a:r>
          </a:p>
          <a:p>
            <a:pPr marL="0" indent="0" eaLnBrk="1" hangingPunct="1">
              <a:lnSpc>
                <a:spcPts val="40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</a:p>
        </p:txBody>
      </p:sp>
      <p:grpSp>
        <p:nvGrpSpPr>
          <p:cNvPr id="1434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4342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800100" y="928688"/>
            <a:ext cx="8201025" cy="4019326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十进制整数的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  <a:endParaRPr lang="zh-CN" altLang="en-US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(1|...|9)(0|...|9)</a:t>
            </a:r>
            <a:r>
              <a:rPr lang="en-US" altLang="zh-CN" sz="25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|0</a:t>
            </a:r>
          </a:p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八进制整数的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</a:p>
          <a:p>
            <a:pPr lvl="1"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0(1|2|3|4|5|6|7)(0|1|2|3|4|5|6|7)</a:t>
            </a:r>
            <a:r>
              <a:rPr lang="en-US" altLang="zh-CN" sz="25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|00</a:t>
            </a:r>
            <a:endParaRPr lang="en-US" altLang="zh-CN" sz="2500" b="1" baseline="30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十六进制整数的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   </a:t>
            </a:r>
            <a:r>
              <a:rPr lang="zh-CN" altLang="en-US" sz="3000" b="1" i="1" dirty="0">
                <a:solidFill>
                  <a:schemeClr val="tx1"/>
                </a:solidFill>
              </a:rPr>
              <a:t>？</a:t>
            </a:r>
            <a:endParaRPr lang="zh-CN" altLang="en-US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例：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语言无符号整数的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RE</a:t>
            </a:r>
            <a:endParaRPr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6388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6390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401638" y="1000125"/>
            <a:ext cx="8742362" cy="2438400"/>
          </a:xfrm>
        </p:spPr>
        <p:txBody>
          <a:bodyPr/>
          <a:lstStyle/>
          <a:p>
            <a:pPr eaLnBrk="1" hangingPunct="1">
              <a:lnSpc>
                <a:spcPts val="5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可以用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  <a:r>
              <a:rPr lang="zh-CN" altLang="en-US" sz="3000" b="1" dirty="0">
                <a:solidFill>
                  <a:schemeClr val="tx1"/>
                </a:solidFill>
              </a:rPr>
              <a:t>定义的语言叫做</a:t>
            </a:r>
            <a:endParaRPr lang="en-US" altLang="zh-CN" sz="30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5000"/>
              </a:lnSpc>
              <a:buClrTx/>
              <a:buFont typeface="Symbol" panose="05050102010706020507" pitchFamily="18" charset="2"/>
              <a:buNone/>
            </a:pPr>
            <a:r>
              <a:rPr lang="en-US" altLang="zh-CN" sz="3000" b="1" dirty="0">
                <a:solidFill>
                  <a:schemeClr val="tx1"/>
                </a:solidFill>
              </a:rPr>
              <a:t>   </a:t>
            </a:r>
            <a:r>
              <a:rPr lang="zh-CN" altLang="en-US" sz="3000" b="1" dirty="0">
                <a:solidFill>
                  <a:srgbClr val="FF0000"/>
                </a:solidFill>
              </a:rPr>
              <a:t>正则语言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regular language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endParaRPr lang="zh-CN" altLang="en-US" sz="2500" b="1" dirty="0">
              <a:solidFill>
                <a:schemeClr val="tx1"/>
              </a:solidFill>
            </a:endParaRPr>
          </a:p>
          <a:p>
            <a:pPr eaLnBrk="1" hangingPunct="1">
              <a:buClrTx/>
              <a:buFont typeface="Symbol" panose="05050102010706020507" pitchFamily="18" charset="2"/>
              <a:buNone/>
            </a:pP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2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正则语言</a:t>
            </a:r>
          </a:p>
        </p:txBody>
      </p:sp>
      <p:grpSp>
        <p:nvGrpSpPr>
          <p:cNvPr id="1843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8438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RE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的代数定律</a:t>
            </a:r>
          </a:p>
        </p:txBody>
      </p:sp>
      <p:grpSp>
        <p:nvGrpSpPr>
          <p:cNvPr id="20483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0514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7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933272"/>
              </p:ext>
            </p:extLst>
          </p:nvPr>
        </p:nvGraphicFramePr>
        <p:xfrm>
          <a:off x="849313" y="785813"/>
          <a:ext cx="7437437" cy="3595682"/>
        </p:xfrm>
        <a:graphic>
          <a:graphicData uri="http://schemas.openxmlformats.org/drawingml/2006/table">
            <a:tbl>
              <a:tblPr/>
              <a:tblGrid>
                <a:gridCol w="4032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4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9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定律</a:t>
                      </a:r>
                    </a:p>
                  </a:txBody>
                  <a:tcPr marL="100255" marR="100255" marT="37589" marB="375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描述</a:t>
                      </a:r>
                    </a:p>
                  </a:txBody>
                  <a:tcPr marL="100255" marR="100255" marT="37589" marB="375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r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endParaRPr lang="zh-CN" altLang="en-US" sz="2400" b="1" i="1" spc="-300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｜是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可以交换的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r</a:t>
                      </a:r>
                      <a:r>
                        <a:rPr kumimoji="0" lang="zh-CN" altLang="en-US" sz="2400" b="1" i="0" u="none" strike="noStrike" kern="190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zh-CN" altLang="en-US" sz="2400" b="1" i="0" kern="190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  </a:t>
                      </a:r>
                      <a:r>
                        <a:rPr lang="zh-CN" altLang="en-US" sz="2400" b="1" i="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  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  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  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zh-CN" altLang="en-US" sz="2400" b="1" i="0" u="none" strike="noStrike" kern="190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zh-CN" altLang="en-US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  </a:t>
                      </a:r>
                      <a:r>
                        <a:rPr lang="zh-CN" altLang="en-US" sz="2400" b="1" i="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   </a:t>
                      </a:r>
                      <a:r>
                        <a:rPr kumimoji="0" lang="zh-CN" altLang="en-US" sz="2400" b="1" i="0" u="none" strike="noStrike" kern="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  ｜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</a:t>
                      </a:r>
                      <a:endParaRPr lang="zh-CN" altLang="en-US" sz="2400" b="1" i="1" spc="-300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｜是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可结合的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r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</a:t>
                      </a:r>
                      <a:r>
                        <a:rPr lang="en-US" altLang="zh-CN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    t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r    s  </a:t>
                      </a:r>
                      <a:r>
                        <a:rPr lang="zh-CN" altLang="en-US" sz="2400" b="1" i="0" spc="-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i="1" spc="-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 t</a:t>
                      </a:r>
                      <a:endParaRPr lang="zh-CN" altLang="en-US" sz="2400" b="1" i="0" spc="-6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连接是可结合的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   r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（ </a:t>
                      </a:r>
                      <a:r>
                        <a:rPr lang="en-US" altLang="zh-CN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    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   t     </a:t>
                      </a:r>
                      <a:r>
                        <a:rPr lang="en-US" altLang="zh-CN" sz="2400" b="1" i="0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;</a:t>
                      </a:r>
                      <a:r>
                        <a:rPr lang="en-US" altLang="zh-CN" sz="2400" b="1" i="0" spc="-3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  </a:t>
                      </a:r>
                    </a:p>
                    <a:p>
                      <a:pPr algn="l"/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                （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）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  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    r                                                               </a:t>
                      </a:r>
                      <a:endParaRPr lang="zh-CN" altLang="en-US" sz="2400" b="1" i="1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连接对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｜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是可分配的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ε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 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ε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 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  <a:endParaRPr lang="zh-CN" altLang="en-US" sz="2400" b="1" i="1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8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ε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是连接的单位元</a:t>
                      </a:r>
                      <a:endParaRPr kumimoji="0" lang="zh-CN" altLang="en-US" sz="2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r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**</a:t>
                      </a:r>
                      <a:r>
                        <a:rPr lang="en-US" altLang="zh-CN" sz="2400" b="1" spc="-15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   </a:t>
                      </a:r>
                      <a:r>
                        <a:rPr lang="en-US" altLang="zh-CN" sz="2400" b="1" i="1" spc="-15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r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b="1" i="1" spc="-15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 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具有幂等性</a:t>
                      </a: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000125"/>
            <a:ext cx="7643813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对任何正则文法 </a:t>
            </a:r>
            <a:r>
              <a:rPr lang="en-US" altLang="zh-CN" sz="3000" b="1" i="1">
                <a:solidFill>
                  <a:srgbClr val="FF0000"/>
                </a:solidFill>
              </a:rPr>
              <a:t>G</a:t>
            </a:r>
            <a:r>
              <a:rPr lang="zh-CN" altLang="en-US" sz="3000" b="1">
                <a:solidFill>
                  <a:schemeClr val="tx1"/>
                </a:solidFill>
              </a:rPr>
              <a:t>，存在定义同一语言的正则表达式 </a:t>
            </a:r>
            <a:r>
              <a:rPr lang="en-US" altLang="zh-CN" sz="3000" b="1" i="1">
                <a:solidFill>
                  <a:srgbClr val="FF0000"/>
                </a:solidFill>
              </a:rPr>
              <a:t>r</a:t>
            </a:r>
            <a:endParaRPr lang="zh-CN" altLang="en-US" sz="3000" b="1">
              <a:solidFill>
                <a:srgbClr val="FF0000"/>
              </a:solidFill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对任何正则表达式 </a:t>
            </a:r>
            <a:r>
              <a:rPr lang="en-US" altLang="zh-CN" sz="3000" b="1" i="1">
                <a:solidFill>
                  <a:srgbClr val="FF0000"/>
                </a:solidFill>
              </a:rPr>
              <a:t>r</a:t>
            </a:r>
            <a:r>
              <a:rPr lang="zh-CN" altLang="en-US" sz="3000" b="1">
                <a:solidFill>
                  <a:schemeClr val="tx1"/>
                </a:solidFill>
              </a:rPr>
              <a:t>，存在生成同一语言的正则文法 </a:t>
            </a:r>
            <a:r>
              <a:rPr lang="en-US" altLang="zh-CN" sz="3000" b="1" i="1">
                <a:solidFill>
                  <a:srgbClr val="FF0000"/>
                </a:solidFill>
              </a:rPr>
              <a:t>G</a:t>
            </a:r>
            <a:r>
              <a:rPr lang="en-US" altLang="zh-CN" sz="3000" b="1">
                <a:solidFill>
                  <a:srgbClr val="FF0000"/>
                </a:solidFill>
              </a:rPr>
              <a:t> </a:t>
            </a:r>
            <a:endParaRPr lang="zh-CN" altLang="en-US" sz="3000" b="1">
              <a:solidFill>
                <a:srgbClr val="FF0000"/>
              </a:solidFill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正则文法与正则表达式等价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楷体_GB2312"/>
            </a:endParaRPr>
          </a:p>
        </p:txBody>
      </p:sp>
      <p:grpSp>
        <p:nvGrpSpPr>
          <p:cNvPr id="2253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2534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2"/>
          <p:cNvSpPr>
            <a:spLocks noGrp="1"/>
          </p:cNvSpPr>
          <p:nvPr>
            <p:ph idx="1"/>
          </p:nvPr>
        </p:nvSpPr>
        <p:spPr>
          <a:xfrm>
            <a:off x="357188" y="857250"/>
            <a:ext cx="8001000" cy="3929063"/>
          </a:xfrm>
        </p:spPr>
        <p:txBody>
          <a:bodyPr rtlCol="0">
            <a:noAutofit/>
          </a:bodyPr>
          <a:lstStyle/>
          <a:p>
            <a:pPr marL="274320" indent="-274320" eaLnBrk="1" fontAlgn="auto" hangingPunct="1">
              <a:lnSpc>
                <a:spcPts val="32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</a:rPr>
              <a:t>正则定义</a:t>
            </a:r>
            <a:r>
              <a:rPr lang="zh-CN" altLang="en-US" sz="2500" b="1" dirty="0">
                <a:solidFill>
                  <a:schemeClr val="tx1"/>
                </a:solidFill>
              </a:rPr>
              <a:t>是具有如下形式的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定义序列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			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			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 			   …</a:t>
            </a: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			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endParaRPr lang="en-US" altLang="zh-CN" sz="2500" b="1" i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274320" indent="-274320" eaLnBrk="1" fontAlgn="auto" hangingPunct="1">
              <a:lnSpc>
                <a:spcPts val="2800"/>
              </a:lnSpc>
              <a:spcAft>
                <a:spcPts val="0"/>
              </a:spcAft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</a:rPr>
              <a:t>     </a:t>
            </a:r>
            <a:r>
              <a:rPr lang="zh-CN" altLang="en-US" sz="2500" b="1" dirty="0">
                <a:solidFill>
                  <a:schemeClr val="tx1"/>
                </a:solidFill>
              </a:rPr>
              <a:t>其中：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457200" lvl="1" indent="0" eaLnBrk="1" fontAlgn="auto" hangingPunct="1">
              <a:lnSpc>
                <a:spcPts val="3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每个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</a:rPr>
              <a:t>都是一个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新符号</a:t>
            </a:r>
            <a:r>
              <a:rPr lang="zh-CN" altLang="en-US" sz="2500" b="1" dirty="0">
                <a:solidFill>
                  <a:schemeClr val="tx1"/>
                </a:solidFill>
              </a:rPr>
              <a:t>，它们都不在字母表 </a:t>
            </a:r>
            <a:r>
              <a:rPr lang="en-US" altLang="zh-CN" sz="2500" b="1" i="1" dirty="0">
                <a:solidFill>
                  <a:schemeClr val="tx1"/>
                </a:solidFill>
              </a:rPr>
              <a:t>Σ</a:t>
            </a:r>
            <a:r>
              <a:rPr lang="zh-CN" altLang="en-US" sz="2500" b="1" dirty="0">
                <a:solidFill>
                  <a:schemeClr val="tx1"/>
                </a:solidFill>
              </a:rPr>
              <a:t>中，而且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各不相同</a:t>
            </a: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lvl="1" indent="0" eaLnBrk="1" fontAlgn="auto" hangingPunct="1">
              <a:lnSpc>
                <a:spcPts val="3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每个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</a:rPr>
              <a:t>是字母表 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Σ</a:t>
            </a:r>
            <a:r>
              <a:rPr lang="en-US" altLang="zh-CN" sz="2500" b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∪</a:t>
            </a:r>
            <a:r>
              <a:rPr lang="en-US" altLang="zh-CN" sz="2500" b="1" dirty="0">
                <a:solidFill>
                  <a:schemeClr val="tx1"/>
                </a:solidFill>
              </a:rPr>
              <a:t>{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 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,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 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, … ,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-1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zh-CN" altLang="en-US" sz="2500" b="1" dirty="0">
                <a:solidFill>
                  <a:schemeClr val="tx1"/>
                </a:solidFill>
              </a:rPr>
              <a:t>上的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正则表达式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正则定</a:t>
            </a:r>
            <a:r>
              <a:rPr lang="zh-CN" altLang="en-US" sz="3000" spc="-5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义</a:t>
            </a:r>
            <a:r>
              <a:rPr lang="zh-CN" altLang="en-US" sz="2500" spc="-5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（  </a:t>
            </a:r>
            <a:r>
              <a:rPr lang="en-US" altLang="zh-CN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Regular</a:t>
            </a:r>
            <a:r>
              <a:rPr lang="zh-CN" altLang="en-US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Definition</a:t>
            </a:r>
            <a:r>
              <a:rPr lang="zh-CN" altLang="en-US" sz="25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）</a:t>
            </a:r>
          </a:p>
        </p:txBody>
      </p:sp>
      <p:grpSp>
        <p:nvGrpSpPr>
          <p:cNvPr id="2867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8679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427538" y="1611313"/>
            <a:ext cx="3859212" cy="12461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给一些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命名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，并在之后的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中像使用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字母表中的符号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一样使用这些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名字</a:t>
            </a:r>
            <a:endParaRPr lang="zh-CN" altLang="en-US" sz="25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  <p:bldP spid="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1144588" y="928688"/>
            <a:ext cx="5927725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000" b="1" i="1" dirty="0">
                <a:solidFill>
                  <a:schemeClr val="tx1"/>
                </a:solidFill>
              </a:rPr>
              <a:t>C</a:t>
            </a:r>
            <a:r>
              <a:rPr lang="zh-CN" altLang="en-US" sz="3000" b="1" dirty="0">
                <a:solidFill>
                  <a:schemeClr val="tx1"/>
                </a:solidFill>
              </a:rPr>
              <a:t>语言中标识符的正则定义</a:t>
            </a:r>
            <a:endParaRPr lang="en-US" altLang="zh-CN" sz="30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  <a:endParaRPr lang="zh-CN" altLang="en-US" sz="28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_ →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Z|a</a:t>
            </a:r>
            <a:r>
              <a:rPr lang="en-US" altLang="zh-CN" sz="2800" b="1" dirty="0" err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z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|_</a:t>
            </a: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id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letter_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2800" b="1" dirty="0" err="1">
                <a:solidFill>
                  <a:schemeClr val="tx1"/>
                </a:solidFill>
                <a:ea typeface="楷体_GB2312"/>
                <a:cs typeface="楷体_GB2312"/>
              </a:rPr>
              <a:t>_|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digit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8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</a:p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</a:pP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000" dirty="0">
              <a:solidFill>
                <a:schemeClr val="tx1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grpSp>
        <p:nvGrpSpPr>
          <p:cNvPr id="30724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072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377825" y="698501"/>
            <a:ext cx="9129712" cy="430564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（整型或浮点型）无符号数的正则定义</a:t>
            </a:r>
            <a:endParaRPr lang="zh-CN" altLang="en-US" sz="3000" b="1" dirty="0">
              <a:solidFill>
                <a:schemeClr val="tx1"/>
              </a:solidFill>
              <a:latin typeface="楷体_GB2312"/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  <a:endParaRPr lang="zh-CN" altLang="en-US" sz="28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 digit</a:t>
            </a:r>
            <a:r>
              <a:rPr lang="en-US" altLang="zh-CN" sz="2800" b="1" i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endParaRPr lang="en-US" altLang="zh-CN" sz="28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optionalFraction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.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2800" b="1" dirty="0" err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endParaRPr lang="en-US" altLang="zh-CN" sz="28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optionalExponent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E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(+|-|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number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optionalFraction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28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optionalExponent</a:t>
            </a:r>
            <a:endParaRPr lang="en-US" altLang="zh-CN" sz="2800" b="1" i="1" dirty="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000" dirty="0">
              <a:solidFill>
                <a:schemeClr val="tx1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grpSp>
        <p:nvGrpSpPr>
          <p:cNvPr id="3277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2775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28625" y="4357688"/>
            <a:ext cx="8280400" cy="4619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lvl="1" eaLnBrk="1" hangingPunct="1">
              <a:spcBef>
                <a:spcPct val="30000"/>
              </a:spcBef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	2.15	2.15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+3	2.15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	2.15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		2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703263"/>
            <a:ext cx="8215312" cy="3225800"/>
          </a:xfrm>
        </p:spPr>
        <p:txBody>
          <a:bodyPr/>
          <a:lstStyle/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有穷自动机 </a:t>
            </a:r>
            <a:r>
              <a:rPr lang="en-US" altLang="zh-CN" sz="2200" b="1" dirty="0">
                <a:solidFill>
                  <a:schemeClr val="tx1"/>
                </a:solidFill>
              </a:rPr>
              <a:t>( 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Finite Automata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FA </a:t>
            </a:r>
            <a:r>
              <a:rPr lang="en-US" altLang="zh-CN" sz="22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由两位神经物理学家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MeCuloch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</a:rPr>
              <a:t>Pitts</a:t>
            </a:r>
            <a:r>
              <a:rPr lang="zh-CN" altLang="en-US" sz="2500" b="1" dirty="0">
                <a:solidFill>
                  <a:schemeClr val="tx1"/>
                </a:solidFill>
              </a:rPr>
              <a:t>于</a:t>
            </a:r>
            <a:r>
              <a:rPr lang="en-US" altLang="zh-CN" sz="2500" b="1" dirty="0">
                <a:solidFill>
                  <a:schemeClr val="tx1"/>
                </a:solidFill>
              </a:rPr>
              <a:t>1948</a:t>
            </a:r>
            <a:r>
              <a:rPr lang="zh-CN" altLang="en-US" sz="2500" b="1" dirty="0">
                <a:solidFill>
                  <a:schemeClr val="tx1"/>
                </a:solidFill>
              </a:rPr>
              <a:t>年首先提出，是对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状态转换和信息处理系统</a:t>
            </a:r>
            <a:r>
              <a:rPr lang="zh-CN" altLang="en-US" sz="2500" b="1" dirty="0">
                <a:solidFill>
                  <a:schemeClr val="tx1"/>
                </a:solidFill>
              </a:rPr>
              <a:t>建立的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数学模型</a:t>
            </a: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这类系统具有一系列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离散的输入输出信息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有穷数目的内部状态</a:t>
            </a:r>
            <a:r>
              <a:rPr lang="zh-CN" altLang="en-US" sz="2500" b="1" dirty="0">
                <a:solidFill>
                  <a:schemeClr val="tx1"/>
                </a:solidFill>
              </a:rPr>
              <a:t>（状态：概括了对过去输入信息处理的状况）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系统只需要根据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当前所处的状态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当前面临的输入信息</a:t>
            </a:r>
            <a:r>
              <a:rPr lang="zh-CN" altLang="en-US" sz="2500" b="1" dirty="0">
                <a:solidFill>
                  <a:schemeClr val="tx1"/>
                </a:solidFill>
              </a:rPr>
              <a:t>就可以决定系统的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后继行为</a:t>
            </a:r>
            <a:r>
              <a:rPr lang="zh-CN" altLang="en-US" sz="2500" b="1" dirty="0">
                <a:solidFill>
                  <a:schemeClr val="tx1"/>
                </a:solidFill>
              </a:rPr>
              <a:t>。每当系统处理了当前的输入后，系统的内部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状态也将发生改变</a:t>
            </a:r>
          </a:p>
        </p:txBody>
      </p:sp>
      <p:sp>
        <p:nvSpPr>
          <p:cNvPr id="2458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3.3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有穷自动机 </a:t>
            </a:r>
          </a:p>
        </p:txBody>
      </p:sp>
      <p:grpSp>
        <p:nvGrpSpPr>
          <p:cNvPr id="3891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8918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785813"/>
            <a:ext cx="7986712" cy="4143375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lnSpc>
                <a:spcPts val="4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</a:rPr>
              <a:t>电梯控制装置</a:t>
            </a:r>
          </a:p>
          <a:p>
            <a:pPr lvl="1" indent="-274320" eaLnBrk="1" fontAlgn="auto" hangingPunct="1">
              <a:lnSpc>
                <a:spcPts val="4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输入：顾客的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乘梯需求</a:t>
            </a:r>
            <a:r>
              <a:rPr lang="zh-CN" altLang="en-US" sz="2800" b="1" dirty="0">
                <a:solidFill>
                  <a:schemeClr val="tx1"/>
                </a:solidFill>
              </a:rPr>
              <a:t>（所要到达的层号）</a:t>
            </a:r>
          </a:p>
          <a:p>
            <a:pPr lvl="1" indent="-274320" eaLnBrk="1" fontAlgn="auto" hangingPunct="1">
              <a:lnSpc>
                <a:spcPts val="4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状态：电梯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所处的层数</a:t>
            </a:r>
            <a:r>
              <a:rPr lang="en-US" altLang="zh-CN" sz="2800" b="1" dirty="0">
                <a:solidFill>
                  <a:schemeClr val="tx1"/>
                </a:solidFill>
              </a:rPr>
              <a:t>+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运动方向</a:t>
            </a:r>
          </a:p>
          <a:p>
            <a:pPr lvl="1" indent="-274320" eaLnBrk="1" fontAlgn="auto" hangingPunct="1">
              <a:lnSpc>
                <a:spcPts val="45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电梯控制装置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并不需要记住先前全部的服务要求</a:t>
            </a:r>
            <a:r>
              <a:rPr lang="zh-CN" altLang="en-US" sz="2800" b="1" dirty="0">
                <a:solidFill>
                  <a:schemeClr val="tx1"/>
                </a:solidFill>
              </a:rPr>
              <a:t>，只需要知道电梯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当前所处的状态</a:t>
            </a:r>
            <a:r>
              <a:rPr lang="zh-CN" altLang="en-US" sz="2800" b="1" dirty="0">
                <a:solidFill>
                  <a:schemeClr val="tx1"/>
                </a:solidFill>
              </a:rPr>
              <a:t>以及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还没有满足的所有服务请求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indent="-274320" eaLnBrk="1" fontAlgn="auto" hangingPunct="1">
              <a:spcAft>
                <a:spcPts val="0"/>
              </a:spcAft>
              <a:defRPr/>
            </a:pPr>
            <a:endParaRPr lang="en-US" altLang="zh-CN" sz="2000" b="1" dirty="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的典型例子</a:t>
            </a:r>
          </a:p>
        </p:txBody>
      </p:sp>
      <p:grpSp>
        <p:nvGrpSpPr>
          <p:cNvPr id="40964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0966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000125"/>
            <a:ext cx="8201025" cy="322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zh-CN" altLang="en-US" sz="2800" dirty="0">
              <a:solidFill>
                <a:schemeClr val="hlink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zh-CN" altLang="en-US" sz="2000" dirty="0"/>
          </a:p>
          <a:p>
            <a:pPr eaLnBrk="1" hangingPunct="1">
              <a:lnSpc>
                <a:spcPct val="80000"/>
              </a:lnSpc>
              <a:defRPr/>
            </a:pPr>
            <a:endParaRPr lang="zh-CN" altLang="en-US" sz="2000" dirty="0"/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  <a:defRPr/>
            </a:pPr>
            <a:endParaRPr lang="zh-CN" altLang="en-US" sz="2000" dirty="0"/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  <a:defRPr/>
            </a:pPr>
            <a:endParaRPr lang="en-US" altLang="zh-CN" dirty="0">
              <a:latin typeface="楷体" pitchFamily="49" charset="-122"/>
            </a:endParaRP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</a:rPr>
              <a:t>输入带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input tape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：用来存放输入符号串</a:t>
            </a:r>
            <a:endParaRPr lang="en-US" altLang="zh-CN" sz="2200" b="1" dirty="0">
              <a:solidFill>
                <a:schemeClr val="tx1"/>
              </a:solidFill>
              <a:latin typeface="楷体" pitchFamily="49" charset="-122"/>
            </a:endParaRP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</a:rPr>
              <a:t>读头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head 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：从左向右逐个读取输入符号，不能修改（只读）、</a:t>
            </a:r>
            <a:endParaRPr lang="en-US" altLang="zh-CN" sz="2200" b="1" dirty="0">
              <a:solidFill>
                <a:schemeClr val="tx1"/>
              </a:solidFill>
              <a:latin typeface="楷体" pitchFamily="49" charset="-122"/>
            </a:endParaRPr>
          </a:p>
          <a:p>
            <a:pPr eaLnBrk="1" hangingPunct="1">
              <a:lnSpc>
                <a:spcPts val="3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200" b="1" dirty="0">
                <a:solidFill>
                  <a:schemeClr val="tx1"/>
                </a:solidFill>
                <a:latin typeface="楷体" pitchFamily="49" charset="-122"/>
              </a:rPr>
              <a:t>   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不能往返移动</a:t>
            </a: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</a:rPr>
              <a:t>有穷控制器</a:t>
            </a:r>
            <a:r>
              <a:rPr lang="en-US" altLang="zh-CN" sz="2000" b="1" dirty="0">
                <a:solidFill>
                  <a:schemeClr val="tx1"/>
                </a:solidFill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</a:rPr>
              <a:t>finite control 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：具有有穷个状态数，根据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当前的 </a:t>
            </a:r>
            <a:endParaRPr lang="en-US" altLang="zh-CN" sz="2200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</a:endParaRPr>
          </a:p>
          <a:p>
            <a:pPr eaLnBrk="1" hangingPunct="1">
              <a:lnSpc>
                <a:spcPts val="3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   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状态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和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当前输入符号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</a:rPr>
              <a:t>控制转入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下一状态</a:t>
            </a:r>
            <a:endParaRPr lang="en-US" altLang="zh-CN" sz="2200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000" b="1" i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FA</a:t>
            </a:r>
            <a:r>
              <a:rPr lang="zh-CN" altLang="en-US" sz="3000" b="1" spc="300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模型</a:t>
            </a:r>
            <a:endParaRPr lang="zh-CN" altLang="en-US" sz="3000" b="1" spc="3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301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3030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3013" name="组合 36"/>
          <p:cNvGrpSpPr>
            <a:grpSpLocks/>
          </p:cNvGrpSpPr>
          <p:nvPr/>
        </p:nvGrpSpPr>
        <p:grpSpPr bwMode="auto">
          <a:xfrm>
            <a:off x="2157413" y="857250"/>
            <a:ext cx="4286250" cy="1744663"/>
            <a:chOff x="642910" y="714362"/>
            <a:chExt cx="4286280" cy="1745290"/>
          </a:xfrm>
        </p:grpSpPr>
        <p:grpSp>
          <p:nvGrpSpPr>
            <p:cNvPr id="43014" name="组合 33"/>
            <p:cNvGrpSpPr>
              <a:grpSpLocks/>
            </p:cNvGrpSpPr>
            <p:nvPr/>
          </p:nvGrpSpPr>
          <p:grpSpPr bwMode="auto">
            <a:xfrm>
              <a:off x="1643042" y="714362"/>
              <a:ext cx="3286148" cy="1745290"/>
              <a:chOff x="1643042" y="714362"/>
              <a:chExt cx="3286148" cy="1745290"/>
            </a:xfrm>
          </p:grpSpPr>
          <p:sp>
            <p:nvSpPr>
              <p:cNvPr id="43017" name="TextBox 10"/>
              <p:cNvSpPr txBox="1">
                <a:spLocks noChangeArrowheads="1"/>
              </p:cNvSpPr>
              <p:nvPr/>
            </p:nvSpPr>
            <p:spPr bwMode="auto">
              <a:xfrm>
                <a:off x="1643042" y="714362"/>
                <a:ext cx="3286148" cy="55399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000"/>
              </a:p>
            </p:txBody>
          </p:sp>
          <p:cxnSp>
            <p:nvCxnSpPr>
              <p:cNvPr id="13" name="直接连接符 12"/>
              <p:cNvCxnSpPr/>
              <p:nvPr/>
            </p:nvCxnSpPr>
            <p:spPr>
              <a:xfrm rot="5400000" flipH="1" flipV="1">
                <a:off x="1846143" y="1000215"/>
                <a:ext cx="571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rot="5400000" flipH="1" flipV="1">
                <a:off x="2307315" y="999421"/>
                <a:ext cx="57170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rot="5400000" flipH="1" flipV="1">
                <a:off x="2778805" y="999421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rot="5400000" flipH="1" flipV="1">
                <a:off x="3246328" y="1000215"/>
                <a:ext cx="571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rot="5400000" flipH="1" flipV="1">
                <a:off x="3713850" y="999421"/>
                <a:ext cx="57170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 rot="5400000" flipH="1" flipV="1">
                <a:off x="4182165" y="999421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24" name="TextBox 26"/>
              <p:cNvSpPr txBox="1">
                <a:spLocks noChangeArrowheads="1"/>
              </p:cNvSpPr>
              <p:nvPr/>
            </p:nvSpPr>
            <p:spPr bwMode="auto">
              <a:xfrm>
                <a:off x="1643042" y="1278488"/>
                <a:ext cx="3286148" cy="1077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100"/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 rot="5400000" flipH="1" flipV="1">
                <a:off x="2572429" y="1571126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rot="5400000" flipH="1" flipV="1">
                <a:off x="2751100" y="1321018"/>
                <a:ext cx="142926" cy="7302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rot="16200000" flipV="1">
                <a:off x="2822537" y="1322606"/>
                <a:ext cx="142926" cy="698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/>
              <p:cNvSpPr txBox="1"/>
              <p:nvPr/>
            </p:nvSpPr>
            <p:spPr>
              <a:xfrm>
                <a:off x="2428859" y="1875242"/>
                <a:ext cx="857256" cy="58441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r>
                  <a:rPr lang="zh-CN" altLang="en-US" sz="1600" b="1" dirty="0">
                    <a:latin typeface="+mn-ea"/>
                    <a:ea typeface="+mn-ea"/>
                  </a:rPr>
                  <a:t>有穷</a:t>
                </a:r>
                <a:endParaRPr lang="en-US" altLang="zh-CN" sz="1600" b="1" dirty="0">
                  <a:latin typeface="+mn-ea"/>
                  <a:ea typeface="+mn-ea"/>
                </a:endParaRPr>
              </a:p>
              <a:p>
                <a:pPr algn="ctr">
                  <a:defRPr/>
                </a:pPr>
                <a:r>
                  <a:rPr lang="zh-CN" altLang="en-US" sz="1600" b="1" dirty="0">
                    <a:latin typeface="+mn-ea"/>
                    <a:ea typeface="+mn-ea"/>
                  </a:rPr>
                  <a:t>控制器</a:t>
                </a: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3000363" y="1357531"/>
              <a:ext cx="642943" cy="36843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zh-CN" altLang="en-US" b="1" dirty="0">
                  <a:latin typeface="+mn-ea"/>
                  <a:ea typeface="+mn-ea"/>
                </a:rPr>
                <a:t>读头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2910" y="844584"/>
              <a:ext cx="1071569" cy="37002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zh-CN" altLang="en-US" b="1" dirty="0">
                  <a:latin typeface="+mn-ea"/>
                  <a:ea typeface="+mn-ea"/>
                </a:rPr>
                <a:t>输入带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285750" y="703263"/>
            <a:ext cx="8072438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  <a:latin typeface="楷体" pitchFamily="49" charset="-122"/>
              </a:rPr>
              <a:t>转换图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楷体_GB2312"/>
              </a:rPr>
              <a:t>Transition Graph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结点</a:t>
            </a:r>
            <a:r>
              <a:rPr lang="zh-CN" altLang="en-US" b="1" dirty="0">
                <a:solidFill>
                  <a:schemeClr val="tx1"/>
                </a:solidFill>
              </a:rPr>
              <a:t>：</a:t>
            </a:r>
            <a:r>
              <a:rPr lang="en-US" altLang="zh-CN" b="1" i="1" dirty="0">
                <a:solidFill>
                  <a:schemeClr val="tx1"/>
                </a:solidFill>
              </a:rPr>
              <a:t>FA</a:t>
            </a:r>
            <a:r>
              <a:rPr lang="zh-CN" altLang="en-US" b="1" dirty="0">
                <a:solidFill>
                  <a:schemeClr val="tx1"/>
                </a:solidFill>
              </a:rPr>
              <a:t>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状态</a:t>
            </a:r>
          </a:p>
          <a:p>
            <a:pPr lvl="2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初始状态（开始状态）：只有一个，由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start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箭头</a:t>
            </a:r>
            <a:r>
              <a:rPr lang="zh-CN" altLang="en-US" sz="2200" b="1" dirty="0">
                <a:solidFill>
                  <a:schemeClr val="tx1"/>
                </a:solidFill>
              </a:rPr>
              <a:t>指向</a:t>
            </a:r>
          </a:p>
          <a:p>
            <a:pPr lvl="2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终止状态（接收状态）：可以有多个，用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双圈</a:t>
            </a:r>
            <a:r>
              <a:rPr lang="zh-CN" altLang="en-US" sz="2200" b="1" dirty="0">
                <a:solidFill>
                  <a:schemeClr val="tx1"/>
                </a:solidFill>
              </a:rPr>
              <a:t>表示</a:t>
            </a:r>
          </a:p>
          <a:p>
            <a:pPr lvl="1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 带标记的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有向边</a:t>
            </a:r>
            <a:r>
              <a:rPr lang="zh-CN" altLang="en-US" b="1" dirty="0">
                <a:solidFill>
                  <a:schemeClr val="tx1"/>
                </a:solidFill>
              </a:rPr>
              <a:t>：当前状态为</a:t>
            </a:r>
            <a:r>
              <a:rPr lang="en-US" altLang="zh-CN" b="1" i="1" dirty="0">
                <a:solidFill>
                  <a:schemeClr val="tx1"/>
                </a:solidFill>
              </a:rPr>
              <a:t>p</a:t>
            </a:r>
            <a:r>
              <a:rPr lang="zh-CN" altLang="en-US" b="1" dirty="0">
                <a:solidFill>
                  <a:schemeClr val="tx1"/>
                </a:solidFill>
              </a:rPr>
              <a:t>，在遇到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输入符号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时</a:t>
            </a:r>
            <a:r>
              <a:rPr lang="zh-CN" altLang="en-US" b="1" dirty="0">
                <a:solidFill>
                  <a:schemeClr val="tx1"/>
                </a:solidFill>
              </a:rPr>
              <a:t>，转换为状态</a:t>
            </a:r>
            <a:r>
              <a:rPr lang="en-US" altLang="zh-CN" b="1" i="1" dirty="0">
                <a:solidFill>
                  <a:schemeClr val="tx1"/>
                </a:solidFill>
              </a:rPr>
              <a:t>q</a:t>
            </a:r>
            <a:r>
              <a:rPr lang="zh-CN" altLang="en-US" b="1" dirty="0">
                <a:solidFill>
                  <a:schemeClr val="tx1"/>
                </a:solidFill>
              </a:rPr>
              <a:t>，那么就在</a:t>
            </a:r>
            <a:r>
              <a:rPr lang="en-US" altLang="zh-CN" b="1" i="1" dirty="0">
                <a:solidFill>
                  <a:schemeClr val="tx1"/>
                </a:solidFill>
              </a:rPr>
              <a:t>p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</a:rPr>
              <a:t>q</a:t>
            </a:r>
            <a:r>
              <a:rPr lang="zh-CN" altLang="en-US" b="1" dirty="0">
                <a:solidFill>
                  <a:schemeClr val="tx1"/>
                </a:solidFill>
              </a:rPr>
              <a:t>之间画一条有向边，并标记上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000" b="1" i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FA</a:t>
            </a:r>
            <a:r>
              <a:rPr lang="zh-CN" altLang="en-US" sz="3000" b="1" spc="300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的表示</a:t>
            </a:r>
            <a:endParaRPr lang="zh-CN" altLang="en-US" sz="3000" b="1" spc="3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506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5081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5061" name="组合 37"/>
          <p:cNvGrpSpPr>
            <a:grpSpLocks/>
          </p:cNvGrpSpPr>
          <p:nvPr/>
        </p:nvGrpSpPr>
        <p:grpSpPr bwMode="auto">
          <a:xfrm>
            <a:off x="857250" y="3565525"/>
            <a:ext cx="5500688" cy="1506538"/>
            <a:chOff x="928662" y="3675780"/>
            <a:chExt cx="5500726" cy="1506714"/>
          </a:xfrm>
        </p:grpSpPr>
        <p:grpSp>
          <p:nvGrpSpPr>
            <p:cNvPr id="45062" name="组合 9"/>
            <p:cNvGrpSpPr>
              <a:grpSpLocks/>
            </p:cNvGrpSpPr>
            <p:nvPr/>
          </p:nvGrpSpPr>
          <p:grpSpPr bwMode="auto">
            <a:xfrm>
              <a:off x="928662" y="3675780"/>
              <a:ext cx="5500726" cy="1090001"/>
              <a:chOff x="2339752" y="4162003"/>
              <a:chExt cx="3622043" cy="790575"/>
            </a:xfrm>
          </p:grpSpPr>
          <p:sp>
            <p:nvSpPr>
              <p:cNvPr id="45071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45072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3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4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5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45076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077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45078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79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45063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5064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45065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5066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45067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5068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5069" name="Freeform 11"/>
            <p:cNvSpPr>
              <a:spLocks/>
            </p:cNvSpPr>
            <p:nvPr/>
          </p:nvSpPr>
          <p:spPr bwMode="auto">
            <a:xfrm flipH="1">
              <a:off x="1991843" y="384001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0" name="Freeform 11"/>
            <p:cNvSpPr>
              <a:spLocks/>
            </p:cNvSpPr>
            <p:nvPr/>
          </p:nvSpPr>
          <p:spPr bwMode="auto">
            <a:xfrm flipH="1" flipV="1">
              <a:off x="1991843" y="462780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442913" y="714375"/>
            <a:ext cx="7986712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给定输入串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i="1" dirty="0">
                <a:solidFill>
                  <a:schemeClr val="tx1"/>
                </a:solidFill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</a:rPr>
              <a:t>如果存在一个对应于串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的从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初始状态</a:t>
            </a:r>
            <a:r>
              <a:rPr lang="zh-CN" altLang="en-US" sz="2500" b="1" dirty="0">
                <a:solidFill>
                  <a:schemeClr val="tx1"/>
                </a:solidFill>
              </a:rPr>
              <a:t>到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某个终止状态</a:t>
            </a:r>
            <a:r>
              <a:rPr lang="zh-CN" altLang="en-US" sz="2500" b="1" dirty="0">
                <a:solidFill>
                  <a:schemeClr val="tx1"/>
                </a:solidFill>
              </a:rPr>
              <a:t>的转换序列，则称</a:t>
            </a:r>
            <a:r>
              <a:rPr lang="zh-CN" altLang="en-US" sz="2500" b="1" dirty="0">
                <a:solidFill>
                  <a:srgbClr val="FF0000"/>
                </a:solidFill>
              </a:rPr>
              <a:t>串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被该</a:t>
            </a:r>
            <a:r>
              <a:rPr lang="en-US" altLang="zh-CN" sz="2500" b="1" i="1" dirty="0">
                <a:solidFill>
                  <a:srgbClr val="FF0000"/>
                </a:solidFill>
              </a:rPr>
              <a:t>FA</a:t>
            </a:r>
            <a:r>
              <a:rPr lang="zh-CN" altLang="en-US" sz="2500" b="1" dirty="0">
                <a:solidFill>
                  <a:srgbClr val="FF0000"/>
                </a:solidFill>
              </a:rPr>
              <a:t>接收</a:t>
            </a:r>
            <a:endParaRPr lang="en-US" altLang="zh-CN" sz="2500" b="1" dirty="0">
              <a:solidFill>
                <a:srgbClr val="FF0000"/>
              </a:solidFill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由一个有穷自动机</a:t>
            </a:r>
            <a:r>
              <a:rPr lang="en-US" altLang="zh-CN" sz="2500" b="1" i="1" dirty="0">
                <a:solidFill>
                  <a:schemeClr val="tx1"/>
                </a:solidFill>
              </a:rPr>
              <a:t>M</a:t>
            </a:r>
            <a:r>
              <a:rPr lang="zh-CN" altLang="en-US" sz="2500" b="1" dirty="0">
                <a:solidFill>
                  <a:schemeClr val="tx1"/>
                </a:solidFill>
              </a:rPr>
              <a:t>接收的所有串构成的集合称为是该</a:t>
            </a:r>
            <a:r>
              <a:rPr lang="en-US" altLang="zh-CN" sz="2500" b="1" i="1" dirty="0">
                <a:solidFill>
                  <a:srgbClr val="FF0000"/>
                </a:solidFill>
              </a:rPr>
              <a:t>FA</a:t>
            </a:r>
            <a:r>
              <a:rPr lang="zh-CN" altLang="en-US" sz="2500" b="1" dirty="0">
                <a:solidFill>
                  <a:srgbClr val="FF0000"/>
                </a:solidFill>
              </a:rPr>
              <a:t>定义（或接收）的语言</a:t>
            </a:r>
            <a:r>
              <a:rPr lang="zh-CN" altLang="en-US" sz="2500" b="1" dirty="0">
                <a:solidFill>
                  <a:schemeClr val="tx1"/>
                </a:solidFill>
              </a:rPr>
              <a:t>，记为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sp>
        <p:nvSpPr>
          <p:cNvPr id="2867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</a:rPr>
              <a:t>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定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义（接 收）的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语言</a:t>
            </a:r>
          </a:p>
        </p:txBody>
      </p:sp>
      <p:sp>
        <p:nvSpPr>
          <p:cNvPr id="33797" name="矩形 4"/>
          <p:cNvSpPr>
            <a:spLocks noChangeArrowheads="1"/>
          </p:cNvSpPr>
          <p:nvPr/>
        </p:nvSpPr>
        <p:spPr bwMode="auto">
          <a:xfrm>
            <a:off x="684213" y="4379913"/>
            <a:ext cx="7416800" cy="4778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500" b="1" i="1" spc="3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500" b="1" spc="3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zh-CN" altLang="en-US" sz="2500" b="1" dirty="0">
                <a:latin typeface="楷体" pitchFamily="49" charset="-122"/>
                <a:ea typeface="楷体" pitchFamily="49" charset="-122"/>
              </a:rPr>
              <a:t>所有以</a:t>
            </a:r>
            <a:r>
              <a:rPr lang="en-US" altLang="zh-CN" sz="2500" b="1" i="1" dirty="0" err="1">
                <a:latin typeface="Times New Roman" pitchFamily="18" charset="0"/>
              </a:rPr>
              <a:t>abb</a:t>
            </a:r>
            <a:r>
              <a:rPr lang="zh-CN" altLang="en-US" sz="2500" b="1" dirty="0">
                <a:latin typeface="楷体" pitchFamily="49" charset="-122"/>
                <a:ea typeface="楷体" pitchFamily="49" charset="-122"/>
              </a:rPr>
              <a:t>结尾的字母表</a:t>
            </a:r>
            <a:r>
              <a:rPr lang="en-US" altLang="zh-CN" sz="2500" b="1" dirty="0">
                <a:latin typeface="Times New Roman" pitchFamily="18" charset="0"/>
              </a:rPr>
              <a:t>{</a:t>
            </a:r>
            <a:r>
              <a:rPr lang="en-US" altLang="zh-CN" sz="2500" b="1" i="1" dirty="0">
                <a:latin typeface="Times New Roman" pitchFamily="18" charset="0"/>
              </a:rPr>
              <a:t>a, b</a:t>
            </a:r>
            <a:r>
              <a:rPr lang="en-US" altLang="zh-CN" sz="2500" b="1" dirty="0">
                <a:latin typeface="Times New Roman" pitchFamily="18" charset="0"/>
              </a:rPr>
              <a:t>}</a:t>
            </a:r>
            <a:r>
              <a:rPr lang="zh-CN" altLang="en-US" sz="2500" b="1" dirty="0">
                <a:latin typeface="楷体" pitchFamily="49" charset="-122"/>
                <a:ea typeface="楷体" pitchFamily="49" charset="-122"/>
              </a:rPr>
              <a:t>上的串的集合</a:t>
            </a:r>
            <a:endParaRPr lang="zh-CN" altLang="en-US" sz="2500" b="1" dirty="0"/>
          </a:p>
        </p:txBody>
      </p:sp>
      <p:grpSp>
        <p:nvGrpSpPr>
          <p:cNvPr id="47109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7131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" name="组合 8"/>
          <p:cNvGrpSpPr>
            <a:grpSpLocks/>
          </p:cNvGrpSpPr>
          <p:nvPr/>
        </p:nvGrpSpPr>
        <p:grpSpPr bwMode="auto">
          <a:xfrm>
            <a:off x="2051050" y="2857500"/>
            <a:ext cx="5500688" cy="1506538"/>
            <a:chOff x="928659" y="3675785"/>
            <a:chExt cx="5500722" cy="1506709"/>
          </a:xfrm>
        </p:grpSpPr>
        <p:grpSp>
          <p:nvGrpSpPr>
            <p:cNvPr id="47112" name="组合 9"/>
            <p:cNvGrpSpPr>
              <a:grpSpLocks/>
            </p:cNvGrpSpPr>
            <p:nvPr/>
          </p:nvGrpSpPr>
          <p:grpSpPr bwMode="auto"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47121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47122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3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4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5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47126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27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47128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9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47113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47115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7116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47117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7118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47119" name="Freeform 11"/>
            <p:cNvSpPr>
              <a:spLocks/>
            </p:cNvSpPr>
            <p:nvPr/>
          </p:nvSpPr>
          <p:spPr bwMode="auto">
            <a:xfrm flipH="1">
              <a:off x="1983454" y="384001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0" name="Freeform 11"/>
            <p:cNvSpPr>
              <a:spLocks/>
            </p:cNvSpPr>
            <p:nvPr/>
          </p:nvSpPr>
          <p:spPr bwMode="auto">
            <a:xfrm flipH="1" flipV="1">
              <a:off x="1983454" y="462780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687388" y="3286125"/>
            <a:ext cx="1262062" cy="460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abbaabb</a:t>
            </a:r>
            <a:endParaRPr lang="zh-CN" alt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animBg="1"/>
      <p:bldP spid="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9198" y="2707615"/>
            <a:ext cx="7915275" cy="4233862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当输入串的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多个前缀</a:t>
            </a:r>
            <a:r>
              <a:rPr lang="zh-CN" altLang="en-US" sz="2800" b="1" dirty="0">
                <a:solidFill>
                  <a:schemeClr val="tx1"/>
                </a:solidFill>
              </a:rPr>
              <a:t>与被自动机接收时，总是选择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最长的前缀</a:t>
            </a:r>
            <a:r>
              <a:rPr lang="zh-CN" altLang="en-US" sz="2800" b="1" dirty="0">
                <a:solidFill>
                  <a:schemeClr val="tx1"/>
                </a:solidFill>
              </a:rPr>
              <a:t>进行匹配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在到达某个终态之后，只要输入带上还有符号，</a:t>
            </a:r>
            <a:r>
              <a:rPr lang="en-US" altLang="zh-CN" sz="2500" b="1" i="1" dirty="0">
                <a:solidFill>
                  <a:schemeClr val="tx1"/>
                </a:solidFill>
              </a:rPr>
              <a:t>FA</a:t>
            </a:r>
            <a:r>
              <a:rPr lang="zh-CN" altLang="en-US" sz="2500" b="1" dirty="0">
                <a:solidFill>
                  <a:schemeClr val="tx1"/>
                </a:solidFill>
              </a:rPr>
              <a:t>就继续前进，以便寻找尽可能长的匹配</a:t>
            </a:r>
          </a:p>
        </p:txBody>
      </p:sp>
      <p:sp>
        <p:nvSpPr>
          <p:cNvPr id="29700" name="标题 1"/>
          <p:cNvSpPr>
            <a:spLocks noGrp="1"/>
          </p:cNvSpPr>
          <p:nvPr>
            <p:ph type="title"/>
          </p:nvPr>
        </p:nvSpPr>
        <p:spPr>
          <a:xfrm>
            <a:off x="571500" y="284163"/>
            <a:ext cx="83883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最长子串匹配原则</a:t>
            </a:r>
            <a:r>
              <a:rPr lang="en-US" altLang="zh-CN" sz="2300" dirty="0">
                <a:solidFill>
                  <a:schemeClr val="tx1"/>
                </a:solidFill>
              </a:rPr>
              <a:t>(</a:t>
            </a:r>
            <a:r>
              <a:rPr lang="en-US" altLang="zh-CN" sz="2300" i="1" dirty="0">
                <a:solidFill>
                  <a:schemeClr val="tx1"/>
                </a:solidFill>
              </a:rPr>
              <a:t>Longest String Matching Principle</a:t>
            </a:r>
            <a:r>
              <a:rPr lang="en-US" altLang="zh-CN" sz="2300" dirty="0">
                <a:solidFill>
                  <a:schemeClr val="tx1"/>
                </a:solidFill>
              </a:rPr>
              <a:t>)</a:t>
            </a:r>
            <a:endParaRPr lang="zh-CN" altLang="en-US" sz="2300" dirty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835696" y="886062"/>
            <a:ext cx="4811713" cy="1685925"/>
            <a:chOff x="2339752" y="4366444"/>
            <a:chExt cx="3168352" cy="1222796"/>
          </a:xfrm>
        </p:grpSpPr>
        <p:sp>
          <p:nvSpPr>
            <p:cNvPr id="49160" name="Oval 10"/>
            <p:cNvSpPr>
              <a:spLocks noChangeArrowheads="1"/>
            </p:cNvSpPr>
            <p:nvPr/>
          </p:nvSpPr>
          <p:spPr bwMode="auto">
            <a:xfrm>
              <a:off x="3129755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49161" name="Line 13"/>
            <p:cNvSpPr>
              <a:spLocks noChangeShapeType="1"/>
            </p:cNvSpPr>
            <p:nvPr/>
          </p:nvSpPr>
          <p:spPr bwMode="auto">
            <a:xfrm>
              <a:off x="3488530" y="4726806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2" name="Rectangle 14"/>
            <p:cNvSpPr>
              <a:spLocks noChangeArrowheads="1"/>
            </p:cNvSpPr>
            <p:nvPr/>
          </p:nvSpPr>
          <p:spPr bwMode="auto">
            <a:xfrm>
              <a:off x="3438369" y="4368912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&lt;</a:t>
              </a:r>
            </a:p>
          </p:txBody>
        </p:sp>
        <p:sp>
          <p:nvSpPr>
            <p:cNvPr id="49163" name="Oval 15"/>
            <p:cNvSpPr>
              <a:spLocks noChangeArrowheads="1"/>
            </p:cNvSpPr>
            <p:nvPr/>
          </p:nvSpPr>
          <p:spPr bwMode="auto">
            <a:xfrm>
              <a:off x="4066181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49164" name="Line 16"/>
            <p:cNvSpPr>
              <a:spLocks noChangeShapeType="1"/>
            </p:cNvSpPr>
            <p:nvPr/>
          </p:nvSpPr>
          <p:spPr bwMode="auto">
            <a:xfrm>
              <a:off x="4496964" y="4726806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5" name="Rectangle 17"/>
            <p:cNvSpPr>
              <a:spLocks noChangeArrowheads="1"/>
            </p:cNvSpPr>
            <p:nvPr/>
          </p:nvSpPr>
          <p:spPr bwMode="auto">
            <a:xfrm>
              <a:off x="4496964" y="4366444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=</a:t>
              </a:r>
            </a:p>
          </p:txBody>
        </p:sp>
        <p:sp>
          <p:nvSpPr>
            <p:cNvPr id="49166" name="Oval 18"/>
            <p:cNvSpPr>
              <a:spLocks noChangeArrowheads="1"/>
            </p:cNvSpPr>
            <p:nvPr/>
          </p:nvSpPr>
          <p:spPr bwMode="auto">
            <a:xfrm>
              <a:off x="5073797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9167" name="Line 21"/>
            <p:cNvSpPr>
              <a:spLocks noChangeShapeType="1"/>
            </p:cNvSpPr>
            <p:nvPr/>
          </p:nvSpPr>
          <p:spPr bwMode="auto">
            <a:xfrm>
              <a:off x="4499223" y="5376514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8" name="Rectangle 22"/>
            <p:cNvSpPr>
              <a:spLocks noChangeArrowheads="1"/>
            </p:cNvSpPr>
            <p:nvPr/>
          </p:nvSpPr>
          <p:spPr bwMode="auto">
            <a:xfrm>
              <a:off x="4499223" y="5014564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+</a:t>
              </a:r>
            </a:p>
          </p:txBody>
        </p:sp>
        <p:sp>
          <p:nvSpPr>
            <p:cNvPr id="49169" name="Oval 23"/>
            <p:cNvSpPr>
              <a:spLocks noChangeArrowheads="1"/>
            </p:cNvSpPr>
            <p:nvPr/>
          </p:nvSpPr>
          <p:spPr bwMode="auto">
            <a:xfrm>
              <a:off x="5077072" y="5157439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4</a:t>
              </a:r>
            </a:p>
          </p:txBody>
        </p:sp>
        <p:sp>
          <p:nvSpPr>
            <p:cNvPr id="49170" name="Oval 39"/>
            <p:cNvSpPr>
              <a:spLocks noChangeArrowheads="1"/>
            </p:cNvSpPr>
            <p:nvPr/>
          </p:nvSpPr>
          <p:spPr bwMode="auto">
            <a:xfrm>
              <a:off x="5004047" y="508600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71" name="Rectangle 22"/>
            <p:cNvSpPr>
              <a:spLocks noChangeArrowheads="1"/>
            </p:cNvSpPr>
            <p:nvPr/>
          </p:nvSpPr>
          <p:spPr bwMode="auto">
            <a:xfrm>
              <a:off x="2339752" y="4581913"/>
              <a:ext cx="504927" cy="287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49172" name="Line 21"/>
            <p:cNvSpPr>
              <a:spLocks noChangeShapeType="1"/>
            </p:cNvSpPr>
            <p:nvPr/>
          </p:nvSpPr>
          <p:spPr bwMode="auto">
            <a:xfrm flipV="1">
              <a:off x="2844679" y="4725144"/>
              <a:ext cx="252464" cy="89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3" name="Oval 39"/>
            <p:cNvSpPr>
              <a:spLocks noChangeArrowheads="1"/>
            </p:cNvSpPr>
            <p:nvPr/>
          </p:nvSpPr>
          <p:spPr bwMode="auto">
            <a:xfrm>
              <a:off x="5004866" y="443711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74" name="Line 21"/>
            <p:cNvSpPr>
              <a:spLocks noChangeShapeType="1"/>
            </p:cNvSpPr>
            <p:nvPr/>
          </p:nvSpPr>
          <p:spPr bwMode="auto">
            <a:xfrm>
              <a:off x="3456260" y="4797152"/>
              <a:ext cx="537094" cy="5390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5" name="Rectangle 22"/>
            <p:cNvSpPr>
              <a:spLocks noChangeArrowheads="1"/>
            </p:cNvSpPr>
            <p:nvPr/>
          </p:nvSpPr>
          <p:spPr bwMode="auto">
            <a:xfrm>
              <a:off x="3203848" y="5013176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+</a:t>
              </a:r>
            </a:p>
          </p:txBody>
        </p:sp>
        <p:sp>
          <p:nvSpPr>
            <p:cNvPr id="49176" name="Oval 23"/>
            <p:cNvSpPr>
              <a:spLocks noChangeArrowheads="1"/>
            </p:cNvSpPr>
            <p:nvPr/>
          </p:nvSpPr>
          <p:spPr bwMode="auto">
            <a:xfrm>
              <a:off x="4069779" y="5156051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3</a:t>
              </a:r>
            </a:p>
          </p:txBody>
        </p:sp>
        <p:sp>
          <p:nvSpPr>
            <p:cNvPr id="49177" name="Oval 39"/>
            <p:cNvSpPr>
              <a:spLocks noChangeArrowheads="1"/>
            </p:cNvSpPr>
            <p:nvPr/>
          </p:nvSpPr>
          <p:spPr bwMode="auto">
            <a:xfrm>
              <a:off x="3996754" y="5084614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78" name="Oval 39"/>
            <p:cNvSpPr>
              <a:spLocks noChangeArrowheads="1"/>
            </p:cNvSpPr>
            <p:nvPr/>
          </p:nvSpPr>
          <p:spPr bwMode="auto">
            <a:xfrm>
              <a:off x="3996754" y="443711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157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6" name="五边形 2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9159" name="五边形 2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内容占位符 1"/>
          <p:cNvSpPr>
            <a:spLocks noGrp="1"/>
          </p:cNvSpPr>
          <p:nvPr>
            <p:ph idx="1"/>
          </p:nvPr>
        </p:nvSpPr>
        <p:spPr>
          <a:xfrm>
            <a:off x="714375" y="857250"/>
            <a:ext cx="8629650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确定的</a:t>
            </a:r>
            <a:r>
              <a:rPr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FA</a:t>
            </a:r>
            <a:r>
              <a:rPr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300" b="1" i="1">
                <a:solidFill>
                  <a:schemeClr val="tx1"/>
                </a:solidFill>
                <a:ea typeface="宋体" panose="02010600030101010101" pitchFamily="2" charset="-122"/>
              </a:rPr>
              <a:t>Deterministic finite automata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300" b="1" i="1">
                <a:solidFill>
                  <a:schemeClr val="tx1"/>
                </a:solidFill>
                <a:ea typeface="宋体" panose="02010600030101010101" pitchFamily="2" charset="-122"/>
              </a:rPr>
              <a:t>DFA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</a:p>
          <a:p>
            <a:pPr marL="273050"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非确定的</a:t>
            </a:r>
            <a:r>
              <a:rPr lang="en-US" altLang="zh-CN" sz="2800" b="1" i="1">
                <a:solidFill>
                  <a:schemeClr val="tx1"/>
                </a:solidFill>
                <a:ea typeface="宋体" panose="02010600030101010101" pitchFamily="2" charset="-122"/>
              </a:rPr>
              <a:t>FA</a:t>
            </a:r>
            <a:r>
              <a:rPr lang="en-US" altLang="zh-CN" sz="2800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300" b="1" i="1">
                <a:solidFill>
                  <a:schemeClr val="tx1"/>
                </a:solidFill>
                <a:ea typeface="宋体" panose="02010600030101010101" pitchFamily="2" charset="-122"/>
              </a:rPr>
              <a:t>Nondeterministic finite automata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300" b="1" i="1">
                <a:solidFill>
                  <a:schemeClr val="tx1"/>
                </a:solidFill>
                <a:ea typeface="宋体" panose="02010600030101010101" pitchFamily="2" charset="-122"/>
              </a:rPr>
              <a:t>NFA</a:t>
            </a:r>
            <a:r>
              <a:rPr lang="en-US" altLang="zh-CN" sz="2300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2771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it-IT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3.4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有穷自动机的分类</a:t>
            </a:r>
          </a:p>
        </p:txBody>
      </p:sp>
      <p:grpSp>
        <p:nvGrpSpPr>
          <p:cNvPr id="5530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5302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429625" cy="4060825"/>
          </a:xfrm>
        </p:spPr>
        <p:txBody>
          <a:bodyPr rtlCol="0">
            <a:noAutofit/>
          </a:bodyPr>
          <a:lstStyle/>
          <a:p>
            <a:pPr marL="0" indent="0" algn="ctr" eaLnBrk="1" fontAlgn="auto" hangingPunct="1">
              <a:spcBef>
                <a:spcPct val="3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M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= (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Σ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δ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s</a:t>
            </a:r>
            <a:r>
              <a:rPr lang="en-US" altLang="zh-CN" sz="2500" b="1" i="1" baseline="-30000" dirty="0">
                <a:solidFill>
                  <a:schemeClr val="tx1"/>
                </a:solidFill>
                <a:ea typeface="楷体_GB2312" pitchFamily="49" charset="-122"/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F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有穷状态集，</a:t>
            </a:r>
            <a:r>
              <a:rPr lang="zh-CN" altLang="en-US" sz="2500" b="1" dirty="0">
                <a:solidFill>
                  <a:schemeClr val="tx1"/>
                </a:solidFill>
              </a:rPr>
              <a:t>包含自动机的所有状态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solidFill>
                  <a:schemeClr val="tx1"/>
                </a:solidFill>
              </a:rPr>
              <a:t>Σ</a:t>
            </a:r>
            <a:r>
              <a:rPr lang="zh-CN" altLang="el-GR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输入字母表</a:t>
            </a:r>
            <a:r>
              <a:rPr lang="zh-CN" altLang="en-US" sz="2500" b="1" dirty="0">
                <a:solidFill>
                  <a:schemeClr val="tx1"/>
                </a:solidFill>
              </a:rPr>
              <a:t>，即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输入符号集合</a:t>
            </a:r>
            <a:r>
              <a:rPr lang="zh-CN" altLang="en-US" sz="2500" b="1" dirty="0">
                <a:solidFill>
                  <a:schemeClr val="tx1"/>
                </a:solidFill>
              </a:rPr>
              <a:t>。约定</a:t>
            </a:r>
            <a:r>
              <a:rPr lang="el-GR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ε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不是 </a:t>
            </a:r>
            <a:r>
              <a:rPr lang="el-GR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Σ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中的元素</a:t>
            </a: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solidFill>
                  <a:schemeClr val="tx1"/>
                </a:solidFill>
              </a:rPr>
              <a:t>δ</a:t>
            </a:r>
            <a:r>
              <a:rPr lang="zh-CN" altLang="el-GR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chemeClr val="tx1"/>
                </a:solidFill>
              </a:rPr>
              <a:t>将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</a:rPr>
              <a:t>×</a:t>
            </a:r>
            <a:r>
              <a:rPr lang="el-GR" altLang="zh-CN" sz="2500" b="1" i="1" dirty="0">
                <a:solidFill>
                  <a:schemeClr val="tx1"/>
                </a:solidFill>
              </a:rPr>
              <a:t>Σ</a:t>
            </a:r>
            <a:r>
              <a:rPr lang="zh-CN" altLang="en-US" sz="2500" b="1" dirty="0">
                <a:solidFill>
                  <a:schemeClr val="tx1"/>
                </a:solidFill>
              </a:rPr>
              <a:t>映射到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</a:rPr>
              <a:t>状态转换函数</a:t>
            </a:r>
            <a:r>
              <a:rPr lang="zh-CN" altLang="en-US" sz="2500" b="1" dirty="0">
                <a:solidFill>
                  <a:schemeClr val="tx1"/>
                </a:solidFill>
              </a:rPr>
              <a:t>。</a:t>
            </a:r>
            <a:r>
              <a:rPr lang="zh-CN" altLang="en-US" sz="1800" b="1" dirty="0">
                <a:solidFill>
                  <a:srgbClr val="073E87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a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l-GR" altLang="zh-CN" sz="2500" b="1" i="1" dirty="0">
                <a:solidFill>
                  <a:schemeClr val="tx1"/>
                </a:solidFill>
              </a:rPr>
              <a:t>Σ</a:t>
            </a:r>
            <a:r>
              <a:rPr lang="en-US" altLang="zh-CN" sz="2500" b="1" dirty="0">
                <a:solidFill>
                  <a:schemeClr val="tx1"/>
                </a:solidFill>
              </a:rPr>
              <a:t>,</a:t>
            </a:r>
            <a:r>
              <a:rPr lang="el-GR" altLang="zh-CN" sz="2500" b="1" dirty="0">
                <a:solidFill>
                  <a:schemeClr val="tx1"/>
                </a:solidFill>
              </a:rPr>
              <a:t> </a:t>
            </a:r>
            <a:r>
              <a:rPr lang="el-GR" altLang="zh-CN" sz="2500" b="1" i="1" dirty="0">
                <a:solidFill>
                  <a:schemeClr val="tx1"/>
                </a:solidFill>
              </a:rPr>
              <a:t>δ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</a:rPr>
              <a:t>,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表示从状态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出发，沿着标记为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</a:rPr>
              <a:t>的边所能到达的状态。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i="1" baseline="-25000" dirty="0">
                <a:solidFill>
                  <a:schemeClr val="tx1"/>
                </a:solidFill>
              </a:rPr>
              <a:t>0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开始状态 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</a:rPr>
              <a:t>或初始状态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i="1" baseline="-25000" dirty="0">
                <a:solidFill>
                  <a:schemeClr val="tx1"/>
                </a:solidFill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</a:rPr>
              <a:t>∈ 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F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接收状态</a:t>
            </a:r>
            <a:r>
              <a:rPr lang="zh-CN" altLang="en-US" sz="2500" b="1" dirty="0">
                <a:solidFill>
                  <a:schemeClr val="tx1"/>
                </a:solidFill>
              </a:rPr>
              <a:t>（或终止状态）</a:t>
            </a:r>
            <a:r>
              <a:rPr lang="zh-CN" altLang="en-US" sz="2500" b="1" dirty="0">
                <a:solidFill>
                  <a:srgbClr val="FF0000"/>
                </a:solidFill>
              </a:rPr>
              <a:t>集合</a:t>
            </a:r>
            <a:r>
              <a:rPr lang="zh-CN" altLang="en-US" sz="2500" b="1" dirty="0">
                <a:solidFill>
                  <a:schemeClr val="tx1"/>
                </a:solidFill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</a:rPr>
              <a:t>F</a:t>
            </a:r>
            <a:r>
              <a:rPr lang="en-US" altLang="zh-CN" sz="2500" b="1" dirty="0">
                <a:solidFill>
                  <a:schemeClr val="tx1"/>
                </a:solidFill>
              </a:rPr>
              <a:t>⊆ 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endParaRPr lang="zh-CN" altLang="en-US" sz="2500" b="1" dirty="0">
              <a:solidFill>
                <a:schemeClr val="tx1"/>
              </a:solidFill>
            </a:endParaRPr>
          </a:p>
        </p:txBody>
      </p:sp>
      <p:sp>
        <p:nvSpPr>
          <p:cNvPr id="3379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确定的有穷自动机 </a:t>
            </a:r>
            <a:r>
              <a:rPr lang="en-US" altLang="zh-CN" sz="3200" spc="300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sz="3200" i="1" dirty="0">
                <a:solidFill>
                  <a:schemeClr val="tx1"/>
                </a:solidFill>
                <a:cs typeface="Times New Roman" pitchFamily="18" charset="0"/>
              </a:rPr>
              <a:t>DFA</a:t>
            </a:r>
            <a:r>
              <a:rPr lang="en-US" altLang="zh-CN" sz="3200" spc="300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endParaRPr lang="zh-CN" altLang="en-US" sz="3000" spc="300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pSp>
        <p:nvGrpSpPr>
          <p:cNvPr id="57348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7350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FFB3243B-B8FF-ACBF-4644-DB934D8A6704}"/>
              </a:ext>
            </a:extLst>
          </p:cNvPr>
          <p:cNvSpPr txBox="1"/>
          <p:nvPr/>
        </p:nvSpPr>
        <p:spPr>
          <a:xfrm>
            <a:off x="1403648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笛卡尔乘积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例：一个</a:t>
            </a:r>
            <a:r>
              <a:rPr lang="en-US" altLang="zh-CN" sz="3000" i="1" dirty="0">
                <a:solidFill>
                  <a:schemeClr val="tx1"/>
                </a:solidFill>
              </a:rPr>
              <a:t>DFA</a:t>
            </a:r>
            <a:endParaRPr lang="zh-CN" altLang="en-US" sz="3000" i="1" dirty="0">
              <a:solidFill>
                <a:schemeClr val="tx1"/>
              </a:solidFill>
            </a:endParaRPr>
          </a:p>
        </p:txBody>
      </p:sp>
      <p:grpSp>
        <p:nvGrpSpPr>
          <p:cNvPr id="59395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9458" name="五边形 10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59396" name="内容占位符 2"/>
          <p:cNvSpPr txBox="1">
            <a:spLocks/>
          </p:cNvSpPr>
          <p:nvPr/>
        </p:nvSpPr>
        <p:spPr bwMode="auto">
          <a:xfrm>
            <a:off x="357188" y="928688"/>
            <a:ext cx="842962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M 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= ( 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Σ 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δ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 i="1" baseline="-30000"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</p:txBody>
      </p:sp>
      <p:graphicFrame>
        <p:nvGraphicFramePr>
          <p:cNvPr id="14" name="Group 18"/>
          <p:cNvGraphicFramePr>
            <a:graphicFrameLocks noGrp="1"/>
          </p:cNvGraphicFramePr>
          <p:nvPr/>
        </p:nvGraphicFramePr>
        <p:xfrm>
          <a:off x="5891213" y="1990725"/>
          <a:ext cx="3000375" cy="1866900"/>
        </p:xfrm>
        <a:graphic>
          <a:graphicData uri="http://schemas.openxmlformats.org/drawingml/2006/table">
            <a:tbl>
              <a:tblPr/>
              <a:tblGrid>
                <a:gridCol w="93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9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9423" name="组合 38"/>
          <p:cNvGrpSpPr>
            <a:grpSpLocks/>
          </p:cNvGrpSpPr>
          <p:nvPr/>
        </p:nvGrpSpPr>
        <p:grpSpPr bwMode="auto">
          <a:xfrm>
            <a:off x="179388" y="1787525"/>
            <a:ext cx="5500687" cy="2000250"/>
            <a:chOff x="3500427" y="2928940"/>
            <a:chExt cx="5500722" cy="2000264"/>
          </a:xfrm>
        </p:grpSpPr>
        <p:grpSp>
          <p:nvGrpSpPr>
            <p:cNvPr id="59431" name="组合 35"/>
            <p:cNvGrpSpPr>
              <a:grpSpLocks/>
            </p:cNvGrpSpPr>
            <p:nvPr/>
          </p:nvGrpSpPr>
          <p:grpSpPr bwMode="auto">
            <a:xfrm>
              <a:off x="3500427" y="2928940"/>
              <a:ext cx="5500722" cy="1928826"/>
              <a:chOff x="3500427" y="2928940"/>
              <a:chExt cx="5500722" cy="1928826"/>
            </a:xfrm>
          </p:grpSpPr>
          <p:grpSp>
            <p:nvGrpSpPr>
              <p:cNvPr id="59434" name="组合 10"/>
              <p:cNvGrpSpPr>
                <a:grpSpLocks/>
              </p:cNvGrpSpPr>
              <p:nvPr/>
            </p:nvGrpSpPr>
            <p:grpSpPr bwMode="auto">
              <a:xfrm>
                <a:off x="3500427" y="3175719"/>
                <a:ext cx="5500722" cy="1348737"/>
                <a:chOff x="928659" y="3675785"/>
                <a:chExt cx="5500722" cy="1348737"/>
              </a:xfrm>
            </p:grpSpPr>
            <p:grpSp>
              <p:nvGrpSpPr>
                <p:cNvPr id="59440" name="组合 9"/>
                <p:cNvGrpSpPr>
                  <a:grpSpLocks/>
                </p:cNvGrpSpPr>
                <p:nvPr/>
              </p:nvGrpSpPr>
              <p:grpSpPr bwMode="auto">
                <a:xfrm>
                  <a:off x="928659" y="3675785"/>
                  <a:ext cx="5500722" cy="1090002"/>
                  <a:chOff x="2339752" y="4162003"/>
                  <a:chExt cx="3622043" cy="790575"/>
                </a:xfrm>
              </p:grpSpPr>
              <p:sp>
                <p:nvSpPr>
                  <p:cNvPr id="59448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3097415" y="4576104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0</a:t>
                    </a:r>
                  </a:p>
                </p:txBody>
              </p:sp>
              <p:sp>
                <p:nvSpPr>
                  <p:cNvPr id="59449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3419690" y="4731545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50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4221333" y="4726809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51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5021004" y="4723834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52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5594506" y="4572591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3</a:t>
                    </a:r>
                  </a:p>
                </p:txBody>
              </p:sp>
              <p:sp>
                <p:nvSpPr>
                  <p:cNvPr id="59453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5521481" y="4501154"/>
                    <a:ext cx="440314" cy="451424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i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45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339752" y="4581913"/>
                    <a:ext cx="504927" cy="28724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start</a:t>
                    </a:r>
                  </a:p>
                </p:txBody>
              </p:sp>
              <p:sp>
                <p:nvSpPr>
                  <p:cNvPr id="59455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4679" y="4725144"/>
                    <a:ext cx="252464" cy="895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56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139424" y="4162003"/>
                    <a:ext cx="504825" cy="2873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b</a:t>
                    </a:r>
                  </a:p>
                </p:txBody>
              </p:sp>
            </p:grpSp>
            <p:sp>
              <p:nvSpPr>
                <p:cNvPr id="59441" name="Oval 10"/>
                <p:cNvSpPr>
                  <a:spLocks noChangeArrowheads="1"/>
                </p:cNvSpPr>
                <p:nvPr/>
              </p:nvSpPr>
              <p:spPr bwMode="auto">
                <a:xfrm>
                  <a:off x="3346982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1</a:t>
                  </a:r>
                </a:p>
              </p:txBody>
            </p:sp>
            <p:sp>
              <p:nvSpPr>
                <p:cNvPr id="59442" name="Oval 10"/>
                <p:cNvSpPr>
                  <a:spLocks noChangeArrowheads="1"/>
                </p:cNvSpPr>
                <p:nvPr/>
              </p:nvSpPr>
              <p:spPr bwMode="auto">
                <a:xfrm>
                  <a:off x="4561428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2</a:t>
                  </a:r>
                </a:p>
              </p:txBody>
            </p:sp>
            <p:sp>
              <p:nvSpPr>
                <p:cNvPr id="59443" name="Rectangle 22"/>
                <p:cNvSpPr>
                  <a:spLocks noChangeArrowheads="1"/>
                </p:cNvSpPr>
                <p:nvPr/>
              </p:nvSpPr>
              <p:spPr bwMode="auto">
                <a:xfrm>
                  <a:off x="2519448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a</a:t>
                  </a:r>
                </a:p>
              </p:txBody>
            </p:sp>
            <p:sp>
              <p:nvSpPr>
                <p:cNvPr id="59444" name="Rectangle 22"/>
                <p:cNvSpPr>
                  <a:spLocks noChangeArrowheads="1"/>
                </p:cNvSpPr>
                <p:nvPr/>
              </p:nvSpPr>
              <p:spPr bwMode="auto">
                <a:xfrm>
                  <a:off x="3786182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</a:p>
              </p:txBody>
            </p:sp>
            <p:sp>
              <p:nvSpPr>
                <p:cNvPr id="59445" name="Rectangle 22"/>
                <p:cNvSpPr>
                  <a:spLocks noChangeArrowheads="1"/>
                </p:cNvSpPr>
                <p:nvPr/>
              </p:nvSpPr>
              <p:spPr bwMode="auto">
                <a:xfrm>
                  <a:off x="4948340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</a:p>
              </p:txBody>
            </p:sp>
            <p:sp>
              <p:nvSpPr>
                <p:cNvPr id="59446" name="Freeform 11"/>
                <p:cNvSpPr>
                  <a:spLocks/>
                </p:cNvSpPr>
                <p:nvPr/>
              </p:nvSpPr>
              <p:spPr bwMode="auto">
                <a:xfrm flipH="1">
                  <a:off x="2000232" y="3856799"/>
                  <a:ext cx="534010" cy="429463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47" name="Freeform 11"/>
                <p:cNvSpPr>
                  <a:spLocks/>
                </p:cNvSpPr>
                <p:nvPr/>
              </p:nvSpPr>
              <p:spPr bwMode="auto">
                <a:xfrm rot="966700" flipH="1" flipV="1">
                  <a:off x="3119468" y="4605418"/>
                  <a:ext cx="534010" cy="419104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" name="任意多边形 30"/>
              <p:cNvSpPr/>
              <p:nvPr/>
            </p:nvSpPr>
            <p:spPr bwMode="auto">
              <a:xfrm rot="21323228" flipH="1" flipV="1">
                <a:off x="5057774" y="3330581"/>
                <a:ext cx="3429022" cy="500065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59436" name="Rectangle 22"/>
              <p:cNvSpPr>
                <a:spLocks noChangeArrowheads="1"/>
              </p:cNvSpPr>
              <p:nvPr/>
            </p:nvSpPr>
            <p:spPr bwMode="auto">
              <a:xfrm>
                <a:off x="6357950" y="292894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33" name="任意多边形 32"/>
              <p:cNvSpPr/>
              <p:nvPr/>
            </p:nvSpPr>
            <p:spPr bwMode="auto">
              <a:xfrm rot="278702" flipH="1">
                <a:off x="6230944" y="4130686"/>
                <a:ext cx="2278076" cy="488953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任意多边形 33"/>
              <p:cNvSpPr/>
              <p:nvPr/>
            </p:nvSpPr>
            <p:spPr bwMode="auto">
              <a:xfrm rot="278702" flipH="1">
                <a:off x="6345245" y="4011622"/>
                <a:ext cx="823917" cy="184151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59439" name="Rectangle 22"/>
              <p:cNvSpPr>
                <a:spLocks noChangeArrowheads="1"/>
              </p:cNvSpPr>
              <p:nvPr/>
            </p:nvSpPr>
            <p:spPr bwMode="auto">
              <a:xfrm>
                <a:off x="5591282" y="446160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59432" name="Rectangle 22"/>
            <p:cNvSpPr>
              <a:spLocks noChangeArrowheads="1"/>
            </p:cNvSpPr>
            <p:nvPr/>
          </p:nvSpPr>
          <p:spPr bwMode="auto">
            <a:xfrm>
              <a:off x="6591414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59433" name="Rectangle 22"/>
            <p:cNvSpPr>
              <a:spLocks noChangeArrowheads="1"/>
            </p:cNvSpPr>
            <p:nvPr/>
          </p:nvSpPr>
          <p:spPr bwMode="auto">
            <a:xfrm>
              <a:off x="7072330" y="453303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</p:grpSp>
      <p:grpSp>
        <p:nvGrpSpPr>
          <p:cNvPr id="12" name="组合 7"/>
          <p:cNvGrpSpPr>
            <a:grpSpLocks/>
          </p:cNvGrpSpPr>
          <p:nvPr/>
        </p:nvGrpSpPr>
        <p:grpSpPr bwMode="auto">
          <a:xfrm>
            <a:off x="5795963" y="1500188"/>
            <a:ext cx="2393950" cy="895350"/>
            <a:chOff x="1597494" y="2734581"/>
            <a:chExt cx="2392886" cy="895803"/>
          </a:xfrm>
        </p:grpSpPr>
        <p:sp>
          <p:nvSpPr>
            <p:cNvPr id="10" name="矩形 9"/>
            <p:cNvSpPr/>
            <p:nvPr/>
          </p:nvSpPr>
          <p:spPr>
            <a:xfrm>
              <a:off x="2335353" y="2734581"/>
              <a:ext cx="1655027" cy="4860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200" b="1" dirty="0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rPr>
                <a:t>转换表</a:t>
              </a:r>
            </a:p>
          </p:txBody>
        </p:sp>
        <p:sp>
          <p:nvSpPr>
            <p:cNvPr id="59428" name="矩形 1"/>
            <p:cNvSpPr>
              <a:spLocks noChangeArrowheads="1"/>
            </p:cNvSpPr>
            <p:nvPr/>
          </p:nvSpPr>
          <p:spPr bwMode="auto">
            <a:xfrm>
              <a:off x="1597494" y="3291830"/>
              <a:ext cx="59824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状态</a:t>
              </a:r>
            </a:p>
          </p:txBody>
        </p:sp>
        <p:sp>
          <p:nvSpPr>
            <p:cNvPr id="59429" name="矩形 36"/>
            <p:cNvSpPr>
              <a:spLocks noChangeArrowheads="1"/>
            </p:cNvSpPr>
            <p:nvPr/>
          </p:nvSpPr>
          <p:spPr bwMode="auto">
            <a:xfrm>
              <a:off x="2101550" y="3147814"/>
              <a:ext cx="59824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输入</a:t>
              </a: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1691114" y="3225366"/>
              <a:ext cx="896539" cy="3668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2714625" y="4143375"/>
            <a:ext cx="3775075" cy="523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可以用转换表表示</a:t>
            </a:r>
            <a:r>
              <a:rPr lang="en-US" altLang="zh-CN" sz="2800" b="1" i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DFA</a:t>
            </a:r>
            <a:endParaRPr lang="zh-CN" altLang="en-US" sz="2800" b="1" i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08738" y="3540125"/>
            <a:ext cx="300037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非确定的有穷自动机</a:t>
            </a:r>
            <a:r>
              <a:rPr lang="en-US" altLang="zh-CN" sz="3000" spc="300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sz="3000" i="1" dirty="0">
                <a:solidFill>
                  <a:schemeClr val="tx1"/>
                </a:solidFill>
                <a:cs typeface="Times New Roman" pitchFamily="18" charset="0"/>
              </a:rPr>
              <a:t>FA</a:t>
            </a:r>
            <a:r>
              <a:rPr lang="en-US" altLang="zh-CN" sz="3000" spc="300" dirty="0">
                <a:solidFill>
                  <a:schemeClr val="tx1"/>
                </a:solidFill>
                <a:ea typeface="楷体_GB2312" pitchFamily="49" charset="-122"/>
              </a:rPr>
              <a:t>) </a:t>
            </a:r>
            <a:endParaRPr lang="zh-CN" altLang="en-US" sz="3000" spc="300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pSp>
        <p:nvGrpSpPr>
          <p:cNvPr id="61443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1446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357188" y="928688"/>
            <a:ext cx="8429625" cy="406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fontAlgn="auto" hangingPunct="1">
              <a:spcBef>
                <a:spcPct val="3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= (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Σ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δ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5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：有穷状态集</a:t>
            </a:r>
            <a:endParaRPr lang="en-US" altLang="zh-CN" sz="25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l-GR" sz="25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输入符号集合，即输入字母表。约定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ε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</a:rPr>
              <a:t> 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不是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中的元素</a:t>
            </a: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l-GR" altLang="zh-CN" sz="2500" b="1" dirty="0">
                <a:latin typeface="Times New Roman" panose="02020603050405020304" pitchFamily="18" charset="0"/>
                <a:ea typeface="+mn-ea"/>
              </a:rPr>
              <a:t>δ</a:t>
            </a:r>
            <a:r>
              <a:rPr lang="zh-CN" altLang="el-GR" sz="25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将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×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映射到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800" b="1" i="1" baseline="300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的转换函数。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l-GR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Σ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l-GR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l-GR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δ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500" b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表示从状态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出发，沿着标记为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的边所能到达的状态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集合</a:t>
            </a:r>
            <a:endParaRPr lang="en-US" altLang="zh-CN" sz="25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5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：开始状态 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(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或初始状态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)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5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∈ 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en-US" altLang="zh-CN" sz="25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：接收状态（或终止状态）集合，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⊆ 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zh-CN" altLang="en-US" sz="2500" b="1" dirty="0">
              <a:latin typeface="Times New Roman" panose="02020603050405020304" pitchFamily="18" charset="0"/>
              <a:ea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>
            <a:spLocks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3000" b="1" spc="300" dirty="0">
                <a:latin typeface="微软雅黑" pitchFamily="34" charset="-122"/>
                <a:ea typeface="微软雅黑" pitchFamily="34" charset="-122"/>
                <a:cs typeface="+mj-cs"/>
              </a:rPr>
              <a:t>例：一个</a:t>
            </a:r>
            <a:r>
              <a:rPr lang="en-US" altLang="zh-CN" sz="3000" b="1" i="1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NFA</a:t>
            </a:r>
            <a:endParaRPr lang="zh-CN" altLang="en-US" sz="3000" b="1" i="1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63491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3545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6359901" y="1310998"/>
            <a:ext cx="1655762" cy="485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转换表</a:t>
            </a:r>
          </a:p>
        </p:txBody>
      </p:sp>
      <p:graphicFrame>
        <p:nvGraphicFramePr>
          <p:cNvPr id="16" name="Group 18"/>
          <p:cNvGraphicFramePr>
            <a:graphicFrameLocks noGrp="1"/>
          </p:cNvGraphicFramePr>
          <p:nvPr/>
        </p:nvGraphicFramePr>
        <p:xfrm>
          <a:off x="5740400" y="1919288"/>
          <a:ext cx="3000375" cy="1866900"/>
        </p:xfrm>
        <a:graphic>
          <a:graphicData uri="http://schemas.openxmlformats.org/drawingml/2006/table">
            <a:tbl>
              <a:tblPr/>
              <a:tblGrid>
                <a:gridCol w="93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4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0,1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9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3519" name="组合 9"/>
          <p:cNvGrpSpPr>
            <a:grpSpLocks/>
          </p:cNvGrpSpPr>
          <p:nvPr/>
        </p:nvGrpSpPr>
        <p:grpSpPr bwMode="auto">
          <a:xfrm>
            <a:off x="71438" y="1928813"/>
            <a:ext cx="5500687" cy="1506537"/>
            <a:chOff x="928659" y="3675785"/>
            <a:chExt cx="5500722" cy="1506709"/>
          </a:xfrm>
        </p:grpSpPr>
        <p:grpSp>
          <p:nvGrpSpPr>
            <p:cNvPr id="63526" name="组合 9"/>
            <p:cNvGrpSpPr>
              <a:grpSpLocks/>
            </p:cNvGrpSpPr>
            <p:nvPr/>
          </p:nvGrpSpPr>
          <p:grpSpPr bwMode="auto"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63535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63536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7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8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9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63540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541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63542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3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63527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3528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63529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63530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63531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3532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3533" name="Freeform 11"/>
            <p:cNvSpPr>
              <a:spLocks/>
            </p:cNvSpPr>
            <p:nvPr/>
          </p:nvSpPr>
          <p:spPr bwMode="auto">
            <a:xfrm flipH="1">
              <a:off x="1975065" y="384001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4" name="Freeform 11"/>
            <p:cNvSpPr>
              <a:spLocks/>
            </p:cNvSpPr>
            <p:nvPr/>
          </p:nvSpPr>
          <p:spPr bwMode="auto">
            <a:xfrm flipH="1" flipV="1">
              <a:off x="1991843" y="462780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520" name="矩形 1"/>
          <p:cNvSpPr>
            <a:spLocks noChangeArrowheads="1"/>
          </p:cNvSpPr>
          <p:nvPr/>
        </p:nvSpPr>
        <p:spPr bwMode="auto">
          <a:xfrm>
            <a:off x="5643563" y="2003425"/>
            <a:ext cx="598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状态</a:t>
            </a:r>
          </a:p>
        </p:txBody>
      </p:sp>
      <p:sp>
        <p:nvSpPr>
          <p:cNvPr id="63521" name="矩形 36"/>
          <p:cNvSpPr>
            <a:spLocks noChangeArrowheads="1"/>
          </p:cNvSpPr>
          <p:nvPr/>
        </p:nvSpPr>
        <p:spPr bwMode="auto">
          <a:xfrm>
            <a:off x="6148388" y="1860550"/>
            <a:ext cx="5984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输入</a:t>
            </a: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5737225" y="1938338"/>
            <a:ext cx="896938" cy="355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857250" y="3571875"/>
            <a:ext cx="4643438" cy="1285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500" b="1" dirty="0">
                <a:latin typeface="+mn-ea"/>
                <a:ea typeface="+mn-ea"/>
              </a:rPr>
              <a:t>如果转换函数没有给出对应于某个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状态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-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输入</a:t>
            </a:r>
            <a:r>
              <a:rPr lang="zh-CN" altLang="en-US" sz="2500" b="1" dirty="0">
                <a:latin typeface="+mn-ea"/>
                <a:ea typeface="+mn-ea"/>
              </a:rPr>
              <a:t>对的信息，就把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r>
              <a:rPr lang="zh-CN" altLang="en-US" sz="2500" b="1" dirty="0">
                <a:latin typeface="+mn-ea"/>
                <a:ea typeface="+mn-ea"/>
              </a:rPr>
              <a:t>放入相应的表项中</a:t>
            </a:r>
          </a:p>
        </p:txBody>
      </p:sp>
      <p:sp>
        <p:nvSpPr>
          <p:cNvPr id="35" name="矩形 34"/>
          <p:cNvSpPr/>
          <p:nvPr/>
        </p:nvSpPr>
        <p:spPr>
          <a:xfrm>
            <a:off x="6208713" y="3502025"/>
            <a:ext cx="300037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●</a:t>
            </a:r>
          </a:p>
        </p:txBody>
      </p:sp>
      <p:sp>
        <p:nvSpPr>
          <p:cNvPr id="63525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429625" cy="642937"/>
          </a:xfrm>
        </p:spPr>
        <p:txBody>
          <a:bodyPr/>
          <a:lstStyle/>
          <a:p>
            <a:pPr marL="0" indent="0" algn="ctr" eaLnBrk="1" hangingPunct="1">
              <a:spcBef>
                <a:spcPct val="3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M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= (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Σ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δ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s</a:t>
            </a:r>
            <a:r>
              <a:rPr lang="en-US" altLang="zh-CN" sz="2500" b="1" i="1" baseline="-3000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F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endParaRPr lang="zh-CN" altLang="en-US" sz="25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63520" grpId="0"/>
      <p:bldP spid="63521" grpId="0"/>
      <p:bldP spid="2" grpId="0" animBg="1"/>
      <p:bldP spid="3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内容占位符 2"/>
          <p:cNvSpPr>
            <a:spLocks noGrp="1"/>
          </p:cNvSpPr>
          <p:nvPr>
            <p:ph idx="1"/>
          </p:nvPr>
        </p:nvSpPr>
        <p:spPr>
          <a:xfrm>
            <a:off x="428625" y="1276350"/>
            <a:ext cx="8320088" cy="2735263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对任何</a:t>
            </a:r>
            <a:r>
              <a:rPr lang="en-US" altLang="zh-CN" sz="2800" b="1" dirty="0">
                <a:solidFill>
                  <a:schemeClr val="tx1"/>
                </a:solidFill>
              </a:rPr>
              <a:t>NFA 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，存在定义同一语言的</a:t>
            </a:r>
            <a:r>
              <a:rPr lang="en-US" altLang="zh-CN" sz="2800" b="1" dirty="0">
                <a:solidFill>
                  <a:schemeClr val="tx1"/>
                </a:solidFill>
              </a:rPr>
              <a:t>DFA </a:t>
            </a:r>
            <a:r>
              <a:rPr lang="en-US" altLang="zh-CN" sz="2800" b="1" i="1" dirty="0">
                <a:solidFill>
                  <a:schemeClr val="tx1"/>
                </a:solidFill>
              </a:rPr>
              <a:t>D</a:t>
            </a:r>
            <a:endParaRPr lang="en-US" altLang="zh-CN" sz="2800" b="1" i="1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对任何确定的</a:t>
            </a:r>
            <a:r>
              <a:rPr lang="en-US" altLang="zh-CN" sz="2800" b="1" dirty="0">
                <a:solidFill>
                  <a:schemeClr val="tx1"/>
                </a:solidFill>
              </a:rPr>
              <a:t>DFA </a:t>
            </a:r>
            <a:r>
              <a:rPr lang="en-US" altLang="zh-CN" sz="2800" b="1" i="1" dirty="0">
                <a:solidFill>
                  <a:schemeClr val="tx1"/>
                </a:solidFill>
              </a:rPr>
              <a:t>D </a:t>
            </a:r>
            <a:r>
              <a:rPr lang="zh-CN" altLang="en-US" sz="2800" b="1" dirty="0">
                <a:solidFill>
                  <a:schemeClr val="tx1"/>
                </a:solidFill>
              </a:rPr>
              <a:t>，存在定义同一语言的</a:t>
            </a:r>
            <a:r>
              <a:rPr lang="en-US" altLang="zh-CN" sz="2800" b="1" dirty="0">
                <a:solidFill>
                  <a:schemeClr val="tx1"/>
                </a:solidFill>
              </a:rPr>
              <a:t>NFA 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endParaRPr lang="en-US" altLang="zh-CN" sz="2800" b="1" i="1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endParaRPr lang="en-US" altLang="zh-CN" sz="3000" b="1" dirty="0">
              <a:solidFill>
                <a:schemeClr val="tx1"/>
              </a:solidFill>
            </a:endParaRPr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algn="ctr" eaLnBrk="1" hangingPunct="1">
              <a:buFont typeface="Symbol" panose="05050102010706020507" pitchFamily="18" charset="2"/>
              <a:buNone/>
            </a:pPr>
            <a:endParaRPr lang="en-US" altLang="zh-CN" sz="2000" b="1" i="1" dirty="0"/>
          </a:p>
          <a:p>
            <a:pPr lvl="1" eaLnBrk="1" hangingPunct="1"/>
            <a:endParaRPr lang="en-US" altLang="zh-CN" sz="1800" b="1" dirty="0"/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b="1" dirty="0"/>
          </a:p>
        </p:txBody>
      </p:sp>
      <p:sp>
        <p:nvSpPr>
          <p:cNvPr id="378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</a:rPr>
              <a:t>DFA</a:t>
            </a:r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3000" i="1" dirty="0">
                <a:solidFill>
                  <a:schemeClr val="tx1"/>
                </a:solidFill>
              </a:rPr>
              <a:t>NFA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的等价性</a:t>
            </a:r>
          </a:p>
        </p:txBody>
      </p:sp>
      <p:grpSp>
        <p:nvGrpSpPr>
          <p:cNvPr id="65540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554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2"/>
          <p:cNvSpPr>
            <a:spLocks noGrp="1"/>
          </p:cNvSpPr>
          <p:nvPr>
            <p:ph idx="1"/>
          </p:nvPr>
        </p:nvSpPr>
        <p:spPr>
          <a:xfrm>
            <a:off x="428625" y="785813"/>
            <a:ext cx="5927725" cy="3225800"/>
          </a:xfrm>
        </p:spPr>
        <p:txBody>
          <a:bodyPr/>
          <a:lstStyle/>
          <a:p>
            <a:pPr marL="0" indent="0" eaLnBrk="1" hangingPunct="1">
              <a:buNone/>
            </a:pPr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algn="ctr" eaLnBrk="1" hangingPunct="1">
              <a:buFont typeface="Symbol" panose="05050102010706020507" pitchFamily="18" charset="2"/>
              <a:buNone/>
            </a:pPr>
            <a:endParaRPr lang="en-US" altLang="zh-CN" sz="2000" b="1" i="1" dirty="0"/>
          </a:p>
          <a:p>
            <a:pPr lvl="1" eaLnBrk="1" hangingPunct="1"/>
            <a:endParaRPr lang="en-US" altLang="zh-CN" sz="1800" b="1" dirty="0"/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b="1" dirty="0"/>
          </a:p>
        </p:txBody>
      </p:sp>
      <p:sp>
        <p:nvSpPr>
          <p:cNvPr id="378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dirty="0">
                <a:solidFill>
                  <a:schemeClr val="tx1"/>
                </a:solidFill>
              </a:rPr>
              <a:t>例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438" y="1797050"/>
            <a:ext cx="935037" cy="346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rgbClr val="FF0000"/>
                </a:solidFill>
                <a:latin typeface="Times New Roman" pitchFamily="18" charset="0"/>
              </a:rPr>
              <a:t>NFA</a:t>
            </a:r>
            <a:endParaRPr lang="zh-CN" altLang="en-US" sz="2500" b="1" i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438" y="3292475"/>
            <a:ext cx="933450" cy="344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rgbClr val="FF0000"/>
                </a:solidFill>
                <a:latin typeface="Times New Roman" pitchFamily="18" charset="0"/>
              </a:rPr>
              <a:t>DFA</a:t>
            </a:r>
            <a:endParaRPr lang="zh-CN" altLang="en-US" sz="2500" b="1" i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6770357" y="1705745"/>
            <a:ext cx="1900238" cy="476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5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 = (</a:t>
            </a:r>
            <a:r>
              <a:rPr lang="en-US" altLang="zh-CN" sz="2500" b="1" i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500" b="1" dirty="0" err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zh-CN" sz="2500" b="1" i="1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5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500" b="1" baseline="30000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zh-CN" sz="2500" b="1" i="1" dirty="0" err="1">
                <a:latin typeface="Times New Roman" pitchFamily="18" charset="0"/>
                <a:cs typeface="Times New Roman" pitchFamily="18" charset="0"/>
              </a:rPr>
              <a:t>abb</a:t>
            </a:r>
            <a:endParaRPr lang="zh-CN" altLang="en-US" sz="25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7591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764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组合 11"/>
          <p:cNvGrpSpPr>
            <a:grpSpLocks/>
          </p:cNvGrpSpPr>
          <p:nvPr/>
        </p:nvGrpSpPr>
        <p:grpSpPr bwMode="auto">
          <a:xfrm>
            <a:off x="863600" y="1214438"/>
            <a:ext cx="5500688" cy="1506537"/>
            <a:chOff x="928659" y="3675785"/>
            <a:chExt cx="5500722" cy="1506709"/>
          </a:xfrm>
        </p:grpSpPr>
        <p:grpSp>
          <p:nvGrpSpPr>
            <p:cNvPr id="67625" name="组合 9"/>
            <p:cNvGrpSpPr>
              <a:grpSpLocks/>
            </p:cNvGrpSpPr>
            <p:nvPr/>
          </p:nvGrpSpPr>
          <p:grpSpPr bwMode="auto"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67634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67635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6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7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8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</a:p>
            </p:txBody>
          </p:sp>
          <p:sp>
            <p:nvSpPr>
              <p:cNvPr id="67639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640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67641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42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67626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7627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67628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67629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67630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7631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7632" name="Freeform 11"/>
            <p:cNvSpPr>
              <a:spLocks/>
            </p:cNvSpPr>
            <p:nvPr/>
          </p:nvSpPr>
          <p:spPr bwMode="auto">
            <a:xfrm flipH="1">
              <a:off x="1983454" y="383162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3" name="Freeform 11"/>
            <p:cNvSpPr>
              <a:spLocks/>
            </p:cNvSpPr>
            <p:nvPr/>
          </p:nvSpPr>
          <p:spPr bwMode="auto">
            <a:xfrm flipH="1" flipV="1">
              <a:off x="1991843" y="461941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组合 30"/>
          <p:cNvGrpSpPr>
            <a:grpSpLocks/>
          </p:cNvGrpSpPr>
          <p:nvPr/>
        </p:nvGrpSpPr>
        <p:grpSpPr bwMode="auto">
          <a:xfrm>
            <a:off x="863600" y="2428875"/>
            <a:ext cx="5500688" cy="2000250"/>
            <a:chOff x="3500427" y="2928940"/>
            <a:chExt cx="5500722" cy="2000264"/>
          </a:xfrm>
        </p:grpSpPr>
        <p:grpSp>
          <p:nvGrpSpPr>
            <p:cNvPr id="67599" name="组合 35"/>
            <p:cNvGrpSpPr>
              <a:grpSpLocks/>
            </p:cNvGrpSpPr>
            <p:nvPr/>
          </p:nvGrpSpPr>
          <p:grpSpPr bwMode="auto">
            <a:xfrm>
              <a:off x="3500427" y="2928940"/>
              <a:ext cx="5500722" cy="1928826"/>
              <a:chOff x="3500427" y="2928940"/>
              <a:chExt cx="5500722" cy="1928826"/>
            </a:xfrm>
          </p:grpSpPr>
          <p:grpSp>
            <p:nvGrpSpPr>
              <p:cNvPr id="67602" name="组合 10"/>
              <p:cNvGrpSpPr>
                <a:grpSpLocks/>
              </p:cNvGrpSpPr>
              <p:nvPr/>
            </p:nvGrpSpPr>
            <p:grpSpPr bwMode="auto">
              <a:xfrm>
                <a:off x="3500427" y="3175719"/>
                <a:ext cx="5500722" cy="1348737"/>
                <a:chOff x="928659" y="3675785"/>
                <a:chExt cx="5500722" cy="1348737"/>
              </a:xfrm>
            </p:grpSpPr>
            <p:grpSp>
              <p:nvGrpSpPr>
                <p:cNvPr id="67608" name="组合 9"/>
                <p:cNvGrpSpPr>
                  <a:grpSpLocks/>
                </p:cNvGrpSpPr>
                <p:nvPr/>
              </p:nvGrpSpPr>
              <p:grpSpPr bwMode="auto">
                <a:xfrm>
                  <a:off x="928659" y="3675785"/>
                  <a:ext cx="5500722" cy="1090002"/>
                  <a:chOff x="2339752" y="4162003"/>
                  <a:chExt cx="3622043" cy="790575"/>
                </a:xfrm>
              </p:grpSpPr>
              <p:sp>
                <p:nvSpPr>
                  <p:cNvPr id="67616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3097415" y="4576104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0</a:t>
                    </a:r>
                  </a:p>
                </p:txBody>
              </p:sp>
              <p:sp>
                <p:nvSpPr>
                  <p:cNvPr id="67617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3419690" y="4731545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18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4221333" y="4726809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19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5021004" y="4723834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20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5594506" y="4572591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3</a:t>
                    </a:r>
                  </a:p>
                </p:txBody>
              </p:sp>
              <p:sp>
                <p:nvSpPr>
                  <p:cNvPr id="67621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5521481" y="4501154"/>
                    <a:ext cx="440314" cy="451424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i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622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339752" y="4581913"/>
                    <a:ext cx="504927" cy="28724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start</a:t>
                    </a:r>
                  </a:p>
                </p:txBody>
              </p:sp>
              <p:sp>
                <p:nvSpPr>
                  <p:cNvPr id="67623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4679" y="4725144"/>
                    <a:ext cx="252464" cy="895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2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139424" y="4162003"/>
                    <a:ext cx="504825" cy="2873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b</a:t>
                    </a:r>
                  </a:p>
                </p:txBody>
              </p:sp>
            </p:grpSp>
            <p:sp>
              <p:nvSpPr>
                <p:cNvPr id="67609" name="Oval 10"/>
                <p:cNvSpPr>
                  <a:spLocks noChangeArrowheads="1"/>
                </p:cNvSpPr>
                <p:nvPr/>
              </p:nvSpPr>
              <p:spPr bwMode="auto">
                <a:xfrm>
                  <a:off x="3346982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1</a:t>
                  </a:r>
                </a:p>
              </p:txBody>
            </p:sp>
            <p:sp>
              <p:nvSpPr>
                <p:cNvPr id="67610" name="Oval 10"/>
                <p:cNvSpPr>
                  <a:spLocks noChangeArrowheads="1"/>
                </p:cNvSpPr>
                <p:nvPr/>
              </p:nvSpPr>
              <p:spPr bwMode="auto">
                <a:xfrm>
                  <a:off x="4561428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2</a:t>
                  </a:r>
                </a:p>
              </p:txBody>
            </p:sp>
            <p:sp>
              <p:nvSpPr>
                <p:cNvPr id="67611" name="Rectangle 22"/>
                <p:cNvSpPr>
                  <a:spLocks noChangeArrowheads="1"/>
                </p:cNvSpPr>
                <p:nvPr/>
              </p:nvSpPr>
              <p:spPr bwMode="auto">
                <a:xfrm>
                  <a:off x="2519448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a</a:t>
                  </a:r>
                </a:p>
              </p:txBody>
            </p:sp>
            <p:sp>
              <p:nvSpPr>
                <p:cNvPr id="67612" name="Rectangle 22"/>
                <p:cNvSpPr>
                  <a:spLocks noChangeArrowheads="1"/>
                </p:cNvSpPr>
                <p:nvPr/>
              </p:nvSpPr>
              <p:spPr bwMode="auto">
                <a:xfrm>
                  <a:off x="3786182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</a:p>
              </p:txBody>
            </p:sp>
            <p:sp>
              <p:nvSpPr>
                <p:cNvPr id="67613" name="Rectangle 22"/>
                <p:cNvSpPr>
                  <a:spLocks noChangeArrowheads="1"/>
                </p:cNvSpPr>
                <p:nvPr/>
              </p:nvSpPr>
              <p:spPr bwMode="auto">
                <a:xfrm>
                  <a:off x="4948340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</a:p>
              </p:txBody>
            </p:sp>
            <p:sp>
              <p:nvSpPr>
                <p:cNvPr id="67614" name="Freeform 11"/>
                <p:cNvSpPr>
                  <a:spLocks/>
                </p:cNvSpPr>
                <p:nvPr/>
              </p:nvSpPr>
              <p:spPr bwMode="auto">
                <a:xfrm flipH="1">
                  <a:off x="1983454" y="3840021"/>
                  <a:ext cx="534010" cy="429463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615" name="Freeform 11"/>
                <p:cNvSpPr>
                  <a:spLocks/>
                </p:cNvSpPr>
                <p:nvPr/>
              </p:nvSpPr>
              <p:spPr bwMode="auto">
                <a:xfrm rot="966700" flipH="1" flipV="1">
                  <a:off x="3119468" y="4605418"/>
                  <a:ext cx="534010" cy="419104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" name="任意多边形 35"/>
              <p:cNvSpPr/>
              <p:nvPr/>
            </p:nvSpPr>
            <p:spPr bwMode="auto">
              <a:xfrm rot="21323228" flipH="1" flipV="1">
                <a:off x="5057775" y="3330581"/>
                <a:ext cx="3429021" cy="500065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67604" name="Rectangle 22"/>
              <p:cNvSpPr>
                <a:spLocks noChangeArrowheads="1"/>
              </p:cNvSpPr>
              <p:nvPr/>
            </p:nvSpPr>
            <p:spPr bwMode="auto">
              <a:xfrm>
                <a:off x="6357950" y="292894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38" name="任意多边形 37"/>
              <p:cNvSpPr/>
              <p:nvPr/>
            </p:nvSpPr>
            <p:spPr bwMode="auto">
              <a:xfrm rot="278702" flipH="1">
                <a:off x="6230944" y="4130686"/>
                <a:ext cx="2278077" cy="488953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39" name="任意多边形 38"/>
              <p:cNvSpPr/>
              <p:nvPr/>
            </p:nvSpPr>
            <p:spPr bwMode="auto">
              <a:xfrm rot="278702" flipH="1">
                <a:off x="6345245" y="4011622"/>
                <a:ext cx="823918" cy="184151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67607" name="Rectangle 22"/>
              <p:cNvSpPr>
                <a:spLocks noChangeArrowheads="1"/>
              </p:cNvSpPr>
              <p:nvPr/>
            </p:nvSpPr>
            <p:spPr bwMode="auto">
              <a:xfrm>
                <a:off x="5591282" y="446160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</p:grpSp>
        <p:sp>
          <p:nvSpPr>
            <p:cNvPr id="67600" name="Rectangle 22"/>
            <p:cNvSpPr>
              <a:spLocks noChangeArrowheads="1"/>
            </p:cNvSpPr>
            <p:nvPr/>
          </p:nvSpPr>
          <p:spPr bwMode="auto">
            <a:xfrm>
              <a:off x="6591414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67601" name="Rectangle 22"/>
            <p:cNvSpPr>
              <a:spLocks noChangeArrowheads="1"/>
            </p:cNvSpPr>
            <p:nvPr/>
          </p:nvSpPr>
          <p:spPr bwMode="auto">
            <a:xfrm>
              <a:off x="7072330" y="453303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3643313" y="4483100"/>
            <a:ext cx="4429125" cy="477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                     正则表达式 ⇔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FA</a:t>
            </a:r>
            <a:endParaRPr lang="zh-CN" altLang="en-US" sz="2500" i="1"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08738" y="2786063"/>
            <a:ext cx="2554287" cy="7078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0123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都可以遇到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408738" y="3814763"/>
            <a:ext cx="2554287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：串以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abb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结尾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643313" y="4486275"/>
            <a:ext cx="1928812" cy="4762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正则文法 </a:t>
            </a:r>
            <a:r>
              <a:rPr lang="zh-CN" altLang="en-US" sz="2500" b="1" dirty="0"/>
              <a:t>⇔</a:t>
            </a:r>
            <a:endParaRPr lang="zh-CN" altLang="en-US" sz="2500" b="1" i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 animBg="1"/>
      <p:bldP spid="3" grpId="0" animBg="1"/>
      <p:bldP spid="7" grpId="0" animBg="1"/>
      <p:bldP spid="61" grpId="0" animBg="1"/>
      <p:bldP spid="6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endParaRPr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" name="组合 4"/>
          <p:cNvGrpSpPr>
            <a:grpSpLocks/>
          </p:cNvGrpSpPr>
          <p:nvPr/>
        </p:nvGrpSpPr>
        <p:grpSpPr bwMode="auto">
          <a:xfrm>
            <a:off x="1358900" y="3714750"/>
            <a:ext cx="3921125" cy="1211263"/>
            <a:chOff x="2571750" y="3090863"/>
            <a:chExt cx="3282950" cy="1047750"/>
          </a:xfrm>
        </p:grpSpPr>
        <p:sp>
          <p:nvSpPr>
            <p:cNvPr id="70666" name="Oval 10"/>
            <p:cNvSpPr>
              <a:spLocks noChangeArrowheads="1"/>
            </p:cNvSpPr>
            <p:nvPr/>
          </p:nvSpPr>
          <p:spPr bwMode="auto">
            <a:xfrm>
              <a:off x="3620434" y="3707429"/>
              <a:ext cx="361523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69643" name="Freeform 11"/>
            <p:cNvSpPr>
              <a:spLocks/>
            </p:cNvSpPr>
            <p:nvPr/>
          </p:nvSpPr>
          <p:spPr bwMode="auto">
            <a:xfrm>
              <a:off x="3631046" y="3421288"/>
              <a:ext cx="382588" cy="300038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4" name="Rectangle 12"/>
            <p:cNvSpPr>
              <a:spLocks noChangeArrowheads="1"/>
            </p:cNvSpPr>
            <p:nvPr/>
          </p:nvSpPr>
          <p:spPr bwMode="auto">
            <a:xfrm>
              <a:off x="3548063" y="3130550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69645" name="Line 13"/>
            <p:cNvSpPr>
              <a:spLocks noChangeShapeType="1"/>
            </p:cNvSpPr>
            <p:nvPr/>
          </p:nvSpPr>
          <p:spPr bwMode="auto">
            <a:xfrm>
              <a:off x="3979863" y="39227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6" name="Rectangle 14"/>
            <p:cNvSpPr>
              <a:spLocks noChangeArrowheads="1"/>
            </p:cNvSpPr>
            <p:nvPr/>
          </p:nvSpPr>
          <p:spPr bwMode="auto">
            <a:xfrm>
              <a:off x="3979863" y="3489325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ε</a:t>
              </a:r>
            </a:p>
          </p:txBody>
        </p:sp>
        <p:sp>
          <p:nvSpPr>
            <p:cNvPr id="70671" name="Oval 15"/>
            <p:cNvSpPr>
              <a:spLocks noChangeArrowheads="1"/>
            </p:cNvSpPr>
            <p:nvPr/>
          </p:nvSpPr>
          <p:spPr bwMode="auto">
            <a:xfrm>
              <a:off x="4484368" y="3707429"/>
              <a:ext cx="360194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69648" name="Line 16"/>
            <p:cNvSpPr>
              <a:spLocks noChangeShapeType="1"/>
            </p:cNvSpPr>
            <p:nvPr/>
          </p:nvSpPr>
          <p:spPr bwMode="auto">
            <a:xfrm>
              <a:off x="4843463" y="39227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9" name="Rectangle 17"/>
            <p:cNvSpPr>
              <a:spLocks noChangeArrowheads="1"/>
            </p:cNvSpPr>
            <p:nvPr/>
          </p:nvSpPr>
          <p:spPr bwMode="auto">
            <a:xfrm>
              <a:off x="4843463" y="3562350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ε</a:t>
              </a:r>
            </a:p>
          </p:txBody>
        </p:sp>
        <p:sp>
          <p:nvSpPr>
            <p:cNvPr id="70674" name="Oval 18"/>
            <p:cNvSpPr>
              <a:spLocks noChangeArrowheads="1"/>
            </p:cNvSpPr>
            <p:nvPr/>
          </p:nvSpPr>
          <p:spPr bwMode="auto">
            <a:xfrm>
              <a:off x="5421404" y="3707429"/>
              <a:ext cx="360195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69651" name="Freeform 19"/>
            <p:cNvSpPr>
              <a:spLocks/>
            </p:cNvSpPr>
            <p:nvPr/>
          </p:nvSpPr>
          <p:spPr bwMode="auto">
            <a:xfrm>
              <a:off x="4494646" y="3412445"/>
              <a:ext cx="382588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2" name="Rectangle 20"/>
            <p:cNvSpPr>
              <a:spLocks noChangeArrowheads="1"/>
            </p:cNvSpPr>
            <p:nvPr/>
          </p:nvSpPr>
          <p:spPr bwMode="auto">
            <a:xfrm>
              <a:off x="4411663" y="3128963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69653" name="Line 21"/>
            <p:cNvSpPr>
              <a:spLocks noChangeShapeType="1"/>
            </p:cNvSpPr>
            <p:nvPr/>
          </p:nvSpPr>
          <p:spPr bwMode="auto">
            <a:xfrm>
              <a:off x="3105150" y="39100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4" name="Rectangle 22"/>
            <p:cNvSpPr>
              <a:spLocks noChangeArrowheads="1"/>
            </p:cNvSpPr>
            <p:nvPr/>
          </p:nvSpPr>
          <p:spPr bwMode="auto">
            <a:xfrm>
              <a:off x="2571750" y="3722688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69655" name="Freeform 30"/>
            <p:cNvSpPr>
              <a:spLocks/>
            </p:cNvSpPr>
            <p:nvPr/>
          </p:nvSpPr>
          <p:spPr bwMode="auto">
            <a:xfrm>
              <a:off x="5439883" y="3338062"/>
              <a:ext cx="382587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6" name="Rectangle 31"/>
            <p:cNvSpPr>
              <a:spLocks noChangeArrowheads="1"/>
            </p:cNvSpPr>
            <p:nvPr/>
          </p:nvSpPr>
          <p:spPr bwMode="auto">
            <a:xfrm>
              <a:off x="5349875" y="3090863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69657" name="Oval 39"/>
            <p:cNvSpPr>
              <a:spLocks noChangeArrowheads="1"/>
            </p:cNvSpPr>
            <p:nvPr/>
          </p:nvSpPr>
          <p:spPr bwMode="auto">
            <a:xfrm>
              <a:off x="5348288" y="3635375"/>
              <a:ext cx="503237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1042988" y="4010025"/>
            <a:ext cx="3652837" cy="912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altLang="zh-CN" sz="2400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defRPr/>
            </a:pPr>
            <a:endParaRPr lang="en-US" altLang="zh-CN" sz="2400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>
              <a:defRPr/>
            </a:pPr>
            <a:endParaRPr lang="en-US" altLang="zh-CN" sz="2400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69637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4" name="五边形 2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9641" name="五边形 24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6" name="内容占位符 2"/>
          <p:cNvSpPr txBox="1">
            <a:spLocks/>
          </p:cNvSpPr>
          <p:nvPr/>
        </p:nvSpPr>
        <p:spPr bwMode="auto">
          <a:xfrm>
            <a:off x="179388" y="714375"/>
            <a:ext cx="8856662" cy="320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fontAlgn="auto" hangingPunct="1">
              <a:spcBef>
                <a:spcPct val="3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= (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Σ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δ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5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：有穷状态集</a:t>
            </a:r>
            <a:endParaRPr lang="en-US" altLang="zh-CN" sz="24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l-GR" altLang="zh-CN" sz="24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l-GR" sz="24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输入符号集合，即输入字母表。假设</a:t>
            </a:r>
            <a:r>
              <a:rPr lang="el-GR" altLang="zh-CN" sz="2400" b="1" i="1" dirty="0">
                <a:latin typeface="Times New Roman" panose="02020603050405020304" pitchFamily="18" charset="0"/>
                <a:ea typeface="+mn-ea"/>
              </a:rPr>
              <a:t>ε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不是</a:t>
            </a:r>
            <a:r>
              <a:rPr lang="el-GR" altLang="zh-CN" sz="24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中的元素</a:t>
            </a: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l-GR" altLang="zh-CN" sz="2400" b="1" dirty="0">
                <a:latin typeface="Times New Roman" panose="02020603050405020304" pitchFamily="18" charset="0"/>
                <a:ea typeface="+mn-ea"/>
              </a:rPr>
              <a:t>δ</a:t>
            </a:r>
            <a:r>
              <a:rPr lang="zh-CN" altLang="el-GR" sz="24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将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×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Σ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∪{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ε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映射到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400" b="1" i="1" baseline="30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的转换函数。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400" b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l-G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Σ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∪{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ε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l-G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l-G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δ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400" b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表示从状态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出发，沿着标记为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的边所能到达的状态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集合</a:t>
            </a:r>
            <a:endParaRPr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：开始状态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或初始状态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∈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en-US" altLang="zh-CN" sz="24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：接收状态（或终止状态）集合，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⊆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zh-CN" altLang="en-US" sz="2400" b="1" dirty="0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15000" y="4357688"/>
            <a:ext cx="145573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213" y="868363"/>
            <a:ext cx="5927725" cy="631825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例</a:t>
            </a: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带有和不带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的等价性</a:t>
            </a:r>
          </a:p>
        </p:txBody>
      </p:sp>
      <p:grpSp>
        <p:nvGrpSpPr>
          <p:cNvPr id="2" name="组合 48"/>
          <p:cNvGrpSpPr>
            <a:grpSpLocks/>
          </p:cNvGrpSpPr>
          <p:nvPr/>
        </p:nvGrpSpPr>
        <p:grpSpPr bwMode="auto">
          <a:xfrm>
            <a:off x="642938" y="1303338"/>
            <a:ext cx="5297487" cy="1500187"/>
            <a:chOff x="2202490" y="1071552"/>
            <a:chExt cx="5298468" cy="1500198"/>
          </a:xfrm>
        </p:grpSpPr>
        <p:grpSp>
          <p:nvGrpSpPr>
            <p:cNvPr id="71715" name="组合 46"/>
            <p:cNvGrpSpPr>
              <a:grpSpLocks/>
            </p:cNvGrpSpPr>
            <p:nvPr/>
          </p:nvGrpSpPr>
          <p:grpSpPr bwMode="auto">
            <a:xfrm>
              <a:off x="2857488" y="1071552"/>
              <a:ext cx="4643470" cy="1500198"/>
              <a:chOff x="1902792" y="2139945"/>
              <a:chExt cx="3305782" cy="785812"/>
            </a:xfrm>
          </p:grpSpPr>
          <p:sp>
            <p:nvSpPr>
              <p:cNvPr id="72741" name="Oval 10"/>
              <p:cNvSpPr>
                <a:spLocks noChangeArrowheads="1"/>
              </p:cNvSpPr>
              <p:nvPr/>
            </p:nvSpPr>
            <p:spPr bwMode="auto">
              <a:xfrm>
                <a:off x="2974937" y="2602285"/>
                <a:ext cx="360593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718" name="Freeform 11"/>
              <p:cNvSpPr>
                <a:spLocks/>
              </p:cNvSpPr>
              <p:nvPr/>
            </p:nvSpPr>
            <p:spPr bwMode="auto">
              <a:xfrm>
                <a:off x="2993843" y="2381447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9" name="Rectangle 12"/>
              <p:cNvSpPr>
                <a:spLocks noChangeArrowheads="1"/>
              </p:cNvSpPr>
              <p:nvPr/>
            </p:nvSpPr>
            <p:spPr bwMode="auto">
              <a:xfrm>
                <a:off x="2902045" y="2169950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720" name="Line 13"/>
              <p:cNvSpPr>
                <a:spLocks noChangeShapeType="1"/>
              </p:cNvSpPr>
              <p:nvPr/>
            </p:nvSpPr>
            <p:spPr bwMode="auto">
              <a:xfrm>
                <a:off x="3333974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1" name="Rectangle 14"/>
              <p:cNvSpPr>
                <a:spLocks noChangeArrowheads="1"/>
              </p:cNvSpPr>
              <p:nvPr/>
            </p:nvSpPr>
            <p:spPr bwMode="auto">
              <a:xfrm>
                <a:off x="3333974" y="243894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6" name="Oval 15"/>
              <p:cNvSpPr>
                <a:spLocks noChangeArrowheads="1"/>
              </p:cNvSpPr>
              <p:nvPr/>
            </p:nvSpPr>
            <p:spPr bwMode="auto">
              <a:xfrm>
                <a:off x="3839680" y="2602285"/>
                <a:ext cx="35946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23" name="Line 16"/>
              <p:cNvSpPr>
                <a:spLocks noChangeShapeType="1"/>
              </p:cNvSpPr>
              <p:nvPr/>
            </p:nvSpPr>
            <p:spPr bwMode="auto">
              <a:xfrm>
                <a:off x="4197831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4" name="Rectangle 17"/>
              <p:cNvSpPr>
                <a:spLocks noChangeArrowheads="1"/>
              </p:cNvSpPr>
              <p:nvPr/>
            </p:nvSpPr>
            <p:spPr bwMode="auto">
              <a:xfrm>
                <a:off x="4197831" y="2493697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9" name="Oval 18"/>
              <p:cNvSpPr>
                <a:spLocks noChangeArrowheads="1"/>
              </p:cNvSpPr>
              <p:nvPr/>
            </p:nvSpPr>
            <p:spPr bwMode="auto">
              <a:xfrm>
                <a:off x="4775638" y="2602285"/>
                <a:ext cx="36059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26" name="Freeform 19"/>
              <p:cNvSpPr>
                <a:spLocks/>
              </p:cNvSpPr>
              <p:nvPr/>
            </p:nvSpPr>
            <p:spPr bwMode="auto">
              <a:xfrm>
                <a:off x="3863673" y="2384650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7" name="Rectangle 20"/>
              <p:cNvSpPr>
                <a:spLocks noChangeArrowheads="1"/>
              </p:cNvSpPr>
              <p:nvPr/>
            </p:nvSpPr>
            <p:spPr bwMode="auto">
              <a:xfrm>
                <a:off x="3765903" y="2168759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28" name="Line 21"/>
              <p:cNvSpPr>
                <a:spLocks noChangeShapeType="1"/>
              </p:cNvSpPr>
              <p:nvPr/>
            </p:nvSpPr>
            <p:spPr bwMode="auto">
              <a:xfrm>
                <a:off x="2459001" y="2754361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9" name="Rectangle 22"/>
              <p:cNvSpPr>
                <a:spLocks noChangeArrowheads="1"/>
              </p:cNvSpPr>
              <p:nvPr/>
            </p:nvSpPr>
            <p:spPr bwMode="auto">
              <a:xfrm>
                <a:off x="1902792" y="262340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30" name="Freeform 30"/>
              <p:cNvSpPr>
                <a:spLocks/>
              </p:cNvSpPr>
              <p:nvPr/>
            </p:nvSpPr>
            <p:spPr bwMode="auto">
              <a:xfrm>
                <a:off x="4777477" y="2329471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1" name="Rectangle 31"/>
              <p:cNvSpPr>
                <a:spLocks noChangeArrowheads="1"/>
              </p:cNvSpPr>
              <p:nvPr/>
            </p:nvSpPr>
            <p:spPr bwMode="auto">
              <a:xfrm>
                <a:off x="4703599" y="2139945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32" name="Oval 39"/>
              <p:cNvSpPr>
                <a:spLocks noChangeArrowheads="1"/>
              </p:cNvSpPr>
              <p:nvPr/>
            </p:nvSpPr>
            <p:spPr bwMode="auto">
              <a:xfrm>
                <a:off x="4702807" y="2548448"/>
                <a:ext cx="503388" cy="37730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矩形 38"/>
            <p:cNvSpPr/>
            <p:nvPr/>
          </p:nvSpPr>
          <p:spPr bwMode="auto">
            <a:xfrm>
              <a:off x="2202490" y="1349366"/>
              <a:ext cx="2014910" cy="3444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" name="组合 49"/>
          <p:cNvGrpSpPr>
            <a:grpSpLocks/>
          </p:cNvGrpSpPr>
          <p:nvPr/>
        </p:nvGrpSpPr>
        <p:grpSpPr bwMode="auto">
          <a:xfrm>
            <a:off x="587375" y="3089275"/>
            <a:ext cx="5424488" cy="1785938"/>
            <a:chOff x="2147659" y="2857502"/>
            <a:chExt cx="5424737" cy="1785950"/>
          </a:xfrm>
        </p:grpSpPr>
        <p:sp>
          <p:nvSpPr>
            <p:cNvPr id="41" name="矩形 40"/>
            <p:cNvSpPr/>
            <p:nvPr/>
          </p:nvSpPr>
          <p:spPr bwMode="auto">
            <a:xfrm>
              <a:off x="2147659" y="3211517"/>
              <a:ext cx="2014630" cy="3460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不带“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pSp>
          <p:nvGrpSpPr>
            <p:cNvPr id="71694" name="组合 47"/>
            <p:cNvGrpSpPr>
              <a:grpSpLocks/>
            </p:cNvGrpSpPr>
            <p:nvPr/>
          </p:nvGrpSpPr>
          <p:grpSpPr bwMode="auto">
            <a:xfrm>
              <a:off x="2928926" y="2857502"/>
              <a:ext cx="4643470" cy="1785950"/>
              <a:chOff x="2101129" y="3446463"/>
              <a:chExt cx="3596409" cy="1020762"/>
            </a:xfrm>
          </p:grpSpPr>
          <p:sp>
            <p:nvSpPr>
              <p:cNvPr id="72719" name="Oval 10"/>
              <p:cNvSpPr>
                <a:spLocks noChangeArrowheads="1"/>
              </p:cNvSpPr>
              <p:nvPr/>
            </p:nvSpPr>
            <p:spPr bwMode="auto">
              <a:xfrm>
                <a:off x="3249425" y="3929170"/>
                <a:ext cx="360270" cy="27038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696" name="Freeform 11"/>
              <p:cNvSpPr>
                <a:spLocks/>
              </p:cNvSpPr>
              <p:nvPr/>
            </p:nvSpPr>
            <p:spPr bwMode="auto">
              <a:xfrm>
                <a:off x="3264097" y="365366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7" name="Rectangle 12"/>
              <p:cNvSpPr>
                <a:spLocks noChangeArrowheads="1"/>
              </p:cNvSpPr>
              <p:nvPr/>
            </p:nvSpPr>
            <p:spPr bwMode="auto">
              <a:xfrm>
                <a:off x="3176182" y="344646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698" name="Line 13"/>
              <p:cNvSpPr>
                <a:spLocks noChangeShapeType="1"/>
              </p:cNvSpPr>
              <p:nvPr/>
            </p:nvSpPr>
            <p:spPr bwMode="auto">
              <a:xfrm>
                <a:off x="3681083" y="4091527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9" name="Rectangle 14"/>
              <p:cNvSpPr>
                <a:spLocks noChangeArrowheads="1"/>
              </p:cNvSpPr>
              <p:nvPr/>
            </p:nvSpPr>
            <p:spPr bwMode="auto">
              <a:xfrm>
                <a:off x="3649579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</a:t>
                </a:r>
              </a:p>
            </p:txBody>
          </p:sp>
          <p:sp>
            <p:nvSpPr>
              <p:cNvPr id="72724" name="Oval 15"/>
              <p:cNvSpPr>
                <a:spLocks noChangeArrowheads="1"/>
              </p:cNvSpPr>
              <p:nvPr/>
            </p:nvSpPr>
            <p:spPr bwMode="auto">
              <a:xfrm>
                <a:off x="4265066" y="3939151"/>
                <a:ext cx="360270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01" name="Line 16"/>
              <p:cNvSpPr>
                <a:spLocks noChangeShapeType="1"/>
              </p:cNvSpPr>
              <p:nvPr/>
            </p:nvSpPr>
            <p:spPr bwMode="auto">
              <a:xfrm>
                <a:off x="4686893" y="4100652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2" name="Rectangle 17"/>
              <p:cNvSpPr>
                <a:spLocks noChangeArrowheads="1"/>
              </p:cNvSpPr>
              <p:nvPr/>
            </p:nvSpPr>
            <p:spPr bwMode="auto">
              <a:xfrm>
                <a:off x="4686893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1,2</a:t>
                </a:r>
              </a:p>
            </p:txBody>
          </p:sp>
          <p:sp>
            <p:nvSpPr>
              <p:cNvPr id="72727" name="Oval 18"/>
              <p:cNvSpPr>
                <a:spLocks noChangeArrowheads="1"/>
              </p:cNvSpPr>
              <p:nvPr/>
            </p:nvSpPr>
            <p:spPr bwMode="auto">
              <a:xfrm>
                <a:off x="5264723" y="3939151"/>
                <a:ext cx="360269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04" name="Freeform 19"/>
              <p:cNvSpPr>
                <a:spLocks/>
              </p:cNvSpPr>
              <p:nvPr/>
            </p:nvSpPr>
            <p:spPr bwMode="auto">
              <a:xfrm>
                <a:off x="4280204" y="366639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5" name="Rectangle 20"/>
              <p:cNvSpPr>
                <a:spLocks noChangeArrowheads="1"/>
              </p:cNvSpPr>
              <p:nvPr/>
            </p:nvSpPr>
            <p:spPr bwMode="auto">
              <a:xfrm>
                <a:off x="4192289" y="345439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06" name="Line 21"/>
              <p:cNvSpPr>
                <a:spLocks noChangeShapeType="1"/>
              </p:cNvSpPr>
              <p:nvPr/>
            </p:nvSpPr>
            <p:spPr bwMode="auto">
              <a:xfrm>
                <a:off x="2671242" y="4072538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7" name="Rectangle 22"/>
              <p:cNvSpPr>
                <a:spLocks noChangeArrowheads="1"/>
              </p:cNvSpPr>
              <p:nvPr/>
            </p:nvSpPr>
            <p:spPr bwMode="auto">
              <a:xfrm>
                <a:off x="2101129" y="393870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08" name="Freeform 30"/>
              <p:cNvSpPr>
                <a:spLocks/>
              </p:cNvSpPr>
              <p:nvPr/>
            </p:nvSpPr>
            <p:spPr bwMode="auto">
              <a:xfrm>
                <a:off x="5280528" y="3669239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9" name="Rectangle 31"/>
              <p:cNvSpPr>
                <a:spLocks noChangeArrowheads="1"/>
              </p:cNvSpPr>
              <p:nvPr/>
            </p:nvSpPr>
            <p:spPr bwMode="auto">
              <a:xfrm>
                <a:off x="5192612" y="3476424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10" name="Oval 39"/>
              <p:cNvSpPr>
                <a:spLocks noChangeArrowheads="1"/>
              </p:cNvSpPr>
              <p:nvPr/>
            </p:nvSpPr>
            <p:spPr bwMode="auto">
              <a:xfrm>
                <a:off x="5191820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任意多边形 4"/>
              <p:cNvSpPr/>
              <p:nvPr/>
            </p:nvSpPr>
            <p:spPr bwMode="auto">
              <a:xfrm>
                <a:off x="3490425" y="4240389"/>
                <a:ext cx="1993165" cy="226836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12" name="Rectangle 17"/>
              <p:cNvSpPr>
                <a:spLocks noChangeArrowheads="1"/>
              </p:cNvSpPr>
              <p:nvPr/>
            </p:nvSpPr>
            <p:spPr bwMode="auto">
              <a:xfrm>
                <a:off x="4234142" y="4251690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0,1,2</a:t>
                </a:r>
              </a:p>
            </p:txBody>
          </p:sp>
          <p:sp>
            <p:nvSpPr>
              <p:cNvPr id="71713" name="Oval 39"/>
              <p:cNvSpPr>
                <a:spLocks noChangeArrowheads="1"/>
              </p:cNvSpPr>
              <p:nvPr/>
            </p:nvSpPr>
            <p:spPr bwMode="auto">
              <a:xfrm>
                <a:off x="3177770" y="3874205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714" name="Oval 39"/>
              <p:cNvSpPr>
                <a:spLocks noChangeArrowheads="1"/>
              </p:cNvSpPr>
              <p:nvPr/>
            </p:nvSpPr>
            <p:spPr bwMode="auto">
              <a:xfrm>
                <a:off x="4193877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168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1692" name="五边形 4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318250" y="3071813"/>
            <a:ext cx="162718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18249" y="3651870"/>
            <a:ext cx="2533149" cy="4770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18250" y="4217887"/>
            <a:ext cx="2533149" cy="8617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300788" y="2143125"/>
            <a:ext cx="1455737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68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213" y="868363"/>
            <a:ext cx="5927725" cy="631825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例</a:t>
            </a: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带有和不带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的等价性</a:t>
            </a:r>
          </a:p>
        </p:txBody>
      </p:sp>
      <p:grpSp>
        <p:nvGrpSpPr>
          <p:cNvPr id="2" name="组合 48"/>
          <p:cNvGrpSpPr>
            <a:grpSpLocks/>
          </p:cNvGrpSpPr>
          <p:nvPr/>
        </p:nvGrpSpPr>
        <p:grpSpPr bwMode="auto">
          <a:xfrm>
            <a:off x="642938" y="1303338"/>
            <a:ext cx="5297487" cy="1500187"/>
            <a:chOff x="2202490" y="1071552"/>
            <a:chExt cx="5298468" cy="1500198"/>
          </a:xfrm>
        </p:grpSpPr>
        <p:grpSp>
          <p:nvGrpSpPr>
            <p:cNvPr id="71715" name="组合 46"/>
            <p:cNvGrpSpPr>
              <a:grpSpLocks/>
            </p:cNvGrpSpPr>
            <p:nvPr/>
          </p:nvGrpSpPr>
          <p:grpSpPr bwMode="auto">
            <a:xfrm>
              <a:off x="2857488" y="1071552"/>
              <a:ext cx="4643470" cy="1500198"/>
              <a:chOff x="1902792" y="2139945"/>
              <a:chExt cx="3305782" cy="785812"/>
            </a:xfrm>
          </p:grpSpPr>
          <p:sp>
            <p:nvSpPr>
              <p:cNvPr id="72741" name="Oval 10"/>
              <p:cNvSpPr>
                <a:spLocks noChangeArrowheads="1"/>
              </p:cNvSpPr>
              <p:nvPr/>
            </p:nvSpPr>
            <p:spPr bwMode="auto">
              <a:xfrm>
                <a:off x="2974937" y="2602285"/>
                <a:ext cx="360593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718" name="Freeform 11"/>
              <p:cNvSpPr>
                <a:spLocks/>
              </p:cNvSpPr>
              <p:nvPr/>
            </p:nvSpPr>
            <p:spPr bwMode="auto">
              <a:xfrm>
                <a:off x="2993843" y="2381447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9" name="Rectangle 12"/>
              <p:cNvSpPr>
                <a:spLocks noChangeArrowheads="1"/>
              </p:cNvSpPr>
              <p:nvPr/>
            </p:nvSpPr>
            <p:spPr bwMode="auto">
              <a:xfrm>
                <a:off x="2902045" y="2169950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720" name="Line 13"/>
              <p:cNvSpPr>
                <a:spLocks noChangeShapeType="1"/>
              </p:cNvSpPr>
              <p:nvPr/>
            </p:nvSpPr>
            <p:spPr bwMode="auto">
              <a:xfrm>
                <a:off x="3333974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1" name="Rectangle 14"/>
              <p:cNvSpPr>
                <a:spLocks noChangeArrowheads="1"/>
              </p:cNvSpPr>
              <p:nvPr/>
            </p:nvSpPr>
            <p:spPr bwMode="auto">
              <a:xfrm>
                <a:off x="3333974" y="243894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6" name="Oval 15"/>
              <p:cNvSpPr>
                <a:spLocks noChangeArrowheads="1"/>
              </p:cNvSpPr>
              <p:nvPr/>
            </p:nvSpPr>
            <p:spPr bwMode="auto">
              <a:xfrm>
                <a:off x="3839680" y="2602285"/>
                <a:ext cx="35946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23" name="Line 16"/>
              <p:cNvSpPr>
                <a:spLocks noChangeShapeType="1"/>
              </p:cNvSpPr>
              <p:nvPr/>
            </p:nvSpPr>
            <p:spPr bwMode="auto">
              <a:xfrm>
                <a:off x="4197831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4" name="Rectangle 17"/>
              <p:cNvSpPr>
                <a:spLocks noChangeArrowheads="1"/>
              </p:cNvSpPr>
              <p:nvPr/>
            </p:nvSpPr>
            <p:spPr bwMode="auto">
              <a:xfrm>
                <a:off x="4197831" y="2493697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9" name="Oval 18"/>
              <p:cNvSpPr>
                <a:spLocks noChangeArrowheads="1"/>
              </p:cNvSpPr>
              <p:nvPr/>
            </p:nvSpPr>
            <p:spPr bwMode="auto">
              <a:xfrm>
                <a:off x="4775638" y="2602285"/>
                <a:ext cx="36059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26" name="Freeform 19"/>
              <p:cNvSpPr>
                <a:spLocks/>
              </p:cNvSpPr>
              <p:nvPr/>
            </p:nvSpPr>
            <p:spPr bwMode="auto">
              <a:xfrm>
                <a:off x="3863673" y="2384650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7" name="Rectangle 20"/>
              <p:cNvSpPr>
                <a:spLocks noChangeArrowheads="1"/>
              </p:cNvSpPr>
              <p:nvPr/>
            </p:nvSpPr>
            <p:spPr bwMode="auto">
              <a:xfrm>
                <a:off x="3765903" y="2168759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28" name="Line 21"/>
              <p:cNvSpPr>
                <a:spLocks noChangeShapeType="1"/>
              </p:cNvSpPr>
              <p:nvPr/>
            </p:nvSpPr>
            <p:spPr bwMode="auto">
              <a:xfrm>
                <a:off x="2459001" y="2754361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9" name="Rectangle 22"/>
              <p:cNvSpPr>
                <a:spLocks noChangeArrowheads="1"/>
              </p:cNvSpPr>
              <p:nvPr/>
            </p:nvSpPr>
            <p:spPr bwMode="auto">
              <a:xfrm>
                <a:off x="1902792" y="262340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30" name="Freeform 30"/>
              <p:cNvSpPr>
                <a:spLocks/>
              </p:cNvSpPr>
              <p:nvPr/>
            </p:nvSpPr>
            <p:spPr bwMode="auto">
              <a:xfrm>
                <a:off x="4777477" y="2329471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1" name="Rectangle 31"/>
              <p:cNvSpPr>
                <a:spLocks noChangeArrowheads="1"/>
              </p:cNvSpPr>
              <p:nvPr/>
            </p:nvSpPr>
            <p:spPr bwMode="auto">
              <a:xfrm>
                <a:off x="4703599" y="2139945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32" name="Oval 39"/>
              <p:cNvSpPr>
                <a:spLocks noChangeArrowheads="1"/>
              </p:cNvSpPr>
              <p:nvPr/>
            </p:nvSpPr>
            <p:spPr bwMode="auto">
              <a:xfrm>
                <a:off x="4702807" y="2548448"/>
                <a:ext cx="503388" cy="37730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矩形 38"/>
            <p:cNvSpPr/>
            <p:nvPr/>
          </p:nvSpPr>
          <p:spPr bwMode="auto">
            <a:xfrm>
              <a:off x="2202490" y="1349366"/>
              <a:ext cx="2014910" cy="3444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" name="组合 49"/>
          <p:cNvGrpSpPr>
            <a:grpSpLocks/>
          </p:cNvGrpSpPr>
          <p:nvPr/>
        </p:nvGrpSpPr>
        <p:grpSpPr bwMode="auto">
          <a:xfrm>
            <a:off x="587375" y="3089275"/>
            <a:ext cx="5424488" cy="1785938"/>
            <a:chOff x="2147659" y="2857502"/>
            <a:chExt cx="5424737" cy="1785950"/>
          </a:xfrm>
        </p:grpSpPr>
        <p:sp>
          <p:nvSpPr>
            <p:cNvPr id="41" name="矩形 40"/>
            <p:cNvSpPr/>
            <p:nvPr/>
          </p:nvSpPr>
          <p:spPr bwMode="auto">
            <a:xfrm>
              <a:off x="2147659" y="3211517"/>
              <a:ext cx="2014630" cy="3460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不带“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pSp>
          <p:nvGrpSpPr>
            <p:cNvPr id="71694" name="组合 47"/>
            <p:cNvGrpSpPr>
              <a:grpSpLocks/>
            </p:cNvGrpSpPr>
            <p:nvPr/>
          </p:nvGrpSpPr>
          <p:grpSpPr bwMode="auto">
            <a:xfrm>
              <a:off x="2928926" y="2857502"/>
              <a:ext cx="4643470" cy="1785950"/>
              <a:chOff x="2101129" y="3446463"/>
              <a:chExt cx="3596409" cy="1020762"/>
            </a:xfrm>
          </p:grpSpPr>
          <p:sp>
            <p:nvSpPr>
              <p:cNvPr id="72719" name="Oval 10"/>
              <p:cNvSpPr>
                <a:spLocks noChangeArrowheads="1"/>
              </p:cNvSpPr>
              <p:nvPr/>
            </p:nvSpPr>
            <p:spPr bwMode="auto">
              <a:xfrm>
                <a:off x="3249425" y="3929170"/>
                <a:ext cx="360270" cy="27038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696" name="Freeform 11"/>
              <p:cNvSpPr>
                <a:spLocks/>
              </p:cNvSpPr>
              <p:nvPr/>
            </p:nvSpPr>
            <p:spPr bwMode="auto">
              <a:xfrm>
                <a:off x="3264097" y="365366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7" name="Rectangle 12"/>
              <p:cNvSpPr>
                <a:spLocks noChangeArrowheads="1"/>
              </p:cNvSpPr>
              <p:nvPr/>
            </p:nvSpPr>
            <p:spPr bwMode="auto">
              <a:xfrm>
                <a:off x="3176182" y="344646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698" name="Line 13"/>
              <p:cNvSpPr>
                <a:spLocks noChangeShapeType="1"/>
              </p:cNvSpPr>
              <p:nvPr/>
            </p:nvSpPr>
            <p:spPr bwMode="auto">
              <a:xfrm>
                <a:off x="3681083" y="4091527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9" name="Rectangle 14"/>
              <p:cNvSpPr>
                <a:spLocks noChangeArrowheads="1"/>
              </p:cNvSpPr>
              <p:nvPr/>
            </p:nvSpPr>
            <p:spPr bwMode="auto">
              <a:xfrm>
                <a:off x="3649579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</a:t>
                </a:r>
              </a:p>
            </p:txBody>
          </p:sp>
          <p:sp>
            <p:nvSpPr>
              <p:cNvPr id="72724" name="Oval 15"/>
              <p:cNvSpPr>
                <a:spLocks noChangeArrowheads="1"/>
              </p:cNvSpPr>
              <p:nvPr/>
            </p:nvSpPr>
            <p:spPr bwMode="auto">
              <a:xfrm>
                <a:off x="4265066" y="3939151"/>
                <a:ext cx="360270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01" name="Line 16"/>
              <p:cNvSpPr>
                <a:spLocks noChangeShapeType="1"/>
              </p:cNvSpPr>
              <p:nvPr/>
            </p:nvSpPr>
            <p:spPr bwMode="auto">
              <a:xfrm>
                <a:off x="4686893" y="4100652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2" name="Rectangle 17"/>
              <p:cNvSpPr>
                <a:spLocks noChangeArrowheads="1"/>
              </p:cNvSpPr>
              <p:nvPr/>
            </p:nvSpPr>
            <p:spPr bwMode="auto">
              <a:xfrm>
                <a:off x="4686893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1,2</a:t>
                </a:r>
              </a:p>
            </p:txBody>
          </p:sp>
          <p:sp>
            <p:nvSpPr>
              <p:cNvPr id="72727" name="Oval 18"/>
              <p:cNvSpPr>
                <a:spLocks noChangeArrowheads="1"/>
              </p:cNvSpPr>
              <p:nvPr/>
            </p:nvSpPr>
            <p:spPr bwMode="auto">
              <a:xfrm>
                <a:off x="5264723" y="3939151"/>
                <a:ext cx="360269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04" name="Freeform 19"/>
              <p:cNvSpPr>
                <a:spLocks/>
              </p:cNvSpPr>
              <p:nvPr/>
            </p:nvSpPr>
            <p:spPr bwMode="auto">
              <a:xfrm>
                <a:off x="4280204" y="366639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5" name="Rectangle 20"/>
              <p:cNvSpPr>
                <a:spLocks noChangeArrowheads="1"/>
              </p:cNvSpPr>
              <p:nvPr/>
            </p:nvSpPr>
            <p:spPr bwMode="auto">
              <a:xfrm>
                <a:off x="4192289" y="345439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06" name="Line 21"/>
              <p:cNvSpPr>
                <a:spLocks noChangeShapeType="1"/>
              </p:cNvSpPr>
              <p:nvPr/>
            </p:nvSpPr>
            <p:spPr bwMode="auto">
              <a:xfrm>
                <a:off x="2671242" y="4072538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7" name="Rectangle 22"/>
              <p:cNvSpPr>
                <a:spLocks noChangeArrowheads="1"/>
              </p:cNvSpPr>
              <p:nvPr/>
            </p:nvSpPr>
            <p:spPr bwMode="auto">
              <a:xfrm>
                <a:off x="2101129" y="393870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08" name="Freeform 30"/>
              <p:cNvSpPr>
                <a:spLocks/>
              </p:cNvSpPr>
              <p:nvPr/>
            </p:nvSpPr>
            <p:spPr bwMode="auto">
              <a:xfrm>
                <a:off x="5280528" y="3669239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9" name="Rectangle 31"/>
              <p:cNvSpPr>
                <a:spLocks noChangeArrowheads="1"/>
              </p:cNvSpPr>
              <p:nvPr/>
            </p:nvSpPr>
            <p:spPr bwMode="auto">
              <a:xfrm>
                <a:off x="5192612" y="3476424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10" name="Oval 39"/>
              <p:cNvSpPr>
                <a:spLocks noChangeArrowheads="1"/>
              </p:cNvSpPr>
              <p:nvPr/>
            </p:nvSpPr>
            <p:spPr bwMode="auto">
              <a:xfrm>
                <a:off x="5191820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任意多边形 4"/>
              <p:cNvSpPr/>
              <p:nvPr/>
            </p:nvSpPr>
            <p:spPr bwMode="auto">
              <a:xfrm>
                <a:off x="3490425" y="4240389"/>
                <a:ext cx="1993165" cy="226836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12" name="Rectangle 17"/>
              <p:cNvSpPr>
                <a:spLocks noChangeArrowheads="1"/>
              </p:cNvSpPr>
              <p:nvPr/>
            </p:nvSpPr>
            <p:spPr bwMode="auto">
              <a:xfrm>
                <a:off x="4234142" y="4251690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0,1,2</a:t>
                </a:r>
              </a:p>
            </p:txBody>
          </p:sp>
          <p:sp>
            <p:nvSpPr>
              <p:cNvPr id="71713" name="Oval 39"/>
              <p:cNvSpPr>
                <a:spLocks noChangeArrowheads="1"/>
              </p:cNvSpPr>
              <p:nvPr/>
            </p:nvSpPr>
            <p:spPr bwMode="auto">
              <a:xfrm>
                <a:off x="3177770" y="3874205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714" name="Oval 39"/>
              <p:cNvSpPr>
                <a:spLocks noChangeArrowheads="1"/>
              </p:cNvSpPr>
              <p:nvPr/>
            </p:nvSpPr>
            <p:spPr bwMode="auto">
              <a:xfrm>
                <a:off x="4193877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168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1692" name="五边形 4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318250" y="2859782"/>
            <a:ext cx="162718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18250" y="3363838"/>
            <a:ext cx="2585268" cy="8463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以外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18250" y="4245644"/>
            <a:ext cx="2585268" cy="8463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0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以外</a:t>
            </a:r>
            <a:endParaRPr lang="zh-CN" altLang="en-US" sz="24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300788" y="2143125"/>
            <a:ext cx="1455737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8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5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409575" y="714375"/>
            <a:ext cx="8520113" cy="1928813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输入：以文件结束符</a:t>
            </a:r>
            <a:r>
              <a:rPr lang="en-US" altLang="zh-CN" sz="2500" b="1" dirty="0" err="1">
                <a:solidFill>
                  <a:schemeClr val="tx1"/>
                </a:solidFill>
              </a:rPr>
              <a:t>eof</a:t>
            </a:r>
            <a:r>
              <a:rPr lang="zh-CN" altLang="en-US" sz="2500" b="1" dirty="0">
                <a:solidFill>
                  <a:schemeClr val="tx1"/>
                </a:solidFill>
              </a:rPr>
              <a:t>结尾的字符串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。</a:t>
            </a:r>
            <a:r>
              <a:rPr lang="en-US" altLang="zh-CN" sz="2500" b="1" i="1" dirty="0">
                <a:solidFill>
                  <a:schemeClr val="tx1"/>
                </a:solidFill>
              </a:rPr>
              <a:t>DFA D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</a:rPr>
              <a:t>的开始状态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</a:t>
            </a:r>
            <a:r>
              <a:rPr lang="en-US" altLang="zh-CN" sz="2500" b="1" i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</a:t>
            </a:r>
            <a:r>
              <a:rPr lang="zh-CN" altLang="en-US" sz="2500" b="1" dirty="0">
                <a:solidFill>
                  <a:schemeClr val="tx1"/>
                </a:solidFill>
              </a:rPr>
              <a:t>，接收状态集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</a:t>
            </a:r>
            <a:r>
              <a:rPr lang="zh-CN" altLang="en-US" sz="2500" b="1" dirty="0">
                <a:solidFill>
                  <a:schemeClr val="tx1"/>
                </a:solidFill>
              </a:rPr>
              <a:t>，转换函数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move</a:t>
            </a:r>
            <a:r>
              <a:rPr lang="zh-CN" altLang="en-US" sz="2500" b="1" dirty="0">
                <a:solidFill>
                  <a:schemeClr val="tx1"/>
                </a:solidFill>
              </a:rPr>
              <a:t>。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输出：如果 </a:t>
            </a:r>
            <a:r>
              <a:rPr lang="en-US" altLang="zh-CN" sz="2500" b="1" i="1" dirty="0">
                <a:solidFill>
                  <a:schemeClr val="tx1"/>
                </a:solidFill>
              </a:rPr>
              <a:t>D</a:t>
            </a:r>
            <a:r>
              <a:rPr lang="zh-CN" altLang="en-US" sz="2500" b="1" dirty="0">
                <a:solidFill>
                  <a:schemeClr val="tx1"/>
                </a:solidFill>
              </a:rPr>
              <a:t>接收 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，则回答“</a:t>
            </a:r>
            <a:r>
              <a:rPr lang="en-US" altLang="zh-CN" sz="2500" b="1" i="1" dirty="0">
                <a:solidFill>
                  <a:schemeClr val="tx1"/>
                </a:solidFill>
              </a:rPr>
              <a:t>yes</a:t>
            </a:r>
            <a:r>
              <a:rPr lang="en-US" altLang="zh-CN" sz="2500" b="1" dirty="0">
                <a:solidFill>
                  <a:schemeClr val="tx1"/>
                </a:solidFill>
              </a:rPr>
              <a:t>”</a:t>
            </a:r>
            <a:r>
              <a:rPr lang="zh-CN" altLang="en-US" sz="2500" b="1" dirty="0">
                <a:solidFill>
                  <a:schemeClr val="tx1"/>
                </a:solidFill>
              </a:rPr>
              <a:t>，否则回答“</a:t>
            </a:r>
            <a:r>
              <a:rPr lang="en-US" altLang="zh-CN" sz="2500" b="1" i="1" dirty="0">
                <a:solidFill>
                  <a:schemeClr val="tx1"/>
                </a:solidFill>
              </a:rPr>
              <a:t>no</a:t>
            </a:r>
            <a:r>
              <a:rPr lang="en-US" altLang="zh-CN" sz="2500" b="1" dirty="0">
                <a:solidFill>
                  <a:schemeClr val="tx1"/>
                </a:solidFill>
              </a:rPr>
              <a:t>”</a:t>
            </a:r>
            <a:r>
              <a:rPr lang="zh-CN" altLang="en-US" sz="2500" b="1" dirty="0">
                <a:solidFill>
                  <a:schemeClr val="tx1"/>
                </a:solidFill>
              </a:rPr>
              <a:t>。</a:t>
            </a:r>
          </a:p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方法：将下述算法应用于输入串 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。 </a:t>
            </a:r>
          </a:p>
        </p:txBody>
      </p:sp>
      <p:sp>
        <p:nvSpPr>
          <p:cNvPr id="409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DFA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是否接受输入符号串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的算法实现</a:t>
            </a:r>
          </a:p>
        </p:txBody>
      </p:sp>
      <p:grpSp>
        <p:nvGrpSpPr>
          <p:cNvPr id="7373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3736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571500" y="2500313"/>
            <a:ext cx="3295650" cy="2428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  <a:ea typeface="+mn-ea"/>
              </a:rPr>
              <a:t>s =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2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200" b="1" i="1" baseline="-25000" dirty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altLang="zh-CN" sz="2200" b="1" dirty="0">
                <a:latin typeface="Times New Roman" panose="02020603050405020304" pitchFamily="18" charset="0"/>
              </a:rPr>
              <a:t>;</a:t>
            </a:r>
            <a:endParaRPr lang="en-US" altLang="zh-CN" sz="2200" b="1" i="1" baseline="-25000" dirty="0">
              <a:latin typeface="Times New Roman" pitchFamily="18" charset="0"/>
              <a:cs typeface="Times New Roman" pitchFamily="18" charset="0"/>
            </a:endParaRP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c = 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nextCha</a:t>
            </a:r>
            <a:r>
              <a:rPr lang="en-US" altLang="zh-CN" sz="2200" b="1" i="1" spc="-300" dirty="0" err="1">
                <a:latin typeface="Times New Roman" panose="02020603050405020304" pitchFamily="18" charset="0"/>
              </a:rPr>
              <a:t>r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（）</a:t>
            </a:r>
            <a:r>
              <a:rPr lang="en-US" altLang="zh-CN" sz="2200" b="1" dirty="0">
                <a:latin typeface="Times New Roman" panose="02020603050405020304" pitchFamily="18" charset="0"/>
              </a:rPr>
              <a:t>;</a:t>
            </a: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whil</a:t>
            </a:r>
            <a:r>
              <a:rPr lang="en-US" altLang="zh-CN" sz="2200" b="1" spc="-300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e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（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200" b="1" dirty="0">
                <a:latin typeface="Times New Roman" panose="02020603050405020304" pitchFamily="18" charset="0"/>
              </a:rPr>
              <a:t>!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= </a:t>
            </a:r>
            <a:r>
              <a:rPr lang="en-US" altLang="zh-CN" sz="2200" b="1" dirty="0" err="1">
                <a:latin typeface="Times New Roman" panose="02020603050405020304" pitchFamily="18" charset="0"/>
              </a:rPr>
              <a:t>eof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200" b="1" spc="-1000" dirty="0">
                <a:latin typeface="Times New Roman" panose="02020603050405020304" pitchFamily="18" charset="0"/>
              </a:rPr>
              <a:t>）｛</a:t>
            </a:r>
            <a:endParaRPr lang="en-US" altLang="zh-CN" sz="2200" b="1" spc="-1000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              s = move </a:t>
            </a:r>
            <a:r>
              <a:rPr lang="en-US" altLang="zh-CN" sz="2200" b="1" dirty="0">
                <a:latin typeface="Times New Roman" panose="02020603050405020304" pitchFamily="18" charset="0"/>
              </a:rPr>
              <a:t>(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s , c </a:t>
            </a:r>
            <a:r>
              <a:rPr lang="en-US" altLang="zh-CN" sz="2200" b="1" dirty="0">
                <a:latin typeface="Times New Roman" panose="02020603050405020304" pitchFamily="18" charset="0"/>
              </a:rPr>
              <a:t>) ;</a:t>
            </a:r>
            <a:endParaRPr lang="en-US" altLang="zh-CN" sz="2200" b="1" spc="-300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              c = 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nextChar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</a:rPr>
              <a:t>( ) ;</a:t>
            </a: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200" b="1" spc="-300" dirty="0">
                <a:latin typeface="Times New Roman" panose="02020603050405020304" pitchFamily="18" charset="0"/>
              </a:rPr>
              <a:t>｝</a:t>
            </a:r>
            <a:endParaRPr lang="en-US" altLang="zh-CN" sz="2200" b="1" spc="-300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dirty="0">
                <a:latin typeface="Times New Roman" panose="02020603050405020304" pitchFamily="18" charset="0"/>
              </a:rPr>
              <a:t>if (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200" b="1" dirty="0">
                <a:latin typeface="+mn-ea"/>
                <a:ea typeface="+mn-ea"/>
              </a:rPr>
              <a:t>在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200" b="1" dirty="0">
                <a:latin typeface="+mn-ea"/>
                <a:ea typeface="+mn-ea"/>
              </a:rPr>
              <a:t>中</a:t>
            </a:r>
            <a:r>
              <a:rPr lang="en-US" altLang="zh-CN" sz="2200" b="1" dirty="0">
                <a:latin typeface="Times New Roman" panose="02020603050405020304" pitchFamily="18" charset="0"/>
              </a:rPr>
              <a:t>) return</a:t>
            </a:r>
            <a:r>
              <a:rPr lang="zh-CN" altLang="en-US" sz="2200" b="1" dirty="0">
                <a:latin typeface="Times New Roman" panose="02020603050405020304" pitchFamily="18" charset="0"/>
              </a:rPr>
              <a:t>“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yes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”</a:t>
            </a:r>
            <a:r>
              <a:rPr lang="en-US" altLang="zh-CN" sz="2200" b="1" spc="-300" dirty="0">
                <a:latin typeface="Times New Roman" panose="02020603050405020304" pitchFamily="18" charset="0"/>
              </a:rPr>
              <a:t> ;</a:t>
            </a: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dirty="0">
                <a:latin typeface="Times New Roman" panose="02020603050405020304" pitchFamily="18" charset="0"/>
              </a:rPr>
              <a:t>else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 </a:t>
            </a:r>
            <a:r>
              <a:rPr lang="en-US" altLang="zh-CN" sz="2200" b="1" dirty="0">
                <a:latin typeface="Times New Roman" panose="02020603050405020304" pitchFamily="18" charset="0"/>
              </a:rPr>
              <a:t>return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</a:rPr>
              <a:t>“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no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”</a:t>
            </a:r>
            <a:r>
              <a:rPr lang="en-US" altLang="zh-CN" sz="2200" b="1" spc="-300" dirty="0">
                <a:latin typeface="Times New Roman" panose="02020603050405020304" pitchFamily="18" charset="0"/>
              </a:rPr>
              <a:t> ;</a:t>
            </a:r>
            <a:endParaRPr lang="zh-CN" altLang="en-US" sz="2200" b="1" spc="-3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71938" y="3024188"/>
            <a:ext cx="4573587" cy="15478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285750" indent="-285750">
              <a:spcBef>
                <a:spcPct val="3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nextChar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)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返回输入串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的下一个符号</a:t>
            </a:r>
            <a:endParaRPr lang="en-US" altLang="zh-CN" sz="22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3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move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表示从状态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出发，沿着标记为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的边所能到达的状态</a:t>
            </a:r>
            <a:endParaRPr lang="en-US" altLang="zh-CN" sz="22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3.5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从正则表达式到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DFA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49325" y="2881313"/>
            <a:ext cx="865188" cy="398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RE</a:t>
            </a:r>
            <a:endParaRPr lang="zh-CN" altLang="en-US" sz="2500" b="1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229350" y="2881313"/>
            <a:ext cx="863600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DFA</a:t>
            </a:r>
            <a:endParaRPr lang="zh-CN" altLang="en-US" sz="2500" b="1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79877" name="矩形 8"/>
          <p:cNvSpPr>
            <a:spLocks noChangeArrowheads="1"/>
          </p:cNvSpPr>
          <p:nvPr/>
        </p:nvSpPr>
        <p:spPr bwMode="auto">
          <a:xfrm>
            <a:off x="323850" y="3379788"/>
            <a:ext cx="169386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30000"/>
              </a:spcBef>
            </a:pPr>
            <a:r>
              <a:rPr lang="en-US" altLang="zh-CN" sz="2200" b="1" i="1">
                <a:latin typeface="Times New Roman" panose="02020603050405020304" pitchFamily="18" charset="0"/>
              </a:rPr>
              <a:t>r </a:t>
            </a:r>
            <a:r>
              <a:rPr lang="en-US" altLang="zh-CN" sz="2200" b="1">
                <a:latin typeface="Times New Roman" panose="02020603050405020304" pitchFamily="18" charset="0"/>
              </a:rPr>
              <a:t>= 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a|b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)*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abb</a:t>
            </a:r>
          </a:p>
        </p:txBody>
      </p:sp>
      <p:cxnSp>
        <p:nvCxnSpPr>
          <p:cNvPr id="13" name="直接箭头连接符 12"/>
          <p:cNvCxnSpPr>
            <a:stCxn id="4" idx="3"/>
            <a:endCxn id="8" idx="1"/>
          </p:cNvCxnSpPr>
          <p:nvPr/>
        </p:nvCxnSpPr>
        <p:spPr>
          <a:xfrm>
            <a:off x="1814513" y="3081338"/>
            <a:ext cx="44148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879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9887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pic>
        <p:nvPicPr>
          <p:cNvPr id="79880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075" y="3336925"/>
            <a:ext cx="497840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6"/>
          <p:cNvGrpSpPr>
            <a:grpSpLocks/>
          </p:cNvGrpSpPr>
          <p:nvPr/>
        </p:nvGrpSpPr>
        <p:grpSpPr bwMode="auto">
          <a:xfrm>
            <a:off x="1427163" y="771525"/>
            <a:ext cx="5232400" cy="2157413"/>
            <a:chOff x="1426741" y="771550"/>
            <a:chExt cx="5233491" cy="2157389"/>
          </a:xfrm>
        </p:grpSpPr>
        <p:sp>
          <p:nvSpPr>
            <p:cNvPr id="6" name="矩形 5"/>
            <p:cNvSpPr/>
            <p:nvPr/>
          </p:nvSpPr>
          <p:spPr bwMode="auto">
            <a:xfrm>
              <a:off x="3563962" y="2146310"/>
              <a:ext cx="863780" cy="40004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5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</a:rPr>
                <a:t>NFA</a:t>
              </a:r>
              <a:endParaRPr lang="zh-CN" altLang="en-US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</a:endParaRPr>
            </a:p>
          </p:txBody>
        </p:sp>
        <p:cxnSp>
          <p:nvCxnSpPr>
            <p:cNvPr id="19" name="直接箭头连接符 18"/>
            <p:cNvCxnSpPr>
              <a:endCxn id="6" idx="1"/>
            </p:cNvCxnSpPr>
            <p:nvPr/>
          </p:nvCxnSpPr>
          <p:spPr>
            <a:xfrm flipV="1">
              <a:off x="1777651" y="2346332"/>
              <a:ext cx="1786310" cy="51116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6" idx="3"/>
            </p:cNvCxnSpPr>
            <p:nvPr/>
          </p:nvCxnSpPr>
          <p:spPr>
            <a:xfrm>
              <a:off x="4427742" y="2346332"/>
              <a:ext cx="1787898" cy="582607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885" name="图片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6741" y="771550"/>
              <a:ext cx="5233491" cy="1314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内容占位符 2"/>
          <p:cNvSpPr>
            <a:spLocks noGrp="1"/>
          </p:cNvSpPr>
          <p:nvPr>
            <p:ph idx="1"/>
          </p:nvPr>
        </p:nvSpPr>
        <p:spPr>
          <a:xfrm>
            <a:off x="428625" y="1000125"/>
            <a:ext cx="7700963" cy="32258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</a:rPr>
              <a:t> </a:t>
            </a:r>
            <a:r>
              <a:rPr lang="en-US" altLang="zh-CN" sz="2800" b="1" i="1">
                <a:solidFill>
                  <a:srgbClr val="FF0000"/>
                </a:solidFill>
                <a:ea typeface="楷体_GB2312"/>
                <a:cs typeface="楷体_GB2312"/>
              </a:rPr>
              <a:t>ε</a:t>
            </a:r>
            <a:r>
              <a:rPr lang="zh-CN" altLang="en-US" sz="2800" b="1">
                <a:solidFill>
                  <a:schemeClr val="tx1"/>
                </a:solidFill>
              </a:rPr>
              <a:t>对应的</a:t>
            </a:r>
            <a:r>
              <a:rPr lang="en-US" altLang="zh-CN" sz="2800" b="1" i="1">
                <a:solidFill>
                  <a:schemeClr val="tx1"/>
                </a:solidFill>
              </a:rPr>
              <a:t>NFA</a:t>
            </a: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sz="2800" b="1">
              <a:solidFill>
                <a:schemeClr val="tx1"/>
              </a:solidFill>
            </a:endParaRP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sz="2800" b="1">
              <a:solidFill>
                <a:schemeClr val="tx1"/>
              </a:solidFill>
            </a:endParaRP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sz="2800" b="1">
              <a:solidFill>
                <a:schemeClr val="tx1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</a:rPr>
              <a:t>字母表</a:t>
            </a:r>
            <a:r>
              <a:rPr lang="en-US" altLang="zh-CN" sz="2800" b="1" i="1">
                <a:solidFill>
                  <a:schemeClr val="tx1"/>
                </a:solidFill>
              </a:rPr>
              <a:t>Σ</a:t>
            </a:r>
            <a:r>
              <a:rPr lang="zh-CN" altLang="en-US" sz="2800" b="1">
                <a:solidFill>
                  <a:schemeClr val="tx1"/>
                </a:solidFill>
              </a:rPr>
              <a:t>中符号</a:t>
            </a:r>
            <a:r>
              <a:rPr lang="en-US" altLang="zh-CN" sz="2800" b="1" i="1">
                <a:solidFill>
                  <a:srgbClr val="FF0000"/>
                </a:solidFill>
              </a:rPr>
              <a:t>a</a:t>
            </a:r>
            <a:r>
              <a:rPr lang="zh-CN" altLang="en-US" sz="2800" b="1">
                <a:solidFill>
                  <a:schemeClr val="tx1"/>
                </a:solidFill>
              </a:rPr>
              <a:t>对应的</a:t>
            </a:r>
            <a:r>
              <a:rPr lang="en-US" altLang="zh-CN" sz="2800" b="1" i="1">
                <a:solidFill>
                  <a:schemeClr val="tx1"/>
                </a:solidFill>
              </a:rPr>
              <a:t>NFA</a:t>
            </a:r>
          </a:p>
        </p:txBody>
      </p:sp>
      <p:sp>
        <p:nvSpPr>
          <p:cNvPr id="52228" name="标题 3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en-US" altLang="zh-CN" sz="3000" i="1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RE 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构造</a:t>
            </a:r>
            <a:r>
              <a:rPr lang="en-US" altLang="zh-CN" sz="3000" i="1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244600" y="1812925"/>
            <a:ext cx="3338513" cy="830263"/>
            <a:chOff x="3131840" y="3373964"/>
            <a:chExt cx="3026835" cy="731068"/>
          </a:xfrm>
        </p:grpSpPr>
        <p:sp>
          <p:nvSpPr>
            <p:cNvPr id="81936" name="Oval 10"/>
            <p:cNvSpPr>
              <a:spLocks noChangeArrowheads="1"/>
            </p:cNvSpPr>
            <p:nvPr/>
          </p:nvSpPr>
          <p:spPr bwMode="auto">
            <a:xfrm>
              <a:off x="4164103" y="3504029"/>
              <a:ext cx="559721" cy="52056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500" b="1" i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81937" name="Line 13"/>
            <p:cNvSpPr>
              <a:spLocks noChangeShapeType="1"/>
            </p:cNvSpPr>
            <p:nvPr/>
          </p:nvSpPr>
          <p:spPr bwMode="auto">
            <a:xfrm>
              <a:off x="4723825" y="3768596"/>
              <a:ext cx="659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8" name="Rectangle 14"/>
            <p:cNvSpPr>
              <a:spLocks noChangeArrowheads="1"/>
            </p:cNvSpPr>
            <p:nvPr/>
          </p:nvSpPr>
          <p:spPr bwMode="auto">
            <a:xfrm>
              <a:off x="4711933" y="3373964"/>
              <a:ext cx="659634" cy="415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ε</a:t>
              </a:r>
              <a:endParaRPr lang="en-US" altLang="zh-CN" sz="25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81939" name="Oval 15"/>
            <p:cNvSpPr>
              <a:spLocks noChangeArrowheads="1"/>
            </p:cNvSpPr>
            <p:nvPr/>
          </p:nvSpPr>
          <p:spPr bwMode="auto">
            <a:xfrm>
              <a:off x="5481833" y="3494665"/>
              <a:ext cx="566843" cy="5205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500" b="1" i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</a:p>
          </p:txBody>
        </p:sp>
        <p:sp>
          <p:nvSpPr>
            <p:cNvPr id="81940" name="Rectangle 22"/>
            <p:cNvSpPr>
              <a:spLocks noChangeArrowheads="1"/>
            </p:cNvSpPr>
            <p:nvPr/>
          </p:nvSpPr>
          <p:spPr bwMode="auto">
            <a:xfrm>
              <a:off x="3131840" y="3538847"/>
              <a:ext cx="659767" cy="414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1941" name="Line 21"/>
            <p:cNvSpPr>
              <a:spLocks noChangeShapeType="1"/>
            </p:cNvSpPr>
            <p:nvPr/>
          </p:nvSpPr>
          <p:spPr bwMode="auto">
            <a:xfrm flipV="1">
              <a:off x="3791607" y="3766199"/>
              <a:ext cx="329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2" name="Oval 39"/>
            <p:cNvSpPr>
              <a:spLocks noChangeArrowheads="1"/>
            </p:cNvSpPr>
            <p:nvPr/>
          </p:nvSpPr>
          <p:spPr bwMode="auto">
            <a:xfrm>
              <a:off x="5371567" y="3378077"/>
              <a:ext cx="787108" cy="72695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7"/>
          <p:cNvGrpSpPr>
            <a:grpSpLocks/>
          </p:cNvGrpSpPr>
          <p:nvPr/>
        </p:nvGrpSpPr>
        <p:grpSpPr bwMode="auto">
          <a:xfrm>
            <a:off x="1339850" y="3643313"/>
            <a:ext cx="3294063" cy="857250"/>
            <a:chOff x="3227737" y="3199654"/>
            <a:chExt cx="3293528" cy="1144483"/>
          </a:xfrm>
        </p:grpSpPr>
        <p:sp>
          <p:nvSpPr>
            <p:cNvPr id="81929" name="Oval 10"/>
            <p:cNvSpPr>
              <a:spLocks noChangeArrowheads="1"/>
            </p:cNvSpPr>
            <p:nvPr/>
          </p:nvSpPr>
          <p:spPr bwMode="auto">
            <a:xfrm>
              <a:off x="4367793" y="3428987"/>
              <a:ext cx="591326" cy="70620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500" b="1" i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81930" name="Line 13"/>
            <p:cNvSpPr>
              <a:spLocks noChangeShapeType="1"/>
            </p:cNvSpPr>
            <p:nvPr/>
          </p:nvSpPr>
          <p:spPr bwMode="auto">
            <a:xfrm>
              <a:off x="4959119" y="3768594"/>
              <a:ext cx="659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1" name="Rectangle 14"/>
            <p:cNvSpPr>
              <a:spLocks noChangeArrowheads="1"/>
            </p:cNvSpPr>
            <p:nvPr/>
          </p:nvSpPr>
          <p:spPr bwMode="auto">
            <a:xfrm>
              <a:off x="4887678" y="3199654"/>
              <a:ext cx="659634" cy="415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sz="25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1932" name="Oval 15"/>
            <p:cNvSpPr>
              <a:spLocks noChangeArrowheads="1"/>
            </p:cNvSpPr>
            <p:nvPr/>
          </p:nvSpPr>
          <p:spPr bwMode="auto">
            <a:xfrm>
              <a:off x="5756606" y="3403932"/>
              <a:ext cx="643043" cy="79204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500" b="1" i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</a:p>
          </p:txBody>
        </p:sp>
        <p:sp>
          <p:nvSpPr>
            <p:cNvPr id="81933" name="Rectangle 22"/>
            <p:cNvSpPr>
              <a:spLocks noChangeArrowheads="1"/>
            </p:cNvSpPr>
            <p:nvPr/>
          </p:nvSpPr>
          <p:spPr bwMode="auto">
            <a:xfrm>
              <a:off x="3227737" y="3559290"/>
              <a:ext cx="659767" cy="414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1934" name="Line 21"/>
            <p:cNvSpPr>
              <a:spLocks noChangeShapeType="1"/>
            </p:cNvSpPr>
            <p:nvPr/>
          </p:nvSpPr>
          <p:spPr bwMode="auto">
            <a:xfrm flipV="1">
              <a:off x="3986266" y="3766195"/>
              <a:ext cx="329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5" name="Oval 39"/>
            <p:cNvSpPr>
              <a:spLocks noChangeArrowheads="1"/>
            </p:cNvSpPr>
            <p:nvPr/>
          </p:nvSpPr>
          <p:spPr bwMode="auto">
            <a:xfrm>
              <a:off x="5644622" y="3254746"/>
              <a:ext cx="876643" cy="10893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1926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2" name="五边形 2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1928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4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4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4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3913188" y="508000"/>
            <a:ext cx="4835525" cy="968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2941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571500"/>
            <a:ext cx="5927725" cy="4794250"/>
          </a:xfrm>
        </p:spPr>
        <p:txBody>
          <a:bodyPr rtlCol="0"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3000" b="1" dirty="0">
                <a:solidFill>
                  <a:schemeClr val="tx1"/>
                </a:solidFill>
                <a:ea typeface="楷体_GB2312"/>
                <a:cs typeface="楷体_GB2312"/>
              </a:rPr>
              <a:t>= 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zh-CN" altLang="en-US" sz="2800" b="1" dirty="0">
                <a:solidFill>
                  <a:prstClr val="black"/>
                </a:solidFill>
              </a:rPr>
              <a:t>对应的</a:t>
            </a:r>
            <a:r>
              <a:rPr lang="en-US" altLang="zh-CN" sz="2800" b="1" i="1" dirty="0">
                <a:solidFill>
                  <a:prstClr val="black"/>
                </a:solidFill>
              </a:rPr>
              <a:t>NFA</a:t>
            </a:r>
            <a:endParaRPr lang="en-US" altLang="zh-CN" sz="30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0" indent="0" eaLnBrk="1" fontAlgn="auto" hangingPunct="1">
              <a:spcAft>
                <a:spcPts val="0"/>
              </a:spcAft>
              <a:buFont typeface="Symbol" panose="05050102010706020507" pitchFamily="18" charset="2"/>
              <a:buNone/>
              <a:defRPr/>
            </a:pPr>
            <a:endParaRPr lang="en-US" altLang="zh-CN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endParaRPr lang="en-US" altLang="zh-CN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3000" b="1" dirty="0">
                <a:solidFill>
                  <a:schemeClr val="tx1"/>
                </a:solidFill>
                <a:ea typeface="楷体_GB2312"/>
                <a:cs typeface="楷体_GB2312"/>
              </a:rPr>
              <a:t>= 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|r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zh-CN" altLang="en-US" sz="2800" b="1" dirty="0">
                <a:solidFill>
                  <a:prstClr val="black"/>
                </a:solidFill>
              </a:rPr>
              <a:t>对应的</a:t>
            </a:r>
            <a:r>
              <a:rPr lang="en-US" altLang="zh-CN" sz="2800" b="1" i="1" dirty="0">
                <a:solidFill>
                  <a:prstClr val="black"/>
                </a:solidFill>
              </a:rPr>
              <a:t>NFA</a:t>
            </a:r>
            <a:endParaRPr lang="en-US" altLang="zh-CN" sz="3000" b="1" i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0" indent="0" eaLnBrk="1" fontAlgn="auto" hangingPunct="1">
              <a:spcAft>
                <a:spcPts val="0"/>
              </a:spcAft>
              <a:buFont typeface="Symbol" panose="05050102010706020507" pitchFamily="18" charset="2"/>
              <a:buNone/>
              <a:defRPr/>
            </a:pPr>
            <a:endParaRPr lang="en-US" altLang="zh-CN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0" indent="0" eaLnBrk="1" fontAlgn="auto" hangingPunct="1">
              <a:spcAft>
                <a:spcPts val="0"/>
              </a:spcAft>
              <a:buFont typeface="Symbol" panose="05050102010706020507" pitchFamily="18" charset="2"/>
              <a:buNone/>
              <a:defRPr/>
            </a:pPr>
            <a:endParaRPr lang="en-US" altLang="zh-CN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274320" indent="-274320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3000" b="1" dirty="0">
                <a:solidFill>
                  <a:schemeClr val="tx1"/>
                </a:solidFill>
                <a:ea typeface="楷体_GB2312"/>
                <a:cs typeface="楷体_GB2312"/>
              </a:rPr>
              <a:t>= (</a:t>
            </a:r>
            <a:r>
              <a:rPr lang="en-US" altLang="zh-CN" sz="30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30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30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zh-CN" altLang="en-US" sz="30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zh-CN" altLang="en-US" sz="2800" b="1" dirty="0">
                <a:solidFill>
                  <a:prstClr val="black"/>
                </a:solidFill>
              </a:rPr>
              <a:t>对应的</a:t>
            </a:r>
            <a:r>
              <a:rPr lang="en-US" altLang="zh-CN" sz="2800" b="1" i="1" dirty="0">
                <a:solidFill>
                  <a:prstClr val="black"/>
                </a:solidFill>
              </a:rPr>
              <a:t>NFA</a:t>
            </a:r>
            <a:endParaRPr lang="en-US" altLang="zh-CN" sz="3000" b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indent="-274320" eaLnBrk="1" fontAlgn="auto" hangingPunct="1">
              <a:spcAft>
                <a:spcPts val="0"/>
              </a:spcAft>
              <a:defRPr/>
            </a:pPr>
            <a:endParaRPr lang="en-US" altLang="zh-CN" sz="2400" baseline="-25000" dirty="0">
              <a:ea typeface="楷体_GB2312"/>
              <a:cs typeface="楷体_GB2312"/>
            </a:endParaRPr>
          </a:p>
        </p:txBody>
      </p:sp>
      <p:grpSp>
        <p:nvGrpSpPr>
          <p:cNvPr id="83972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4006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83973" name="组合 25"/>
          <p:cNvGrpSpPr>
            <a:grpSpLocks/>
          </p:cNvGrpSpPr>
          <p:nvPr/>
        </p:nvGrpSpPr>
        <p:grpSpPr bwMode="auto">
          <a:xfrm>
            <a:off x="3924300" y="573088"/>
            <a:ext cx="4694238" cy="855662"/>
            <a:chOff x="2805123" y="71420"/>
            <a:chExt cx="4693620" cy="856108"/>
          </a:xfrm>
        </p:grpSpPr>
        <p:grpSp>
          <p:nvGrpSpPr>
            <p:cNvPr id="83994" name="组合 14"/>
            <p:cNvGrpSpPr>
              <a:grpSpLocks/>
            </p:cNvGrpSpPr>
            <p:nvPr/>
          </p:nvGrpSpPr>
          <p:grpSpPr bwMode="auto">
            <a:xfrm>
              <a:off x="2805123" y="71421"/>
              <a:ext cx="4693620" cy="856107"/>
              <a:chOff x="3131840" y="3373964"/>
              <a:chExt cx="4255438" cy="753824"/>
            </a:xfrm>
          </p:grpSpPr>
          <p:sp>
            <p:nvSpPr>
              <p:cNvPr id="83998" name="Oval 10"/>
              <p:cNvSpPr>
                <a:spLocks noChangeArrowheads="1"/>
              </p:cNvSpPr>
              <p:nvPr/>
            </p:nvSpPr>
            <p:spPr bwMode="auto">
              <a:xfrm>
                <a:off x="4164103" y="3504029"/>
                <a:ext cx="559721" cy="52056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lang="en-US" altLang="zh-CN" sz="2500" b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83999" name="Line 13"/>
              <p:cNvSpPr>
                <a:spLocks noChangeShapeType="1"/>
              </p:cNvSpPr>
              <p:nvPr/>
            </p:nvSpPr>
            <p:spPr bwMode="auto">
              <a:xfrm>
                <a:off x="4723825" y="3768596"/>
                <a:ext cx="65963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00" name="Rectangle 14"/>
              <p:cNvSpPr>
                <a:spLocks noChangeArrowheads="1"/>
              </p:cNvSpPr>
              <p:nvPr/>
            </p:nvSpPr>
            <p:spPr bwMode="auto">
              <a:xfrm>
                <a:off x="4711933" y="3373964"/>
                <a:ext cx="659634" cy="415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r</a:t>
                </a:r>
                <a:r>
                  <a:rPr lang="en-US" altLang="zh-CN" sz="2500" b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84001" name="Rectangle 22"/>
              <p:cNvSpPr>
                <a:spLocks noChangeArrowheads="1"/>
              </p:cNvSpPr>
              <p:nvPr/>
            </p:nvSpPr>
            <p:spPr bwMode="auto">
              <a:xfrm>
                <a:off x="3131840" y="3538847"/>
                <a:ext cx="659767" cy="4149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84002" name="Line 21"/>
              <p:cNvSpPr>
                <a:spLocks noChangeShapeType="1"/>
              </p:cNvSpPr>
              <p:nvPr/>
            </p:nvSpPr>
            <p:spPr bwMode="auto">
              <a:xfrm flipV="1">
                <a:off x="3791607" y="3766199"/>
                <a:ext cx="3298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03" name="Oval 39"/>
              <p:cNvSpPr>
                <a:spLocks noChangeArrowheads="1"/>
              </p:cNvSpPr>
              <p:nvPr/>
            </p:nvSpPr>
            <p:spPr bwMode="auto">
              <a:xfrm>
                <a:off x="6600169" y="3400833"/>
                <a:ext cx="787109" cy="726955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4" name="Oval 15"/>
              <p:cNvSpPr>
                <a:spLocks noChangeArrowheads="1"/>
              </p:cNvSpPr>
              <p:nvPr/>
            </p:nvSpPr>
            <p:spPr bwMode="auto">
              <a:xfrm>
                <a:off x="6722327" y="3504029"/>
                <a:ext cx="566844" cy="52056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lang="en-US" altLang="zh-CN" sz="2500" b="1" i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f</a:t>
                </a:r>
              </a:p>
            </p:txBody>
          </p:sp>
        </p:grpSp>
        <p:sp>
          <p:nvSpPr>
            <p:cNvPr id="83995" name="Line 13"/>
            <p:cNvSpPr>
              <a:spLocks noChangeShapeType="1"/>
            </p:cNvSpPr>
            <p:nvPr/>
          </p:nvSpPr>
          <p:spPr bwMode="auto">
            <a:xfrm>
              <a:off x="5916144" y="519598"/>
              <a:ext cx="7275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6" name="Rectangle 14"/>
            <p:cNvSpPr>
              <a:spLocks noChangeArrowheads="1"/>
            </p:cNvSpPr>
            <p:nvPr/>
          </p:nvSpPr>
          <p:spPr bwMode="auto">
            <a:xfrm>
              <a:off x="5903028" y="71420"/>
              <a:ext cx="727558" cy="47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2500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83997" name="Oval 10"/>
            <p:cNvSpPr>
              <a:spLocks noChangeArrowheads="1"/>
            </p:cNvSpPr>
            <p:nvPr/>
          </p:nvSpPr>
          <p:spPr bwMode="auto">
            <a:xfrm>
              <a:off x="5298787" y="219133"/>
              <a:ext cx="617356" cy="59119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500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3913188" y="1571625"/>
            <a:ext cx="4835525" cy="1614488"/>
            <a:chOff x="3912751" y="1813322"/>
            <a:chExt cx="4835713" cy="1614488"/>
          </a:xfrm>
        </p:grpSpPr>
        <p:sp>
          <p:nvSpPr>
            <p:cNvPr id="40" name="矩形 39"/>
            <p:cNvSpPr/>
            <p:nvPr/>
          </p:nvSpPr>
          <p:spPr>
            <a:xfrm>
              <a:off x="3912751" y="1892697"/>
              <a:ext cx="4835713" cy="15351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grpSp>
          <p:nvGrpSpPr>
            <p:cNvPr id="83984" name="组合 29"/>
            <p:cNvGrpSpPr>
              <a:grpSpLocks/>
            </p:cNvGrpSpPr>
            <p:nvPr/>
          </p:nvGrpSpPr>
          <p:grpSpPr bwMode="auto">
            <a:xfrm>
              <a:off x="4283968" y="2284743"/>
              <a:ext cx="4071937" cy="825635"/>
              <a:chOff x="3131840" y="3436867"/>
              <a:chExt cx="3691818" cy="726955"/>
            </a:xfrm>
          </p:grpSpPr>
          <p:sp>
            <p:nvSpPr>
              <p:cNvPr id="83989" name="Oval 10"/>
              <p:cNvSpPr>
                <a:spLocks noChangeArrowheads="1"/>
              </p:cNvSpPr>
              <p:nvPr/>
            </p:nvSpPr>
            <p:spPr bwMode="auto">
              <a:xfrm>
                <a:off x="4164103" y="3504029"/>
                <a:ext cx="559721" cy="520564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lang="en-US" altLang="zh-CN" sz="2500" b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83990" name="Rectangle 22"/>
              <p:cNvSpPr>
                <a:spLocks noChangeArrowheads="1"/>
              </p:cNvSpPr>
              <p:nvPr/>
            </p:nvSpPr>
            <p:spPr bwMode="auto">
              <a:xfrm>
                <a:off x="3131840" y="3538847"/>
                <a:ext cx="659767" cy="4149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83991" name="Line 21"/>
              <p:cNvSpPr>
                <a:spLocks noChangeShapeType="1"/>
              </p:cNvSpPr>
              <p:nvPr/>
            </p:nvSpPr>
            <p:spPr bwMode="auto">
              <a:xfrm flipV="1">
                <a:off x="3791607" y="3766199"/>
                <a:ext cx="3298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92" name="Oval 39"/>
              <p:cNvSpPr>
                <a:spLocks noChangeArrowheads="1"/>
              </p:cNvSpPr>
              <p:nvPr/>
            </p:nvSpPr>
            <p:spPr bwMode="auto">
              <a:xfrm>
                <a:off x="6036549" y="3436867"/>
                <a:ext cx="787109" cy="726955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993" name="Oval 15"/>
              <p:cNvSpPr>
                <a:spLocks noChangeArrowheads="1"/>
              </p:cNvSpPr>
              <p:nvPr/>
            </p:nvSpPr>
            <p:spPr bwMode="auto">
              <a:xfrm>
                <a:off x="6146815" y="3553455"/>
                <a:ext cx="566844" cy="520563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500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q</a:t>
                </a:r>
                <a:r>
                  <a:rPr lang="en-US" altLang="zh-CN" sz="2500" b="1" i="1" baseline="-25000">
                    <a:latin typeface="Times New Roman" panose="02020603050405020304" pitchFamily="18" charset="0"/>
                    <a:ea typeface="楷体_GB2312"/>
                    <a:cs typeface="楷体_GB2312"/>
                  </a:rPr>
                  <a:t>f</a:t>
                </a:r>
              </a:p>
            </p:txBody>
          </p:sp>
        </p:grpSp>
        <p:sp>
          <p:nvSpPr>
            <p:cNvPr id="38" name="任意多边形 37"/>
            <p:cNvSpPr/>
            <p:nvPr/>
          </p:nvSpPr>
          <p:spPr bwMode="auto">
            <a:xfrm flipV="1">
              <a:off x="6030558" y="2284810"/>
              <a:ext cx="1484370" cy="317500"/>
            </a:xfrm>
            <a:custGeom>
              <a:avLst/>
              <a:gdLst>
                <a:gd name="connsiteX0" fmla="*/ 0 w 1669143"/>
                <a:gd name="connsiteY0" fmla="*/ 0 h 349055"/>
                <a:gd name="connsiteX1" fmla="*/ 870857 w 1669143"/>
                <a:gd name="connsiteY1" fmla="*/ 348343 h 349055"/>
                <a:gd name="connsiteX2" fmla="*/ 1669143 w 1669143"/>
                <a:gd name="connsiteY2" fmla="*/ 72571 h 34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143" h="349055">
                  <a:moveTo>
                    <a:pt x="0" y="0"/>
                  </a:moveTo>
                  <a:cubicBezTo>
                    <a:pt x="296333" y="168124"/>
                    <a:pt x="592667" y="336248"/>
                    <a:pt x="870857" y="348343"/>
                  </a:cubicBezTo>
                  <a:cubicBezTo>
                    <a:pt x="1149047" y="360438"/>
                    <a:pt x="1409095" y="216504"/>
                    <a:pt x="1669143" y="72571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9" name="任意多边形 38"/>
            <p:cNvSpPr/>
            <p:nvPr/>
          </p:nvSpPr>
          <p:spPr bwMode="auto">
            <a:xfrm>
              <a:off x="6014683" y="2784872"/>
              <a:ext cx="1484370" cy="285750"/>
            </a:xfrm>
            <a:custGeom>
              <a:avLst/>
              <a:gdLst>
                <a:gd name="connsiteX0" fmla="*/ 0 w 1669143"/>
                <a:gd name="connsiteY0" fmla="*/ 0 h 349055"/>
                <a:gd name="connsiteX1" fmla="*/ 870857 w 1669143"/>
                <a:gd name="connsiteY1" fmla="*/ 348343 h 349055"/>
                <a:gd name="connsiteX2" fmla="*/ 1669143 w 1669143"/>
                <a:gd name="connsiteY2" fmla="*/ 72571 h 34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143" h="349055">
                  <a:moveTo>
                    <a:pt x="0" y="0"/>
                  </a:moveTo>
                  <a:cubicBezTo>
                    <a:pt x="296333" y="168124"/>
                    <a:pt x="592667" y="336248"/>
                    <a:pt x="870857" y="348343"/>
                  </a:cubicBezTo>
                  <a:cubicBezTo>
                    <a:pt x="1149047" y="360438"/>
                    <a:pt x="1409095" y="216504"/>
                    <a:pt x="1669143" y="72571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83987" name="Rectangle 14"/>
            <p:cNvSpPr>
              <a:spLocks noChangeArrowheads="1"/>
            </p:cNvSpPr>
            <p:nvPr/>
          </p:nvSpPr>
          <p:spPr bwMode="auto">
            <a:xfrm>
              <a:off x="6485353" y="1813322"/>
              <a:ext cx="727552" cy="47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2500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83988" name="Rectangle 14"/>
            <p:cNvSpPr>
              <a:spLocks noChangeArrowheads="1"/>
            </p:cNvSpPr>
            <p:nvPr/>
          </p:nvSpPr>
          <p:spPr bwMode="auto">
            <a:xfrm>
              <a:off x="6427092" y="2956389"/>
              <a:ext cx="727553" cy="47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2500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</p:grpSp>
      <p:grpSp>
        <p:nvGrpSpPr>
          <p:cNvPr id="7" name="组合 1"/>
          <p:cNvGrpSpPr>
            <a:grpSpLocks/>
          </p:cNvGrpSpPr>
          <p:nvPr/>
        </p:nvGrpSpPr>
        <p:grpSpPr bwMode="auto">
          <a:xfrm>
            <a:off x="3894138" y="3235325"/>
            <a:ext cx="4835525" cy="1693863"/>
            <a:chOff x="3894138" y="3363913"/>
            <a:chExt cx="4835525" cy="1693862"/>
          </a:xfrm>
        </p:grpSpPr>
        <p:sp>
          <p:nvSpPr>
            <p:cNvPr id="41" name="矩形 40"/>
            <p:cNvSpPr/>
            <p:nvPr/>
          </p:nvSpPr>
          <p:spPr bwMode="auto">
            <a:xfrm>
              <a:off x="3894138" y="3500438"/>
              <a:ext cx="4835525" cy="15573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3977" name="Oval 39"/>
            <p:cNvSpPr>
              <a:spLocks noChangeArrowheads="1"/>
            </p:cNvSpPr>
            <p:nvPr/>
          </p:nvSpPr>
          <p:spPr bwMode="auto">
            <a:xfrm>
              <a:off x="5789656" y="4181067"/>
              <a:ext cx="867642" cy="82526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978" name="Freeform 11"/>
            <p:cNvSpPr>
              <a:spLocks/>
            </p:cNvSpPr>
            <p:nvPr/>
          </p:nvSpPr>
          <p:spPr bwMode="auto">
            <a:xfrm>
              <a:off x="6005219" y="3792369"/>
              <a:ext cx="499770" cy="38329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9" name="Rectangle 14"/>
            <p:cNvSpPr>
              <a:spLocks noChangeArrowheads="1"/>
            </p:cNvSpPr>
            <p:nvPr/>
          </p:nvSpPr>
          <p:spPr bwMode="auto">
            <a:xfrm>
              <a:off x="5932448" y="3363913"/>
              <a:ext cx="727125" cy="471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2500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83980" name="Oval 15"/>
            <p:cNvSpPr>
              <a:spLocks noChangeArrowheads="1"/>
            </p:cNvSpPr>
            <p:nvPr/>
          </p:nvSpPr>
          <p:spPr bwMode="auto">
            <a:xfrm>
              <a:off x="5911205" y="4313420"/>
              <a:ext cx="624841" cy="59095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500" b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  <p:sp>
          <p:nvSpPr>
            <p:cNvPr id="83981" name="Rectangle 22"/>
            <p:cNvSpPr>
              <a:spLocks noChangeArrowheads="1"/>
            </p:cNvSpPr>
            <p:nvPr/>
          </p:nvSpPr>
          <p:spPr bwMode="auto">
            <a:xfrm>
              <a:off x="4705350" y="4300538"/>
              <a:ext cx="72707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3982" name="Line 21"/>
            <p:cNvSpPr>
              <a:spLocks noChangeShapeType="1"/>
            </p:cNvSpPr>
            <p:nvPr/>
          </p:nvSpPr>
          <p:spPr bwMode="auto">
            <a:xfrm flipV="1">
              <a:off x="5432425" y="4557713"/>
              <a:ext cx="363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9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: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3000" i="1" spc="300" dirty="0" err="1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3000" spc="300" dirty="0" err="1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3000" i="1" spc="300" dirty="0" err="1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3000" spc="300" baseline="300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3000" i="1" dirty="0" err="1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abb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对应的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NFA</a:t>
            </a:r>
            <a:endParaRPr lang="zh-CN" altLang="en-US" sz="3000" i="1" spc="3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6019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6086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组合 16"/>
          <p:cNvGrpSpPr>
            <a:grpSpLocks/>
          </p:cNvGrpSpPr>
          <p:nvPr/>
        </p:nvGrpSpPr>
        <p:grpSpPr bwMode="auto">
          <a:xfrm>
            <a:off x="2555875" y="928688"/>
            <a:ext cx="3529013" cy="469900"/>
            <a:chOff x="2555776" y="1071397"/>
            <a:chExt cx="3528392" cy="470323"/>
          </a:xfrm>
        </p:grpSpPr>
        <p:sp>
          <p:nvSpPr>
            <p:cNvPr id="86078" name="Oval 10"/>
            <p:cNvSpPr>
              <a:spLocks noChangeArrowheads="1"/>
            </p:cNvSpPr>
            <p:nvPr/>
          </p:nvSpPr>
          <p:spPr bwMode="auto">
            <a:xfrm>
              <a:off x="3545582" y="1323219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9" name="Line 13"/>
            <p:cNvSpPr>
              <a:spLocks noChangeShapeType="1"/>
            </p:cNvSpPr>
            <p:nvPr/>
          </p:nvSpPr>
          <p:spPr bwMode="auto">
            <a:xfrm flipV="1">
              <a:off x="3723173" y="1427598"/>
              <a:ext cx="2095310" cy="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0" name="Rectangle 14"/>
            <p:cNvSpPr>
              <a:spLocks noChangeArrowheads="1"/>
            </p:cNvSpPr>
            <p:nvPr/>
          </p:nvSpPr>
          <p:spPr bwMode="auto">
            <a:xfrm>
              <a:off x="4202197" y="1071397"/>
              <a:ext cx="990898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(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a|b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)</a:t>
              </a:r>
              <a:r>
                <a:rPr lang="en-US" altLang="zh-CN" sz="2000" b="1" i="1" baseline="30000">
                  <a:latin typeface="Times New Roman" panose="02020603050405020304" pitchFamily="18" charset="0"/>
                  <a:ea typeface="楷体_GB2312"/>
                  <a:cs typeface="楷体_GB2312"/>
                </a:rPr>
                <a:t>*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abb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81" name="Rectangle 22"/>
            <p:cNvSpPr>
              <a:spLocks noChangeArrowheads="1"/>
            </p:cNvSpPr>
            <p:nvPr/>
          </p:nvSpPr>
          <p:spPr bwMode="auto">
            <a:xfrm>
              <a:off x="2555776" y="1211578"/>
              <a:ext cx="659874" cy="31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6082" name="Line 21"/>
            <p:cNvSpPr>
              <a:spLocks noChangeShapeType="1"/>
            </p:cNvSpPr>
            <p:nvPr/>
          </p:nvSpPr>
          <p:spPr bwMode="auto">
            <a:xfrm flipV="1">
              <a:off x="3173743" y="1427602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3" name="Oval 10"/>
            <p:cNvSpPr>
              <a:spLocks noChangeArrowheads="1"/>
            </p:cNvSpPr>
            <p:nvPr/>
          </p:nvSpPr>
          <p:spPr bwMode="auto">
            <a:xfrm>
              <a:off x="5818483" y="1262281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84" name="Oval 10"/>
            <p:cNvSpPr>
              <a:spLocks noChangeArrowheads="1"/>
            </p:cNvSpPr>
            <p:nvPr/>
          </p:nvSpPr>
          <p:spPr bwMode="auto">
            <a:xfrm>
              <a:off x="5871165" y="131524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6" name="组合 12"/>
          <p:cNvGrpSpPr>
            <a:grpSpLocks/>
          </p:cNvGrpSpPr>
          <p:nvPr/>
        </p:nvGrpSpPr>
        <p:grpSpPr bwMode="auto">
          <a:xfrm>
            <a:off x="2555875" y="1882775"/>
            <a:ext cx="3529013" cy="614363"/>
            <a:chOff x="2267744" y="2026119"/>
            <a:chExt cx="3528392" cy="614476"/>
          </a:xfrm>
        </p:grpSpPr>
        <p:sp>
          <p:nvSpPr>
            <p:cNvPr id="86061" name="Rectangle 14"/>
            <p:cNvSpPr>
              <a:spLocks noChangeArrowheads="1"/>
            </p:cNvSpPr>
            <p:nvPr/>
          </p:nvSpPr>
          <p:spPr bwMode="auto">
            <a:xfrm>
              <a:off x="2329494" y="2329691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5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2" name="Rectangle 22"/>
            <p:cNvSpPr>
              <a:spLocks noChangeArrowheads="1"/>
            </p:cNvSpPr>
            <p:nvPr/>
          </p:nvSpPr>
          <p:spPr bwMode="auto">
            <a:xfrm>
              <a:off x="2267744" y="2159796"/>
              <a:ext cx="659874" cy="31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6063" name="Line 21"/>
            <p:cNvSpPr>
              <a:spLocks noChangeShapeType="1"/>
            </p:cNvSpPr>
            <p:nvPr/>
          </p:nvSpPr>
          <p:spPr bwMode="auto">
            <a:xfrm flipV="1">
              <a:off x="2885711" y="2357977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4" name="Rectangle 14"/>
            <p:cNvSpPr>
              <a:spLocks noChangeArrowheads="1"/>
            </p:cNvSpPr>
            <p:nvPr/>
          </p:nvSpPr>
          <p:spPr bwMode="auto">
            <a:xfrm>
              <a:off x="4079744" y="2026119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5" name="Line 21"/>
            <p:cNvSpPr>
              <a:spLocks noChangeShapeType="1"/>
            </p:cNvSpPr>
            <p:nvPr/>
          </p:nvSpPr>
          <p:spPr bwMode="auto">
            <a:xfrm flipV="1">
              <a:off x="4253863" y="2354203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6" name="Rectangle 14"/>
            <p:cNvSpPr>
              <a:spLocks noChangeArrowheads="1"/>
            </p:cNvSpPr>
            <p:nvPr/>
          </p:nvSpPr>
          <p:spPr bwMode="auto">
            <a:xfrm>
              <a:off x="4583800" y="2039611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7" name="Line 21"/>
            <p:cNvSpPr>
              <a:spLocks noChangeShapeType="1"/>
            </p:cNvSpPr>
            <p:nvPr/>
          </p:nvSpPr>
          <p:spPr bwMode="auto">
            <a:xfrm flipV="1">
              <a:off x="4757919" y="2367695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8" name="Rectangle 14"/>
            <p:cNvSpPr>
              <a:spLocks noChangeArrowheads="1"/>
            </p:cNvSpPr>
            <p:nvPr/>
          </p:nvSpPr>
          <p:spPr bwMode="auto">
            <a:xfrm>
              <a:off x="5087856" y="2035618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9" name="Line 21"/>
            <p:cNvSpPr>
              <a:spLocks noChangeShapeType="1"/>
            </p:cNvSpPr>
            <p:nvPr/>
          </p:nvSpPr>
          <p:spPr bwMode="auto">
            <a:xfrm flipV="1">
              <a:off x="5261975" y="2363702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0" name="Rectangle 14"/>
            <p:cNvSpPr>
              <a:spLocks noChangeArrowheads="1"/>
            </p:cNvSpPr>
            <p:nvPr/>
          </p:nvSpPr>
          <p:spPr bwMode="auto">
            <a:xfrm>
              <a:off x="3420003" y="2027387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(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a|b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)</a:t>
              </a:r>
              <a:r>
                <a:rPr lang="en-US" altLang="zh-CN" sz="2000" b="1" i="1" baseline="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*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1" name="Line 21"/>
            <p:cNvSpPr>
              <a:spLocks noChangeShapeType="1"/>
            </p:cNvSpPr>
            <p:nvPr/>
          </p:nvSpPr>
          <p:spPr bwMode="auto">
            <a:xfrm>
              <a:off x="3446031" y="2350515"/>
              <a:ext cx="6499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2" name="Oval 10"/>
            <p:cNvSpPr>
              <a:spLocks noChangeArrowheads="1"/>
            </p:cNvSpPr>
            <p:nvPr/>
          </p:nvSpPr>
          <p:spPr bwMode="auto">
            <a:xfrm>
              <a:off x="3256530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3" name="Oval 10"/>
            <p:cNvSpPr>
              <a:spLocks noChangeArrowheads="1"/>
            </p:cNvSpPr>
            <p:nvPr/>
          </p:nvSpPr>
          <p:spPr bwMode="auto">
            <a:xfrm>
              <a:off x="4079744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4" name="Oval 10"/>
            <p:cNvSpPr>
              <a:spLocks noChangeArrowheads="1"/>
            </p:cNvSpPr>
            <p:nvPr/>
          </p:nvSpPr>
          <p:spPr bwMode="auto">
            <a:xfrm>
              <a:off x="4583800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5" name="Oval 10"/>
            <p:cNvSpPr>
              <a:spLocks noChangeArrowheads="1"/>
            </p:cNvSpPr>
            <p:nvPr/>
          </p:nvSpPr>
          <p:spPr bwMode="auto">
            <a:xfrm>
              <a:off x="5087856" y="225932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6" name="Oval 10"/>
            <p:cNvSpPr>
              <a:spLocks noChangeArrowheads="1"/>
            </p:cNvSpPr>
            <p:nvPr/>
          </p:nvSpPr>
          <p:spPr bwMode="auto">
            <a:xfrm>
              <a:off x="5530451" y="2220303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77" name="Oval 10"/>
            <p:cNvSpPr>
              <a:spLocks noChangeArrowheads="1"/>
            </p:cNvSpPr>
            <p:nvPr/>
          </p:nvSpPr>
          <p:spPr bwMode="auto">
            <a:xfrm>
              <a:off x="5571333" y="2273265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8" name="组合 9"/>
          <p:cNvGrpSpPr>
            <a:grpSpLocks/>
          </p:cNvGrpSpPr>
          <p:nvPr/>
        </p:nvGrpSpPr>
        <p:grpSpPr bwMode="auto">
          <a:xfrm>
            <a:off x="3065463" y="2719388"/>
            <a:ext cx="3090862" cy="941387"/>
            <a:chOff x="3115617" y="2862915"/>
            <a:chExt cx="3090220" cy="940947"/>
          </a:xfrm>
        </p:grpSpPr>
        <p:sp>
          <p:nvSpPr>
            <p:cNvPr id="86045" name="Rectangle 14"/>
            <p:cNvSpPr>
              <a:spLocks noChangeArrowheads="1"/>
            </p:cNvSpPr>
            <p:nvPr/>
          </p:nvSpPr>
          <p:spPr bwMode="auto">
            <a:xfrm>
              <a:off x="3177367" y="3492958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5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46" name="Rectangle 22"/>
            <p:cNvSpPr>
              <a:spLocks noChangeArrowheads="1"/>
            </p:cNvSpPr>
            <p:nvPr/>
          </p:nvSpPr>
          <p:spPr bwMode="auto">
            <a:xfrm>
              <a:off x="3115617" y="3323063"/>
              <a:ext cx="659874" cy="31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6047" name="Line 21"/>
            <p:cNvSpPr>
              <a:spLocks noChangeShapeType="1"/>
            </p:cNvSpPr>
            <p:nvPr/>
          </p:nvSpPr>
          <p:spPr bwMode="auto">
            <a:xfrm flipV="1">
              <a:off x="3733584" y="3517579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8" name="Rectangle 14"/>
            <p:cNvSpPr>
              <a:spLocks noChangeArrowheads="1"/>
            </p:cNvSpPr>
            <p:nvPr/>
          </p:nvSpPr>
          <p:spPr bwMode="auto">
            <a:xfrm>
              <a:off x="4439784" y="3189386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49" name="Rectangle 14"/>
            <p:cNvSpPr>
              <a:spLocks noChangeArrowheads="1"/>
            </p:cNvSpPr>
            <p:nvPr/>
          </p:nvSpPr>
          <p:spPr bwMode="auto">
            <a:xfrm>
              <a:off x="4943840" y="3202878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0" name="Line 21"/>
            <p:cNvSpPr>
              <a:spLocks noChangeShapeType="1"/>
            </p:cNvSpPr>
            <p:nvPr/>
          </p:nvSpPr>
          <p:spPr bwMode="auto">
            <a:xfrm flipV="1">
              <a:off x="5117959" y="3530962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1" name="Rectangle 14"/>
            <p:cNvSpPr>
              <a:spLocks noChangeArrowheads="1"/>
            </p:cNvSpPr>
            <p:nvPr/>
          </p:nvSpPr>
          <p:spPr bwMode="auto">
            <a:xfrm>
              <a:off x="5447896" y="3198885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2" name="Line 21"/>
            <p:cNvSpPr>
              <a:spLocks noChangeShapeType="1"/>
            </p:cNvSpPr>
            <p:nvPr/>
          </p:nvSpPr>
          <p:spPr bwMode="auto">
            <a:xfrm flipV="1">
              <a:off x="5622015" y="3526969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3" name="Rectangle 14"/>
            <p:cNvSpPr>
              <a:spLocks noChangeArrowheads="1"/>
            </p:cNvSpPr>
            <p:nvPr/>
          </p:nvSpPr>
          <p:spPr bwMode="auto">
            <a:xfrm>
              <a:off x="3835828" y="2862915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a|b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4" name="Line 21"/>
            <p:cNvSpPr>
              <a:spLocks noChangeShapeType="1"/>
            </p:cNvSpPr>
            <p:nvPr/>
          </p:nvSpPr>
          <p:spPr bwMode="auto">
            <a:xfrm>
              <a:off x="4293904" y="3513782"/>
              <a:ext cx="6499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5" name="Oval 10"/>
            <p:cNvSpPr>
              <a:spLocks noChangeArrowheads="1"/>
            </p:cNvSpPr>
            <p:nvPr/>
          </p:nvSpPr>
          <p:spPr bwMode="auto">
            <a:xfrm>
              <a:off x="4104403" y="3422590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6" name="Oval 10"/>
            <p:cNvSpPr>
              <a:spLocks noChangeArrowheads="1"/>
            </p:cNvSpPr>
            <p:nvPr/>
          </p:nvSpPr>
          <p:spPr bwMode="auto">
            <a:xfrm>
              <a:off x="4943840" y="3422590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57" name="Oval 10"/>
            <p:cNvSpPr>
              <a:spLocks noChangeArrowheads="1"/>
            </p:cNvSpPr>
            <p:nvPr/>
          </p:nvSpPr>
          <p:spPr bwMode="auto">
            <a:xfrm>
              <a:off x="5447896" y="3422590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3" name="任意多边形 2"/>
            <p:cNvSpPr/>
            <p:nvPr/>
          </p:nvSpPr>
          <p:spPr>
            <a:xfrm>
              <a:off x="3955230" y="3189787"/>
              <a:ext cx="442821" cy="271335"/>
            </a:xfrm>
            <a:custGeom>
              <a:avLst/>
              <a:gdLst>
                <a:gd name="connsiteX0" fmla="*/ 212698 w 602308"/>
                <a:gd name="connsiteY0" fmla="*/ 462993 h 462993"/>
                <a:gd name="connsiteX1" fmla="*/ 2491 w 602308"/>
                <a:gd name="connsiteY1" fmla="*/ 168704 h 462993"/>
                <a:gd name="connsiteX2" fmla="*/ 338822 w 602308"/>
                <a:gd name="connsiteY2" fmla="*/ 538 h 462993"/>
                <a:gd name="connsiteX3" fmla="*/ 601581 w 602308"/>
                <a:gd name="connsiteY3" fmla="*/ 221255 h 462993"/>
                <a:gd name="connsiteX4" fmla="*/ 401884 w 602308"/>
                <a:gd name="connsiteY4" fmla="*/ 441973 h 46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308" h="462993">
                  <a:moveTo>
                    <a:pt x="212698" y="462993"/>
                  </a:moveTo>
                  <a:cubicBezTo>
                    <a:pt x="97084" y="354386"/>
                    <a:pt x="-18530" y="245780"/>
                    <a:pt x="2491" y="168704"/>
                  </a:cubicBezTo>
                  <a:cubicBezTo>
                    <a:pt x="23512" y="91628"/>
                    <a:pt x="238974" y="-8221"/>
                    <a:pt x="338822" y="538"/>
                  </a:cubicBezTo>
                  <a:cubicBezTo>
                    <a:pt x="438670" y="9296"/>
                    <a:pt x="591071" y="147683"/>
                    <a:pt x="601581" y="221255"/>
                  </a:cubicBezTo>
                  <a:cubicBezTo>
                    <a:pt x="612091" y="294827"/>
                    <a:pt x="506987" y="368400"/>
                    <a:pt x="401884" y="44197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6059" name="Oval 10"/>
            <p:cNvSpPr>
              <a:spLocks noChangeArrowheads="1"/>
            </p:cNvSpPr>
            <p:nvPr/>
          </p:nvSpPr>
          <p:spPr bwMode="auto">
            <a:xfrm>
              <a:off x="5940152" y="3372431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60" name="Oval 10"/>
            <p:cNvSpPr>
              <a:spLocks noChangeArrowheads="1"/>
            </p:cNvSpPr>
            <p:nvPr/>
          </p:nvSpPr>
          <p:spPr bwMode="auto">
            <a:xfrm>
              <a:off x="5981034" y="342539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10" name="组合 7"/>
          <p:cNvGrpSpPr>
            <a:grpSpLocks/>
          </p:cNvGrpSpPr>
          <p:nvPr/>
        </p:nvGrpSpPr>
        <p:grpSpPr bwMode="auto">
          <a:xfrm>
            <a:off x="3065463" y="3656013"/>
            <a:ext cx="3062287" cy="1293812"/>
            <a:chOff x="3143640" y="3799019"/>
            <a:chExt cx="3062197" cy="1293011"/>
          </a:xfrm>
        </p:grpSpPr>
        <p:sp>
          <p:nvSpPr>
            <p:cNvPr id="86027" name="Rectangle 14"/>
            <p:cNvSpPr>
              <a:spLocks noChangeArrowheads="1"/>
            </p:cNvSpPr>
            <p:nvPr/>
          </p:nvSpPr>
          <p:spPr bwMode="auto">
            <a:xfrm>
              <a:off x="3205390" y="4429062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5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28" name="Rectangle 22"/>
            <p:cNvSpPr>
              <a:spLocks noChangeArrowheads="1"/>
            </p:cNvSpPr>
            <p:nvPr/>
          </p:nvSpPr>
          <p:spPr bwMode="auto">
            <a:xfrm>
              <a:off x="3143640" y="4259167"/>
              <a:ext cx="659874" cy="31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86029" name="Line 21"/>
            <p:cNvSpPr>
              <a:spLocks noChangeShapeType="1"/>
            </p:cNvSpPr>
            <p:nvPr/>
          </p:nvSpPr>
          <p:spPr bwMode="auto">
            <a:xfrm flipV="1">
              <a:off x="3761607" y="4445657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0" name="Rectangle 14"/>
            <p:cNvSpPr>
              <a:spLocks noChangeArrowheads="1"/>
            </p:cNvSpPr>
            <p:nvPr/>
          </p:nvSpPr>
          <p:spPr bwMode="auto">
            <a:xfrm>
              <a:off x="4467807" y="4125490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1" name="Rectangle 14"/>
            <p:cNvSpPr>
              <a:spLocks noChangeArrowheads="1"/>
            </p:cNvSpPr>
            <p:nvPr/>
          </p:nvSpPr>
          <p:spPr bwMode="auto">
            <a:xfrm>
              <a:off x="4971863" y="4138982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2" name="Line 21"/>
            <p:cNvSpPr>
              <a:spLocks noChangeShapeType="1"/>
            </p:cNvSpPr>
            <p:nvPr/>
          </p:nvSpPr>
          <p:spPr bwMode="auto">
            <a:xfrm flipV="1">
              <a:off x="5145982" y="4467066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3" name="Rectangle 14"/>
            <p:cNvSpPr>
              <a:spLocks noChangeArrowheads="1"/>
            </p:cNvSpPr>
            <p:nvPr/>
          </p:nvSpPr>
          <p:spPr bwMode="auto">
            <a:xfrm>
              <a:off x="5475919" y="4134989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4" name="Line 21"/>
            <p:cNvSpPr>
              <a:spLocks noChangeShapeType="1"/>
            </p:cNvSpPr>
            <p:nvPr/>
          </p:nvSpPr>
          <p:spPr bwMode="auto">
            <a:xfrm flipV="1">
              <a:off x="5650038" y="4463073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5" name="Rectangle 14"/>
            <p:cNvSpPr>
              <a:spLocks noChangeArrowheads="1"/>
            </p:cNvSpPr>
            <p:nvPr/>
          </p:nvSpPr>
          <p:spPr bwMode="auto">
            <a:xfrm>
              <a:off x="3863851" y="3799019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sz="24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6" name="Line 21"/>
            <p:cNvSpPr>
              <a:spLocks noChangeShapeType="1"/>
            </p:cNvSpPr>
            <p:nvPr/>
          </p:nvSpPr>
          <p:spPr bwMode="auto">
            <a:xfrm>
              <a:off x="4321927" y="4449886"/>
              <a:ext cx="6499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7" name="Oval 10"/>
            <p:cNvSpPr>
              <a:spLocks noChangeArrowheads="1"/>
            </p:cNvSpPr>
            <p:nvPr/>
          </p:nvSpPr>
          <p:spPr bwMode="auto">
            <a:xfrm>
              <a:off x="4132426" y="4358694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8" name="Oval 10"/>
            <p:cNvSpPr>
              <a:spLocks noChangeArrowheads="1"/>
            </p:cNvSpPr>
            <p:nvPr/>
          </p:nvSpPr>
          <p:spPr bwMode="auto">
            <a:xfrm>
              <a:off x="4971863" y="4358694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39" name="Oval 10"/>
            <p:cNvSpPr>
              <a:spLocks noChangeArrowheads="1"/>
            </p:cNvSpPr>
            <p:nvPr/>
          </p:nvSpPr>
          <p:spPr bwMode="auto">
            <a:xfrm>
              <a:off x="5475919" y="4358694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73" name="任意多边形 172"/>
            <p:cNvSpPr/>
            <p:nvPr/>
          </p:nvSpPr>
          <p:spPr>
            <a:xfrm>
              <a:off x="3991340" y="4125842"/>
              <a:ext cx="442899" cy="271294"/>
            </a:xfrm>
            <a:custGeom>
              <a:avLst/>
              <a:gdLst>
                <a:gd name="connsiteX0" fmla="*/ 212698 w 602308"/>
                <a:gd name="connsiteY0" fmla="*/ 462993 h 462993"/>
                <a:gd name="connsiteX1" fmla="*/ 2491 w 602308"/>
                <a:gd name="connsiteY1" fmla="*/ 168704 h 462993"/>
                <a:gd name="connsiteX2" fmla="*/ 338822 w 602308"/>
                <a:gd name="connsiteY2" fmla="*/ 538 h 462993"/>
                <a:gd name="connsiteX3" fmla="*/ 601581 w 602308"/>
                <a:gd name="connsiteY3" fmla="*/ 221255 h 462993"/>
                <a:gd name="connsiteX4" fmla="*/ 401884 w 602308"/>
                <a:gd name="connsiteY4" fmla="*/ 441973 h 46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308" h="462993">
                  <a:moveTo>
                    <a:pt x="212698" y="462993"/>
                  </a:moveTo>
                  <a:cubicBezTo>
                    <a:pt x="97084" y="354386"/>
                    <a:pt x="-18530" y="245780"/>
                    <a:pt x="2491" y="168704"/>
                  </a:cubicBezTo>
                  <a:cubicBezTo>
                    <a:pt x="23512" y="91628"/>
                    <a:pt x="238974" y="-8221"/>
                    <a:pt x="338822" y="538"/>
                  </a:cubicBezTo>
                  <a:cubicBezTo>
                    <a:pt x="438670" y="9296"/>
                    <a:pt x="591071" y="147683"/>
                    <a:pt x="601581" y="221255"/>
                  </a:cubicBezTo>
                  <a:cubicBezTo>
                    <a:pt x="612091" y="294827"/>
                    <a:pt x="506987" y="368400"/>
                    <a:pt x="401884" y="44197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>
              <a:off x="4013564" y="4508192"/>
              <a:ext cx="419088" cy="266535"/>
            </a:xfrm>
            <a:custGeom>
              <a:avLst/>
              <a:gdLst>
                <a:gd name="connsiteX0" fmla="*/ 120338 w 418828"/>
                <a:gd name="connsiteY0" fmla="*/ 0 h 266168"/>
                <a:gd name="connsiteX1" fmla="*/ 3380 w 418828"/>
                <a:gd name="connsiteY1" fmla="*/ 127591 h 266168"/>
                <a:gd name="connsiteX2" fmla="*/ 237296 w 418828"/>
                <a:gd name="connsiteY2" fmla="*/ 265814 h 266168"/>
                <a:gd name="connsiteX3" fmla="*/ 418049 w 418828"/>
                <a:gd name="connsiteY3" fmla="*/ 85060 h 266168"/>
                <a:gd name="connsiteX4" fmla="*/ 290459 w 418828"/>
                <a:gd name="connsiteY4" fmla="*/ 0 h 266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828" h="266168">
                  <a:moveTo>
                    <a:pt x="120338" y="0"/>
                  </a:moveTo>
                  <a:cubicBezTo>
                    <a:pt x="52112" y="41644"/>
                    <a:pt x="-16113" y="83289"/>
                    <a:pt x="3380" y="127591"/>
                  </a:cubicBezTo>
                  <a:cubicBezTo>
                    <a:pt x="22873" y="171893"/>
                    <a:pt x="168185" y="272902"/>
                    <a:pt x="237296" y="265814"/>
                  </a:cubicBezTo>
                  <a:cubicBezTo>
                    <a:pt x="306407" y="258726"/>
                    <a:pt x="409189" y="129362"/>
                    <a:pt x="418049" y="85060"/>
                  </a:cubicBezTo>
                  <a:cubicBezTo>
                    <a:pt x="426910" y="40758"/>
                    <a:pt x="358684" y="20379"/>
                    <a:pt x="290459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6042" name="Rectangle 14"/>
            <p:cNvSpPr>
              <a:spLocks noChangeArrowheads="1"/>
            </p:cNvSpPr>
            <p:nvPr/>
          </p:nvSpPr>
          <p:spPr bwMode="auto">
            <a:xfrm>
              <a:off x="3898552" y="4781126"/>
              <a:ext cx="659741" cy="310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43" name="Oval 10"/>
            <p:cNvSpPr>
              <a:spLocks noChangeArrowheads="1"/>
            </p:cNvSpPr>
            <p:nvPr/>
          </p:nvSpPr>
          <p:spPr bwMode="auto">
            <a:xfrm>
              <a:off x="5940152" y="4308535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6044" name="Oval 10"/>
            <p:cNvSpPr>
              <a:spLocks noChangeArrowheads="1"/>
            </p:cNvSpPr>
            <p:nvPr/>
          </p:nvSpPr>
          <p:spPr bwMode="auto">
            <a:xfrm>
              <a:off x="5981034" y="4361497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18" name="下箭头 17"/>
          <p:cNvSpPr/>
          <p:nvPr/>
        </p:nvSpPr>
        <p:spPr>
          <a:xfrm>
            <a:off x="4384675" y="1492250"/>
            <a:ext cx="334963" cy="2159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1" name="下箭头 180"/>
          <p:cNvSpPr/>
          <p:nvPr/>
        </p:nvSpPr>
        <p:spPr>
          <a:xfrm>
            <a:off x="4379913" y="2644775"/>
            <a:ext cx="336550" cy="2159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2" name="下箭头 181"/>
          <p:cNvSpPr/>
          <p:nvPr/>
        </p:nvSpPr>
        <p:spPr>
          <a:xfrm>
            <a:off x="4379913" y="3652838"/>
            <a:ext cx="336550" cy="21590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1" grpId="0" animBg="1"/>
      <p:bldP spid="18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442913" y="1336675"/>
            <a:ext cx="1485900" cy="917575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+mn-ea"/>
              </a:rPr>
              <a:t>例</a:t>
            </a:r>
            <a:r>
              <a:rPr lang="en-US" altLang="zh-CN" sz="3000" b="1" dirty="0">
                <a:solidFill>
                  <a:schemeClr val="tx1"/>
                </a:solidFill>
                <a:latin typeface="+mn-ea"/>
              </a:rPr>
              <a:t>1</a:t>
            </a:r>
            <a:endParaRPr lang="zh-CN" altLang="en-US" sz="3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3.6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的转换</a:t>
            </a:r>
          </a:p>
        </p:txBody>
      </p:sp>
      <p:sp>
        <p:nvSpPr>
          <p:cNvPr id="92164" name="Rectangle 48"/>
          <p:cNvSpPr>
            <a:spLocks noChangeArrowheads="1"/>
          </p:cNvSpPr>
          <p:nvPr/>
        </p:nvSpPr>
        <p:spPr bwMode="auto">
          <a:xfrm>
            <a:off x="1897063" y="1406525"/>
            <a:ext cx="6477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000" b="1" i="1">
                <a:latin typeface="Times New Roman" panose="02020603050405020304" pitchFamily="18" charset="0"/>
                <a:ea typeface="楷体_GB2312"/>
                <a:cs typeface="楷体_GB2312"/>
              </a:rPr>
              <a:t>NFA</a:t>
            </a:r>
            <a:r>
              <a:rPr lang="zh-CN" altLang="en-US" sz="3000" b="1"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grpSp>
        <p:nvGrpSpPr>
          <p:cNvPr id="2" name="组合 6"/>
          <p:cNvGrpSpPr>
            <a:grpSpLocks/>
          </p:cNvGrpSpPr>
          <p:nvPr/>
        </p:nvGrpSpPr>
        <p:grpSpPr bwMode="auto">
          <a:xfrm>
            <a:off x="6215063" y="3859213"/>
            <a:ext cx="504825" cy="500062"/>
            <a:chOff x="4107105" y="3856684"/>
            <a:chExt cx="504760" cy="500915"/>
          </a:xfrm>
        </p:grpSpPr>
        <p:sp>
          <p:nvSpPr>
            <p:cNvPr id="92254" name="Freeform 19"/>
            <p:cNvSpPr>
              <a:spLocks/>
            </p:cNvSpPr>
            <p:nvPr/>
          </p:nvSpPr>
          <p:spPr bwMode="auto">
            <a:xfrm>
              <a:off x="4168999" y="4132397"/>
              <a:ext cx="382539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5" name="Rectangle 20"/>
            <p:cNvSpPr>
              <a:spLocks noChangeArrowheads="1"/>
            </p:cNvSpPr>
            <p:nvPr/>
          </p:nvSpPr>
          <p:spPr bwMode="auto">
            <a:xfrm>
              <a:off x="4107105" y="3856684"/>
              <a:ext cx="504760" cy="21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</p:grpSp>
      <p:grpSp>
        <p:nvGrpSpPr>
          <p:cNvPr id="3" name="组合 8"/>
          <p:cNvGrpSpPr>
            <a:grpSpLocks/>
          </p:cNvGrpSpPr>
          <p:nvPr/>
        </p:nvGrpSpPr>
        <p:grpSpPr bwMode="auto">
          <a:xfrm>
            <a:off x="7358063" y="3857625"/>
            <a:ext cx="504825" cy="512763"/>
            <a:chOff x="5261066" y="3856540"/>
            <a:chExt cx="504760" cy="512424"/>
          </a:xfrm>
        </p:grpSpPr>
        <p:sp>
          <p:nvSpPr>
            <p:cNvPr id="92252" name="Freeform 30"/>
            <p:cNvSpPr>
              <a:spLocks/>
            </p:cNvSpPr>
            <p:nvPr/>
          </p:nvSpPr>
          <p:spPr bwMode="auto">
            <a:xfrm>
              <a:off x="5311865" y="4143762"/>
              <a:ext cx="382538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3" name="Rectangle 31"/>
            <p:cNvSpPr>
              <a:spLocks noChangeArrowheads="1"/>
            </p:cNvSpPr>
            <p:nvPr/>
          </p:nvSpPr>
          <p:spPr bwMode="auto">
            <a:xfrm>
              <a:off x="5261066" y="3856540"/>
              <a:ext cx="504760" cy="215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4357688" y="4302125"/>
            <a:ext cx="1273175" cy="592138"/>
            <a:chOff x="2207112" y="4300037"/>
            <a:chExt cx="1272994" cy="593390"/>
          </a:xfrm>
        </p:grpSpPr>
        <p:sp>
          <p:nvSpPr>
            <p:cNvPr id="92249" name="Line 13"/>
            <p:cNvSpPr>
              <a:spLocks noChangeShapeType="1"/>
            </p:cNvSpPr>
            <p:nvPr/>
          </p:nvSpPr>
          <p:spPr bwMode="auto">
            <a:xfrm>
              <a:off x="2207112" y="4624137"/>
              <a:ext cx="649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0" name="Rectangle 14"/>
            <p:cNvSpPr>
              <a:spLocks noChangeArrowheads="1"/>
            </p:cNvSpPr>
            <p:nvPr/>
          </p:nvSpPr>
          <p:spPr bwMode="auto">
            <a:xfrm>
              <a:off x="2235683" y="4300037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>
              <a:off x="2873767" y="4357308"/>
              <a:ext cx="606339" cy="5361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6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A,B</a:t>
              </a:r>
            </a:p>
          </p:txBody>
        </p:sp>
      </p:grpSp>
      <p:grpSp>
        <p:nvGrpSpPr>
          <p:cNvPr id="5" name="组合 5"/>
          <p:cNvGrpSpPr>
            <a:grpSpLocks/>
          </p:cNvGrpSpPr>
          <p:nvPr/>
        </p:nvGrpSpPr>
        <p:grpSpPr bwMode="auto">
          <a:xfrm>
            <a:off x="5643563" y="4287838"/>
            <a:ext cx="1092200" cy="606425"/>
            <a:chOff x="3530916" y="4286990"/>
            <a:chExt cx="1092050" cy="606437"/>
          </a:xfrm>
        </p:grpSpPr>
        <p:sp>
          <p:nvSpPr>
            <p:cNvPr id="92246" name="Line 16"/>
            <p:cNvSpPr>
              <a:spLocks noChangeShapeType="1"/>
            </p:cNvSpPr>
            <p:nvPr/>
          </p:nvSpPr>
          <p:spPr bwMode="auto">
            <a:xfrm>
              <a:off x="3530916" y="4624137"/>
              <a:ext cx="504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7" name="Rectangle 17"/>
            <p:cNvSpPr>
              <a:spLocks noChangeArrowheads="1"/>
            </p:cNvSpPr>
            <p:nvPr/>
          </p:nvSpPr>
          <p:spPr bwMode="auto">
            <a:xfrm>
              <a:off x="3530916" y="4286990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4035672" y="4358428"/>
              <a:ext cx="587294" cy="5349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6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B,C</a:t>
              </a:r>
            </a:p>
          </p:txBody>
        </p:sp>
      </p:grpSp>
      <p:grpSp>
        <p:nvGrpSpPr>
          <p:cNvPr id="6" name="组合 7"/>
          <p:cNvGrpSpPr>
            <a:grpSpLocks/>
          </p:cNvGrpSpPr>
          <p:nvPr/>
        </p:nvGrpSpPr>
        <p:grpSpPr bwMode="auto">
          <a:xfrm>
            <a:off x="6735763" y="4287838"/>
            <a:ext cx="1154112" cy="714375"/>
            <a:chOff x="4683290" y="4287071"/>
            <a:chExt cx="1153963" cy="713504"/>
          </a:xfrm>
        </p:grpSpPr>
        <p:sp>
          <p:nvSpPr>
            <p:cNvPr id="92242" name="Line 21"/>
            <p:cNvSpPr>
              <a:spLocks noChangeShapeType="1"/>
            </p:cNvSpPr>
            <p:nvPr/>
          </p:nvSpPr>
          <p:spPr bwMode="auto">
            <a:xfrm>
              <a:off x="4692816" y="4636053"/>
              <a:ext cx="5047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3" name="Rectangle 22"/>
            <p:cNvSpPr>
              <a:spLocks noChangeArrowheads="1"/>
            </p:cNvSpPr>
            <p:nvPr/>
          </p:nvSpPr>
          <p:spPr bwMode="auto">
            <a:xfrm>
              <a:off x="4683290" y="4287071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92236" name="Oval 10"/>
            <p:cNvSpPr>
              <a:spLocks noChangeArrowheads="1"/>
            </p:cNvSpPr>
            <p:nvPr/>
          </p:nvSpPr>
          <p:spPr bwMode="auto">
            <a:xfrm>
              <a:off x="5259478" y="4429772"/>
              <a:ext cx="506348" cy="4994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6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C,D</a:t>
              </a:r>
            </a:p>
          </p:txBody>
        </p:sp>
        <p:sp>
          <p:nvSpPr>
            <p:cNvPr id="92245" name="Oval 45"/>
            <p:cNvSpPr>
              <a:spLocks noChangeArrowheads="1"/>
            </p:cNvSpPr>
            <p:nvPr/>
          </p:nvSpPr>
          <p:spPr bwMode="auto">
            <a:xfrm>
              <a:off x="5188050" y="4358423"/>
              <a:ext cx="649203" cy="64215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4"/>
          <p:cNvGrpSpPr>
            <a:grpSpLocks/>
          </p:cNvGrpSpPr>
          <p:nvPr/>
        </p:nvGrpSpPr>
        <p:grpSpPr bwMode="auto">
          <a:xfrm>
            <a:off x="5072063" y="3859213"/>
            <a:ext cx="504825" cy="503237"/>
            <a:chOff x="2883300" y="3904377"/>
            <a:chExt cx="504760" cy="504090"/>
          </a:xfrm>
        </p:grpSpPr>
        <p:sp>
          <p:nvSpPr>
            <p:cNvPr id="92240" name="Freeform 19"/>
            <p:cNvSpPr>
              <a:spLocks/>
            </p:cNvSpPr>
            <p:nvPr/>
          </p:nvSpPr>
          <p:spPr bwMode="auto">
            <a:xfrm>
              <a:off x="2945205" y="4183265"/>
              <a:ext cx="382538" cy="22520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1" name="Rectangle 20"/>
            <p:cNvSpPr>
              <a:spLocks noChangeArrowheads="1"/>
            </p:cNvSpPr>
            <p:nvPr/>
          </p:nvSpPr>
          <p:spPr bwMode="auto">
            <a:xfrm>
              <a:off x="2883300" y="3904377"/>
              <a:ext cx="504760" cy="215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</p:grpSp>
      <p:grpSp>
        <p:nvGrpSpPr>
          <p:cNvPr id="8" name="组合 1"/>
          <p:cNvGrpSpPr>
            <a:grpSpLocks/>
          </p:cNvGrpSpPr>
          <p:nvPr/>
        </p:nvGrpSpPr>
        <p:grpSpPr bwMode="auto">
          <a:xfrm>
            <a:off x="1928813" y="4359275"/>
            <a:ext cx="2428875" cy="509588"/>
            <a:chOff x="-306523" y="4358493"/>
            <a:chExt cx="2429448" cy="508720"/>
          </a:xfrm>
        </p:grpSpPr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1557642" y="4358493"/>
              <a:ext cx="565283" cy="50872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</a:p>
          </p:txBody>
        </p:sp>
        <p:sp>
          <p:nvSpPr>
            <p:cNvPr id="92237" name="Rectangle 49"/>
            <p:cNvSpPr>
              <a:spLocks noChangeArrowheads="1"/>
            </p:cNvSpPr>
            <p:nvPr/>
          </p:nvSpPr>
          <p:spPr bwMode="auto">
            <a:xfrm>
              <a:off x="-306523" y="4389589"/>
              <a:ext cx="647615" cy="37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DFA</a:t>
              </a:r>
              <a:r>
                <a:rPr lang="zh-CN" altLang="en-US" sz="3000" b="1">
                  <a:latin typeface="Times New Roman" panose="02020603050405020304" pitchFamily="18" charset="0"/>
                  <a:ea typeface="楷体_GB2312"/>
                  <a:cs typeface="楷体_GB2312"/>
                </a:rPr>
                <a:t>：</a:t>
              </a:r>
            </a:p>
          </p:txBody>
        </p:sp>
        <p:sp>
          <p:nvSpPr>
            <p:cNvPr id="92238" name="Line 21"/>
            <p:cNvSpPr>
              <a:spLocks noChangeShapeType="1"/>
            </p:cNvSpPr>
            <p:nvPr/>
          </p:nvSpPr>
          <p:spPr bwMode="auto">
            <a:xfrm flipV="1">
              <a:off x="1276087" y="4629330"/>
              <a:ext cx="252431" cy="67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9" name="Rectangle 22"/>
            <p:cNvSpPr>
              <a:spLocks noChangeArrowheads="1"/>
            </p:cNvSpPr>
            <p:nvPr/>
          </p:nvSpPr>
          <p:spPr bwMode="auto">
            <a:xfrm>
              <a:off x="693838" y="4498273"/>
              <a:ext cx="504861" cy="215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</p:grpSp>
      <p:grpSp>
        <p:nvGrpSpPr>
          <p:cNvPr id="92172" name="组合 56"/>
          <p:cNvGrpSpPr>
            <a:grpSpLocks/>
          </p:cNvGrpSpPr>
          <p:nvPr/>
        </p:nvGrpSpPr>
        <p:grpSpPr bwMode="auto">
          <a:xfrm>
            <a:off x="2754313" y="642938"/>
            <a:ext cx="5175250" cy="1285875"/>
            <a:chOff x="2338388" y="1193800"/>
            <a:chExt cx="3889375" cy="755650"/>
          </a:xfrm>
        </p:grpSpPr>
        <p:grpSp>
          <p:nvGrpSpPr>
            <p:cNvPr id="92216" name="Group 4"/>
            <p:cNvGrpSpPr>
              <a:grpSpLocks/>
            </p:cNvGrpSpPr>
            <p:nvPr/>
          </p:nvGrpSpPr>
          <p:grpSpPr bwMode="auto">
            <a:xfrm>
              <a:off x="3060700" y="1193800"/>
              <a:ext cx="3167063" cy="755650"/>
              <a:chOff x="1247" y="2478"/>
              <a:chExt cx="1995" cy="634"/>
            </a:xfrm>
          </p:grpSpPr>
          <p:sp>
            <p:nvSpPr>
              <p:cNvPr id="14" name="Oval 10"/>
              <p:cNvSpPr>
                <a:spLocks noChangeArrowheads="1"/>
              </p:cNvSpPr>
              <p:nvPr/>
            </p:nvSpPr>
            <p:spPr bwMode="auto">
              <a:xfrm>
                <a:off x="1293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92220" name="Freeform 11"/>
              <p:cNvSpPr>
                <a:spLocks/>
              </p:cNvSpPr>
              <p:nvPr/>
            </p:nvSpPr>
            <p:spPr bwMode="auto">
              <a:xfrm>
                <a:off x="1310" y="2662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21" name="Rectangle 12"/>
              <p:cNvSpPr>
                <a:spLocks noChangeArrowheads="1"/>
              </p:cNvSpPr>
              <p:nvPr/>
            </p:nvSpPr>
            <p:spPr bwMode="auto">
              <a:xfrm>
                <a:off x="1247" y="2479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92222" name="Line 13"/>
              <p:cNvSpPr>
                <a:spLocks noChangeShapeType="1"/>
              </p:cNvSpPr>
              <p:nvPr/>
            </p:nvSpPr>
            <p:spPr bwMode="auto">
              <a:xfrm>
                <a:off x="1519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23" name="Rectangle 14"/>
              <p:cNvSpPr>
                <a:spLocks noChangeArrowheads="1"/>
              </p:cNvSpPr>
              <p:nvPr/>
            </p:nvSpPr>
            <p:spPr bwMode="auto">
              <a:xfrm>
                <a:off x="1519" y="2755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1837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25" name="Line 16"/>
              <p:cNvSpPr>
                <a:spLocks noChangeShapeType="1"/>
              </p:cNvSpPr>
              <p:nvPr/>
            </p:nvSpPr>
            <p:spPr bwMode="auto">
              <a:xfrm>
                <a:off x="2063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26" name="Rectangle 17"/>
              <p:cNvSpPr>
                <a:spLocks noChangeArrowheads="1"/>
              </p:cNvSpPr>
              <p:nvPr/>
            </p:nvSpPr>
            <p:spPr bwMode="auto">
              <a:xfrm>
                <a:off x="2063" y="2751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19" name="Oval 18"/>
              <p:cNvSpPr>
                <a:spLocks noChangeArrowheads="1"/>
              </p:cNvSpPr>
              <p:nvPr/>
            </p:nvSpPr>
            <p:spPr bwMode="auto">
              <a:xfrm>
                <a:off x="2381" y="2842"/>
                <a:ext cx="227" cy="22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28" name="Freeform 19"/>
              <p:cNvSpPr>
                <a:spLocks/>
              </p:cNvSpPr>
              <p:nvPr/>
            </p:nvSpPr>
            <p:spPr bwMode="auto">
              <a:xfrm>
                <a:off x="1851" y="2657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29" name="Rectangle 20"/>
              <p:cNvSpPr>
                <a:spLocks noChangeArrowheads="1"/>
              </p:cNvSpPr>
              <p:nvPr/>
            </p:nvSpPr>
            <p:spPr bwMode="auto">
              <a:xfrm>
                <a:off x="1791" y="2478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92230" name="Line 21"/>
              <p:cNvSpPr>
                <a:spLocks noChangeShapeType="1"/>
              </p:cNvSpPr>
              <p:nvPr/>
            </p:nvSpPr>
            <p:spPr bwMode="auto">
              <a:xfrm>
                <a:off x="2608" y="2978"/>
                <a:ext cx="31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31" name="Rectangle 22"/>
              <p:cNvSpPr>
                <a:spLocks noChangeArrowheads="1"/>
              </p:cNvSpPr>
              <p:nvPr/>
            </p:nvSpPr>
            <p:spPr bwMode="auto">
              <a:xfrm>
                <a:off x="2608" y="2750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24" name="Oval 23"/>
              <p:cNvSpPr>
                <a:spLocks noChangeArrowheads="1"/>
              </p:cNvSpPr>
              <p:nvPr/>
            </p:nvSpPr>
            <p:spPr bwMode="auto">
              <a:xfrm>
                <a:off x="2971" y="2840"/>
                <a:ext cx="227" cy="22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D</a:t>
                </a:r>
              </a:p>
            </p:txBody>
          </p:sp>
          <p:sp>
            <p:nvSpPr>
              <p:cNvPr id="92233" name="Freeform 30"/>
              <p:cNvSpPr>
                <a:spLocks/>
              </p:cNvSpPr>
              <p:nvPr/>
            </p:nvSpPr>
            <p:spPr bwMode="auto">
              <a:xfrm>
                <a:off x="2392" y="2662"/>
                <a:ext cx="241" cy="189"/>
              </a:xfrm>
              <a:custGeom>
                <a:avLst/>
                <a:gdLst>
                  <a:gd name="T0" fmla="*/ 52 w 241"/>
                  <a:gd name="T1" fmla="*/ 189 h 189"/>
                  <a:gd name="T2" fmla="*/ 7 w 241"/>
                  <a:gd name="T3" fmla="*/ 143 h 189"/>
                  <a:gd name="T4" fmla="*/ 97 w 241"/>
                  <a:gd name="T5" fmla="*/ 7 h 189"/>
                  <a:gd name="T6" fmla="*/ 233 w 241"/>
                  <a:gd name="T7" fmla="*/ 98 h 189"/>
                  <a:gd name="T8" fmla="*/ 143 w 241"/>
                  <a:gd name="T9" fmla="*/ 189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34" name="Rectangle 31"/>
              <p:cNvSpPr>
                <a:spLocks noChangeArrowheads="1"/>
              </p:cNvSpPr>
              <p:nvPr/>
            </p:nvSpPr>
            <p:spPr bwMode="auto">
              <a:xfrm>
                <a:off x="2336" y="2478"/>
                <a:ext cx="318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92235" name="Oval 39"/>
              <p:cNvSpPr>
                <a:spLocks noChangeArrowheads="1"/>
              </p:cNvSpPr>
              <p:nvPr/>
            </p:nvSpPr>
            <p:spPr bwMode="auto">
              <a:xfrm>
                <a:off x="2925" y="2795"/>
                <a:ext cx="317" cy="31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2217" name="Rectangle 22"/>
            <p:cNvSpPr>
              <a:spLocks noChangeArrowheads="1"/>
            </p:cNvSpPr>
            <p:nvPr/>
          </p:nvSpPr>
          <p:spPr bwMode="auto">
            <a:xfrm>
              <a:off x="2338388" y="1658938"/>
              <a:ext cx="504825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92218" name="Line 21"/>
            <p:cNvSpPr>
              <a:spLocks noChangeShapeType="1"/>
            </p:cNvSpPr>
            <p:nvPr/>
          </p:nvSpPr>
          <p:spPr bwMode="auto">
            <a:xfrm flipV="1">
              <a:off x="2843213" y="1765300"/>
              <a:ext cx="254000" cy="79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59" name="Group 18"/>
          <p:cNvGraphicFramePr>
            <a:graphicFrameLocks noGrp="1"/>
          </p:cNvGraphicFramePr>
          <p:nvPr/>
        </p:nvGraphicFramePr>
        <p:xfrm>
          <a:off x="3484563" y="2235200"/>
          <a:ext cx="3659187" cy="1563690"/>
        </p:xfrm>
        <a:graphic>
          <a:graphicData uri="http://schemas.openxmlformats.org/drawingml/2006/table">
            <a:tbl>
              <a:tblPr/>
              <a:tblGrid>
                <a:gridCol w="96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7" marR="91437" marT="34186" marB="341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7" marR="91437" marT="34167" marB="3416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" name="组合 11"/>
          <p:cNvGrpSpPr>
            <a:grpSpLocks/>
          </p:cNvGrpSpPr>
          <p:nvPr/>
        </p:nvGrpSpPr>
        <p:grpSpPr bwMode="auto">
          <a:xfrm>
            <a:off x="3413125" y="1785938"/>
            <a:ext cx="2801938" cy="2009775"/>
            <a:chOff x="3362325" y="1785927"/>
            <a:chExt cx="2801938" cy="2009959"/>
          </a:xfrm>
        </p:grpSpPr>
        <p:sp>
          <p:nvSpPr>
            <p:cNvPr id="58" name="矩形 57"/>
            <p:cNvSpPr/>
            <p:nvPr/>
          </p:nvSpPr>
          <p:spPr>
            <a:xfrm>
              <a:off x="4508500" y="1785927"/>
              <a:ext cx="1655763" cy="4858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rPr>
                <a:t>转换表</a:t>
              </a:r>
            </a:p>
          </p:txBody>
        </p:sp>
        <p:sp>
          <p:nvSpPr>
            <p:cNvPr id="92210" name="矩形 1"/>
            <p:cNvSpPr>
              <a:spLocks noChangeArrowheads="1"/>
            </p:cNvSpPr>
            <p:nvPr/>
          </p:nvSpPr>
          <p:spPr bwMode="auto">
            <a:xfrm>
              <a:off x="3362325" y="2294829"/>
              <a:ext cx="5984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状态</a:t>
              </a:r>
            </a:p>
          </p:txBody>
        </p:sp>
        <p:sp>
          <p:nvSpPr>
            <p:cNvPr id="92211" name="矩形 36"/>
            <p:cNvSpPr>
              <a:spLocks noChangeArrowheads="1"/>
            </p:cNvSpPr>
            <p:nvPr/>
          </p:nvSpPr>
          <p:spPr bwMode="auto">
            <a:xfrm>
              <a:off x="3867150" y="2171726"/>
              <a:ext cx="5984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输入</a:t>
              </a:r>
            </a:p>
          </p:txBody>
        </p:sp>
        <p:cxnSp>
          <p:nvCxnSpPr>
            <p:cNvPr id="62" name="直接连接符 61"/>
            <p:cNvCxnSpPr/>
            <p:nvPr/>
          </p:nvCxnSpPr>
          <p:spPr bwMode="auto">
            <a:xfrm>
              <a:off x="3455988" y="2289210"/>
              <a:ext cx="930275" cy="2603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213" name="矩形 34"/>
            <p:cNvSpPr>
              <a:spLocks noChangeArrowheads="1"/>
            </p:cNvSpPr>
            <p:nvPr/>
          </p:nvSpPr>
          <p:spPr bwMode="auto">
            <a:xfrm>
              <a:off x="3971126" y="3565698"/>
              <a:ext cx="3000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zh-CN" altLang="en-US" sz="900">
                  <a:solidFill>
                    <a:srgbClr val="2D83F4"/>
                  </a:solidFill>
                  <a:latin typeface="Arial" panose="020B0604020202020204" pitchFamily="34" charset="0"/>
                </a:rPr>
                <a:t>●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7345363" y="2754313"/>
            <a:ext cx="148907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CN" sz="20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CN" sz="20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altLang="zh-CN" sz="20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0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从带有</a:t>
            </a:r>
            <a:r>
              <a:rPr lang="en-US" altLang="zh-CN" sz="3200" i="1" dirty="0">
                <a:solidFill>
                  <a:srgbClr val="000000"/>
                </a:solidFill>
                <a:ea typeface="楷体_GB2312"/>
                <a:cs typeface="楷体_GB2312"/>
              </a:rPr>
              <a:t>ε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边的</a:t>
            </a:r>
            <a:r>
              <a:rPr lang="en-US" altLang="zh-CN" sz="3000" i="1" spc="3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NFA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3000" i="1" spc="300" dirty="0">
                <a:solidFill>
                  <a:prstClr val="black"/>
                </a:solidFill>
                <a:ea typeface="微软雅黑" pitchFamily="34" charset="-122"/>
                <a:cs typeface="Times New Roman" pitchFamily="18" charset="0"/>
              </a:rPr>
              <a:t>DFA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的转换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187" name="Oval 10"/>
          <p:cNvSpPr>
            <a:spLocks noChangeArrowheads="1"/>
          </p:cNvSpPr>
          <p:nvPr/>
        </p:nvSpPr>
        <p:spPr bwMode="auto">
          <a:xfrm>
            <a:off x="2552700" y="1606550"/>
            <a:ext cx="37623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</a:p>
        </p:txBody>
      </p:sp>
      <p:sp>
        <p:nvSpPr>
          <p:cNvPr id="94212" name="Freeform 11"/>
          <p:cNvSpPr>
            <a:spLocks/>
          </p:cNvSpPr>
          <p:nvPr/>
        </p:nvSpPr>
        <p:spPr bwMode="auto">
          <a:xfrm>
            <a:off x="2541588" y="1381125"/>
            <a:ext cx="382587" cy="225425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3" name="Rectangle 12"/>
          <p:cNvSpPr>
            <a:spLocks noChangeArrowheads="1"/>
          </p:cNvSpPr>
          <p:nvPr/>
        </p:nvSpPr>
        <p:spPr bwMode="auto">
          <a:xfrm>
            <a:off x="2479675" y="1143000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</a:p>
        </p:txBody>
      </p:sp>
      <p:sp>
        <p:nvSpPr>
          <p:cNvPr id="94214" name="Line 13"/>
          <p:cNvSpPr>
            <a:spLocks noChangeShapeType="1"/>
          </p:cNvSpPr>
          <p:nvPr/>
        </p:nvSpPr>
        <p:spPr bwMode="auto">
          <a:xfrm>
            <a:off x="2911475" y="1768475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5" name="Rectangle 14"/>
          <p:cNvSpPr>
            <a:spLocks noChangeArrowheads="1"/>
          </p:cNvSpPr>
          <p:nvPr/>
        </p:nvSpPr>
        <p:spPr bwMode="auto">
          <a:xfrm>
            <a:off x="2911475" y="1444625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</a:p>
        </p:txBody>
      </p:sp>
      <p:sp>
        <p:nvSpPr>
          <p:cNvPr id="93192" name="Oval 15"/>
          <p:cNvSpPr>
            <a:spLocks noChangeArrowheads="1"/>
          </p:cNvSpPr>
          <p:nvPr/>
        </p:nvSpPr>
        <p:spPr bwMode="auto">
          <a:xfrm>
            <a:off x="3416300" y="1606550"/>
            <a:ext cx="36988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</p:txBody>
      </p:sp>
      <p:sp>
        <p:nvSpPr>
          <p:cNvPr id="94217" name="Line 16"/>
          <p:cNvSpPr>
            <a:spLocks noChangeShapeType="1"/>
          </p:cNvSpPr>
          <p:nvPr/>
        </p:nvSpPr>
        <p:spPr bwMode="auto">
          <a:xfrm>
            <a:off x="3775075" y="1768475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8" name="Rectangle 17"/>
          <p:cNvSpPr>
            <a:spLocks noChangeArrowheads="1"/>
          </p:cNvSpPr>
          <p:nvPr/>
        </p:nvSpPr>
        <p:spPr bwMode="auto">
          <a:xfrm>
            <a:off x="3775075" y="1498600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</a:p>
        </p:txBody>
      </p:sp>
      <p:sp>
        <p:nvSpPr>
          <p:cNvPr id="93195" name="Oval 18"/>
          <p:cNvSpPr>
            <a:spLocks noChangeArrowheads="1"/>
          </p:cNvSpPr>
          <p:nvPr/>
        </p:nvSpPr>
        <p:spPr bwMode="auto">
          <a:xfrm>
            <a:off x="4352925" y="1606550"/>
            <a:ext cx="361950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</a:t>
            </a:r>
          </a:p>
        </p:txBody>
      </p:sp>
      <p:sp>
        <p:nvSpPr>
          <p:cNvPr id="94220" name="Freeform 19"/>
          <p:cNvSpPr>
            <a:spLocks/>
          </p:cNvSpPr>
          <p:nvPr/>
        </p:nvSpPr>
        <p:spPr bwMode="auto">
          <a:xfrm>
            <a:off x="3405188" y="1381125"/>
            <a:ext cx="382587" cy="223838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21" name="Rectangle 20"/>
          <p:cNvSpPr>
            <a:spLocks noChangeArrowheads="1"/>
          </p:cNvSpPr>
          <p:nvPr/>
        </p:nvSpPr>
        <p:spPr bwMode="auto">
          <a:xfrm>
            <a:off x="3343275" y="1143000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</a:p>
        </p:txBody>
      </p:sp>
      <p:sp>
        <p:nvSpPr>
          <p:cNvPr id="94222" name="Line 21"/>
          <p:cNvSpPr>
            <a:spLocks noChangeShapeType="1"/>
          </p:cNvSpPr>
          <p:nvPr/>
        </p:nvSpPr>
        <p:spPr bwMode="auto">
          <a:xfrm>
            <a:off x="2036763" y="1758950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23" name="Rectangle 22"/>
          <p:cNvSpPr>
            <a:spLocks noChangeArrowheads="1"/>
          </p:cNvSpPr>
          <p:nvPr/>
        </p:nvSpPr>
        <p:spPr bwMode="auto">
          <a:xfrm>
            <a:off x="1479550" y="1627188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</a:p>
        </p:txBody>
      </p:sp>
      <p:sp>
        <p:nvSpPr>
          <p:cNvPr id="94224" name="Freeform 30"/>
          <p:cNvSpPr>
            <a:spLocks/>
          </p:cNvSpPr>
          <p:nvPr/>
        </p:nvSpPr>
        <p:spPr bwMode="auto">
          <a:xfrm>
            <a:off x="4343400" y="1346200"/>
            <a:ext cx="382588" cy="225425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25" name="Rectangle 31"/>
          <p:cNvSpPr>
            <a:spLocks noChangeArrowheads="1"/>
          </p:cNvSpPr>
          <p:nvPr/>
        </p:nvSpPr>
        <p:spPr bwMode="auto">
          <a:xfrm>
            <a:off x="4281488" y="1071563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</a:p>
        </p:txBody>
      </p:sp>
      <p:sp>
        <p:nvSpPr>
          <p:cNvPr id="94226" name="Oval 39"/>
          <p:cNvSpPr>
            <a:spLocks noChangeArrowheads="1"/>
          </p:cNvSpPr>
          <p:nvPr/>
        </p:nvSpPr>
        <p:spPr bwMode="auto">
          <a:xfrm>
            <a:off x="4279900" y="1552575"/>
            <a:ext cx="506413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227" name="Rectangle 48"/>
          <p:cNvSpPr>
            <a:spLocks noChangeArrowheads="1"/>
          </p:cNvSpPr>
          <p:nvPr/>
        </p:nvSpPr>
        <p:spPr bwMode="auto">
          <a:xfrm>
            <a:off x="611188" y="1549400"/>
            <a:ext cx="6477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NFA</a:t>
            </a:r>
            <a:r>
              <a:rPr lang="zh-CN" altLang="en-US" sz="2500" b="1"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grpSp>
        <p:nvGrpSpPr>
          <p:cNvPr id="94228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6" name="五边形 4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4292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54" name="Group 18"/>
          <p:cNvGraphicFramePr>
            <a:graphicFrameLocks noGrp="1"/>
          </p:cNvGraphicFramePr>
          <p:nvPr/>
        </p:nvGraphicFramePr>
        <p:xfrm>
          <a:off x="5005388" y="1187450"/>
          <a:ext cx="3711575" cy="1584342"/>
        </p:xfrm>
        <a:graphic>
          <a:graphicData uri="http://schemas.openxmlformats.org/drawingml/2006/table">
            <a:tbl>
              <a:tblPr/>
              <a:tblGrid>
                <a:gridCol w="102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A,B,C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B,C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kumimoji="0" lang="zh-CN" altLang="en-US" sz="2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组合 1"/>
          <p:cNvGrpSpPr>
            <a:grpSpLocks/>
          </p:cNvGrpSpPr>
          <p:nvPr/>
        </p:nvGrpSpPr>
        <p:grpSpPr bwMode="auto">
          <a:xfrm>
            <a:off x="4932363" y="771525"/>
            <a:ext cx="2855912" cy="1944688"/>
            <a:chOff x="4932363" y="771525"/>
            <a:chExt cx="2855912" cy="1943896"/>
          </a:xfrm>
        </p:grpSpPr>
        <p:sp>
          <p:nvSpPr>
            <p:cNvPr id="53" name="矩形 52"/>
            <p:cNvSpPr/>
            <p:nvPr/>
          </p:nvSpPr>
          <p:spPr>
            <a:xfrm>
              <a:off x="6132513" y="771525"/>
              <a:ext cx="1655762" cy="4855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200" b="1" dirty="0">
                  <a:solidFill>
                    <a:schemeClr val="tx1"/>
                  </a:solidFill>
                  <a:latin typeface="楷体" pitchFamily="49" charset="-122"/>
                  <a:ea typeface="楷体" pitchFamily="49" charset="-122"/>
                </a:rPr>
                <a:t>转换表</a:t>
              </a:r>
            </a:p>
          </p:txBody>
        </p:sp>
        <p:sp>
          <p:nvSpPr>
            <p:cNvPr id="94287" name="矩形 1"/>
            <p:cNvSpPr>
              <a:spLocks noChangeArrowheads="1"/>
            </p:cNvSpPr>
            <p:nvPr/>
          </p:nvSpPr>
          <p:spPr bwMode="auto">
            <a:xfrm>
              <a:off x="4932363" y="1266825"/>
              <a:ext cx="59848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状态</a:t>
              </a:r>
            </a:p>
          </p:txBody>
        </p:sp>
        <p:sp>
          <p:nvSpPr>
            <p:cNvPr id="94288" name="矩形 36"/>
            <p:cNvSpPr>
              <a:spLocks noChangeArrowheads="1"/>
            </p:cNvSpPr>
            <p:nvPr/>
          </p:nvSpPr>
          <p:spPr bwMode="auto">
            <a:xfrm>
              <a:off x="5437188" y="1123950"/>
              <a:ext cx="59848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输入</a:t>
              </a:r>
            </a:p>
          </p:txBody>
        </p:sp>
        <p:cxnSp>
          <p:nvCxnSpPr>
            <p:cNvPr id="58" name="直接连接符 57"/>
            <p:cNvCxnSpPr/>
            <p:nvPr/>
          </p:nvCxnSpPr>
          <p:spPr bwMode="auto">
            <a:xfrm>
              <a:off x="5026025" y="1201563"/>
              <a:ext cx="982663" cy="3665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290" name="矩形 34"/>
            <p:cNvSpPr>
              <a:spLocks noChangeArrowheads="1"/>
            </p:cNvSpPr>
            <p:nvPr/>
          </p:nvSpPr>
          <p:spPr bwMode="auto">
            <a:xfrm>
              <a:off x="5586412" y="2485233"/>
              <a:ext cx="3000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zh-CN" altLang="en-US" sz="900">
                  <a:solidFill>
                    <a:srgbClr val="2D83F4"/>
                  </a:solidFill>
                  <a:latin typeface="Arial" panose="020B0604020202020204" pitchFamily="34" charset="0"/>
                </a:rPr>
                <a:t>●</a:t>
              </a:r>
            </a:p>
          </p:txBody>
        </p:sp>
      </p:grpSp>
      <p:grpSp>
        <p:nvGrpSpPr>
          <p:cNvPr id="4" name="组合 6"/>
          <p:cNvGrpSpPr>
            <a:grpSpLocks/>
          </p:cNvGrpSpPr>
          <p:nvPr/>
        </p:nvGrpSpPr>
        <p:grpSpPr bwMode="auto">
          <a:xfrm>
            <a:off x="3960813" y="2662238"/>
            <a:ext cx="504825" cy="571500"/>
            <a:chOff x="3779226" y="2644461"/>
            <a:chExt cx="504895" cy="569978"/>
          </a:xfrm>
        </p:grpSpPr>
        <p:sp>
          <p:nvSpPr>
            <p:cNvPr id="94284" name="Freeform 19"/>
            <p:cNvSpPr>
              <a:spLocks/>
            </p:cNvSpPr>
            <p:nvPr/>
          </p:nvSpPr>
          <p:spPr bwMode="auto">
            <a:xfrm>
              <a:off x="3791918" y="2888287"/>
              <a:ext cx="450907" cy="32615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5" name="Rectangle 20"/>
            <p:cNvSpPr>
              <a:spLocks noChangeArrowheads="1"/>
            </p:cNvSpPr>
            <p:nvPr/>
          </p:nvSpPr>
          <p:spPr bwMode="auto">
            <a:xfrm>
              <a:off x="3779226" y="2644461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</p:grpSp>
      <p:grpSp>
        <p:nvGrpSpPr>
          <p:cNvPr id="5" name="组合 8"/>
          <p:cNvGrpSpPr>
            <a:grpSpLocks/>
          </p:cNvGrpSpPr>
          <p:nvPr/>
        </p:nvGrpSpPr>
        <p:grpSpPr bwMode="auto">
          <a:xfrm>
            <a:off x="4152900" y="3868738"/>
            <a:ext cx="504825" cy="431800"/>
            <a:chOff x="3971340" y="3849824"/>
            <a:chExt cx="504895" cy="432007"/>
          </a:xfrm>
        </p:grpSpPr>
        <p:sp>
          <p:nvSpPr>
            <p:cNvPr id="94282" name="Line 21"/>
            <p:cNvSpPr>
              <a:spLocks noChangeShapeType="1"/>
            </p:cNvSpPr>
            <p:nvPr/>
          </p:nvSpPr>
          <p:spPr bwMode="auto">
            <a:xfrm>
              <a:off x="4006267" y="3849824"/>
              <a:ext cx="795" cy="4320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3" name="Rectangle 22"/>
            <p:cNvSpPr>
              <a:spLocks noChangeArrowheads="1"/>
            </p:cNvSpPr>
            <p:nvPr/>
          </p:nvSpPr>
          <p:spPr bwMode="auto">
            <a:xfrm>
              <a:off x="3971340" y="3915906"/>
              <a:ext cx="504895" cy="215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</p:grpSp>
      <p:grpSp>
        <p:nvGrpSpPr>
          <p:cNvPr id="6" name="组合 4"/>
          <p:cNvGrpSpPr>
            <a:grpSpLocks/>
          </p:cNvGrpSpPr>
          <p:nvPr/>
        </p:nvGrpSpPr>
        <p:grpSpPr bwMode="auto">
          <a:xfrm>
            <a:off x="2705100" y="2876550"/>
            <a:ext cx="625475" cy="646113"/>
            <a:chOff x="2555093" y="3201582"/>
            <a:chExt cx="504895" cy="432234"/>
          </a:xfrm>
        </p:grpSpPr>
        <p:sp>
          <p:nvSpPr>
            <p:cNvPr id="94280" name="Freeform 19"/>
            <p:cNvSpPr>
              <a:spLocks/>
            </p:cNvSpPr>
            <p:nvPr/>
          </p:nvSpPr>
          <p:spPr bwMode="auto">
            <a:xfrm>
              <a:off x="2617015" y="3408769"/>
              <a:ext cx="382641" cy="22504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81" name="Rectangle 20"/>
            <p:cNvSpPr>
              <a:spLocks noChangeArrowheads="1"/>
            </p:cNvSpPr>
            <p:nvPr/>
          </p:nvSpPr>
          <p:spPr bwMode="auto">
            <a:xfrm>
              <a:off x="2555093" y="3201582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</a:p>
          </p:txBody>
        </p:sp>
      </p:grpSp>
      <p:grpSp>
        <p:nvGrpSpPr>
          <p:cNvPr id="7" name="组合 7"/>
          <p:cNvGrpSpPr>
            <a:grpSpLocks/>
          </p:cNvGrpSpPr>
          <p:nvPr/>
        </p:nvGrpSpPr>
        <p:grpSpPr bwMode="auto">
          <a:xfrm>
            <a:off x="3255963" y="4160838"/>
            <a:ext cx="1431925" cy="858837"/>
            <a:chOff x="3074028" y="4142627"/>
            <a:chExt cx="1432843" cy="858892"/>
          </a:xfrm>
        </p:grpSpPr>
        <p:sp>
          <p:nvSpPr>
            <p:cNvPr id="94276" name="Line 13"/>
            <p:cNvSpPr>
              <a:spLocks noChangeShapeType="1"/>
            </p:cNvSpPr>
            <p:nvPr/>
          </p:nvSpPr>
          <p:spPr bwMode="auto">
            <a:xfrm>
              <a:off x="3074028" y="4184781"/>
              <a:ext cx="646660" cy="3880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77" name="Rectangle 14"/>
            <p:cNvSpPr>
              <a:spLocks noChangeArrowheads="1"/>
            </p:cNvSpPr>
            <p:nvPr/>
          </p:nvSpPr>
          <p:spPr bwMode="auto">
            <a:xfrm>
              <a:off x="3203355" y="4142627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  <p:sp>
          <p:nvSpPr>
            <p:cNvPr id="49" name="Oval 10"/>
            <p:cNvSpPr>
              <a:spLocks noChangeArrowheads="1"/>
            </p:cNvSpPr>
            <p:nvPr/>
          </p:nvSpPr>
          <p:spPr bwMode="auto">
            <a:xfrm>
              <a:off x="3769799" y="4347427"/>
              <a:ext cx="654469" cy="59376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</a:p>
          </p:txBody>
        </p:sp>
        <p:sp>
          <p:nvSpPr>
            <p:cNvPr id="94279" name="Oval 45"/>
            <p:cNvSpPr>
              <a:spLocks noChangeArrowheads="1"/>
            </p:cNvSpPr>
            <p:nvPr/>
          </p:nvSpPr>
          <p:spPr bwMode="auto">
            <a:xfrm>
              <a:off x="3708249" y="4281832"/>
              <a:ext cx="798622" cy="71968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50"/>
          <p:cNvGrpSpPr>
            <a:grpSpLocks/>
          </p:cNvGrpSpPr>
          <p:nvPr/>
        </p:nvGrpSpPr>
        <p:grpSpPr bwMode="auto">
          <a:xfrm>
            <a:off x="3330575" y="3233738"/>
            <a:ext cx="1214438" cy="635000"/>
            <a:chOff x="3148893" y="3214350"/>
            <a:chExt cx="1214502" cy="635476"/>
          </a:xfrm>
        </p:grpSpPr>
        <p:sp>
          <p:nvSpPr>
            <p:cNvPr id="94272" name="Line 16"/>
            <p:cNvSpPr>
              <a:spLocks noChangeShapeType="1"/>
            </p:cNvSpPr>
            <p:nvPr/>
          </p:nvSpPr>
          <p:spPr bwMode="auto">
            <a:xfrm flipV="1">
              <a:off x="3211936" y="3571810"/>
              <a:ext cx="428651" cy="2163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73" name="Rectangle 17"/>
            <p:cNvSpPr>
              <a:spLocks noChangeArrowheads="1"/>
            </p:cNvSpPr>
            <p:nvPr/>
          </p:nvSpPr>
          <p:spPr bwMode="auto">
            <a:xfrm>
              <a:off x="3148893" y="3428827"/>
              <a:ext cx="504896" cy="215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</a:p>
          </p:txBody>
        </p:sp>
        <p:sp>
          <p:nvSpPr>
            <p:cNvPr id="56" name="Oval 10"/>
            <p:cNvSpPr>
              <a:spLocks noChangeArrowheads="1"/>
            </p:cNvSpPr>
            <p:nvPr/>
          </p:nvSpPr>
          <p:spPr bwMode="auto">
            <a:xfrm>
              <a:off x="3707722" y="3274720"/>
              <a:ext cx="584231" cy="50838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B,C</a:t>
              </a:r>
            </a:p>
          </p:txBody>
        </p:sp>
        <p:sp>
          <p:nvSpPr>
            <p:cNvPr id="94275" name="Oval 45"/>
            <p:cNvSpPr>
              <a:spLocks noChangeArrowheads="1"/>
            </p:cNvSpPr>
            <p:nvPr/>
          </p:nvSpPr>
          <p:spPr bwMode="auto">
            <a:xfrm>
              <a:off x="3636217" y="3214350"/>
              <a:ext cx="727178" cy="6354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3"/>
          <p:cNvGrpSpPr>
            <a:grpSpLocks/>
          </p:cNvGrpSpPr>
          <p:nvPr/>
        </p:nvGrpSpPr>
        <p:grpSpPr bwMode="auto">
          <a:xfrm>
            <a:off x="611188" y="3519488"/>
            <a:ext cx="2790825" cy="795337"/>
            <a:chOff x="429513" y="3500297"/>
            <a:chExt cx="2791268" cy="795949"/>
          </a:xfrm>
        </p:grpSpPr>
        <p:sp>
          <p:nvSpPr>
            <p:cNvPr id="66" name="Oval 10"/>
            <p:cNvSpPr>
              <a:spLocks noChangeArrowheads="1"/>
            </p:cNvSpPr>
            <p:nvPr/>
          </p:nvSpPr>
          <p:spPr bwMode="auto">
            <a:xfrm>
              <a:off x="2412615" y="3565434"/>
              <a:ext cx="736717" cy="6704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A,B,C</a:t>
              </a:r>
            </a:p>
          </p:txBody>
        </p:sp>
        <p:sp>
          <p:nvSpPr>
            <p:cNvPr id="94268" name="Rectangle 49"/>
            <p:cNvSpPr>
              <a:spLocks noChangeArrowheads="1"/>
            </p:cNvSpPr>
            <p:nvPr/>
          </p:nvSpPr>
          <p:spPr bwMode="auto">
            <a:xfrm>
              <a:off x="429513" y="3687770"/>
              <a:ext cx="647790" cy="378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DFA</a:t>
              </a:r>
              <a:r>
                <a:rPr lang="zh-CN" altLang="en-US" sz="2500" b="1">
                  <a:latin typeface="Times New Roman" panose="02020603050405020304" pitchFamily="18" charset="0"/>
                  <a:ea typeface="楷体_GB2312"/>
                  <a:cs typeface="楷体_GB2312"/>
                </a:rPr>
                <a:t>：</a:t>
              </a:r>
            </a:p>
          </p:txBody>
        </p:sp>
        <p:sp>
          <p:nvSpPr>
            <p:cNvPr id="94269" name="Line 21"/>
            <p:cNvSpPr>
              <a:spLocks noChangeShapeType="1"/>
            </p:cNvSpPr>
            <p:nvPr/>
          </p:nvSpPr>
          <p:spPr bwMode="auto">
            <a:xfrm>
              <a:off x="1863245" y="3929249"/>
              <a:ext cx="4747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70" name="Rectangle 22"/>
            <p:cNvSpPr>
              <a:spLocks noChangeArrowheads="1"/>
            </p:cNvSpPr>
            <p:nvPr/>
          </p:nvSpPr>
          <p:spPr bwMode="auto">
            <a:xfrm>
              <a:off x="1286798" y="3786267"/>
              <a:ext cx="504997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</a:p>
          </p:txBody>
        </p:sp>
        <p:sp>
          <p:nvSpPr>
            <p:cNvPr id="94271" name="Oval 45"/>
            <p:cNvSpPr>
              <a:spLocks noChangeArrowheads="1"/>
            </p:cNvSpPr>
            <p:nvPr/>
          </p:nvSpPr>
          <p:spPr bwMode="auto">
            <a:xfrm>
              <a:off x="2339866" y="3500297"/>
              <a:ext cx="880915" cy="79594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4673600" y="4371975"/>
            <a:ext cx="728663" cy="334963"/>
            <a:chOff x="4491980" y="4353718"/>
            <a:chExt cx="728663" cy="334963"/>
          </a:xfrm>
        </p:grpSpPr>
        <p:sp>
          <p:nvSpPr>
            <p:cNvPr id="72" name="任意多边形 71"/>
            <p:cNvSpPr/>
            <p:nvPr/>
          </p:nvSpPr>
          <p:spPr bwMode="auto">
            <a:xfrm>
              <a:off x="4491980" y="4353718"/>
              <a:ext cx="377825" cy="334963"/>
            </a:xfrm>
            <a:custGeom>
              <a:avLst/>
              <a:gdLst>
                <a:gd name="connsiteX0" fmla="*/ 0 w 377422"/>
                <a:gd name="connsiteY0" fmla="*/ 194866 h 446352"/>
                <a:gd name="connsiteX1" fmla="*/ 232229 w 377422"/>
                <a:gd name="connsiteY1" fmla="*/ 6180 h 446352"/>
                <a:gd name="connsiteX2" fmla="*/ 377372 w 377422"/>
                <a:gd name="connsiteY2" fmla="*/ 398066 h 446352"/>
                <a:gd name="connsiteX3" fmla="*/ 217715 w 377422"/>
                <a:gd name="connsiteY3" fmla="*/ 441609 h 446352"/>
                <a:gd name="connsiteX4" fmla="*/ 29029 w 377422"/>
                <a:gd name="connsiteY4" fmla="*/ 412580 h 44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422" h="446352">
                  <a:moveTo>
                    <a:pt x="0" y="194866"/>
                  </a:moveTo>
                  <a:cubicBezTo>
                    <a:pt x="84667" y="83589"/>
                    <a:pt x="169334" y="-27687"/>
                    <a:pt x="232229" y="6180"/>
                  </a:cubicBezTo>
                  <a:cubicBezTo>
                    <a:pt x="295124" y="40047"/>
                    <a:pt x="379791" y="325495"/>
                    <a:pt x="377372" y="398066"/>
                  </a:cubicBezTo>
                  <a:cubicBezTo>
                    <a:pt x="374953" y="470637"/>
                    <a:pt x="275772" y="439190"/>
                    <a:pt x="217715" y="441609"/>
                  </a:cubicBezTo>
                  <a:cubicBezTo>
                    <a:pt x="159658" y="444028"/>
                    <a:pt x="94343" y="428304"/>
                    <a:pt x="29029" y="412580"/>
                  </a:cubicBezTo>
                </a:path>
              </a:pathLst>
            </a:cu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94266" name="Rectangle 31"/>
            <p:cNvSpPr>
              <a:spLocks noChangeArrowheads="1"/>
            </p:cNvSpPr>
            <p:nvPr/>
          </p:nvSpPr>
          <p:spPr bwMode="auto">
            <a:xfrm>
              <a:off x="4715738" y="4390344"/>
              <a:ext cx="504905" cy="215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</a:p>
          </p:txBody>
        </p:sp>
      </p:grpSp>
      <p:sp>
        <p:nvSpPr>
          <p:cNvPr id="74" name="矩形 73"/>
          <p:cNvSpPr/>
          <p:nvPr/>
        </p:nvSpPr>
        <p:spPr>
          <a:xfrm>
            <a:off x="1306513" y="2527300"/>
            <a:ext cx="982662" cy="3683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b="1" baseline="30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内容占位符 1"/>
          <p:cNvSpPr>
            <a:spLocks noGrp="1"/>
          </p:cNvSpPr>
          <p:nvPr>
            <p:ph idx="1"/>
          </p:nvPr>
        </p:nvSpPr>
        <p:spPr>
          <a:xfrm>
            <a:off x="501650" y="731838"/>
            <a:ext cx="8142288" cy="4071937"/>
          </a:xfrm>
        </p:spPr>
        <p:txBody>
          <a:bodyPr/>
          <a:lstStyle/>
          <a:p>
            <a:pPr eaLnBrk="1" hangingPunct="1">
              <a:lnSpc>
                <a:spcPts val="16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输入：</a:t>
            </a:r>
            <a:r>
              <a:rPr lang="en-US" altLang="zh-CN" sz="2000" b="1" i="1" dirty="0">
                <a:solidFill>
                  <a:schemeClr val="tx1"/>
                </a:solidFill>
              </a:rPr>
              <a:t>NFA </a:t>
            </a:r>
            <a:r>
              <a:rPr lang="en-US" altLang="zh-CN" sz="2000" b="1" i="1" dirty="0">
                <a:solidFill>
                  <a:srgbClr val="FF0000"/>
                </a:solidFill>
              </a:rPr>
              <a:t>N</a:t>
            </a:r>
          </a:p>
          <a:p>
            <a:pPr eaLnBrk="1" hangingPunct="1">
              <a:lnSpc>
                <a:spcPts val="16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输出：接收同样语言的</a:t>
            </a:r>
            <a:r>
              <a:rPr lang="en-US" altLang="zh-CN" sz="2000" b="1" i="1" dirty="0">
                <a:solidFill>
                  <a:schemeClr val="tx1"/>
                </a:solidFill>
              </a:rPr>
              <a:t>DFA </a:t>
            </a:r>
            <a:r>
              <a:rPr lang="en-US" altLang="zh-CN" sz="2000" b="1" i="1" dirty="0">
                <a:solidFill>
                  <a:srgbClr val="FF0000"/>
                </a:solidFill>
              </a:rPr>
              <a:t>D</a:t>
            </a:r>
          </a:p>
          <a:p>
            <a:pPr eaLnBrk="1" hangingPunct="1">
              <a:lnSpc>
                <a:spcPts val="16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方法：</a:t>
            </a:r>
            <a:r>
              <a:rPr lang="zh-CN" altLang="en-US" sz="1600" b="1" dirty="0">
                <a:solidFill>
                  <a:schemeClr val="tx1"/>
                </a:solidFill>
              </a:rPr>
              <a:t>一开始，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600" b="1" dirty="0">
                <a:solidFill>
                  <a:schemeClr val="tx1"/>
                </a:solidFill>
              </a:rPr>
              <a:t>-</a:t>
            </a:r>
            <a:r>
              <a:rPr lang="en-US" altLang="zh-CN" sz="1600" b="1" i="1" dirty="0">
                <a:solidFill>
                  <a:schemeClr val="tx1"/>
                </a:solidFill>
              </a:rPr>
              <a:t>closur</a:t>
            </a:r>
            <a:r>
              <a:rPr lang="en-US" altLang="zh-CN" sz="16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600" b="1" dirty="0">
                <a:solidFill>
                  <a:schemeClr val="tx1"/>
                </a:solidFill>
              </a:rPr>
              <a:t>（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楷体_GB2312"/>
              </a:rPr>
              <a:t> s</a:t>
            </a:r>
            <a:r>
              <a:rPr lang="en-US" altLang="zh-CN" sz="1600" b="1" i="1" baseline="-30000" dirty="0">
                <a:solidFill>
                  <a:schemeClr val="tx1"/>
                </a:solidFill>
                <a:ea typeface="楷体_GB2312"/>
                <a:cs typeface="楷体_GB2312"/>
              </a:rPr>
              <a:t>0 </a:t>
            </a:r>
            <a:r>
              <a:rPr lang="zh-CN" altLang="en-US" sz="1600" b="1" spc="-1000" dirty="0">
                <a:solidFill>
                  <a:schemeClr val="tx1"/>
                </a:solidFill>
              </a:rPr>
              <a:t>）   </a:t>
            </a:r>
            <a:r>
              <a:rPr lang="zh-CN" altLang="en-US" sz="1600" b="1" dirty="0">
                <a:solidFill>
                  <a:schemeClr val="tx1"/>
                </a:solidFill>
              </a:rPr>
              <a:t>是</a:t>
            </a:r>
            <a:r>
              <a:rPr lang="en-US" altLang="zh-CN" sz="1600" b="1" i="1" dirty="0" err="1">
                <a:solidFill>
                  <a:schemeClr val="tx1"/>
                </a:solidFill>
              </a:rPr>
              <a:t>Dstates</a:t>
            </a:r>
            <a:r>
              <a:rPr lang="en-US" altLang="zh-CN" sz="1600" b="1" i="1" dirty="0">
                <a:solidFill>
                  <a:schemeClr val="tx1"/>
                </a:solidFill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</a:rPr>
              <a:t>中的唯一状态，且它未加标记；        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</a:rPr>
              <a:t>                      </a:t>
            </a:r>
            <a:r>
              <a:rPr lang="en-US" altLang="zh-CN" sz="1600" b="1" dirty="0">
                <a:solidFill>
                  <a:schemeClr val="tx1"/>
                </a:solidFill>
              </a:rPr>
              <a:t>while</a:t>
            </a:r>
            <a:r>
              <a:rPr lang="zh-CN" altLang="en-US" sz="1600" b="1" dirty="0">
                <a:solidFill>
                  <a:schemeClr val="tx1"/>
                </a:solidFill>
              </a:rPr>
              <a:t>（在</a:t>
            </a:r>
            <a:r>
              <a:rPr lang="en-US" altLang="zh-CN" sz="1600" b="1" i="1" dirty="0" err="1">
                <a:solidFill>
                  <a:schemeClr val="tx1"/>
                </a:solidFill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</a:rPr>
              <a:t>中有一个未标记状态</a:t>
            </a:r>
            <a:r>
              <a:rPr lang="en-US" altLang="zh-CN" sz="1600" b="1" i="1" dirty="0">
                <a:solidFill>
                  <a:schemeClr val="tx1"/>
                </a:solidFill>
              </a:rPr>
              <a:t>T </a:t>
            </a:r>
            <a:r>
              <a:rPr lang="zh-CN" altLang="en-US" sz="1600" b="1" spc="-1500" dirty="0">
                <a:solidFill>
                  <a:schemeClr val="tx1"/>
                </a:solidFill>
              </a:rPr>
              <a:t>）  ｛</a:t>
            </a:r>
            <a:endParaRPr lang="en-US" altLang="zh-CN" sz="1600" b="1" spc="-1500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</a:rPr>
              <a:t>                                   给</a:t>
            </a:r>
            <a:r>
              <a:rPr lang="en-US" altLang="zh-CN" sz="1600" b="1" i="1" dirty="0">
                <a:solidFill>
                  <a:schemeClr val="tx1"/>
                </a:solidFill>
              </a:rPr>
              <a:t>T</a:t>
            </a:r>
            <a:r>
              <a:rPr lang="zh-CN" altLang="en-US" sz="1600" b="1" dirty="0">
                <a:solidFill>
                  <a:schemeClr val="tx1"/>
                </a:solidFill>
              </a:rPr>
              <a:t>加上标记；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</a:rPr>
              <a:t>                                    </a:t>
            </a:r>
            <a:r>
              <a:rPr lang="en-US" altLang="zh-CN" sz="1600" b="1" dirty="0">
                <a:solidFill>
                  <a:schemeClr val="tx1"/>
                </a:solidFill>
              </a:rPr>
              <a:t>for</a:t>
            </a:r>
            <a:r>
              <a:rPr lang="zh-CN" altLang="en-US" sz="1600" b="1" dirty="0">
                <a:solidFill>
                  <a:schemeClr val="tx1"/>
                </a:solidFill>
              </a:rPr>
              <a:t>（每个输入符号</a:t>
            </a:r>
            <a:r>
              <a:rPr lang="en-US" altLang="zh-CN" sz="1600" b="1" i="1" dirty="0">
                <a:solidFill>
                  <a:schemeClr val="tx1"/>
                </a:solidFill>
              </a:rPr>
              <a:t>a</a:t>
            </a:r>
            <a:r>
              <a:rPr lang="zh-CN" altLang="en-US" sz="1600" b="1" spc="-1500" dirty="0">
                <a:solidFill>
                  <a:schemeClr val="tx1"/>
                </a:solidFill>
              </a:rPr>
              <a:t> ）  ｛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</a:rPr>
              <a:t>                                              </a:t>
            </a:r>
            <a:r>
              <a:rPr lang="en-US" altLang="zh-CN" sz="1600" b="1" i="1" dirty="0">
                <a:solidFill>
                  <a:schemeClr val="tx1"/>
                </a:solidFill>
              </a:rPr>
              <a:t>U </a:t>
            </a:r>
            <a:r>
              <a:rPr lang="en-US" altLang="zh-CN" sz="1600" b="1" dirty="0">
                <a:solidFill>
                  <a:schemeClr val="tx1"/>
                </a:solidFill>
              </a:rPr>
              <a:t>=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ε-closure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move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,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));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          if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(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不在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itchFamily="49" charset="-122"/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中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)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                       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将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加入到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itchFamily="49" charset="-122"/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  <a:ea typeface="楷体" pitchFamily="49" charset="-122"/>
              </a:rPr>
              <a:t>中，且不加标记；</a:t>
            </a:r>
            <a:endParaRPr lang="en-US" altLang="zh-CN" sz="16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          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itchFamily="49" charset="-122"/>
              </a:rPr>
              <a:t>Dtran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[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, 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]=</a:t>
            </a:r>
            <a:r>
              <a:rPr lang="en-US" altLang="zh-CN" sz="1600" b="1" i="1" dirty="0">
                <a:solidFill>
                  <a:schemeClr val="tx1"/>
                </a:solidFill>
                <a:ea typeface="楷体" pitchFamily="49" charset="-122"/>
              </a:rPr>
              <a:t>U </a:t>
            </a: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;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             }</a:t>
            </a: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itchFamily="49" charset="-122"/>
              </a:rPr>
              <a:t>                       }</a:t>
            </a:r>
            <a:endParaRPr lang="en-US" altLang="zh-CN" sz="1800" b="1" dirty="0">
              <a:solidFill>
                <a:schemeClr val="tx1"/>
              </a:solidFill>
              <a:ea typeface="楷体" pitchFamily="49" charset="-122"/>
            </a:endParaRPr>
          </a:p>
        </p:txBody>
      </p:sp>
      <p:sp>
        <p:nvSpPr>
          <p:cNvPr id="4608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子集构造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法</a:t>
            </a:r>
            <a:r>
              <a:rPr lang="zh-CN" altLang="en-US" sz="2500" spc="-3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（</a:t>
            </a:r>
            <a:r>
              <a:rPr lang="en-US" altLang="zh-CN" sz="2500" spc="-300" dirty="0">
                <a:solidFill>
                  <a:schemeClr val="tx1"/>
                </a:solidFill>
                <a:cs typeface="Times New Roman" pitchFamily="18" charset="0"/>
              </a:rPr>
              <a:t>  </a:t>
            </a:r>
            <a:r>
              <a:rPr lang="en-US" altLang="zh-CN" sz="2500" i="1" dirty="0">
                <a:solidFill>
                  <a:schemeClr val="tx1"/>
                </a:solidFill>
                <a:cs typeface="Times New Roman" pitchFamily="18" charset="0"/>
              </a:rPr>
              <a:t>subset construction</a:t>
            </a:r>
            <a:r>
              <a:rPr lang="zh-CN" altLang="en-US" sz="25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）</a:t>
            </a:r>
          </a:p>
        </p:txBody>
      </p:sp>
      <p:grpSp>
        <p:nvGrpSpPr>
          <p:cNvPr id="96260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279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1" name="Group 18"/>
          <p:cNvGraphicFramePr>
            <a:graphicFrameLocks noGrp="1"/>
          </p:cNvGraphicFramePr>
          <p:nvPr/>
        </p:nvGraphicFramePr>
        <p:xfrm>
          <a:off x="468313" y="3784600"/>
          <a:ext cx="8424862" cy="1250952"/>
        </p:xfrm>
        <a:graphic>
          <a:graphicData uri="http://schemas.openxmlformats.org/drawingml/2006/table">
            <a:tbl>
              <a:tblPr/>
              <a:tblGrid>
                <a:gridCol w="1335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操作</a:t>
                      </a: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描述</a:t>
                      </a: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的状态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开始只通过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转换到达的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状态集合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中的某个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开始只通过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转换到达的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状态集合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即</a:t>
                      </a:r>
                      <a:r>
                        <a:rPr kumimoji="0" lang="en-US" altLang="zh-CN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kumimoji="0" lang="en-US" altLang="zh-CN" sz="14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s∈T</a:t>
                      </a:r>
                      <a:r>
                        <a:rPr kumimoji="0" lang="en-US" altLang="zh-CN" sz="14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move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 , a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能够从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中的某个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出发通过标号为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的转换到达的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状态的集合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631AF8F-1B68-EF57-9B8E-08B78C90E58C}"/>
              </a:ext>
            </a:extLst>
          </p:cNvPr>
          <p:cNvSpPr txBox="1"/>
          <p:nvPr/>
        </p:nvSpPr>
        <p:spPr>
          <a:xfrm>
            <a:off x="6660231" y="285750"/>
            <a:ext cx="2232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书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P94-96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b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3.21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为正则表达式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r=(</a:t>
            </a:r>
            <a:r>
              <a:rPr lang="en-US" altLang="zh-CN" sz="3000" spc="3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a|b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)*</a:t>
            </a:r>
            <a:r>
              <a:rPr lang="en-US" altLang="zh-CN" sz="3000" spc="300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abb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构造一个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，并转换为最小化的</a:t>
            </a:r>
            <a:r>
              <a:rPr lang="en-US" altLang="zh-CN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DFA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4228" name="组合 44"/>
          <p:cNvGrpSpPr>
            <a:grpSpLocks/>
          </p:cNvGrpSpPr>
          <p:nvPr/>
        </p:nvGrpSpPr>
        <p:grpSpPr bwMode="auto">
          <a:xfrm>
            <a:off x="29754" y="15875"/>
            <a:ext cx="755650" cy="431800"/>
            <a:chOff x="-786" y="195486"/>
            <a:chExt cx="756363" cy="432048"/>
          </a:xfrm>
        </p:grpSpPr>
        <p:sp>
          <p:nvSpPr>
            <p:cNvPr id="46" name="五边形 4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292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11560" y="1347614"/>
            <a:ext cx="7200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P100 </a:t>
            </a: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两个正则表达式的并，串联，闭包</a:t>
            </a:r>
            <a:endParaRPr kumimoji="0" lang="en-US" altLang="zh-CN" sz="24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P94 </a:t>
            </a: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子集构造法构造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DFA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P96 </a:t>
            </a: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最小化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DFA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  </a:t>
            </a:r>
            <a:endParaRPr kumimoji="0" lang="zh-CN" altLang="en-US" sz="24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99173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66788-EA24-4652-9675-844FC5108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A60CE8-98A2-40B8-B1D7-2AE6BDB60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61DCA-81C3-49E3-B7D7-6ADB32298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139"/>
            <a:ext cx="9144000" cy="38392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B9D89AE-2A13-81B6-D19F-F9A35C83CF44}"/>
              </a:ext>
            </a:extLst>
          </p:cNvPr>
          <p:cNvSpPr txBox="1"/>
          <p:nvPr/>
        </p:nvSpPr>
        <p:spPr>
          <a:xfrm>
            <a:off x="4355976" y="341076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Dtran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T,a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]=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ε-closure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 , 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endParaRPr kumimoji="0" lang="zh-CN" altLang="en-US" sz="24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130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66788-EA24-4652-9675-844FC5108B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A60CE8-98A2-40B8-B1D7-2AE6BDB60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861DCA-81C3-49E3-B7D7-6ADB32298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139"/>
            <a:ext cx="9144000" cy="383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314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14313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计算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l-GR" altLang="zh-CN" sz="3000" i="1" dirty="0">
                <a:solidFill>
                  <a:schemeClr val="tx1"/>
                </a:solidFill>
              </a:rPr>
              <a:t>ε-</a:t>
            </a:r>
            <a:r>
              <a:rPr lang="en-US" altLang="zh-CN" sz="3000" i="1" dirty="0">
                <a:solidFill>
                  <a:schemeClr val="tx1"/>
                </a:solidFill>
              </a:rPr>
              <a:t>closure </a:t>
            </a:r>
            <a:r>
              <a:rPr lang="en-US" altLang="zh-CN" sz="3000" dirty="0">
                <a:solidFill>
                  <a:schemeClr val="tx1"/>
                </a:solidFill>
              </a:rPr>
              <a:t>(</a:t>
            </a:r>
            <a:r>
              <a:rPr lang="en-US" altLang="zh-CN" sz="3000" i="1" spc="-150" dirty="0">
                <a:solidFill>
                  <a:schemeClr val="tx1"/>
                </a:solidFill>
              </a:rPr>
              <a:t>T </a:t>
            </a:r>
            <a:r>
              <a:rPr lang="en-US" altLang="zh-CN" sz="3000" spc="-150" dirty="0">
                <a:solidFill>
                  <a:schemeClr val="tx1"/>
                </a:solidFill>
              </a:rPr>
              <a:t>)</a:t>
            </a:r>
            <a:endParaRPr lang="zh-CN" altLang="en-US" sz="3000" spc="-150" dirty="0">
              <a:solidFill>
                <a:schemeClr val="tx1"/>
              </a:solidFill>
            </a:endParaRPr>
          </a:p>
        </p:txBody>
      </p:sp>
      <p:grpSp>
        <p:nvGrpSpPr>
          <p:cNvPr id="98307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" name="内容占位符 1"/>
          <p:cNvSpPr>
            <a:spLocks noGrp="1"/>
          </p:cNvSpPr>
          <p:nvPr>
            <p:ph idx="1"/>
          </p:nvPr>
        </p:nvSpPr>
        <p:spPr>
          <a:xfrm>
            <a:off x="357188" y="928688"/>
            <a:ext cx="8499475" cy="4071937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</a:rPr>
              <a:t>T</a:t>
            </a:r>
            <a:r>
              <a:rPr lang="zh-CN" altLang="en-US" sz="1900" b="1" dirty="0">
                <a:solidFill>
                  <a:schemeClr val="tx1"/>
                </a:solidFill>
              </a:rPr>
              <a:t>的所有状态压入</a:t>
            </a:r>
            <a:r>
              <a:rPr lang="en-US" altLang="zh-CN" sz="1900" b="1" i="1" dirty="0">
                <a:solidFill>
                  <a:schemeClr val="tx1"/>
                </a:solidFill>
              </a:rPr>
              <a:t>stack</a:t>
            </a:r>
            <a:r>
              <a:rPr lang="zh-CN" altLang="en-US" sz="1900" b="1" dirty="0">
                <a:solidFill>
                  <a:schemeClr val="tx1"/>
                </a:solidFill>
              </a:rPr>
              <a:t>中；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   </a:t>
            </a:r>
            <a:r>
              <a:rPr lang="zh-CN" altLang="en-US" sz="1900" b="1" dirty="0">
                <a:solidFill>
                  <a:schemeClr val="tx1"/>
                </a:solidFill>
              </a:rPr>
              <a:t>初始化为 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dirty="0">
                <a:solidFill>
                  <a:schemeClr val="tx1"/>
                </a:solidFill>
              </a:rPr>
              <a:t>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</a:rPr>
              <a:t>while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</a:rPr>
              <a:t>stack</a:t>
            </a:r>
            <a:r>
              <a:rPr lang="zh-CN" altLang="en-US" sz="1900" b="1" dirty="0">
                <a:solidFill>
                  <a:schemeClr val="tx1"/>
                </a:solidFill>
              </a:rPr>
              <a:t>非空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）｛</a:t>
            </a:r>
            <a:endParaRPr lang="en-US" altLang="zh-CN" sz="1900" b="1" spc="-1000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             将栈顶元素 </a:t>
            </a:r>
            <a:r>
              <a:rPr lang="en-US" altLang="zh-CN" sz="1900" b="1" i="1" dirty="0">
                <a:solidFill>
                  <a:schemeClr val="tx1"/>
                </a:solidFill>
              </a:rPr>
              <a:t>t </a:t>
            </a:r>
            <a:r>
              <a:rPr lang="zh-CN" altLang="en-US" sz="1900" b="1" dirty="0">
                <a:solidFill>
                  <a:schemeClr val="tx1"/>
                </a:solidFill>
              </a:rPr>
              <a:t>给弹出栈中；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</a:rPr>
              <a:t>              </a:t>
            </a:r>
            <a:r>
              <a:rPr lang="en-US" altLang="zh-CN" sz="1900" b="1" dirty="0">
                <a:solidFill>
                  <a:schemeClr val="tx1"/>
                </a:solidFill>
              </a:rPr>
              <a:t>for</a:t>
            </a:r>
            <a:r>
              <a:rPr lang="zh-CN" altLang="en-US" sz="1900" b="1" dirty="0">
                <a:solidFill>
                  <a:schemeClr val="tx1"/>
                </a:solidFill>
              </a:rPr>
              <a:t>（每个满足如下条件的</a:t>
            </a:r>
            <a:r>
              <a:rPr lang="en-US" altLang="zh-CN" sz="1900" b="1" i="1" dirty="0">
                <a:solidFill>
                  <a:schemeClr val="tx1"/>
                </a:solidFill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</a:rPr>
              <a:t> ：从</a:t>
            </a:r>
            <a:r>
              <a:rPr lang="en-US" altLang="zh-CN" sz="1900" b="1" i="1" dirty="0">
                <a:solidFill>
                  <a:schemeClr val="tx1"/>
                </a:solidFill>
              </a:rPr>
              <a:t>t</a:t>
            </a:r>
            <a:r>
              <a:rPr lang="zh-CN" altLang="en-US" sz="1900" b="1" dirty="0">
                <a:solidFill>
                  <a:schemeClr val="tx1"/>
                </a:solidFill>
              </a:rPr>
              <a:t>出发有一个标号为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zh-CN" altLang="en-US" sz="1900" b="1" dirty="0">
                <a:solidFill>
                  <a:schemeClr val="tx1"/>
                </a:solidFill>
              </a:rPr>
              <a:t>的转换到达状态</a:t>
            </a:r>
            <a:r>
              <a:rPr lang="en-US" altLang="zh-CN" sz="1900" b="1" i="1" dirty="0">
                <a:solidFill>
                  <a:schemeClr val="tx1"/>
                </a:solidFill>
              </a:rPr>
              <a:t>u</a:t>
            </a:r>
            <a:r>
              <a:rPr lang="en-US" altLang="zh-CN" sz="1900" b="1" dirty="0">
                <a:solidFill>
                  <a:schemeClr val="tx1"/>
                </a:solidFill>
              </a:rPr>
              <a:t>)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                        </a:t>
            </a: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if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( 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不在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中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）｛</a:t>
            </a:r>
            <a:endParaRPr lang="en-US" altLang="zh-CN" sz="19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                                     将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加入到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中；</a:t>
            </a:r>
            <a:endParaRPr lang="en-US" altLang="zh-CN" sz="19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                                     </a:t>
            </a:r>
            <a:r>
              <a:rPr lang="zh-CN" altLang="en-US" sz="1900" b="1" dirty="0">
                <a:solidFill>
                  <a:schemeClr val="tx1"/>
                </a:solidFill>
                <a:ea typeface="楷体" pitchFamily="49" charset="-122"/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  <a:ea typeface="楷体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</a:rPr>
              <a:t>压入栈中</a:t>
            </a: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;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                         }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itchFamily="49" charset="-122"/>
              </a:rPr>
              <a:t>}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" pitchFamily="49" charset="-122"/>
              </a:rPr>
              <a:t>                 </a:t>
            </a: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763" y="30923"/>
            <a:ext cx="5487851" cy="24896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1635646"/>
            <a:ext cx="4620170" cy="333901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 flipH="1">
            <a:off x="5076056" y="4636106"/>
            <a:ext cx="14401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31206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14313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复习以下内容</a:t>
            </a:r>
            <a:endParaRPr lang="zh-CN" altLang="en-US" sz="3000" spc="-150" dirty="0">
              <a:solidFill>
                <a:schemeClr val="tx1"/>
              </a:solidFill>
            </a:endParaRPr>
          </a:p>
        </p:txBody>
      </p:sp>
      <p:grpSp>
        <p:nvGrpSpPr>
          <p:cNvPr id="98307" name="组合 4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" name="内容占位符 1"/>
          <p:cNvSpPr>
            <a:spLocks noGrp="1"/>
          </p:cNvSpPr>
          <p:nvPr>
            <p:ph idx="1"/>
          </p:nvPr>
        </p:nvSpPr>
        <p:spPr>
          <a:xfrm>
            <a:off x="357188" y="928688"/>
            <a:ext cx="8499475" cy="1026889"/>
          </a:xfrm>
        </p:spPr>
        <p:txBody>
          <a:bodyPr/>
          <a:lstStyle/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蓝书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P99-101 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算法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3.25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3.26 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/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黑书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P100-102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算法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3.23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3.24</a:t>
            </a:r>
          </a:p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蓝书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P94-96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的算法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3.20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3.21</a:t>
            </a:r>
            <a:r>
              <a:rPr lang="zh-CN" altLang="en-US" sz="2800" b="1" dirty="0">
                <a:solidFill>
                  <a:srgbClr val="0000FF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rgbClr val="0000FF"/>
                </a:solidFill>
                <a:ea typeface="楷体" pitchFamily="49" charset="-122"/>
              </a:rPr>
              <a:t>3.24 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/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黑书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P97-98 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算法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3.20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3.21</a:t>
            </a:r>
            <a:r>
              <a:rPr lang="zh-CN" altLang="en-US" sz="2800" b="1" dirty="0">
                <a:solidFill>
                  <a:schemeClr val="tx1"/>
                </a:solidFill>
                <a:ea typeface="楷体" pitchFamily="49" charset="-122"/>
              </a:rPr>
              <a:t>和例</a:t>
            </a:r>
            <a:r>
              <a:rPr lang="en-US" altLang="zh-CN" sz="2800" b="1" dirty="0">
                <a:solidFill>
                  <a:schemeClr val="tx1"/>
                </a:solidFill>
                <a:ea typeface="楷体" pitchFamily="49" charset="-122"/>
              </a:rPr>
              <a:t>3.24 </a:t>
            </a:r>
          </a:p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endParaRPr lang="en-US" altLang="zh-CN" sz="2800" b="1" dirty="0">
              <a:solidFill>
                <a:schemeClr val="tx1"/>
              </a:solidFill>
              <a:ea typeface="楷体" pitchFamily="49" charset="-122"/>
            </a:endParaRPr>
          </a:p>
          <a:p>
            <a:pPr marL="457200" indent="-457200" eaLnBrk="1" hangingPunct="1">
              <a:lnSpc>
                <a:spcPts val="2500"/>
              </a:lnSpc>
              <a:buClrTx/>
              <a:buFont typeface="Symbol" panose="05050102010706020507" pitchFamily="18" charset="2"/>
              <a:buAutoNum type="arabicPeriod"/>
              <a:defRPr/>
            </a:pPr>
            <a:endParaRPr lang="en-US" altLang="zh-CN" sz="2800" b="1" dirty="0">
              <a:solidFill>
                <a:schemeClr val="tx1"/>
              </a:solidFill>
              <a:ea typeface="楷体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200" b="1" dirty="0">
              <a:solidFill>
                <a:schemeClr val="tx1"/>
              </a:solidFill>
            </a:endParaRPr>
          </a:p>
        </p:txBody>
      </p:sp>
      <p:grpSp>
        <p:nvGrpSpPr>
          <p:cNvPr id="7" name="组合 44"/>
          <p:cNvGrpSpPr>
            <a:grpSpLocks/>
          </p:cNvGrpSpPr>
          <p:nvPr/>
        </p:nvGrpSpPr>
        <p:grpSpPr bwMode="auto">
          <a:xfrm>
            <a:off x="21010" y="2499990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" name="标题 1"/>
          <p:cNvSpPr txBox="1">
            <a:spLocks/>
          </p:cNvSpPr>
          <p:nvPr/>
        </p:nvSpPr>
        <p:spPr bwMode="auto">
          <a:xfrm>
            <a:off x="776660" y="2552452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完成课后作业</a:t>
            </a:r>
          </a:p>
        </p:txBody>
      </p:sp>
      <p:sp>
        <p:nvSpPr>
          <p:cNvPr id="12" name="内容占位符 1"/>
          <p:cNvSpPr txBox="1">
            <a:spLocks/>
          </p:cNvSpPr>
          <p:nvPr/>
        </p:nvSpPr>
        <p:spPr bwMode="auto">
          <a:xfrm>
            <a:off x="327100" y="3161184"/>
            <a:ext cx="8499475" cy="1426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蓝书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P103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练习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3.6.1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1)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3 )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并且最小化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DFA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+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练习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3.6.3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2)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3)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并且最小化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DFA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      黑书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P105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练习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3.7.1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1)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3 ) +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练习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3.7.3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2 )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3)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并且最下化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+mn-cs"/>
              </a:rPr>
              <a:t>DFA                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tabLst/>
              <a:defRPr/>
            </a:pP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1587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内容占位符 1"/>
          <p:cNvSpPr>
            <a:spLocks noGrp="1"/>
          </p:cNvSpPr>
          <p:nvPr>
            <p:ph idx="1"/>
          </p:nvPr>
        </p:nvSpPr>
        <p:spPr>
          <a:xfrm>
            <a:off x="2916238" y="1779588"/>
            <a:ext cx="2879725" cy="1223962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en-US" altLang="zh-CN" sz="4800"/>
              <a:t>The End</a:t>
            </a:r>
            <a:endParaRPr lang="zh-CN" altLang="en-US" sz="4800"/>
          </a:p>
        </p:txBody>
      </p:sp>
      <p:sp>
        <p:nvSpPr>
          <p:cNvPr id="110595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059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fld id="{19EA8AD6-43E4-4EF7-8007-C91CD55344AB}" type="slidenum">
              <a:rPr lang="zh-CN" altLang="en-US" smtClean="0">
                <a:solidFill>
                  <a:srgbClr val="073E87"/>
                </a:solidFill>
              </a:rPr>
              <a:pPr/>
              <a:t>80</a:t>
            </a:fld>
            <a:endParaRPr lang="en-US" altLang="zh-CN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67114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213" y="868363"/>
            <a:ext cx="5927725" cy="631825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例</a:t>
            </a: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带有和不带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的等价性</a:t>
            </a:r>
          </a:p>
        </p:txBody>
      </p:sp>
      <p:grpSp>
        <p:nvGrpSpPr>
          <p:cNvPr id="2" name="组合 48"/>
          <p:cNvGrpSpPr>
            <a:grpSpLocks/>
          </p:cNvGrpSpPr>
          <p:nvPr/>
        </p:nvGrpSpPr>
        <p:grpSpPr bwMode="auto">
          <a:xfrm>
            <a:off x="642938" y="1303338"/>
            <a:ext cx="5297487" cy="1500187"/>
            <a:chOff x="2202490" y="1071552"/>
            <a:chExt cx="5298468" cy="1500198"/>
          </a:xfrm>
        </p:grpSpPr>
        <p:grpSp>
          <p:nvGrpSpPr>
            <p:cNvPr id="71715" name="组合 46"/>
            <p:cNvGrpSpPr>
              <a:grpSpLocks/>
            </p:cNvGrpSpPr>
            <p:nvPr/>
          </p:nvGrpSpPr>
          <p:grpSpPr bwMode="auto">
            <a:xfrm>
              <a:off x="2857488" y="1071552"/>
              <a:ext cx="4643470" cy="1500198"/>
              <a:chOff x="1902792" y="2139945"/>
              <a:chExt cx="3305782" cy="785812"/>
            </a:xfrm>
          </p:grpSpPr>
          <p:sp>
            <p:nvSpPr>
              <p:cNvPr id="72741" name="Oval 10"/>
              <p:cNvSpPr>
                <a:spLocks noChangeArrowheads="1"/>
              </p:cNvSpPr>
              <p:nvPr/>
            </p:nvSpPr>
            <p:spPr bwMode="auto">
              <a:xfrm>
                <a:off x="2974937" y="2602285"/>
                <a:ext cx="360593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718" name="Freeform 11"/>
              <p:cNvSpPr>
                <a:spLocks/>
              </p:cNvSpPr>
              <p:nvPr/>
            </p:nvSpPr>
            <p:spPr bwMode="auto">
              <a:xfrm>
                <a:off x="2993843" y="2381447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9" name="Rectangle 12"/>
              <p:cNvSpPr>
                <a:spLocks noChangeArrowheads="1"/>
              </p:cNvSpPr>
              <p:nvPr/>
            </p:nvSpPr>
            <p:spPr bwMode="auto">
              <a:xfrm>
                <a:off x="2902045" y="2169950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720" name="Line 13"/>
              <p:cNvSpPr>
                <a:spLocks noChangeShapeType="1"/>
              </p:cNvSpPr>
              <p:nvPr/>
            </p:nvSpPr>
            <p:spPr bwMode="auto">
              <a:xfrm>
                <a:off x="3333974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1" name="Rectangle 14"/>
              <p:cNvSpPr>
                <a:spLocks noChangeArrowheads="1"/>
              </p:cNvSpPr>
              <p:nvPr/>
            </p:nvSpPr>
            <p:spPr bwMode="auto">
              <a:xfrm>
                <a:off x="3333974" y="243894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6" name="Oval 15"/>
              <p:cNvSpPr>
                <a:spLocks noChangeArrowheads="1"/>
              </p:cNvSpPr>
              <p:nvPr/>
            </p:nvSpPr>
            <p:spPr bwMode="auto">
              <a:xfrm>
                <a:off x="3839680" y="2602285"/>
                <a:ext cx="35946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23" name="Line 16"/>
              <p:cNvSpPr>
                <a:spLocks noChangeShapeType="1"/>
              </p:cNvSpPr>
              <p:nvPr/>
            </p:nvSpPr>
            <p:spPr bwMode="auto">
              <a:xfrm>
                <a:off x="4197831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4" name="Rectangle 17"/>
              <p:cNvSpPr>
                <a:spLocks noChangeArrowheads="1"/>
              </p:cNvSpPr>
              <p:nvPr/>
            </p:nvSpPr>
            <p:spPr bwMode="auto">
              <a:xfrm>
                <a:off x="4197831" y="2493697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9" name="Oval 18"/>
              <p:cNvSpPr>
                <a:spLocks noChangeArrowheads="1"/>
              </p:cNvSpPr>
              <p:nvPr/>
            </p:nvSpPr>
            <p:spPr bwMode="auto">
              <a:xfrm>
                <a:off x="4775638" y="2602285"/>
                <a:ext cx="36059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26" name="Freeform 19"/>
              <p:cNvSpPr>
                <a:spLocks/>
              </p:cNvSpPr>
              <p:nvPr/>
            </p:nvSpPr>
            <p:spPr bwMode="auto">
              <a:xfrm>
                <a:off x="3863673" y="2384650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7" name="Rectangle 20"/>
              <p:cNvSpPr>
                <a:spLocks noChangeArrowheads="1"/>
              </p:cNvSpPr>
              <p:nvPr/>
            </p:nvSpPr>
            <p:spPr bwMode="auto">
              <a:xfrm>
                <a:off x="3765903" y="2168759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28" name="Line 21"/>
              <p:cNvSpPr>
                <a:spLocks noChangeShapeType="1"/>
              </p:cNvSpPr>
              <p:nvPr/>
            </p:nvSpPr>
            <p:spPr bwMode="auto">
              <a:xfrm>
                <a:off x="2459001" y="2754361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9" name="Rectangle 22"/>
              <p:cNvSpPr>
                <a:spLocks noChangeArrowheads="1"/>
              </p:cNvSpPr>
              <p:nvPr/>
            </p:nvSpPr>
            <p:spPr bwMode="auto">
              <a:xfrm>
                <a:off x="1902792" y="262340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30" name="Freeform 30"/>
              <p:cNvSpPr>
                <a:spLocks/>
              </p:cNvSpPr>
              <p:nvPr/>
            </p:nvSpPr>
            <p:spPr bwMode="auto">
              <a:xfrm>
                <a:off x="4777477" y="2329471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1" name="Rectangle 31"/>
              <p:cNvSpPr>
                <a:spLocks noChangeArrowheads="1"/>
              </p:cNvSpPr>
              <p:nvPr/>
            </p:nvSpPr>
            <p:spPr bwMode="auto">
              <a:xfrm>
                <a:off x="4703599" y="2139945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32" name="Oval 39"/>
              <p:cNvSpPr>
                <a:spLocks noChangeArrowheads="1"/>
              </p:cNvSpPr>
              <p:nvPr/>
            </p:nvSpPr>
            <p:spPr bwMode="auto">
              <a:xfrm>
                <a:off x="4702807" y="2548448"/>
                <a:ext cx="503388" cy="37730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矩形 38"/>
            <p:cNvSpPr/>
            <p:nvPr/>
          </p:nvSpPr>
          <p:spPr bwMode="auto">
            <a:xfrm>
              <a:off x="2202490" y="1349366"/>
              <a:ext cx="2014910" cy="3444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" name="组合 49"/>
          <p:cNvGrpSpPr>
            <a:grpSpLocks/>
          </p:cNvGrpSpPr>
          <p:nvPr/>
        </p:nvGrpSpPr>
        <p:grpSpPr bwMode="auto">
          <a:xfrm>
            <a:off x="587375" y="3089275"/>
            <a:ext cx="5424488" cy="1785938"/>
            <a:chOff x="2147659" y="2857502"/>
            <a:chExt cx="5424737" cy="1785950"/>
          </a:xfrm>
        </p:grpSpPr>
        <p:sp>
          <p:nvSpPr>
            <p:cNvPr id="41" name="矩形 40"/>
            <p:cNvSpPr/>
            <p:nvPr/>
          </p:nvSpPr>
          <p:spPr bwMode="auto">
            <a:xfrm>
              <a:off x="2147659" y="3211517"/>
              <a:ext cx="2014630" cy="3460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不带“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pSp>
          <p:nvGrpSpPr>
            <p:cNvPr id="71694" name="组合 47"/>
            <p:cNvGrpSpPr>
              <a:grpSpLocks/>
            </p:cNvGrpSpPr>
            <p:nvPr/>
          </p:nvGrpSpPr>
          <p:grpSpPr bwMode="auto">
            <a:xfrm>
              <a:off x="2928926" y="2857502"/>
              <a:ext cx="4643470" cy="1785950"/>
              <a:chOff x="2101129" y="3446463"/>
              <a:chExt cx="3596409" cy="1020762"/>
            </a:xfrm>
          </p:grpSpPr>
          <p:sp>
            <p:nvSpPr>
              <p:cNvPr id="72719" name="Oval 10"/>
              <p:cNvSpPr>
                <a:spLocks noChangeArrowheads="1"/>
              </p:cNvSpPr>
              <p:nvPr/>
            </p:nvSpPr>
            <p:spPr bwMode="auto">
              <a:xfrm>
                <a:off x="3249425" y="3929170"/>
                <a:ext cx="360270" cy="27038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696" name="Freeform 11"/>
              <p:cNvSpPr>
                <a:spLocks/>
              </p:cNvSpPr>
              <p:nvPr/>
            </p:nvSpPr>
            <p:spPr bwMode="auto">
              <a:xfrm>
                <a:off x="3264097" y="365366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7" name="Rectangle 12"/>
              <p:cNvSpPr>
                <a:spLocks noChangeArrowheads="1"/>
              </p:cNvSpPr>
              <p:nvPr/>
            </p:nvSpPr>
            <p:spPr bwMode="auto">
              <a:xfrm>
                <a:off x="3176182" y="344646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698" name="Line 13"/>
              <p:cNvSpPr>
                <a:spLocks noChangeShapeType="1"/>
              </p:cNvSpPr>
              <p:nvPr/>
            </p:nvSpPr>
            <p:spPr bwMode="auto">
              <a:xfrm>
                <a:off x="3681083" y="4091527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9" name="Rectangle 14"/>
              <p:cNvSpPr>
                <a:spLocks noChangeArrowheads="1"/>
              </p:cNvSpPr>
              <p:nvPr/>
            </p:nvSpPr>
            <p:spPr bwMode="auto">
              <a:xfrm>
                <a:off x="3649579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</a:t>
                </a:r>
              </a:p>
            </p:txBody>
          </p:sp>
          <p:sp>
            <p:nvSpPr>
              <p:cNvPr id="72724" name="Oval 15"/>
              <p:cNvSpPr>
                <a:spLocks noChangeArrowheads="1"/>
              </p:cNvSpPr>
              <p:nvPr/>
            </p:nvSpPr>
            <p:spPr bwMode="auto">
              <a:xfrm>
                <a:off x="4265066" y="3939151"/>
                <a:ext cx="360270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01" name="Line 16"/>
              <p:cNvSpPr>
                <a:spLocks noChangeShapeType="1"/>
              </p:cNvSpPr>
              <p:nvPr/>
            </p:nvSpPr>
            <p:spPr bwMode="auto">
              <a:xfrm>
                <a:off x="4686893" y="4100652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2" name="Rectangle 17"/>
              <p:cNvSpPr>
                <a:spLocks noChangeArrowheads="1"/>
              </p:cNvSpPr>
              <p:nvPr/>
            </p:nvSpPr>
            <p:spPr bwMode="auto">
              <a:xfrm>
                <a:off x="4686893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1,2</a:t>
                </a:r>
              </a:p>
            </p:txBody>
          </p:sp>
          <p:sp>
            <p:nvSpPr>
              <p:cNvPr id="72727" name="Oval 18"/>
              <p:cNvSpPr>
                <a:spLocks noChangeArrowheads="1"/>
              </p:cNvSpPr>
              <p:nvPr/>
            </p:nvSpPr>
            <p:spPr bwMode="auto">
              <a:xfrm>
                <a:off x="5264723" y="3939151"/>
                <a:ext cx="360269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04" name="Freeform 19"/>
              <p:cNvSpPr>
                <a:spLocks/>
              </p:cNvSpPr>
              <p:nvPr/>
            </p:nvSpPr>
            <p:spPr bwMode="auto">
              <a:xfrm>
                <a:off x="4280204" y="366639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5" name="Rectangle 20"/>
              <p:cNvSpPr>
                <a:spLocks noChangeArrowheads="1"/>
              </p:cNvSpPr>
              <p:nvPr/>
            </p:nvSpPr>
            <p:spPr bwMode="auto">
              <a:xfrm>
                <a:off x="4192289" y="345439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06" name="Line 21"/>
              <p:cNvSpPr>
                <a:spLocks noChangeShapeType="1"/>
              </p:cNvSpPr>
              <p:nvPr/>
            </p:nvSpPr>
            <p:spPr bwMode="auto">
              <a:xfrm>
                <a:off x="2671242" y="4072538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7" name="Rectangle 22"/>
              <p:cNvSpPr>
                <a:spLocks noChangeArrowheads="1"/>
              </p:cNvSpPr>
              <p:nvPr/>
            </p:nvSpPr>
            <p:spPr bwMode="auto">
              <a:xfrm>
                <a:off x="2101129" y="393870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08" name="Freeform 30"/>
              <p:cNvSpPr>
                <a:spLocks/>
              </p:cNvSpPr>
              <p:nvPr/>
            </p:nvSpPr>
            <p:spPr bwMode="auto">
              <a:xfrm>
                <a:off x="5280528" y="3669239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9" name="Rectangle 31"/>
              <p:cNvSpPr>
                <a:spLocks noChangeArrowheads="1"/>
              </p:cNvSpPr>
              <p:nvPr/>
            </p:nvSpPr>
            <p:spPr bwMode="auto">
              <a:xfrm>
                <a:off x="5192612" y="3476424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10" name="Oval 39"/>
              <p:cNvSpPr>
                <a:spLocks noChangeArrowheads="1"/>
              </p:cNvSpPr>
              <p:nvPr/>
            </p:nvSpPr>
            <p:spPr bwMode="auto">
              <a:xfrm>
                <a:off x="5191820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任意多边形 4"/>
              <p:cNvSpPr/>
              <p:nvPr/>
            </p:nvSpPr>
            <p:spPr bwMode="auto">
              <a:xfrm>
                <a:off x="3490425" y="4240389"/>
                <a:ext cx="1993165" cy="226836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12" name="Rectangle 17"/>
              <p:cNvSpPr>
                <a:spLocks noChangeArrowheads="1"/>
              </p:cNvSpPr>
              <p:nvPr/>
            </p:nvSpPr>
            <p:spPr bwMode="auto">
              <a:xfrm>
                <a:off x="4234142" y="4251690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0,1,2</a:t>
                </a:r>
              </a:p>
            </p:txBody>
          </p:sp>
          <p:sp>
            <p:nvSpPr>
              <p:cNvPr id="71713" name="Oval 39"/>
              <p:cNvSpPr>
                <a:spLocks noChangeArrowheads="1"/>
              </p:cNvSpPr>
              <p:nvPr/>
            </p:nvSpPr>
            <p:spPr bwMode="auto">
              <a:xfrm>
                <a:off x="3177770" y="3874205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714" name="Oval 39"/>
              <p:cNvSpPr>
                <a:spLocks noChangeArrowheads="1"/>
              </p:cNvSpPr>
              <p:nvPr/>
            </p:nvSpPr>
            <p:spPr bwMode="auto">
              <a:xfrm>
                <a:off x="4193877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168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1692" name="五边形 4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318250" y="2859782"/>
            <a:ext cx="162718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18250" y="3363838"/>
            <a:ext cx="2585268" cy="8463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以外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18250" y="4245644"/>
            <a:ext cx="2585268" cy="8463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0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以外</a:t>
            </a:r>
            <a:endParaRPr lang="zh-CN" altLang="en-US" sz="24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300788" y="2143125"/>
            <a:ext cx="1455737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81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5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213" y="868363"/>
            <a:ext cx="5927725" cy="631825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例</a:t>
            </a: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带有和不带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NFA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的等价性</a:t>
            </a:r>
          </a:p>
        </p:txBody>
      </p:sp>
      <p:grpSp>
        <p:nvGrpSpPr>
          <p:cNvPr id="2" name="组合 48"/>
          <p:cNvGrpSpPr>
            <a:grpSpLocks/>
          </p:cNvGrpSpPr>
          <p:nvPr/>
        </p:nvGrpSpPr>
        <p:grpSpPr bwMode="auto">
          <a:xfrm>
            <a:off x="642938" y="1303338"/>
            <a:ext cx="5297487" cy="1500187"/>
            <a:chOff x="2202490" y="1071552"/>
            <a:chExt cx="5298468" cy="1500198"/>
          </a:xfrm>
        </p:grpSpPr>
        <p:grpSp>
          <p:nvGrpSpPr>
            <p:cNvPr id="71715" name="组合 46"/>
            <p:cNvGrpSpPr>
              <a:grpSpLocks/>
            </p:cNvGrpSpPr>
            <p:nvPr/>
          </p:nvGrpSpPr>
          <p:grpSpPr bwMode="auto">
            <a:xfrm>
              <a:off x="2857488" y="1071552"/>
              <a:ext cx="4643470" cy="1500198"/>
              <a:chOff x="1902792" y="2139945"/>
              <a:chExt cx="3305782" cy="785812"/>
            </a:xfrm>
          </p:grpSpPr>
          <p:sp>
            <p:nvSpPr>
              <p:cNvPr id="72741" name="Oval 10"/>
              <p:cNvSpPr>
                <a:spLocks noChangeArrowheads="1"/>
              </p:cNvSpPr>
              <p:nvPr/>
            </p:nvSpPr>
            <p:spPr bwMode="auto">
              <a:xfrm>
                <a:off x="2974937" y="2602285"/>
                <a:ext cx="360593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718" name="Freeform 11"/>
              <p:cNvSpPr>
                <a:spLocks/>
              </p:cNvSpPr>
              <p:nvPr/>
            </p:nvSpPr>
            <p:spPr bwMode="auto">
              <a:xfrm>
                <a:off x="2993843" y="2381447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9" name="Rectangle 12"/>
              <p:cNvSpPr>
                <a:spLocks noChangeArrowheads="1"/>
              </p:cNvSpPr>
              <p:nvPr/>
            </p:nvSpPr>
            <p:spPr bwMode="auto">
              <a:xfrm>
                <a:off x="2902045" y="2169950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720" name="Line 13"/>
              <p:cNvSpPr>
                <a:spLocks noChangeShapeType="1"/>
              </p:cNvSpPr>
              <p:nvPr/>
            </p:nvSpPr>
            <p:spPr bwMode="auto">
              <a:xfrm>
                <a:off x="3333974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1" name="Rectangle 14"/>
              <p:cNvSpPr>
                <a:spLocks noChangeArrowheads="1"/>
              </p:cNvSpPr>
              <p:nvPr/>
            </p:nvSpPr>
            <p:spPr bwMode="auto">
              <a:xfrm>
                <a:off x="3333974" y="243894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6" name="Oval 15"/>
              <p:cNvSpPr>
                <a:spLocks noChangeArrowheads="1"/>
              </p:cNvSpPr>
              <p:nvPr/>
            </p:nvSpPr>
            <p:spPr bwMode="auto">
              <a:xfrm>
                <a:off x="3839680" y="2602285"/>
                <a:ext cx="35946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23" name="Line 16"/>
              <p:cNvSpPr>
                <a:spLocks noChangeShapeType="1"/>
              </p:cNvSpPr>
              <p:nvPr/>
            </p:nvSpPr>
            <p:spPr bwMode="auto">
              <a:xfrm>
                <a:off x="4197831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4" name="Rectangle 17"/>
              <p:cNvSpPr>
                <a:spLocks noChangeArrowheads="1"/>
              </p:cNvSpPr>
              <p:nvPr/>
            </p:nvSpPr>
            <p:spPr bwMode="auto">
              <a:xfrm>
                <a:off x="4197831" y="2493697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</a:p>
            </p:txBody>
          </p:sp>
          <p:sp>
            <p:nvSpPr>
              <p:cNvPr id="72749" name="Oval 18"/>
              <p:cNvSpPr>
                <a:spLocks noChangeArrowheads="1"/>
              </p:cNvSpPr>
              <p:nvPr/>
            </p:nvSpPr>
            <p:spPr bwMode="auto">
              <a:xfrm>
                <a:off x="4775638" y="2602285"/>
                <a:ext cx="36059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26" name="Freeform 19"/>
              <p:cNvSpPr>
                <a:spLocks/>
              </p:cNvSpPr>
              <p:nvPr/>
            </p:nvSpPr>
            <p:spPr bwMode="auto">
              <a:xfrm>
                <a:off x="3863673" y="2384650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7" name="Rectangle 20"/>
              <p:cNvSpPr>
                <a:spLocks noChangeArrowheads="1"/>
              </p:cNvSpPr>
              <p:nvPr/>
            </p:nvSpPr>
            <p:spPr bwMode="auto">
              <a:xfrm>
                <a:off x="3765903" y="2168759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28" name="Line 21"/>
              <p:cNvSpPr>
                <a:spLocks noChangeShapeType="1"/>
              </p:cNvSpPr>
              <p:nvPr/>
            </p:nvSpPr>
            <p:spPr bwMode="auto">
              <a:xfrm>
                <a:off x="2459001" y="2754361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9" name="Rectangle 22"/>
              <p:cNvSpPr>
                <a:spLocks noChangeArrowheads="1"/>
              </p:cNvSpPr>
              <p:nvPr/>
            </p:nvSpPr>
            <p:spPr bwMode="auto">
              <a:xfrm>
                <a:off x="1902792" y="262340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30" name="Freeform 30"/>
              <p:cNvSpPr>
                <a:spLocks/>
              </p:cNvSpPr>
              <p:nvPr/>
            </p:nvSpPr>
            <p:spPr bwMode="auto">
              <a:xfrm>
                <a:off x="4777477" y="2329471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1" name="Rectangle 31"/>
              <p:cNvSpPr>
                <a:spLocks noChangeArrowheads="1"/>
              </p:cNvSpPr>
              <p:nvPr/>
            </p:nvSpPr>
            <p:spPr bwMode="auto">
              <a:xfrm>
                <a:off x="4703599" y="2139945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32" name="Oval 39"/>
              <p:cNvSpPr>
                <a:spLocks noChangeArrowheads="1"/>
              </p:cNvSpPr>
              <p:nvPr/>
            </p:nvSpPr>
            <p:spPr bwMode="auto">
              <a:xfrm>
                <a:off x="4702807" y="2548448"/>
                <a:ext cx="503388" cy="37730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矩形 38"/>
            <p:cNvSpPr/>
            <p:nvPr/>
          </p:nvSpPr>
          <p:spPr bwMode="auto">
            <a:xfrm>
              <a:off x="2202490" y="1349366"/>
              <a:ext cx="2014910" cy="3444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9" name="组合 49"/>
          <p:cNvGrpSpPr>
            <a:grpSpLocks/>
          </p:cNvGrpSpPr>
          <p:nvPr/>
        </p:nvGrpSpPr>
        <p:grpSpPr bwMode="auto">
          <a:xfrm>
            <a:off x="587375" y="3089275"/>
            <a:ext cx="5424488" cy="1785938"/>
            <a:chOff x="2147659" y="2857502"/>
            <a:chExt cx="5424737" cy="1785950"/>
          </a:xfrm>
        </p:grpSpPr>
        <p:sp>
          <p:nvSpPr>
            <p:cNvPr id="41" name="矩形 40"/>
            <p:cNvSpPr/>
            <p:nvPr/>
          </p:nvSpPr>
          <p:spPr bwMode="auto">
            <a:xfrm>
              <a:off x="2147659" y="3211517"/>
              <a:ext cx="2014630" cy="3460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不带“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pSp>
          <p:nvGrpSpPr>
            <p:cNvPr id="71694" name="组合 47"/>
            <p:cNvGrpSpPr>
              <a:grpSpLocks/>
            </p:cNvGrpSpPr>
            <p:nvPr/>
          </p:nvGrpSpPr>
          <p:grpSpPr bwMode="auto">
            <a:xfrm>
              <a:off x="2928926" y="2857502"/>
              <a:ext cx="4643470" cy="1785950"/>
              <a:chOff x="2101129" y="3446463"/>
              <a:chExt cx="3596409" cy="1020762"/>
            </a:xfrm>
          </p:grpSpPr>
          <p:sp>
            <p:nvSpPr>
              <p:cNvPr id="72719" name="Oval 10"/>
              <p:cNvSpPr>
                <a:spLocks noChangeArrowheads="1"/>
              </p:cNvSpPr>
              <p:nvPr/>
            </p:nvSpPr>
            <p:spPr bwMode="auto">
              <a:xfrm>
                <a:off x="3249425" y="3929170"/>
                <a:ext cx="360270" cy="27038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</a:p>
            </p:txBody>
          </p:sp>
          <p:sp>
            <p:nvSpPr>
              <p:cNvPr id="71696" name="Freeform 11"/>
              <p:cNvSpPr>
                <a:spLocks/>
              </p:cNvSpPr>
              <p:nvPr/>
            </p:nvSpPr>
            <p:spPr bwMode="auto">
              <a:xfrm>
                <a:off x="3264097" y="365366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7" name="Rectangle 12"/>
              <p:cNvSpPr>
                <a:spLocks noChangeArrowheads="1"/>
              </p:cNvSpPr>
              <p:nvPr/>
            </p:nvSpPr>
            <p:spPr bwMode="auto">
              <a:xfrm>
                <a:off x="3176182" y="344646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</a:p>
            </p:txBody>
          </p:sp>
          <p:sp>
            <p:nvSpPr>
              <p:cNvPr id="71698" name="Line 13"/>
              <p:cNvSpPr>
                <a:spLocks noChangeShapeType="1"/>
              </p:cNvSpPr>
              <p:nvPr/>
            </p:nvSpPr>
            <p:spPr bwMode="auto">
              <a:xfrm>
                <a:off x="3681083" y="4091527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99" name="Rectangle 14"/>
              <p:cNvSpPr>
                <a:spLocks noChangeArrowheads="1"/>
              </p:cNvSpPr>
              <p:nvPr/>
            </p:nvSpPr>
            <p:spPr bwMode="auto">
              <a:xfrm>
                <a:off x="3649579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</a:t>
                </a:r>
              </a:p>
            </p:txBody>
          </p:sp>
          <p:sp>
            <p:nvSpPr>
              <p:cNvPr id="72724" name="Oval 15"/>
              <p:cNvSpPr>
                <a:spLocks noChangeArrowheads="1"/>
              </p:cNvSpPr>
              <p:nvPr/>
            </p:nvSpPr>
            <p:spPr bwMode="auto">
              <a:xfrm>
                <a:off x="4265066" y="3939151"/>
                <a:ext cx="360270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</a:p>
            </p:txBody>
          </p:sp>
          <p:sp>
            <p:nvSpPr>
              <p:cNvPr id="71701" name="Line 16"/>
              <p:cNvSpPr>
                <a:spLocks noChangeShapeType="1"/>
              </p:cNvSpPr>
              <p:nvPr/>
            </p:nvSpPr>
            <p:spPr bwMode="auto">
              <a:xfrm>
                <a:off x="4686893" y="4100652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2" name="Rectangle 17"/>
              <p:cNvSpPr>
                <a:spLocks noChangeArrowheads="1"/>
              </p:cNvSpPr>
              <p:nvPr/>
            </p:nvSpPr>
            <p:spPr bwMode="auto">
              <a:xfrm>
                <a:off x="4686893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1,2</a:t>
                </a:r>
              </a:p>
            </p:txBody>
          </p:sp>
          <p:sp>
            <p:nvSpPr>
              <p:cNvPr id="72727" name="Oval 18"/>
              <p:cNvSpPr>
                <a:spLocks noChangeArrowheads="1"/>
              </p:cNvSpPr>
              <p:nvPr/>
            </p:nvSpPr>
            <p:spPr bwMode="auto">
              <a:xfrm>
                <a:off x="5264723" y="3939151"/>
                <a:ext cx="360269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</a:p>
            </p:txBody>
          </p:sp>
          <p:sp>
            <p:nvSpPr>
              <p:cNvPr id="71704" name="Freeform 19"/>
              <p:cNvSpPr>
                <a:spLocks/>
              </p:cNvSpPr>
              <p:nvPr/>
            </p:nvSpPr>
            <p:spPr bwMode="auto">
              <a:xfrm>
                <a:off x="4280204" y="366639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5" name="Rectangle 20"/>
              <p:cNvSpPr>
                <a:spLocks noChangeArrowheads="1"/>
              </p:cNvSpPr>
              <p:nvPr/>
            </p:nvSpPr>
            <p:spPr bwMode="auto">
              <a:xfrm>
                <a:off x="4192289" y="345439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</a:p>
            </p:txBody>
          </p:sp>
          <p:sp>
            <p:nvSpPr>
              <p:cNvPr id="71706" name="Line 21"/>
              <p:cNvSpPr>
                <a:spLocks noChangeShapeType="1"/>
              </p:cNvSpPr>
              <p:nvPr/>
            </p:nvSpPr>
            <p:spPr bwMode="auto">
              <a:xfrm>
                <a:off x="2671242" y="4072538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7" name="Rectangle 22"/>
              <p:cNvSpPr>
                <a:spLocks noChangeArrowheads="1"/>
              </p:cNvSpPr>
              <p:nvPr/>
            </p:nvSpPr>
            <p:spPr bwMode="auto">
              <a:xfrm>
                <a:off x="2101129" y="393870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</a:p>
            </p:txBody>
          </p:sp>
          <p:sp>
            <p:nvSpPr>
              <p:cNvPr id="71708" name="Freeform 30"/>
              <p:cNvSpPr>
                <a:spLocks/>
              </p:cNvSpPr>
              <p:nvPr/>
            </p:nvSpPr>
            <p:spPr bwMode="auto">
              <a:xfrm>
                <a:off x="5280528" y="3669239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09" name="Rectangle 31"/>
              <p:cNvSpPr>
                <a:spLocks noChangeArrowheads="1"/>
              </p:cNvSpPr>
              <p:nvPr/>
            </p:nvSpPr>
            <p:spPr bwMode="auto">
              <a:xfrm>
                <a:off x="5192612" y="3476424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</a:p>
            </p:txBody>
          </p:sp>
          <p:sp>
            <p:nvSpPr>
              <p:cNvPr id="71710" name="Oval 39"/>
              <p:cNvSpPr>
                <a:spLocks noChangeArrowheads="1"/>
              </p:cNvSpPr>
              <p:nvPr/>
            </p:nvSpPr>
            <p:spPr bwMode="auto">
              <a:xfrm>
                <a:off x="5191820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任意多边形 4"/>
              <p:cNvSpPr/>
              <p:nvPr/>
            </p:nvSpPr>
            <p:spPr bwMode="auto">
              <a:xfrm>
                <a:off x="3490425" y="4240389"/>
                <a:ext cx="1993165" cy="226836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12" name="Rectangle 17"/>
              <p:cNvSpPr>
                <a:spLocks noChangeArrowheads="1"/>
              </p:cNvSpPr>
              <p:nvPr/>
            </p:nvSpPr>
            <p:spPr bwMode="auto">
              <a:xfrm>
                <a:off x="4234142" y="4251690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0,1,2</a:t>
                </a:r>
              </a:p>
            </p:txBody>
          </p:sp>
          <p:sp>
            <p:nvSpPr>
              <p:cNvPr id="71713" name="Oval 39"/>
              <p:cNvSpPr>
                <a:spLocks noChangeArrowheads="1"/>
              </p:cNvSpPr>
              <p:nvPr/>
            </p:nvSpPr>
            <p:spPr bwMode="auto">
              <a:xfrm>
                <a:off x="3177770" y="3874205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714" name="Oval 39"/>
              <p:cNvSpPr>
                <a:spLocks noChangeArrowheads="1"/>
              </p:cNvSpPr>
              <p:nvPr/>
            </p:nvSpPr>
            <p:spPr bwMode="auto">
              <a:xfrm>
                <a:off x="4193877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168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1692" name="五边形 4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318250" y="3071813"/>
            <a:ext cx="162718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18249" y="3651870"/>
            <a:ext cx="2533149" cy="4770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18250" y="4217887"/>
            <a:ext cx="2533149" cy="8617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300788" y="2143125"/>
            <a:ext cx="1455737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34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5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39800"/>
            <a:ext cx="7070725" cy="2560638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带有左结合运算符的串，比如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运算符，可以由如下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无二义性的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文法生成：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expr</a:t>
            </a:r>
            <a:r>
              <a:rPr kumimoji="1" lang="zh-CN" altLang="en-US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 + digit | expr - digit | digit </a:t>
            </a:r>
          </a:p>
          <a:p>
            <a:pPr marL="627063" lvl="2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sz="2400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digit</a:t>
            </a:r>
            <a:r>
              <a:rPr kumimoji="1" lang="zh-CN" altLang="en-US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sz="2400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0 | 1 | 2 | … | 9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240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06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83</a:t>
            </a:fld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E36ED6-37D8-C988-9AAB-5EC5D57AE929}"/>
              </a:ext>
            </a:extLst>
          </p:cNvPr>
          <p:cNvSpPr/>
          <p:nvPr/>
        </p:nvSpPr>
        <p:spPr>
          <a:xfrm>
            <a:off x="827584" y="2766904"/>
            <a:ext cx="7128792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ts val="2500"/>
              </a:lnSpc>
              <a:buClrTx/>
              <a:defRPr/>
            </a:pPr>
            <a:r>
              <a:rPr lang="zh-CN" altLang="en-US" sz="2400" b="1" dirty="0">
                <a:cs typeface="Times New Roman" panose="02020603050405020304" pitchFamily="18" charset="0"/>
              </a:rPr>
              <a:t>那么</a:t>
            </a:r>
            <a:r>
              <a:rPr lang="en-US" altLang="zh-CN" sz="2400" b="1" dirty="0">
                <a:cs typeface="Times New Roman" panose="02020603050405020304" pitchFamily="18" charset="0"/>
              </a:rPr>
              <a:t>9/5*2</a:t>
            </a:r>
            <a:r>
              <a:rPr lang="zh-CN" altLang="en-US" sz="2400" b="1" dirty="0">
                <a:cs typeface="Times New Roman" panose="02020603050405020304" pitchFamily="18" charset="0"/>
              </a:rPr>
              <a:t>呢，如何用无二义性的文法表示？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81096D-497F-022A-C2DB-3EC21ED8F0FE}"/>
              </a:ext>
            </a:extLst>
          </p:cNvPr>
          <p:cNvSpPr/>
          <p:nvPr/>
        </p:nvSpPr>
        <p:spPr>
          <a:xfrm>
            <a:off x="827584" y="4299942"/>
            <a:ext cx="7859216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ts val="2500"/>
              </a:lnSpc>
              <a:buClrTx/>
              <a:defRPr/>
            </a:pPr>
            <a:r>
              <a:rPr lang="zh-CN" altLang="en-US" sz="2400" b="1" dirty="0">
                <a:cs typeface="Times New Roman" panose="02020603050405020304" pitchFamily="18" charset="0"/>
              </a:rPr>
              <a:t>那么同时包含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加减乘除的</a:t>
            </a:r>
            <a:r>
              <a:rPr lang="zh-CN" altLang="en-US" sz="2400" b="1" dirty="0">
                <a:cs typeface="Times New Roman" panose="02020603050405020304" pitchFamily="18" charset="0"/>
              </a:rPr>
              <a:t>算术表达式：如</a:t>
            </a:r>
            <a:r>
              <a:rPr lang="en-US" altLang="zh-CN" sz="2400" b="1" dirty="0">
                <a:cs typeface="Times New Roman" panose="02020603050405020304" pitchFamily="18" charset="0"/>
              </a:rPr>
              <a:t>9+5</a:t>
            </a:r>
            <a:r>
              <a:rPr lang="zh-CN" altLang="en-US" sz="2400" b="1" dirty="0">
                <a:cs typeface="Times New Roman" panose="02020603050405020304" pitchFamily="18" charset="0"/>
              </a:rPr>
              <a:t>*</a:t>
            </a:r>
            <a:r>
              <a:rPr lang="en-US" altLang="zh-CN" sz="2400" b="1" dirty="0"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cs typeface="Times New Roman" panose="02020603050405020304" pitchFamily="18" charset="0"/>
              </a:rPr>
              <a:t>呢？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EB3CCFB-8F01-88FD-58DB-C30EF20DB5A7}"/>
                  </a:ext>
                </a:extLst>
              </p14:cNvPr>
              <p14:cNvContentPartPr/>
              <p14:nvPr/>
            </p14:nvContentPartPr>
            <p14:xfrm>
              <a:off x="1020600" y="2888640"/>
              <a:ext cx="7331040" cy="10890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EB3CCFB-8F01-88FD-58DB-C30EF20DB5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1240" y="2879280"/>
                <a:ext cx="7349760" cy="110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441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1527301" y="56044"/>
            <a:ext cx="7070725" cy="4948014"/>
          </a:xfrm>
        </p:spPr>
        <p:txBody>
          <a:bodyPr/>
          <a:lstStyle/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为算术表达式如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9+5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构造无二义性的文法？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左结合的运算符：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expr</a:t>
            </a:r>
            <a:r>
              <a:rPr kumimoji="1" lang="zh-CN" altLang="en-US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expr+term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expr-term | term</a:t>
            </a: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</a:t>
            </a:r>
            <a:r>
              <a:rPr lang="zh-CN" altLang="en-US" dirty="0">
                <a:solidFill>
                  <a:srgbClr val="0000FF"/>
                </a:solidFill>
                <a:cs typeface="Times New Roman" panose="02020603050405020304" pitchFamily="18" charset="0"/>
              </a:rPr>
              <a:t>运算符的优先级？</a:t>
            </a:r>
            <a:endParaRPr kumimoji="1" lang="en-US" altLang="zh-CN" i="1" dirty="0">
              <a:solidFill>
                <a:srgbClr val="0000FF"/>
              </a:solidFill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左结合的运算符：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/</a:t>
            </a: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*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term/factor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3. 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表达式：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expr</a:t>
            </a:r>
            <a:endParaRPr kumimoji="1" lang="en-US" altLang="zh-CN" dirty="0">
              <a:solidFill>
                <a:srgbClr val="000000"/>
              </a:solidFill>
              <a:ea typeface="楷体" pitchFamily="49" charset="-122"/>
              <a:cs typeface="Times New Roman" pitchFamily="18" charset="0"/>
              <a:sym typeface="Symbol" pitchFamily="18" charset="2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   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)|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digit 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4.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算术表达式最终的文法：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digit |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)</a:t>
            </a:r>
            <a:endParaRPr lang="en-US" altLang="zh-CN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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*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term/factor </a:t>
            </a:r>
            <a:r>
              <a:rPr kumimoji="1" lang="en-US" altLang="zh-CN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| 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factor</a:t>
            </a: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solidFill>
                  <a:schemeClr val="tx1"/>
                </a:solidFill>
                <a:cs typeface="Times New Roman" panose="02020603050405020304" pitchFamily="18" charset="0"/>
              </a:rPr>
              <a:t>   expr</a:t>
            </a:r>
            <a:r>
              <a:rPr kumimoji="1" lang="zh-CN" altLang="en-US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i="1" dirty="0" err="1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expr+term</a:t>
            </a:r>
            <a:r>
              <a:rPr kumimoji="1" lang="en-US" altLang="zh-CN" i="1" dirty="0">
                <a:solidFill>
                  <a:srgbClr val="000000"/>
                </a:solidFill>
                <a:ea typeface="楷体" pitchFamily="49" charset="-122"/>
                <a:cs typeface="Times New Roman" pitchFamily="18" charset="0"/>
                <a:sym typeface="Symbol" pitchFamily="18" charset="2"/>
              </a:rPr>
              <a:t> | expr-term | term</a:t>
            </a: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endParaRPr lang="zh-CN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52735"/>
            <a:ext cx="1008038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4452" name="组合 9"/>
          <p:cNvGrpSpPr>
            <a:grpSpLocks/>
          </p:cNvGrpSpPr>
          <p:nvPr/>
        </p:nvGrpSpPr>
        <p:grpSpPr bwMode="auto">
          <a:xfrm>
            <a:off x="0" y="-20538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54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84</a:t>
            </a:fld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3707904" y="2758157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|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itchFamily="49" charset="-122"/>
                <a:cs typeface="Times New Roman" pitchFamily="18" charset="0"/>
                <a:sym typeface="Symbol" pitchFamily="18" charset="2"/>
              </a:rPr>
              <a:t> digit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8DFA2006-07BF-259F-76EA-878C50B1368F}"/>
                  </a:ext>
                </a:extLst>
              </p14:cNvPr>
              <p14:cNvContentPartPr/>
              <p14:nvPr/>
            </p14:nvContentPartPr>
            <p14:xfrm>
              <a:off x="241560" y="367200"/>
              <a:ext cx="8962200" cy="48276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8DFA2006-07BF-259F-76EA-878C50B136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200" y="357840"/>
                <a:ext cx="8980920" cy="484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710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800100" y="928688"/>
            <a:ext cx="8201025" cy="4019326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十进制整数的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  <a:endParaRPr lang="zh-CN" altLang="en-US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(1|...|9)(0|...|9)</a:t>
            </a:r>
            <a:r>
              <a:rPr lang="en-US" altLang="zh-CN" sz="25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|0</a:t>
            </a:r>
          </a:p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八进制整数的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</a:p>
          <a:p>
            <a:pPr lvl="1"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0(1|2|3|4|5|6|7)(0|1|2|3|4|5|6|7)</a:t>
            </a:r>
            <a:r>
              <a:rPr lang="en-US" altLang="zh-CN" sz="25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|00</a:t>
            </a:r>
            <a:endParaRPr lang="en-US" altLang="zh-CN" sz="2500" b="1" baseline="30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十六进制整数的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   </a:t>
            </a:r>
            <a:r>
              <a:rPr lang="zh-CN" altLang="en-US" sz="3000" b="1" i="1" dirty="0">
                <a:solidFill>
                  <a:schemeClr val="tx1"/>
                </a:solidFill>
              </a:rPr>
              <a:t>？</a:t>
            </a:r>
            <a:endParaRPr lang="zh-CN" altLang="en-US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例：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语言无符号整数的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RE</a:t>
            </a:r>
            <a:endParaRPr lang="zh-CN" altLang="en-US" sz="3000" i="1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6388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6390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780E4FC-602E-8D7B-AC0C-ABABB31DD4C2}"/>
                  </a:ext>
                </a:extLst>
              </p14:cNvPr>
              <p14:cNvContentPartPr/>
              <p14:nvPr/>
            </p14:nvContentPartPr>
            <p14:xfrm>
              <a:off x="394920" y="3658320"/>
              <a:ext cx="8448840" cy="16171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780E4FC-602E-8D7B-AC0C-ABABB31DD4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560" y="3648960"/>
                <a:ext cx="8467560" cy="163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187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19551</TotalTime>
  <Words>6282</Words>
  <Application>Microsoft Office PowerPoint</Application>
  <PresentationFormat>全屏显示(16:9)</PresentationFormat>
  <Paragraphs>1159</Paragraphs>
  <Slides>85</Slides>
  <Notes>85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85</vt:i4>
      </vt:variant>
    </vt:vector>
  </HeadingPairs>
  <TitlesOfParts>
    <vt:vector size="101" baseType="lpstr">
      <vt:lpstr>Courier</vt:lpstr>
      <vt:lpstr>华文楷体</vt:lpstr>
      <vt:lpstr>楷体</vt:lpstr>
      <vt:lpstr>楷体_GB2312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波形</vt:lpstr>
      <vt:lpstr>1_波形</vt:lpstr>
      <vt:lpstr>2_波形</vt:lpstr>
      <vt:lpstr>PowerPoint 演示文稿</vt:lpstr>
      <vt:lpstr>内容回顾</vt:lpstr>
      <vt:lpstr>例</vt:lpstr>
      <vt:lpstr>请写出无符号整数、浮点数的文法：</vt:lpstr>
      <vt:lpstr>语言上的运算</vt:lpstr>
      <vt:lpstr>乔姆斯基Chomsky 文法分类体系</vt:lpstr>
      <vt:lpstr>0型文法 (Type-0 Grammar)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四种文法之间的关系</vt:lpstr>
      <vt:lpstr>四种文法之间的关系</vt:lpstr>
      <vt:lpstr>2.5  CFG 的分析树</vt:lpstr>
      <vt:lpstr>分析树是推导的图形化表示</vt:lpstr>
      <vt:lpstr> (句型的）短语</vt:lpstr>
      <vt:lpstr>例</vt:lpstr>
      <vt:lpstr>二义性文法 (Ambiguous Grammar)</vt:lpstr>
      <vt:lpstr>例1</vt:lpstr>
      <vt:lpstr>例1</vt:lpstr>
      <vt:lpstr>例2</vt:lpstr>
      <vt:lpstr>二义性文法的判定</vt:lpstr>
      <vt:lpstr>例2</vt:lpstr>
      <vt:lpstr>例3</vt:lpstr>
      <vt:lpstr>例4</vt:lpstr>
      <vt:lpstr>作业：书P31</vt:lpstr>
      <vt:lpstr> (句型的）短语</vt:lpstr>
      <vt:lpstr>二义性文法 (Ambiguous Grammar)</vt:lpstr>
      <vt:lpstr>例1</vt:lpstr>
      <vt:lpstr>例1</vt:lpstr>
      <vt:lpstr>例2</vt:lpstr>
      <vt:lpstr>二义性文法的判定</vt:lpstr>
      <vt:lpstr>例2</vt:lpstr>
      <vt:lpstr>例3</vt:lpstr>
      <vt:lpstr>例4</vt:lpstr>
      <vt:lpstr>作业：书P31</vt:lpstr>
      <vt:lpstr>PowerPoint 演示文稿</vt:lpstr>
      <vt:lpstr>主要内容</vt:lpstr>
      <vt:lpstr>3.1 正则表达式</vt:lpstr>
      <vt:lpstr>正则表达式的递归定义</vt:lpstr>
      <vt:lpstr>例</vt:lpstr>
      <vt:lpstr>例：C语言无符号整数的RE</vt:lpstr>
      <vt:lpstr>正则语言</vt:lpstr>
      <vt:lpstr>RE的代数定律</vt:lpstr>
      <vt:lpstr>正则文法与正则表达式等价</vt:lpstr>
      <vt:lpstr>3.2 正则定义（  Regular Definition）</vt:lpstr>
      <vt:lpstr>例1</vt:lpstr>
      <vt:lpstr>例2</vt:lpstr>
      <vt:lpstr>3.3 有穷自动机 </vt:lpstr>
      <vt:lpstr>FA的典型例子</vt:lpstr>
      <vt:lpstr>PowerPoint 演示文稿</vt:lpstr>
      <vt:lpstr>PowerPoint 演示文稿</vt:lpstr>
      <vt:lpstr>FA定义（接 收）的 语言</vt:lpstr>
      <vt:lpstr> 最长子串匹配原则(Longest String Matching Principle)</vt:lpstr>
      <vt:lpstr>3.4 有穷自动机的分类</vt:lpstr>
      <vt:lpstr>确定的有穷自动机 (DFA) </vt:lpstr>
      <vt:lpstr>例：一个DFA</vt:lpstr>
      <vt:lpstr>非确定的有穷自动机(NFA) </vt:lpstr>
      <vt:lpstr>PowerPoint 演示文稿</vt:lpstr>
      <vt:lpstr>DFA和NFA的等价性</vt:lpstr>
      <vt:lpstr>例</vt:lpstr>
      <vt:lpstr>带有“ε-边”的 NFA</vt:lpstr>
      <vt:lpstr>带有和不带有“ε-边”的 NFA 的等价性</vt:lpstr>
      <vt:lpstr>带有和不带有“ε-边”的 NFA 的等价性</vt:lpstr>
      <vt:lpstr>DFA是否接受输入符号串x的算法实现</vt:lpstr>
      <vt:lpstr>3.5 从正则表达式到DFA</vt:lpstr>
      <vt:lpstr>根据RE 构造NFA</vt:lpstr>
      <vt:lpstr>PowerPoint 演示文稿</vt:lpstr>
      <vt:lpstr>例:r=(a|b)*abb 对应的NFA</vt:lpstr>
      <vt:lpstr>3.6 从NFA到DFA的转换</vt:lpstr>
      <vt:lpstr>例2：从带有ε-边的NFA到DFA的转换</vt:lpstr>
      <vt:lpstr>子集构造法（  subset construction）</vt:lpstr>
      <vt:lpstr> 例3.21：为正则表达式r=(a|b)*abb构造一个NFA，并转换为最小化的DFA</vt:lpstr>
      <vt:lpstr>PowerPoint 演示文稿</vt:lpstr>
      <vt:lpstr>PowerPoint 演示文稿</vt:lpstr>
      <vt:lpstr>计算 ε-closure (T )</vt:lpstr>
      <vt:lpstr>PowerPoint 演示文稿</vt:lpstr>
      <vt:lpstr>例3 复习以下内容</vt:lpstr>
      <vt:lpstr>PowerPoint 演示文稿</vt:lpstr>
      <vt:lpstr>带有和不带有“ε-边”的 NFA 的等价性</vt:lpstr>
      <vt:lpstr>带有和不带有“ε-边”的 NFA 的等价性</vt:lpstr>
      <vt:lpstr>例3</vt:lpstr>
      <vt:lpstr>例4</vt:lpstr>
      <vt:lpstr>例：C语言无符号整数的RE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8615952081735</cp:lastModifiedBy>
  <cp:revision>1429</cp:revision>
  <cp:lastPrinted>2017-09-13T06:25:29Z</cp:lastPrinted>
  <dcterms:created xsi:type="dcterms:W3CDTF">2003-07-09T14:46:46Z</dcterms:created>
  <dcterms:modified xsi:type="dcterms:W3CDTF">2025-09-16T12:20:13Z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