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3.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4.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5.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6.xml" ContentType="application/vnd.openxmlformats-officedocument.theme+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5183" r:id="rId1"/>
    <p:sldMasterId id="2147485201" r:id="rId2"/>
    <p:sldMasterId id="2147485207" r:id="rId3"/>
    <p:sldMasterId id="2147485219" r:id="rId4"/>
    <p:sldMasterId id="2147485231" r:id="rId5"/>
    <p:sldMasterId id="2147485234" r:id="rId6"/>
    <p:sldMasterId id="2147485246" r:id="rId7"/>
  </p:sldMasterIdLst>
  <p:notesMasterIdLst>
    <p:notesMasterId r:id="rId45"/>
  </p:notesMasterIdLst>
  <p:handoutMasterIdLst>
    <p:handoutMasterId r:id="rId46"/>
  </p:handoutMasterIdLst>
  <p:sldIdLst>
    <p:sldId id="839" r:id="rId8"/>
    <p:sldId id="757" r:id="rId9"/>
    <p:sldId id="877" r:id="rId10"/>
    <p:sldId id="878" r:id="rId11"/>
    <p:sldId id="879" r:id="rId12"/>
    <p:sldId id="880" r:id="rId13"/>
    <p:sldId id="881" r:id="rId14"/>
    <p:sldId id="882" r:id="rId15"/>
    <p:sldId id="884" r:id="rId16"/>
    <p:sldId id="883" r:id="rId17"/>
    <p:sldId id="885" r:id="rId18"/>
    <p:sldId id="886" r:id="rId19"/>
    <p:sldId id="887" r:id="rId20"/>
    <p:sldId id="888" r:id="rId21"/>
    <p:sldId id="889" r:id="rId22"/>
    <p:sldId id="890" r:id="rId23"/>
    <p:sldId id="891" r:id="rId24"/>
    <p:sldId id="902" r:id="rId25"/>
    <p:sldId id="903" r:id="rId26"/>
    <p:sldId id="904" r:id="rId27"/>
    <p:sldId id="905" r:id="rId28"/>
    <p:sldId id="906" r:id="rId29"/>
    <p:sldId id="909" r:id="rId30"/>
    <p:sldId id="910" r:id="rId31"/>
    <p:sldId id="911" r:id="rId32"/>
    <p:sldId id="912" r:id="rId33"/>
    <p:sldId id="913" r:id="rId34"/>
    <p:sldId id="914" r:id="rId35"/>
    <p:sldId id="915" r:id="rId36"/>
    <p:sldId id="916" r:id="rId37"/>
    <p:sldId id="918" r:id="rId38"/>
    <p:sldId id="848" r:id="rId39"/>
    <p:sldId id="849" r:id="rId40"/>
    <p:sldId id="850" r:id="rId41"/>
    <p:sldId id="851" r:id="rId42"/>
    <p:sldId id="852" r:id="rId43"/>
    <p:sldId id="853" r:id="rId44"/>
  </p:sldIdLst>
  <p:sldSz cx="9144000" cy="5143500" type="screen16x9"/>
  <p:notesSz cx="7099300" cy="10234613"/>
  <p:defaultTextStyle>
    <a:defPPr>
      <a:defRPr lang="en-US"/>
    </a:defPPr>
    <a:lvl1pPr algn="l" rtl="0" eaLnBrk="0" fontAlgn="base" hangingPunct="0">
      <a:spcBef>
        <a:spcPct val="0"/>
      </a:spcBef>
      <a:spcAft>
        <a:spcPct val="0"/>
      </a:spcAft>
      <a:defRPr b="1" kern="1200">
        <a:solidFill>
          <a:schemeClr val="tx1"/>
        </a:solidFill>
        <a:latin typeface="Tahoma" panose="020B0604030504040204" pitchFamily="34" charset="0"/>
        <a:ea typeface="宋体" panose="02010600030101010101" pitchFamily="2" charset="-122"/>
        <a:cs typeface="+mn-cs"/>
      </a:defRPr>
    </a:lvl1pPr>
    <a:lvl2pPr marL="342900" indent="114300" algn="l" rtl="0" eaLnBrk="0" fontAlgn="base" hangingPunct="0">
      <a:spcBef>
        <a:spcPct val="0"/>
      </a:spcBef>
      <a:spcAft>
        <a:spcPct val="0"/>
      </a:spcAft>
      <a:defRPr b="1" kern="1200">
        <a:solidFill>
          <a:schemeClr val="tx1"/>
        </a:solidFill>
        <a:latin typeface="Tahoma" panose="020B0604030504040204" pitchFamily="34" charset="0"/>
        <a:ea typeface="宋体" panose="02010600030101010101" pitchFamily="2" charset="-122"/>
        <a:cs typeface="+mn-cs"/>
      </a:defRPr>
    </a:lvl2pPr>
    <a:lvl3pPr marL="685800" indent="228600" algn="l" rtl="0" eaLnBrk="0" fontAlgn="base" hangingPunct="0">
      <a:spcBef>
        <a:spcPct val="0"/>
      </a:spcBef>
      <a:spcAft>
        <a:spcPct val="0"/>
      </a:spcAft>
      <a:defRPr b="1" kern="1200">
        <a:solidFill>
          <a:schemeClr val="tx1"/>
        </a:solidFill>
        <a:latin typeface="Tahoma" panose="020B0604030504040204" pitchFamily="34" charset="0"/>
        <a:ea typeface="宋体" panose="02010600030101010101" pitchFamily="2" charset="-122"/>
        <a:cs typeface="+mn-cs"/>
      </a:defRPr>
    </a:lvl3pPr>
    <a:lvl4pPr marL="1028700" indent="342900" algn="l" rtl="0" eaLnBrk="0" fontAlgn="base" hangingPunct="0">
      <a:spcBef>
        <a:spcPct val="0"/>
      </a:spcBef>
      <a:spcAft>
        <a:spcPct val="0"/>
      </a:spcAft>
      <a:defRPr b="1" kern="1200">
        <a:solidFill>
          <a:schemeClr val="tx1"/>
        </a:solidFill>
        <a:latin typeface="Tahoma" panose="020B0604030504040204" pitchFamily="34" charset="0"/>
        <a:ea typeface="宋体" panose="02010600030101010101" pitchFamily="2" charset="-122"/>
        <a:cs typeface="+mn-cs"/>
      </a:defRPr>
    </a:lvl4pPr>
    <a:lvl5pPr marL="1371600" indent="457200" algn="l" rtl="0" eaLnBrk="0" fontAlgn="base" hangingPunct="0">
      <a:spcBef>
        <a:spcPct val="0"/>
      </a:spcBef>
      <a:spcAft>
        <a:spcPct val="0"/>
      </a:spcAft>
      <a:defRPr b="1"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b="1"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b="1"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b="1"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b="1" kern="1200">
        <a:solidFill>
          <a:schemeClr val="tx1"/>
        </a:solidFill>
        <a:latin typeface="Tahom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CCCC"/>
    <a:srgbClr val="FF9900"/>
    <a:srgbClr val="FF0000"/>
    <a:srgbClr val="000099"/>
    <a:srgbClr val="96969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346" autoAdjust="0"/>
    <p:restoredTop sz="78670" autoAdjust="0"/>
  </p:normalViewPr>
  <p:slideViewPr>
    <p:cSldViewPr>
      <p:cViewPr varScale="1">
        <p:scale>
          <a:sx n="134" d="100"/>
          <a:sy n="134" d="100"/>
        </p:scale>
        <p:origin x="768" y="96"/>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5076"/>
    </p:cViewPr>
  </p:sorterViewPr>
  <p:notesViewPr>
    <p:cSldViewPr>
      <p:cViewPr varScale="1">
        <p:scale>
          <a:sx n="82" d="100"/>
          <a:sy n="82" d="100"/>
        </p:scale>
        <p:origin x="5592" y="12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slide" Target="slides/slide35.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notesMaster" Target="notesMasters/notesMaster1.xml"/><Relationship Id="rId5" Type="http://schemas.openxmlformats.org/officeDocument/2006/relationships/slideMaster" Target="slideMasters/slideMaster5.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theme" Target="theme/theme1.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4" Type="http://schemas.openxmlformats.org/officeDocument/2006/relationships/slide" Target="slides/slide37.xml"/><Relationship Id="rId4" Type="http://schemas.openxmlformats.org/officeDocument/2006/relationships/slideMaster" Target="slideMasters/slideMaster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viewProps" Target="viewProps.xml"/><Relationship Id="rId8" Type="http://schemas.openxmlformats.org/officeDocument/2006/relationships/slide" Target="slides/slide1.xml"/><Relationship Id="rId3" Type="http://schemas.openxmlformats.org/officeDocument/2006/relationships/slideMaster" Target="slideMasters/slideMaster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handoutMaster" Target="handoutMasters/handoutMaster1.xml"/><Relationship Id="rId20" Type="http://schemas.openxmlformats.org/officeDocument/2006/relationships/slide" Target="slides/slide13.xml"/><Relationship Id="rId41" Type="http://schemas.openxmlformats.org/officeDocument/2006/relationships/slide" Target="slides/slide34.xml"/><Relationship Id="rId1" Type="http://schemas.openxmlformats.org/officeDocument/2006/relationships/slideMaster" Target="slideMasters/slideMaster1.xml"/><Relationship Id="rId6" Type="http://schemas.openxmlformats.org/officeDocument/2006/relationships/slideMaster" Target="slideMasters/slideMaster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6575" cy="511175"/>
          </a:xfrm>
          <a:prstGeom prst="rect">
            <a:avLst/>
          </a:prstGeom>
        </p:spPr>
        <p:txBody>
          <a:bodyPr vert="horz" wrap="square" lIns="91434" tIns="45717" rIns="91434" bIns="45717" numCol="1" anchor="t" anchorCtr="0" compatLnSpc="1">
            <a:prstTxWarp prst="textNoShape">
              <a:avLst/>
            </a:prstTxWarp>
          </a:bodyPr>
          <a:lstStyle>
            <a:lvl1pPr eaLnBrk="1" hangingPunct="1">
              <a:defRPr sz="1200"/>
            </a:lvl1pPr>
          </a:lstStyle>
          <a:p>
            <a:pPr>
              <a:defRPr/>
            </a:pPr>
            <a:endParaRPr lang="zh-CN" altLang="en-US"/>
          </a:p>
        </p:txBody>
      </p:sp>
      <p:sp>
        <p:nvSpPr>
          <p:cNvPr id="3" name="日期占位符 2"/>
          <p:cNvSpPr>
            <a:spLocks noGrp="1"/>
          </p:cNvSpPr>
          <p:nvPr>
            <p:ph type="dt" sz="quarter" idx="1"/>
          </p:nvPr>
        </p:nvSpPr>
        <p:spPr>
          <a:xfrm>
            <a:off x="4021138" y="0"/>
            <a:ext cx="3076575" cy="511175"/>
          </a:xfrm>
          <a:prstGeom prst="rect">
            <a:avLst/>
          </a:prstGeom>
        </p:spPr>
        <p:txBody>
          <a:bodyPr vert="horz" wrap="square" lIns="91434" tIns="45717" rIns="91434" bIns="45717" numCol="1" anchor="t" anchorCtr="0" compatLnSpc="1">
            <a:prstTxWarp prst="textNoShape">
              <a:avLst/>
            </a:prstTxWarp>
          </a:bodyPr>
          <a:lstStyle>
            <a:lvl1pPr algn="r" eaLnBrk="1" hangingPunct="1">
              <a:defRPr sz="1200"/>
            </a:lvl1pPr>
          </a:lstStyle>
          <a:p>
            <a:pPr>
              <a:defRPr/>
            </a:pPr>
            <a:fld id="{4B4E5B63-2548-4848-8591-495FE90E847C}" type="datetimeFigureOut">
              <a:rPr lang="zh-CN" altLang="en-US"/>
              <a:pPr>
                <a:defRPr/>
              </a:pPr>
              <a:t>2024/12/16</a:t>
            </a:fld>
            <a:endParaRPr lang="zh-CN" altLang="en-US"/>
          </a:p>
        </p:txBody>
      </p:sp>
      <p:sp>
        <p:nvSpPr>
          <p:cNvPr id="4" name="页脚占位符 3"/>
          <p:cNvSpPr>
            <a:spLocks noGrp="1"/>
          </p:cNvSpPr>
          <p:nvPr>
            <p:ph type="ftr" sz="quarter" idx="2"/>
          </p:nvPr>
        </p:nvSpPr>
        <p:spPr>
          <a:xfrm>
            <a:off x="0" y="9721850"/>
            <a:ext cx="3076575" cy="511175"/>
          </a:xfrm>
          <a:prstGeom prst="rect">
            <a:avLst/>
          </a:prstGeom>
        </p:spPr>
        <p:txBody>
          <a:bodyPr vert="horz" wrap="square" lIns="91434" tIns="45717" rIns="91434" bIns="45717" numCol="1" anchor="b" anchorCtr="0" compatLnSpc="1">
            <a:prstTxWarp prst="textNoShape">
              <a:avLst/>
            </a:prstTxWarp>
          </a:bodyPr>
          <a:lstStyle>
            <a:lvl1pPr eaLnBrk="1" hangingPunct="1">
              <a:defRPr sz="1200"/>
            </a:lvl1pPr>
          </a:lstStyle>
          <a:p>
            <a:pPr>
              <a:defRPr/>
            </a:pPr>
            <a:endParaRPr lang="zh-CN" altLang="en-US"/>
          </a:p>
        </p:txBody>
      </p:sp>
      <p:sp>
        <p:nvSpPr>
          <p:cNvPr id="5" name="灯片编号占位符 4"/>
          <p:cNvSpPr>
            <a:spLocks noGrp="1"/>
          </p:cNvSpPr>
          <p:nvPr>
            <p:ph type="sldNum" sz="quarter" idx="3"/>
          </p:nvPr>
        </p:nvSpPr>
        <p:spPr>
          <a:xfrm>
            <a:off x="4021138" y="9721850"/>
            <a:ext cx="3076575" cy="511175"/>
          </a:xfrm>
          <a:prstGeom prst="rect">
            <a:avLst/>
          </a:prstGeom>
        </p:spPr>
        <p:txBody>
          <a:bodyPr vert="horz" wrap="square" lIns="91434" tIns="45717" rIns="91434" bIns="45717" numCol="1" anchor="b" anchorCtr="0" compatLnSpc="1">
            <a:prstTxWarp prst="textNoShape">
              <a:avLst/>
            </a:prstTxWarp>
          </a:bodyPr>
          <a:lstStyle>
            <a:lvl1pPr algn="r" eaLnBrk="1" hangingPunct="1">
              <a:defRPr sz="1200"/>
            </a:lvl1pPr>
          </a:lstStyle>
          <a:p>
            <a:pPr>
              <a:defRPr/>
            </a:pPr>
            <a:fld id="{20CAF0D7-3BDE-43A3-8944-7B41990171B0}" type="slidenum">
              <a:rPr lang="zh-CN" altLang="en-US"/>
              <a:pPr>
                <a:defRPr/>
              </a:pPr>
              <a:t>‹#›</a:t>
            </a:fld>
            <a:endParaRPr lang="zh-CN" altLang="en-US"/>
          </a:p>
        </p:txBody>
      </p:sp>
    </p:spTree>
    <p:extLst>
      <p:ext uri="{BB962C8B-B14F-4D97-AF65-F5344CB8AC3E}">
        <p14:creationId xmlns:p14="http://schemas.microsoft.com/office/powerpoint/2010/main" val="6533192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38274" name="Rectangle 2"/>
          <p:cNvSpPr>
            <a:spLocks noGrp="1" noChangeArrowheads="1"/>
          </p:cNvSpPr>
          <p:nvPr>
            <p:ph type="hdr" sz="quarter"/>
          </p:nvPr>
        </p:nvSpPr>
        <p:spPr bwMode="auto">
          <a:xfrm>
            <a:off x="0" y="0"/>
            <a:ext cx="3076575" cy="511175"/>
          </a:xfrm>
          <a:prstGeom prst="rect">
            <a:avLst/>
          </a:prstGeom>
          <a:noFill/>
          <a:ln w="9525">
            <a:noFill/>
            <a:miter lim="800000"/>
            <a:headEnd/>
            <a:tailEnd/>
          </a:ln>
          <a:effectLst/>
        </p:spPr>
        <p:txBody>
          <a:bodyPr vert="horz" wrap="square" lIns="91434" tIns="45717" rIns="91434" bIns="45717" numCol="1" anchor="t" anchorCtr="0" compatLnSpc="1">
            <a:prstTxWarp prst="textNoShape">
              <a:avLst/>
            </a:prstTxWarp>
          </a:bodyPr>
          <a:lstStyle>
            <a:lvl1pPr eaLnBrk="1" hangingPunct="1">
              <a:defRPr sz="1200" b="0">
                <a:latin typeface="Arial" panose="020B0604020202020204" pitchFamily="34" charset="0"/>
              </a:defRPr>
            </a:lvl1pPr>
          </a:lstStyle>
          <a:p>
            <a:pPr>
              <a:defRPr/>
            </a:pPr>
            <a:endParaRPr lang="zh-CN" altLang="en-US"/>
          </a:p>
        </p:txBody>
      </p:sp>
      <p:sp>
        <p:nvSpPr>
          <p:cNvPr id="438275" name="Rectangle 3"/>
          <p:cNvSpPr>
            <a:spLocks noGrp="1" noChangeArrowheads="1"/>
          </p:cNvSpPr>
          <p:nvPr>
            <p:ph type="dt" idx="1"/>
          </p:nvPr>
        </p:nvSpPr>
        <p:spPr bwMode="auto">
          <a:xfrm>
            <a:off x="4021138" y="0"/>
            <a:ext cx="3076575" cy="511175"/>
          </a:xfrm>
          <a:prstGeom prst="rect">
            <a:avLst/>
          </a:prstGeom>
          <a:noFill/>
          <a:ln w="9525">
            <a:noFill/>
            <a:miter lim="800000"/>
            <a:headEnd/>
            <a:tailEnd/>
          </a:ln>
          <a:effectLst/>
        </p:spPr>
        <p:txBody>
          <a:bodyPr vert="horz" wrap="square" lIns="91434" tIns="45717" rIns="91434" bIns="45717" numCol="1" anchor="t" anchorCtr="0" compatLnSpc="1">
            <a:prstTxWarp prst="textNoShape">
              <a:avLst/>
            </a:prstTxWarp>
          </a:bodyPr>
          <a:lstStyle>
            <a:lvl1pPr algn="r" eaLnBrk="1" hangingPunct="1">
              <a:defRPr sz="1200" b="0">
                <a:latin typeface="Arial" panose="020B0604020202020204" pitchFamily="34" charset="0"/>
              </a:defRPr>
            </a:lvl1pPr>
          </a:lstStyle>
          <a:p>
            <a:pPr>
              <a:defRPr/>
            </a:pPr>
            <a:endParaRPr lang="en-US" altLang="zh-CN"/>
          </a:p>
        </p:txBody>
      </p:sp>
      <p:sp>
        <p:nvSpPr>
          <p:cNvPr id="10244" name="Rectangle 4"/>
          <p:cNvSpPr>
            <a:spLocks noGrp="1" noRot="1" noChangeAspect="1" noChangeArrowheads="1" noTextEdit="1"/>
          </p:cNvSpPr>
          <p:nvPr>
            <p:ph type="sldImg" idx="2"/>
          </p:nvPr>
        </p:nvSpPr>
        <p:spPr bwMode="auto">
          <a:xfrm>
            <a:off x="139700" y="768350"/>
            <a:ext cx="6819900" cy="383698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8277" name="Rectangle 5"/>
          <p:cNvSpPr>
            <a:spLocks noGrp="1" noChangeArrowheads="1"/>
          </p:cNvSpPr>
          <p:nvPr>
            <p:ph type="body" sz="quarter" idx="3"/>
          </p:nvPr>
        </p:nvSpPr>
        <p:spPr bwMode="auto">
          <a:xfrm>
            <a:off x="709613" y="4860925"/>
            <a:ext cx="5680075" cy="4605338"/>
          </a:xfrm>
          <a:prstGeom prst="rect">
            <a:avLst/>
          </a:prstGeom>
          <a:noFill/>
          <a:ln w="9525">
            <a:noFill/>
            <a:miter lim="800000"/>
            <a:headEnd/>
            <a:tailEnd/>
          </a:ln>
          <a:effectLst/>
        </p:spPr>
        <p:txBody>
          <a:bodyPr vert="horz" wrap="square" lIns="91434" tIns="45717" rIns="91434" bIns="45717"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438278" name="Rectangle 6"/>
          <p:cNvSpPr>
            <a:spLocks noGrp="1" noChangeArrowheads="1"/>
          </p:cNvSpPr>
          <p:nvPr>
            <p:ph type="ftr" sz="quarter" idx="4"/>
          </p:nvPr>
        </p:nvSpPr>
        <p:spPr bwMode="auto">
          <a:xfrm>
            <a:off x="0" y="9721850"/>
            <a:ext cx="3076575" cy="511175"/>
          </a:xfrm>
          <a:prstGeom prst="rect">
            <a:avLst/>
          </a:prstGeom>
          <a:noFill/>
          <a:ln w="9525">
            <a:noFill/>
            <a:miter lim="800000"/>
            <a:headEnd/>
            <a:tailEnd/>
          </a:ln>
          <a:effectLst/>
        </p:spPr>
        <p:txBody>
          <a:bodyPr vert="horz" wrap="square" lIns="91434" tIns="45717" rIns="91434" bIns="45717" numCol="1" anchor="b" anchorCtr="0" compatLnSpc="1">
            <a:prstTxWarp prst="textNoShape">
              <a:avLst/>
            </a:prstTxWarp>
          </a:bodyPr>
          <a:lstStyle>
            <a:lvl1pPr eaLnBrk="1" hangingPunct="1">
              <a:defRPr sz="1200" b="0">
                <a:latin typeface="Arial" panose="020B0604020202020204" pitchFamily="34" charset="0"/>
              </a:defRPr>
            </a:lvl1pPr>
          </a:lstStyle>
          <a:p>
            <a:pPr>
              <a:defRPr/>
            </a:pPr>
            <a:endParaRPr lang="en-US" altLang="zh-CN"/>
          </a:p>
        </p:txBody>
      </p:sp>
      <p:sp>
        <p:nvSpPr>
          <p:cNvPr id="438279" name="Rectangle 7"/>
          <p:cNvSpPr>
            <a:spLocks noGrp="1" noChangeArrowheads="1"/>
          </p:cNvSpPr>
          <p:nvPr>
            <p:ph type="sldNum" sz="quarter" idx="5"/>
          </p:nvPr>
        </p:nvSpPr>
        <p:spPr bwMode="auto">
          <a:xfrm>
            <a:off x="4021138" y="9721850"/>
            <a:ext cx="3076575" cy="511175"/>
          </a:xfrm>
          <a:prstGeom prst="rect">
            <a:avLst/>
          </a:prstGeom>
          <a:noFill/>
          <a:ln w="9525">
            <a:noFill/>
            <a:miter lim="800000"/>
            <a:headEnd/>
            <a:tailEnd/>
          </a:ln>
          <a:effectLst/>
        </p:spPr>
        <p:txBody>
          <a:bodyPr vert="horz" wrap="square" lIns="91434" tIns="45717" rIns="91434" bIns="45717" numCol="1" anchor="b" anchorCtr="0" compatLnSpc="1">
            <a:prstTxWarp prst="textNoShape">
              <a:avLst/>
            </a:prstTxWarp>
          </a:bodyPr>
          <a:lstStyle>
            <a:lvl1pPr algn="r" eaLnBrk="1" hangingPunct="1">
              <a:defRPr sz="1200" b="0">
                <a:latin typeface="Arial" panose="020B0604020202020204" pitchFamily="34" charset="0"/>
              </a:defRPr>
            </a:lvl1pPr>
          </a:lstStyle>
          <a:p>
            <a:pPr>
              <a:defRPr/>
            </a:pPr>
            <a:fld id="{6AA920CE-4A67-4588-AB44-6478EEAE4373}" type="slidenum">
              <a:rPr lang="zh-CN" altLang="en-US"/>
              <a:pPr>
                <a:defRPr/>
              </a:pPr>
              <a:t>‹#›</a:t>
            </a:fld>
            <a:endParaRPr lang="en-US" altLang="zh-CN"/>
          </a:p>
        </p:txBody>
      </p:sp>
    </p:spTree>
    <p:extLst>
      <p:ext uri="{BB962C8B-B14F-4D97-AF65-F5344CB8AC3E}">
        <p14:creationId xmlns:p14="http://schemas.microsoft.com/office/powerpoint/2010/main" val="4286762237"/>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900" kern="1200">
        <a:solidFill>
          <a:schemeClr val="tx1"/>
        </a:solidFill>
        <a:latin typeface="Arial" charset="0"/>
        <a:ea typeface="宋体" panose="02010600030101010101" pitchFamily="2" charset="-122"/>
        <a:cs typeface="+mn-cs"/>
      </a:defRPr>
    </a:lvl1pPr>
    <a:lvl2pPr marL="342900" algn="l" rtl="0" eaLnBrk="0" fontAlgn="base" hangingPunct="0">
      <a:spcBef>
        <a:spcPct val="30000"/>
      </a:spcBef>
      <a:spcAft>
        <a:spcPct val="0"/>
      </a:spcAft>
      <a:defRPr sz="900" kern="1200">
        <a:solidFill>
          <a:schemeClr val="tx1"/>
        </a:solidFill>
        <a:latin typeface="Arial" charset="0"/>
        <a:ea typeface="宋体" panose="02010600030101010101" pitchFamily="2" charset="-122"/>
        <a:cs typeface="+mn-cs"/>
      </a:defRPr>
    </a:lvl2pPr>
    <a:lvl3pPr marL="685800" algn="l" rtl="0" eaLnBrk="0" fontAlgn="base" hangingPunct="0">
      <a:spcBef>
        <a:spcPct val="30000"/>
      </a:spcBef>
      <a:spcAft>
        <a:spcPct val="0"/>
      </a:spcAft>
      <a:defRPr sz="900" kern="1200">
        <a:solidFill>
          <a:schemeClr val="tx1"/>
        </a:solidFill>
        <a:latin typeface="Arial" charset="0"/>
        <a:ea typeface="宋体" panose="02010600030101010101" pitchFamily="2" charset="-122"/>
        <a:cs typeface="+mn-cs"/>
      </a:defRPr>
    </a:lvl3pPr>
    <a:lvl4pPr marL="1028700" algn="l" rtl="0" eaLnBrk="0" fontAlgn="base" hangingPunct="0">
      <a:spcBef>
        <a:spcPct val="30000"/>
      </a:spcBef>
      <a:spcAft>
        <a:spcPct val="0"/>
      </a:spcAft>
      <a:defRPr sz="900" kern="1200">
        <a:solidFill>
          <a:schemeClr val="tx1"/>
        </a:solidFill>
        <a:latin typeface="Arial" charset="0"/>
        <a:ea typeface="宋体" panose="02010600030101010101" pitchFamily="2" charset="-122"/>
        <a:cs typeface="+mn-cs"/>
      </a:defRPr>
    </a:lvl4pPr>
    <a:lvl5pPr marL="1371600" algn="l" rtl="0" eaLnBrk="0" fontAlgn="base" hangingPunct="0">
      <a:spcBef>
        <a:spcPct val="30000"/>
      </a:spcBef>
      <a:spcAft>
        <a:spcPct val="0"/>
      </a:spcAft>
      <a:defRPr sz="900" kern="1200">
        <a:solidFill>
          <a:schemeClr val="tx1"/>
        </a:solidFill>
        <a:latin typeface="Arial" charset="0"/>
        <a:ea typeface="宋体" panose="02010600030101010101" pitchFamily="2" charset="-122"/>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幻灯片图像占位符 1"/>
          <p:cNvSpPr>
            <a:spLocks noGrp="1" noRot="1" noChangeAspect="1" noTextEdit="1"/>
          </p:cNvSpPr>
          <p:nvPr>
            <p:ph type="sldImg"/>
          </p:nvPr>
        </p:nvSpPr>
        <p:spPr>
          <a:ln/>
        </p:spPr>
      </p:sp>
      <p:sp>
        <p:nvSpPr>
          <p:cNvPr id="2662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dirty="0">
              <a:latin typeface="Arial" panose="020B0604020202020204" pitchFamily="34" charset="0"/>
            </a:endParaRPr>
          </a:p>
        </p:txBody>
      </p:sp>
      <p:sp>
        <p:nvSpPr>
          <p:cNvPr id="2662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5838">
              <a:defRPr>
                <a:solidFill>
                  <a:schemeClr val="tx1"/>
                </a:solidFill>
                <a:latin typeface="Tahoma" panose="020B0604030504040204" pitchFamily="34" charset="0"/>
                <a:ea typeface="宋体" panose="02010600030101010101" pitchFamily="2" charset="-122"/>
              </a:defRPr>
            </a:lvl1pPr>
            <a:lvl2pPr marL="769938" indent="-295275" defTabSz="985838">
              <a:defRPr>
                <a:solidFill>
                  <a:schemeClr val="tx1"/>
                </a:solidFill>
                <a:latin typeface="Tahoma" panose="020B0604030504040204" pitchFamily="34" charset="0"/>
                <a:ea typeface="宋体" panose="02010600030101010101" pitchFamily="2" charset="-122"/>
              </a:defRPr>
            </a:lvl2pPr>
            <a:lvl3pPr marL="1185863" indent="-236538" defTabSz="985838">
              <a:defRPr>
                <a:solidFill>
                  <a:schemeClr val="tx1"/>
                </a:solidFill>
                <a:latin typeface="Tahoma" panose="020B0604030504040204" pitchFamily="34" charset="0"/>
                <a:ea typeface="宋体" panose="02010600030101010101" pitchFamily="2" charset="-122"/>
              </a:defRPr>
            </a:lvl3pPr>
            <a:lvl4pPr marL="1660525" indent="-236538" defTabSz="985838">
              <a:defRPr>
                <a:solidFill>
                  <a:schemeClr val="tx1"/>
                </a:solidFill>
                <a:latin typeface="Tahoma" panose="020B0604030504040204" pitchFamily="34" charset="0"/>
                <a:ea typeface="宋体" panose="02010600030101010101" pitchFamily="2" charset="-122"/>
              </a:defRPr>
            </a:lvl4pPr>
            <a:lvl5pPr marL="2133600" indent="-236538" defTabSz="985838">
              <a:defRPr>
                <a:solidFill>
                  <a:schemeClr val="tx1"/>
                </a:solidFill>
                <a:latin typeface="Tahoma" panose="020B0604030504040204" pitchFamily="34" charset="0"/>
                <a:ea typeface="宋体" panose="02010600030101010101" pitchFamily="2" charset="-122"/>
              </a:defRPr>
            </a:lvl5pPr>
            <a:lvl6pPr marL="2590800" indent="-236538" defTabSz="985838"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3048000" indent="-236538" defTabSz="985838"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505200" indent="-236538" defTabSz="985838"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962400" indent="-236538" defTabSz="985838"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r" defTabSz="985838" rtl="0" eaLnBrk="1" fontAlgn="base" latinLnBrk="0" hangingPunct="1">
              <a:lnSpc>
                <a:spcPct val="100000"/>
              </a:lnSpc>
              <a:spcBef>
                <a:spcPct val="0"/>
              </a:spcBef>
              <a:spcAft>
                <a:spcPct val="0"/>
              </a:spcAft>
              <a:buClrTx/>
              <a:buSzTx/>
              <a:buFontTx/>
              <a:buNone/>
              <a:tabLst/>
              <a:defRPr/>
            </a:pPr>
            <a:fld id="{E905B2ED-851D-418B-8FDE-29E1E5C36A69}"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楷体_GB2312"/>
                <a:cs typeface="楷体_GB2312"/>
              </a:rPr>
              <a:pPr marL="0" marR="0" lvl="0" indent="0" algn="r" defTabSz="985838" rtl="0" eaLnBrk="1" fontAlgn="base" latinLnBrk="0" hangingPunct="1">
                <a:lnSpc>
                  <a:spcPct val="100000"/>
                </a:lnSpc>
                <a:spcBef>
                  <a:spcPct val="0"/>
                </a:spcBef>
                <a:spcAft>
                  <a:spcPct val="0"/>
                </a:spcAft>
                <a:buClrTx/>
                <a:buSzTx/>
                <a:buFontTx/>
                <a:buNone/>
                <a:tabLst/>
                <a:defRPr/>
              </a:pPr>
              <a:t>1</a:t>
            </a:fld>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楷体_GB2312"/>
              <a:cs typeface="楷体_GB2312"/>
            </a:endParaRPr>
          </a:p>
        </p:txBody>
      </p:sp>
    </p:spTree>
    <p:extLst>
      <p:ext uri="{BB962C8B-B14F-4D97-AF65-F5344CB8AC3E}">
        <p14:creationId xmlns:p14="http://schemas.microsoft.com/office/powerpoint/2010/main" val="38026687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9013">
              <a:spcBef>
                <a:spcPct val="30000"/>
              </a:spcBef>
              <a:defRPr sz="1200">
                <a:solidFill>
                  <a:schemeClr val="tx1"/>
                </a:solidFill>
                <a:latin typeface="Arial" panose="020B0604020202020204" pitchFamily="34" charset="0"/>
                <a:ea typeface="宋体" panose="02010600030101010101" pitchFamily="2" charset="-122"/>
              </a:defRPr>
            </a:lvl1pPr>
            <a:lvl2pPr marL="769938" indent="-295275" defTabSz="989013">
              <a:spcBef>
                <a:spcPct val="30000"/>
              </a:spcBef>
              <a:defRPr sz="1200">
                <a:solidFill>
                  <a:schemeClr val="tx1"/>
                </a:solidFill>
                <a:latin typeface="Arial" panose="020B0604020202020204" pitchFamily="34" charset="0"/>
                <a:ea typeface="宋体" panose="02010600030101010101" pitchFamily="2" charset="-122"/>
              </a:defRPr>
            </a:lvl2pPr>
            <a:lvl3pPr marL="1185863" indent="-236538" defTabSz="989013">
              <a:spcBef>
                <a:spcPct val="30000"/>
              </a:spcBef>
              <a:defRPr sz="1200">
                <a:solidFill>
                  <a:schemeClr val="tx1"/>
                </a:solidFill>
                <a:latin typeface="Arial" panose="020B0604020202020204" pitchFamily="34" charset="0"/>
                <a:ea typeface="宋体" panose="02010600030101010101" pitchFamily="2" charset="-122"/>
              </a:defRPr>
            </a:lvl3pPr>
            <a:lvl4pPr marL="1660525" indent="-236538" defTabSz="989013">
              <a:spcBef>
                <a:spcPct val="30000"/>
              </a:spcBef>
              <a:defRPr sz="1200">
                <a:solidFill>
                  <a:schemeClr val="tx1"/>
                </a:solidFill>
                <a:latin typeface="Arial" panose="020B0604020202020204" pitchFamily="34" charset="0"/>
                <a:ea typeface="宋体" panose="02010600030101010101" pitchFamily="2" charset="-122"/>
              </a:defRPr>
            </a:lvl4pPr>
            <a:lvl5pPr marL="2133600" indent="-236538" defTabSz="989013">
              <a:spcBef>
                <a:spcPct val="30000"/>
              </a:spcBef>
              <a:defRPr sz="1200">
                <a:solidFill>
                  <a:schemeClr val="tx1"/>
                </a:solidFill>
                <a:latin typeface="Arial" panose="020B0604020202020204" pitchFamily="34" charset="0"/>
                <a:ea typeface="宋体" panose="02010600030101010101" pitchFamily="2" charset="-122"/>
              </a:defRPr>
            </a:lvl5pPr>
            <a:lvl6pPr marL="2590800" indent="-236538" defTabSz="98901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3048000" indent="-236538" defTabSz="98901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505200" indent="-236538" defTabSz="98901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962400" indent="-236538" defTabSz="98901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472583F1-08C5-4055-BD54-2C6DB8B989C5}" type="slidenum">
              <a:rPr lang="zh-CN" altLang="en-US" sz="1300" smtClean="0">
                <a:solidFill>
                  <a:srgbClr val="000000"/>
                </a:solidFill>
                <a:ea typeface="楷体_GB2312"/>
                <a:cs typeface="楷体_GB2312"/>
              </a:rPr>
              <a:pPr>
                <a:spcBef>
                  <a:spcPct val="0"/>
                </a:spcBef>
              </a:pPr>
              <a:t>2</a:t>
            </a:fld>
            <a:endParaRPr lang="en-US" altLang="zh-CN" sz="1300">
              <a:solidFill>
                <a:srgbClr val="000000"/>
              </a:solidFill>
              <a:ea typeface="楷体_GB2312"/>
              <a:cs typeface="楷体_GB2312"/>
            </a:endParaRPr>
          </a:p>
        </p:txBody>
      </p:sp>
      <p:sp>
        <p:nvSpPr>
          <p:cNvPr id="30723" name="Rectangle 2"/>
          <p:cNvSpPr>
            <a:spLocks noGrp="1" noRot="1" noChangeAspect="1" noChangeArrowheads="1" noTextEdit="1"/>
          </p:cNvSpPr>
          <p:nvPr>
            <p:ph type="sldImg"/>
          </p:nvPr>
        </p:nvSpPr>
        <p:spPr>
          <a:ln/>
        </p:spPr>
      </p:sp>
      <p:sp>
        <p:nvSpPr>
          <p:cNvPr id="3072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947738" eaLnBrk="1" hangingPunct="1"/>
            <a:endParaRPr lang="zh-CN" altLang="en-US">
              <a:latin typeface="Arial" panose="020B0604020202020204" pitchFamily="34" charset="0"/>
            </a:endParaRPr>
          </a:p>
        </p:txBody>
      </p:sp>
    </p:spTree>
    <p:extLst>
      <p:ext uri="{BB962C8B-B14F-4D97-AF65-F5344CB8AC3E}">
        <p14:creationId xmlns:p14="http://schemas.microsoft.com/office/powerpoint/2010/main" val="19422127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p:cNvSpPr>
            <a:spLocks noGrp="1" noRot="1" noChangeAspect="1" noTextEdit="1"/>
          </p:cNvSpPr>
          <p:nvPr>
            <p:ph type="sldImg"/>
          </p:nvPr>
        </p:nvSpPr>
        <p:spPr>
          <a:ln/>
        </p:spPr>
      </p:sp>
      <p:sp>
        <p:nvSpPr>
          <p:cNvPr id="8909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
        <p:nvSpPr>
          <p:cNvPr id="8909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69938" indent="-295275">
              <a:defRPr sz="1100" b="1">
                <a:solidFill>
                  <a:schemeClr val="tx1"/>
                </a:solidFill>
                <a:latin typeface="Times New Roman" panose="02020603050405020304" pitchFamily="18" charset="0"/>
                <a:ea typeface="楷体_GB2312"/>
                <a:cs typeface="楷体_GB2312"/>
              </a:defRPr>
            </a:lvl2pPr>
            <a:lvl3pPr marL="1185863" indent="-236538">
              <a:defRPr sz="1100" b="1">
                <a:solidFill>
                  <a:schemeClr val="tx1"/>
                </a:solidFill>
                <a:latin typeface="Times New Roman" panose="02020603050405020304" pitchFamily="18" charset="0"/>
                <a:ea typeface="楷体_GB2312"/>
                <a:cs typeface="楷体_GB2312"/>
              </a:defRPr>
            </a:lvl3pPr>
            <a:lvl4pPr marL="1660525" indent="-236538">
              <a:defRPr sz="1100" b="1">
                <a:solidFill>
                  <a:schemeClr val="tx1"/>
                </a:solidFill>
                <a:latin typeface="Times New Roman" panose="02020603050405020304" pitchFamily="18" charset="0"/>
                <a:ea typeface="楷体_GB2312"/>
                <a:cs typeface="楷体_GB2312"/>
              </a:defRPr>
            </a:lvl4pPr>
            <a:lvl5pPr marL="2133600" indent="-236538">
              <a:defRPr sz="1100" b="1">
                <a:solidFill>
                  <a:schemeClr val="tx1"/>
                </a:solidFill>
                <a:latin typeface="Times New Roman" panose="02020603050405020304" pitchFamily="18" charset="0"/>
                <a:ea typeface="楷体_GB2312"/>
                <a:cs typeface="楷体_GB2312"/>
              </a:defRPr>
            </a:lvl5pPr>
            <a:lvl6pPr marL="25908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30480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5052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9624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fld id="{AE7E41C8-C25B-417E-A6A8-7C58A6766A54}" type="slidenum">
              <a:rPr lang="zh-CN" altLang="en-US" sz="1200" b="0" smtClean="0">
                <a:solidFill>
                  <a:srgbClr val="000000"/>
                </a:solidFill>
                <a:latin typeface="Arial" panose="020B0604020202020204" pitchFamily="34" charset="0"/>
              </a:rPr>
              <a:pPr/>
              <a:t>3</a:t>
            </a:fld>
            <a:endParaRPr lang="en-US" altLang="zh-CN" sz="1200" b="0">
              <a:solidFill>
                <a:srgbClr val="000000"/>
              </a:solidFill>
              <a:latin typeface="Arial" panose="020B0604020202020204" pitchFamily="34" charset="0"/>
            </a:endParaRPr>
          </a:p>
        </p:txBody>
      </p:sp>
    </p:spTree>
    <p:extLst>
      <p:ext uri="{BB962C8B-B14F-4D97-AF65-F5344CB8AC3E}">
        <p14:creationId xmlns:p14="http://schemas.microsoft.com/office/powerpoint/2010/main" val="19913150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幻灯片图像占位符 1"/>
          <p:cNvSpPr>
            <a:spLocks noGrp="1" noRot="1" noChangeAspect="1" noTextEdit="1"/>
          </p:cNvSpPr>
          <p:nvPr>
            <p:ph type="sldImg"/>
          </p:nvPr>
        </p:nvSpPr>
        <p:spPr>
          <a:ln/>
        </p:spPr>
      </p:sp>
      <p:sp>
        <p:nvSpPr>
          <p:cNvPr id="9113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
        <p:nvSpPr>
          <p:cNvPr id="9114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69938" indent="-295275">
              <a:defRPr sz="1100" b="1">
                <a:solidFill>
                  <a:schemeClr val="tx1"/>
                </a:solidFill>
                <a:latin typeface="Times New Roman" panose="02020603050405020304" pitchFamily="18" charset="0"/>
                <a:ea typeface="楷体_GB2312"/>
                <a:cs typeface="楷体_GB2312"/>
              </a:defRPr>
            </a:lvl2pPr>
            <a:lvl3pPr marL="1185863" indent="-236538">
              <a:defRPr sz="1100" b="1">
                <a:solidFill>
                  <a:schemeClr val="tx1"/>
                </a:solidFill>
                <a:latin typeface="Times New Roman" panose="02020603050405020304" pitchFamily="18" charset="0"/>
                <a:ea typeface="楷体_GB2312"/>
                <a:cs typeface="楷体_GB2312"/>
              </a:defRPr>
            </a:lvl3pPr>
            <a:lvl4pPr marL="1660525" indent="-236538">
              <a:defRPr sz="1100" b="1">
                <a:solidFill>
                  <a:schemeClr val="tx1"/>
                </a:solidFill>
                <a:latin typeface="Times New Roman" panose="02020603050405020304" pitchFamily="18" charset="0"/>
                <a:ea typeface="楷体_GB2312"/>
                <a:cs typeface="楷体_GB2312"/>
              </a:defRPr>
            </a:lvl4pPr>
            <a:lvl5pPr marL="2133600" indent="-236538">
              <a:defRPr sz="1100" b="1">
                <a:solidFill>
                  <a:schemeClr val="tx1"/>
                </a:solidFill>
                <a:latin typeface="Times New Roman" panose="02020603050405020304" pitchFamily="18" charset="0"/>
                <a:ea typeface="楷体_GB2312"/>
                <a:cs typeface="楷体_GB2312"/>
              </a:defRPr>
            </a:lvl5pPr>
            <a:lvl6pPr marL="25908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30480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5052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9624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fld id="{6BFC06F8-F420-43D9-B33D-1F022D3C1F5C}" type="slidenum">
              <a:rPr lang="zh-CN" altLang="en-US" sz="1200" b="0" smtClean="0">
                <a:solidFill>
                  <a:srgbClr val="000000"/>
                </a:solidFill>
                <a:latin typeface="Arial" panose="020B0604020202020204" pitchFamily="34" charset="0"/>
              </a:rPr>
              <a:pPr/>
              <a:t>4</a:t>
            </a:fld>
            <a:endParaRPr lang="en-US" altLang="zh-CN" sz="1200" b="0">
              <a:solidFill>
                <a:srgbClr val="000000"/>
              </a:solidFill>
              <a:latin typeface="Arial" panose="020B0604020202020204" pitchFamily="34" charset="0"/>
            </a:endParaRPr>
          </a:p>
        </p:txBody>
      </p:sp>
    </p:spTree>
    <p:extLst>
      <p:ext uri="{BB962C8B-B14F-4D97-AF65-F5344CB8AC3E}">
        <p14:creationId xmlns:p14="http://schemas.microsoft.com/office/powerpoint/2010/main" val="15185931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幻灯片图像占位符 1"/>
          <p:cNvSpPr>
            <a:spLocks noGrp="1" noRot="1" noChangeAspect="1" noTextEdit="1"/>
          </p:cNvSpPr>
          <p:nvPr>
            <p:ph type="sldImg"/>
          </p:nvPr>
        </p:nvSpPr>
        <p:spPr>
          <a:ln/>
        </p:spPr>
      </p:sp>
      <p:sp>
        <p:nvSpPr>
          <p:cNvPr id="9318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
        <p:nvSpPr>
          <p:cNvPr id="9318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69938" indent="-295275">
              <a:defRPr sz="1100" b="1">
                <a:solidFill>
                  <a:schemeClr val="tx1"/>
                </a:solidFill>
                <a:latin typeface="Times New Roman" panose="02020603050405020304" pitchFamily="18" charset="0"/>
                <a:ea typeface="楷体_GB2312"/>
                <a:cs typeface="楷体_GB2312"/>
              </a:defRPr>
            </a:lvl2pPr>
            <a:lvl3pPr marL="1185863" indent="-236538">
              <a:defRPr sz="1100" b="1">
                <a:solidFill>
                  <a:schemeClr val="tx1"/>
                </a:solidFill>
                <a:latin typeface="Times New Roman" panose="02020603050405020304" pitchFamily="18" charset="0"/>
                <a:ea typeface="楷体_GB2312"/>
                <a:cs typeface="楷体_GB2312"/>
              </a:defRPr>
            </a:lvl3pPr>
            <a:lvl4pPr marL="1660525" indent="-236538">
              <a:defRPr sz="1100" b="1">
                <a:solidFill>
                  <a:schemeClr val="tx1"/>
                </a:solidFill>
                <a:latin typeface="Times New Roman" panose="02020603050405020304" pitchFamily="18" charset="0"/>
                <a:ea typeface="楷体_GB2312"/>
                <a:cs typeface="楷体_GB2312"/>
              </a:defRPr>
            </a:lvl4pPr>
            <a:lvl5pPr marL="2133600" indent="-236538">
              <a:defRPr sz="1100" b="1">
                <a:solidFill>
                  <a:schemeClr val="tx1"/>
                </a:solidFill>
                <a:latin typeface="Times New Roman" panose="02020603050405020304" pitchFamily="18" charset="0"/>
                <a:ea typeface="楷体_GB2312"/>
                <a:cs typeface="楷体_GB2312"/>
              </a:defRPr>
            </a:lvl5pPr>
            <a:lvl6pPr marL="25908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30480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5052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9624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fld id="{8A1B46D2-F759-4651-93C8-D9F4E669A336}" type="slidenum">
              <a:rPr lang="zh-CN" altLang="en-US" sz="1200" b="0" smtClean="0">
                <a:solidFill>
                  <a:srgbClr val="000000"/>
                </a:solidFill>
                <a:latin typeface="Arial" panose="020B0604020202020204" pitchFamily="34" charset="0"/>
              </a:rPr>
              <a:pPr/>
              <a:t>5</a:t>
            </a:fld>
            <a:endParaRPr lang="en-US" altLang="zh-CN" sz="1200" b="0">
              <a:solidFill>
                <a:srgbClr val="000000"/>
              </a:solidFill>
              <a:latin typeface="Arial" panose="020B0604020202020204" pitchFamily="34" charset="0"/>
            </a:endParaRPr>
          </a:p>
        </p:txBody>
      </p:sp>
    </p:spTree>
    <p:extLst>
      <p:ext uri="{BB962C8B-B14F-4D97-AF65-F5344CB8AC3E}">
        <p14:creationId xmlns:p14="http://schemas.microsoft.com/office/powerpoint/2010/main" val="22279436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幻灯片图像占位符 1"/>
          <p:cNvSpPr>
            <a:spLocks noGrp="1" noRot="1" noChangeAspect="1" noTextEdit="1"/>
          </p:cNvSpPr>
          <p:nvPr>
            <p:ph type="sldImg"/>
          </p:nvPr>
        </p:nvSpPr>
        <p:spPr>
          <a:ln/>
        </p:spPr>
      </p:sp>
      <p:sp>
        <p:nvSpPr>
          <p:cNvPr id="9523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9523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69938" indent="-295275">
              <a:defRPr sz="1100" b="1">
                <a:solidFill>
                  <a:schemeClr val="tx1"/>
                </a:solidFill>
                <a:latin typeface="Times New Roman" panose="02020603050405020304" pitchFamily="18" charset="0"/>
                <a:ea typeface="楷体_GB2312"/>
                <a:cs typeface="楷体_GB2312"/>
              </a:defRPr>
            </a:lvl2pPr>
            <a:lvl3pPr marL="1185863" indent="-236538">
              <a:defRPr sz="1100" b="1">
                <a:solidFill>
                  <a:schemeClr val="tx1"/>
                </a:solidFill>
                <a:latin typeface="Times New Roman" panose="02020603050405020304" pitchFamily="18" charset="0"/>
                <a:ea typeface="楷体_GB2312"/>
                <a:cs typeface="楷体_GB2312"/>
              </a:defRPr>
            </a:lvl3pPr>
            <a:lvl4pPr marL="1660525" indent="-236538">
              <a:defRPr sz="1100" b="1">
                <a:solidFill>
                  <a:schemeClr val="tx1"/>
                </a:solidFill>
                <a:latin typeface="Times New Roman" panose="02020603050405020304" pitchFamily="18" charset="0"/>
                <a:ea typeface="楷体_GB2312"/>
                <a:cs typeface="楷体_GB2312"/>
              </a:defRPr>
            </a:lvl4pPr>
            <a:lvl5pPr marL="2133600" indent="-236538">
              <a:defRPr sz="1100" b="1">
                <a:solidFill>
                  <a:schemeClr val="tx1"/>
                </a:solidFill>
                <a:latin typeface="Times New Roman" panose="02020603050405020304" pitchFamily="18" charset="0"/>
                <a:ea typeface="楷体_GB2312"/>
                <a:cs typeface="楷体_GB2312"/>
              </a:defRPr>
            </a:lvl5pPr>
            <a:lvl6pPr marL="25908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30480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5052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9624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fld id="{71C60EE9-C714-461F-B5A5-ADD6E14B380A}" type="slidenum">
              <a:rPr lang="zh-CN" altLang="en-US" sz="1200" b="0" smtClean="0">
                <a:solidFill>
                  <a:srgbClr val="000000"/>
                </a:solidFill>
                <a:latin typeface="Arial" panose="020B0604020202020204" pitchFamily="34" charset="0"/>
              </a:rPr>
              <a:pPr/>
              <a:t>6</a:t>
            </a:fld>
            <a:endParaRPr lang="en-US" altLang="zh-CN" sz="1200" b="0">
              <a:solidFill>
                <a:srgbClr val="000000"/>
              </a:solidFill>
              <a:latin typeface="Arial" panose="020B0604020202020204" pitchFamily="34" charset="0"/>
            </a:endParaRPr>
          </a:p>
        </p:txBody>
      </p:sp>
    </p:spTree>
    <p:extLst>
      <p:ext uri="{BB962C8B-B14F-4D97-AF65-F5344CB8AC3E}">
        <p14:creationId xmlns:p14="http://schemas.microsoft.com/office/powerpoint/2010/main" val="5459155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txBox="1">
            <a:spLocks noGrp="1" noChangeArrowheads="1"/>
          </p:cNvSpPr>
          <p:nvPr/>
        </p:nvSpPr>
        <p:spPr bwMode="auto">
          <a:xfrm>
            <a:off x="4021138"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8" tIns="45714" rIns="91428" bIns="45714" anchor="b"/>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r" eaLnBrk="1" hangingPunct="1"/>
            <a:fld id="{C450272F-F363-402C-9C16-9671039F8989}" type="slidenum">
              <a:rPr lang="zh-CN" altLang="en-US" sz="1200" smtClean="0">
                <a:solidFill>
                  <a:srgbClr val="000000"/>
                </a:solidFill>
                <a:latin typeface="Arial" panose="020B0604020202020204" pitchFamily="34" charset="0"/>
              </a:rPr>
              <a:pPr algn="r" eaLnBrk="1" hangingPunct="1"/>
              <a:t>7</a:t>
            </a:fld>
            <a:endParaRPr lang="en-US" altLang="zh-CN" sz="1200">
              <a:solidFill>
                <a:srgbClr val="000000"/>
              </a:solidFill>
              <a:latin typeface="Arial" panose="020B0604020202020204" pitchFamily="34" charset="0"/>
            </a:endParaRPr>
          </a:p>
        </p:txBody>
      </p:sp>
      <p:sp>
        <p:nvSpPr>
          <p:cNvPr id="97283" name="Rectangle 2"/>
          <p:cNvSpPr>
            <a:spLocks noGrp="1" noRot="1" noChangeAspect="1" noChangeArrowheads="1" noTextEdit="1"/>
          </p:cNvSpPr>
          <p:nvPr>
            <p:ph type="sldImg"/>
          </p:nvPr>
        </p:nvSpPr>
        <p:spPr>
          <a:ln/>
        </p:spPr>
      </p:sp>
      <p:sp>
        <p:nvSpPr>
          <p:cNvPr id="97284" name="Rectangle 3"/>
          <p:cNvSpPr>
            <a:spLocks noGrp="1" noChangeArrowheads="1"/>
          </p:cNvSpPr>
          <p:nvPr>
            <p:ph type="body" idx="1"/>
          </p:nvPr>
        </p:nvSpPr>
        <p:spPr>
          <a:xfrm>
            <a:off x="946150" y="4860925"/>
            <a:ext cx="5207000" cy="46053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Tree>
    <p:extLst>
      <p:ext uri="{BB962C8B-B14F-4D97-AF65-F5344CB8AC3E}">
        <p14:creationId xmlns:p14="http://schemas.microsoft.com/office/powerpoint/2010/main" val="4484895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txBox="1">
            <a:spLocks noGrp="1" noChangeArrowheads="1"/>
          </p:cNvSpPr>
          <p:nvPr/>
        </p:nvSpPr>
        <p:spPr bwMode="auto">
          <a:xfrm>
            <a:off x="4021138"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8" tIns="45714" rIns="91428" bIns="45714" anchor="b"/>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r" eaLnBrk="1" hangingPunct="1"/>
            <a:fld id="{5872E57E-F71E-4587-BFAC-A3577959C71B}" type="slidenum">
              <a:rPr lang="zh-CN" altLang="en-US" sz="1200" smtClean="0">
                <a:solidFill>
                  <a:srgbClr val="000000"/>
                </a:solidFill>
                <a:latin typeface="Arial" panose="020B0604020202020204" pitchFamily="34" charset="0"/>
              </a:rPr>
              <a:pPr algn="r" eaLnBrk="1" hangingPunct="1"/>
              <a:t>8</a:t>
            </a:fld>
            <a:endParaRPr lang="en-US" altLang="zh-CN" sz="1200">
              <a:solidFill>
                <a:srgbClr val="000000"/>
              </a:solidFill>
              <a:latin typeface="Arial" panose="020B0604020202020204" pitchFamily="34" charset="0"/>
            </a:endParaRPr>
          </a:p>
        </p:txBody>
      </p:sp>
      <p:sp>
        <p:nvSpPr>
          <p:cNvPr id="99331" name="Rectangle 2"/>
          <p:cNvSpPr>
            <a:spLocks noGrp="1" noRot="1" noChangeAspect="1" noChangeArrowheads="1" noTextEdit="1"/>
          </p:cNvSpPr>
          <p:nvPr>
            <p:ph type="sldImg"/>
          </p:nvPr>
        </p:nvSpPr>
        <p:spPr>
          <a:ln/>
        </p:spPr>
      </p:sp>
      <p:sp>
        <p:nvSpPr>
          <p:cNvPr id="99332" name="Rectangle 3"/>
          <p:cNvSpPr>
            <a:spLocks noGrp="1" noChangeArrowheads="1"/>
          </p:cNvSpPr>
          <p:nvPr>
            <p:ph type="body" idx="1"/>
          </p:nvPr>
        </p:nvSpPr>
        <p:spPr>
          <a:xfrm>
            <a:off x="946150" y="4860925"/>
            <a:ext cx="5207000" cy="46053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extLst>
      <p:ext uri="{BB962C8B-B14F-4D97-AF65-F5344CB8AC3E}">
        <p14:creationId xmlns:p14="http://schemas.microsoft.com/office/powerpoint/2010/main" val="18688816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69938" indent="-295275">
              <a:defRPr sz="1100" b="1">
                <a:solidFill>
                  <a:schemeClr val="tx1"/>
                </a:solidFill>
                <a:latin typeface="Times New Roman" panose="02020603050405020304" pitchFamily="18" charset="0"/>
                <a:ea typeface="楷体_GB2312"/>
                <a:cs typeface="楷体_GB2312"/>
              </a:defRPr>
            </a:lvl2pPr>
            <a:lvl3pPr marL="1185863" indent="-236538">
              <a:defRPr sz="1100" b="1">
                <a:solidFill>
                  <a:schemeClr val="tx1"/>
                </a:solidFill>
                <a:latin typeface="Times New Roman" panose="02020603050405020304" pitchFamily="18" charset="0"/>
                <a:ea typeface="楷体_GB2312"/>
                <a:cs typeface="楷体_GB2312"/>
              </a:defRPr>
            </a:lvl3pPr>
            <a:lvl4pPr marL="1660525" indent="-236538">
              <a:defRPr sz="1100" b="1">
                <a:solidFill>
                  <a:schemeClr val="tx1"/>
                </a:solidFill>
                <a:latin typeface="Times New Roman" panose="02020603050405020304" pitchFamily="18" charset="0"/>
                <a:ea typeface="楷体_GB2312"/>
                <a:cs typeface="楷体_GB2312"/>
              </a:defRPr>
            </a:lvl4pPr>
            <a:lvl5pPr marL="2133600" indent="-236538">
              <a:defRPr sz="1100" b="1">
                <a:solidFill>
                  <a:schemeClr val="tx1"/>
                </a:solidFill>
                <a:latin typeface="Times New Roman" panose="02020603050405020304" pitchFamily="18" charset="0"/>
                <a:ea typeface="楷体_GB2312"/>
                <a:cs typeface="楷体_GB2312"/>
              </a:defRPr>
            </a:lvl5pPr>
            <a:lvl6pPr marL="25908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30480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5052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9624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fld id="{260CDA60-9775-4C62-9437-37EBF3C0BB0F}" type="slidenum">
              <a:rPr lang="zh-CN" altLang="en-US" sz="1200" b="0" smtClean="0">
                <a:solidFill>
                  <a:srgbClr val="000000"/>
                </a:solidFill>
                <a:latin typeface="Arial" panose="020B0604020202020204" pitchFamily="34" charset="0"/>
              </a:rPr>
              <a:pPr/>
              <a:t>9</a:t>
            </a:fld>
            <a:endParaRPr lang="en-US" altLang="zh-CN" sz="1200" b="0">
              <a:solidFill>
                <a:srgbClr val="000000"/>
              </a:solidFill>
              <a:latin typeface="Arial" panose="020B0604020202020204" pitchFamily="34" charset="0"/>
            </a:endParaRPr>
          </a:p>
        </p:txBody>
      </p:sp>
      <p:sp>
        <p:nvSpPr>
          <p:cNvPr id="103427" name="Rectangle 2"/>
          <p:cNvSpPr>
            <a:spLocks noGrp="1" noRot="1" noChangeAspect="1" noChangeArrowheads="1" noTextEdit="1"/>
          </p:cNvSpPr>
          <p:nvPr>
            <p:ph type="sldImg"/>
          </p:nvPr>
        </p:nvSpPr>
        <p:spPr>
          <a:ln/>
        </p:spPr>
      </p:sp>
      <p:sp>
        <p:nvSpPr>
          <p:cNvPr id="103428" name="Rectangle 3"/>
          <p:cNvSpPr>
            <a:spLocks noGrp="1" noChangeArrowheads="1"/>
          </p:cNvSpPr>
          <p:nvPr>
            <p:ph type="body" idx="1"/>
          </p:nvPr>
        </p:nvSpPr>
        <p:spPr>
          <a:xfrm>
            <a:off x="946150" y="4860925"/>
            <a:ext cx="5207000" cy="46053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extLst>
      <p:ext uri="{BB962C8B-B14F-4D97-AF65-F5344CB8AC3E}">
        <p14:creationId xmlns:p14="http://schemas.microsoft.com/office/powerpoint/2010/main" val="3359735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69938" indent="-295275">
              <a:defRPr sz="1100" b="1">
                <a:solidFill>
                  <a:schemeClr val="tx1"/>
                </a:solidFill>
                <a:latin typeface="Times New Roman" panose="02020603050405020304" pitchFamily="18" charset="0"/>
                <a:ea typeface="楷体_GB2312"/>
                <a:cs typeface="楷体_GB2312"/>
              </a:defRPr>
            </a:lvl2pPr>
            <a:lvl3pPr marL="1185863" indent="-236538">
              <a:defRPr sz="1100" b="1">
                <a:solidFill>
                  <a:schemeClr val="tx1"/>
                </a:solidFill>
                <a:latin typeface="Times New Roman" panose="02020603050405020304" pitchFamily="18" charset="0"/>
                <a:ea typeface="楷体_GB2312"/>
                <a:cs typeface="楷体_GB2312"/>
              </a:defRPr>
            </a:lvl3pPr>
            <a:lvl4pPr marL="1660525" indent="-236538">
              <a:defRPr sz="1100" b="1">
                <a:solidFill>
                  <a:schemeClr val="tx1"/>
                </a:solidFill>
                <a:latin typeface="Times New Roman" panose="02020603050405020304" pitchFamily="18" charset="0"/>
                <a:ea typeface="楷体_GB2312"/>
                <a:cs typeface="楷体_GB2312"/>
              </a:defRPr>
            </a:lvl4pPr>
            <a:lvl5pPr marL="2133600" indent="-236538">
              <a:defRPr sz="1100" b="1">
                <a:solidFill>
                  <a:schemeClr val="tx1"/>
                </a:solidFill>
                <a:latin typeface="Times New Roman" panose="02020603050405020304" pitchFamily="18" charset="0"/>
                <a:ea typeface="楷体_GB2312"/>
                <a:cs typeface="楷体_GB2312"/>
              </a:defRPr>
            </a:lvl5pPr>
            <a:lvl6pPr marL="25908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30480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5052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9624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fld id="{412B1570-0BFB-4ED6-B0E8-A2A508F0AE79}" type="slidenum">
              <a:rPr lang="zh-CN" altLang="en-US" sz="1200" b="0" smtClean="0">
                <a:solidFill>
                  <a:srgbClr val="000000"/>
                </a:solidFill>
                <a:latin typeface="Arial" panose="020B0604020202020204" pitchFamily="34" charset="0"/>
              </a:rPr>
              <a:pPr/>
              <a:t>10</a:t>
            </a:fld>
            <a:endParaRPr lang="en-US" altLang="zh-CN" sz="1200" b="0">
              <a:solidFill>
                <a:srgbClr val="000000"/>
              </a:solidFill>
              <a:latin typeface="Arial" panose="020B0604020202020204" pitchFamily="34" charset="0"/>
            </a:endParaRPr>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xfrm>
            <a:off x="946150" y="4860925"/>
            <a:ext cx="5207000" cy="46053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just" defTabSz="914400" rtl="0" eaLnBrk="1" fontAlgn="base" latinLnBrk="0" hangingPunct="1">
              <a:lnSpc>
                <a:spcPct val="100000"/>
              </a:lnSpc>
              <a:spcBef>
                <a:spcPct val="30000"/>
              </a:spcBef>
              <a:spcAft>
                <a:spcPct val="0"/>
              </a:spcAft>
              <a:buClrTx/>
              <a:buSzTx/>
              <a:buFontTx/>
              <a:buNone/>
              <a:tabLst/>
              <a:defRPr/>
            </a:pPr>
            <a:endParaRPr lang="zh-CN" altLang="en-US" dirty="0"/>
          </a:p>
        </p:txBody>
      </p:sp>
    </p:spTree>
    <p:extLst>
      <p:ext uri="{BB962C8B-B14F-4D97-AF65-F5344CB8AC3E}">
        <p14:creationId xmlns:p14="http://schemas.microsoft.com/office/powerpoint/2010/main" val="28612424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txBox="1">
            <a:spLocks noGrp="1" noChangeArrowheads="1"/>
          </p:cNvSpPr>
          <p:nvPr/>
        </p:nvSpPr>
        <p:spPr bwMode="auto">
          <a:xfrm>
            <a:off x="4021138"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8" tIns="45714" rIns="91428" bIns="45714" anchor="b"/>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r" eaLnBrk="1" hangingPunct="1"/>
            <a:fld id="{0A5A1BF2-0E80-4FD0-A0AA-40009B3DCA56}" type="slidenum">
              <a:rPr lang="zh-CN" altLang="en-US" sz="1200" b="0" smtClean="0">
                <a:solidFill>
                  <a:srgbClr val="000000"/>
                </a:solidFill>
                <a:latin typeface="Arial" panose="020B0604020202020204" pitchFamily="34" charset="0"/>
              </a:rPr>
              <a:pPr algn="r" eaLnBrk="1" hangingPunct="1"/>
              <a:t>11</a:t>
            </a:fld>
            <a:endParaRPr lang="en-US" altLang="zh-CN" sz="1200" b="0">
              <a:solidFill>
                <a:srgbClr val="000000"/>
              </a:solidFill>
              <a:latin typeface="Arial" panose="020B0604020202020204" pitchFamily="34" charset="0"/>
            </a:endParaRPr>
          </a:p>
        </p:txBody>
      </p:sp>
      <p:sp>
        <p:nvSpPr>
          <p:cNvPr id="105475" name="Rectangle 2"/>
          <p:cNvSpPr>
            <a:spLocks noGrp="1" noRot="1" noChangeAspect="1" noChangeArrowheads="1" noTextEdit="1"/>
          </p:cNvSpPr>
          <p:nvPr>
            <p:ph type="sldImg"/>
          </p:nvPr>
        </p:nvSpPr>
        <p:spPr>
          <a:ln/>
        </p:spPr>
      </p:sp>
      <p:sp>
        <p:nvSpPr>
          <p:cNvPr id="105476" name="Rectangle 3"/>
          <p:cNvSpPr>
            <a:spLocks noGrp="1" noChangeArrowheads="1"/>
          </p:cNvSpPr>
          <p:nvPr>
            <p:ph type="body" idx="1"/>
          </p:nvPr>
        </p:nvSpPr>
        <p:spPr>
          <a:xfrm>
            <a:off x="946150" y="4860925"/>
            <a:ext cx="5207000" cy="46053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1" hangingPunct="1"/>
            <a:endParaRPr lang="zh-CN" altLang="en-US" dirty="0"/>
          </a:p>
        </p:txBody>
      </p:sp>
    </p:spTree>
    <p:extLst>
      <p:ext uri="{BB962C8B-B14F-4D97-AF65-F5344CB8AC3E}">
        <p14:creationId xmlns:p14="http://schemas.microsoft.com/office/powerpoint/2010/main" val="20216702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txBox="1">
            <a:spLocks noGrp="1" noChangeArrowheads="1"/>
          </p:cNvSpPr>
          <p:nvPr/>
        </p:nvSpPr>
        <p:spPr bwMode="auto">
          <a:xfrm>
            <a:off x="4021138"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8" tIns="45714" rIns="91428" bIns="45714" anchor="b"/>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r" eaLnBrk="1" hangingPunct="1"/>
            <a:fld id="{66D58B87-CC1B-47B8-962E-BED33E513FDA}" type="slidenum">
              <a:rPr lang="zh-CN" altLang="en-US" sz="1200" b="0" smtClean="0">
                <a:solidFill>
                  <a:srgbClr val="000000"/>
                </a:solidFill>
                <a:latin typeface="Arial" panose="020B0604020202020204" pitchFamily="34" charset="0"/>
              </a:rPr>
              <a:pPr algn="r" eaLnBrk="1" hangingPunct="1"/>
              <a:t>12</a:t>
            </a:fld>
            <a:endParaRPr lang="en-US" altLang="zh-CN" sz="1200" b="0">
              <a:solidFill>
                <a:srgbClr val="000000"/>
              </a:solidFill>
              <a:latin typeface="Arial" panose="020B0604020202020204" pitchFamily="34" charset="0"/>
            </a:endParaRPr>
          </a:p>
        </p:txBody>
      </p:sp>
      <p:sp>
        <p:nvSpPr>
          <p:cNvPr id="107523" name="Rectangle 2"/>
          <p:cNvSpPr>
            <a:spLocks noGrp="1" noRot="1" noChangeAspect="1" noChangeArrowheads="1" noTextEdit="1"/>
          </p:cNvSpPr>
          <p:nvPr>
            <p:ph type="sldImg"/>
          </p:nvPr>
        </p:nvSpPr>
        <p:spPr>
          <a:ln/>
        </p:spPr>
      </p:sp>
      <p:sp>
        <p:nvSpPr>
          <p:cNvPr id="107524" name="Rectangle 3"/>
          <p:cNvSpPr>
            <a:spLocks noGrp="1" noChangeArrowheads="1"/>
          </p:cNvSpPr>
          <p:nvPr>
            <p:ph type="body" idx="1"/>
          </p:nvPr>
        </p:nvSpPr>
        <p:spPr>
          <a:xfrm>
            <a:off x="946150" y="4860925"/>
            <a:ext cx="5207000" cy="46053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just" defTabSz="914400" rtl="0" eaLnBrk="1" fontAlgn="base" latinLnBrk="0" hangingPunct="1">
              <a:lnSpc>
                <a:spcPct val="100000"/>
              </a:lnSpc>
              <a:spcBef>
                <a:spcPct val="30000"/>
              </a:spcBef>
              <a:spcAft>
                <a:spcPct val="0"/>
              </a:spcAft>
              <a:buClrTx/>
              <a:buSzTx/>
              <a:buFontTx/>
              <a:buNone/>
              <a:tabLst/>
              <a:defRPr/>
            </a:pPr>
            <a:endParaRPr lang="zh-CN" altLang="en-US" dirty="0"/>
          </a:p>
        </p:txBody>
      </p:sp>
    </p:spTree>
    <p:extLst>
      <p:ext uri="{BB962C8B-B14F-4D97-AF65-F5344CB8AC3E}">
        <p14:creationId xmlns:p14="http://schemas.microsoft.com/office/powerpoint/2010/main" val="32163844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txBox="1">
            <a:spLocks noGrp="1" noChangeArrowheads="1"/>
          </p:cNvSpPr>
          <p:nvPr/>
        </p:nvSpPr>
        <p:spPr bwMode="auto">
          <a:xfrm>
            <a:off x="4021138"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8" tIns="45714" rIns="91428" bIns="45714" anchor="b"/>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r" eaLnBrk="1" hangingPunct="1"/>
            <a:fld id="{E4C83E27-E950-4C70-BCFD-4B0FF7A8065D}" type="slidenum">
              <a:rPr lang="zh-CN" altLang="en-US" sz="1200" b="0" smtClean="0">
                <a:solidFill>
                  <a:srgbClr val="000000"/>
                </a:solidFill>
                <a:latin typeface="Arial" panose="020B0604020202020204" pitchFamily="34" charset="0"/>
              </a:rPr>
              <a:pPr algn="r" eaLnBrk="1" hangingPunct="1"/>
              <a:t>13</a:t>
            </a:fld>
            <a:endParaRPr lang="en-US" altLang="zh-CN" sz="1200" b="0">
              <a:solidFill>
                <a:srgbClr val="000000"/>
              </a:solidFill>
              <a:latin typeface="Arial" panose="020B0604020202020204" pitchFamily="34" charset="0"/>
            </a:endParaRPr>
          </a:p>
        </p:txBody>
      </p:sp>
      <p:sp>
        <p:nvSpPr>
          <p:cNvPr id="109571" name="Rectangle 2"/>
          <p:cNvSpPr>
            <a:spLocks noGrp="1" noRot="1" noChangeAspect="1" noChangeArrowheads="1" noTextEdit="1"/>
          </p:cNvSpPr>
          <p:nvPr>
            <p:ph type="sldImg"/>
          </p:nvPr>
        </p:nvSpPr>
        <p:spPr>
          <a:ln/>
        </p:spPr>
      </p:sp>
      <p:sp>
        <p:nvSpPr>
          <p:cNvPr id="109572" name="Rectangle 3"/>
          <p:cNvSpPr>
            <a:spLocks noGrp="1" noChangeArrowheads="1"/>
          </p:cNvSpPr>
          <p:nvPr>
            <p:ph type="body" idx="1"/>
          </p:nvPr>
        </p:nvSpPr>
        <p:spPr>
          <a:xfrm>
            <a:off x="946150" y="4860925"/>
            <a:ext cx="5207000" cy="46053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1" hangingPunct="1"/>
            <a:endParaRPr lang="zh-CN" altLang="en-US" dirty="0"/>
          </a:p>
        </p:txBody>
      </p:sp>
    </p:spTree>
    <p:extLst>
      <p:ext uri="{BB962C8B-B14F-4D97-AF65-F5344CB8AC3E}">
        <p14:creationId xmlns:p14="http://schemas.microsoft.com/office/powerpoint/2010/main" val="11870629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p:cNvSpPr txBox="1">
            <a:spLocks noGrp="1" noChangeArrowheads="1"/>
          </p:cNvSpPr>
          <p:nvPr/>
        </p:nvSpPr>
        <p:spPr bwMode="auto">
          <a:xfrm>
            <a:off x="4021138"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8" tIns="45714" rIns="91428" bIns="45714" anchor="b"/>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r" eaLnBrk="1" hangingPunct="1"/>
            <a:fld id="{D3365002-35C8-4C7E-9954-15EFD37378BE}" type="slidenum">
              <a:rPr lang="zh-CN" altLang="en-US" sz="1200" b="0" smtClean="0">
                <a:solidFill>
                  <a:srgbClr val="000000"/>
                </a:solidFill>
                <a:latin typeface="Arial" panose="020B0604020202020204" pitchFamily="34" charset="0"/>
              </a:rPr>
              <a:pPr algn="r" eaLnBrk="1" hangingPunct="1"/>
              <a:t>14</a:t>
            </a:fld>
            <a:endParaRPr lang="en-US" altLang="zh-CN" sz="1200" b="0">
              <a:solidFill>
                <a:srgbClr val="000000"/>
              </a:solidFill>
              <a:latin typeface="Arial" panose="020B0604020202020204" pitchFamily="34" charset="0"/>
            </a:endParaRPr>
          </a:p>
        </p:txBody>
      </p:sp>
      <p:sp>
        <p:nvSpPr>
          <p:cNvPr id="111619" name="Rectangle 2"/>
          <p:cNvSpPr>
            <a:spLocks noGrp="1" noRot="1" noChangeAspect="1" noChangeArrowheads="1" noTextEdit="1"/>
          </p:cNvSpPr>
          <p:nvPr>
            <p:ph type="sldImg"/>
          </p:nvPr>
        </p:nvSpPr>
        <p:spPr>
          <a:ln/>
        </p:spPr>
      </p:sp>
      <p:sp>
        <p:nvSpPr>
          <p:cNvPr id="111620" name="Rectangle 3"/>
          <p:cNvSpPr>
            <a:spLocks noGrp="1" noChangeArrowheads="1"/>
          </p:cNvSpPr>
          <p:nvPr>
            <p:ph type="body" idx="1"/>
          </p:nvPr>
        </p:nvSpPr>
        <p:spPr>
          <a:xfrm>
            <a:off x="946150" y="4860925"/>
            <a:ext cx="5207000" cy="46053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1" hangingPunct="1"/>
            <a:endParaRPr lang="zh-CN" altLang="en-US" dirty="0"/>
          </a:p>
        </p:txBody>
      </p:sp>
    </p:spTree>
    <p:extLst>
      <p:ext uri="{BB962C8B-B14F-4D97-AF65-F5344CB8AC3E}">
        <p14:creationId xmlns:p14="http://schemas.microsoft.com/office/powerpoint/2010/main" val="179520766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69938" indent="-295275">
              <a:defRPr sz="1100" b="1">
                <a:solidFill>
                  <a:schemeClr val="tx1"/>
                </a:solidFill>
                <a:latin typeface="Times New Roman" panose="02020603050405020304" pitchFamily="18" charset="0"/>
                <a:ea typeface="楷体_GB2312"/>
                <a:cs typeface="楷体_GB2312"/>
              </a:defRPr>
            </a:lvl2pPr>
            <a:lvl3pPr marL="1185863" indent="-236538">
              <a:defRPr sz="1100" b="1">
                <a:solidFill>
                  <a:schemeClr val="tx1"/>
                </a:solidFill>
                <a:latin typeface="Times New Roman" panose="02020603050405020304" pitchFamily="18" charset="0"/>
                <a:ea typeface="楷体_GB2312"/>
                <a:cs typeface="楷体_GB2312"/>
              </a:defRPr>
            </a:lvl3pPr>
            <a:lvl4pPr marL="1660525" indent="-236538">
              <a:defRPr sz="1100" b="1">
                <a:solidFill>
                  <a:schemeClr val="tx1"/>
                </a:solidFill>
                <a:latin typeface="Times New Roman" panose="02020603050405020304" pitchFamily="18" charset="0"/>
                <a:ea typeface="楷体_GB2312"/>
                <a:cs typeface="楷体_GB2312"/>
              </a:defRPr>
            </a:lvl4pPr>
            <a:lvl5pPr marL="2133600" indent="-236538">
              <a:defRPr sz="1100" b="1">
                <a:solidFill>
                  <a:schemeClr val="tx1"/>
                </a:solidFill>
                <a:latin typeface="Times New Roman" panose="02020603050405020304" pitchFamily="18" charset="0"/>
                <a:ea typeface="楷体_GB2312"/>
                <a:cs typeface="楷体_GB2312"/>
              </a:defRPr>
            </a:lvl5pPr>
            <a:lvl6pPr marL="25908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30480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5052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9624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fld id="{429545C7-8015-4063-808B-72E780F30C67}" type="slidenum">
              <a:rPr lang="zh-CN" altLang="en-US" sz="1200" b="0" smtClean="0">
                <a:solidFill>
                  <a:srgbClr val="000000"/>
                </a:solidFill>
                <a:latin typeface="Arial" panose="020B0604020202020204" pitchFamily="34" charset="0"/>
              </a:rPr>
              <a:pPr/>
              <a:t>15</a:t>
            </a:fld>
            <a:endParaRPr lang="en-US" altLang="zh-CN" sz="1200" b="0">
              <a:solidFill>
                <a:srgbClr val="000000"/>
              </a:solidFill>
              <a:latin typeface="Arial" panose="020B0604020202020204" pitchFamily="34" charset="0"/>
            </a:endParaRPr>
          </a:p>
        </p:txBody>
      </p:sp>
      <p:sp>
        <p:nvSpPr>
          <p:cNvPr id="113667" name="Rectangle 2"/>
          <p:cNvSpPr>
            <a:spLocks noGrp="1" noRot="1" noChangeAspect="1" noChangeArrowheads="1" noTextEdit="1"/>
          </p:cNvSpPr>
          <p:nvPr>
            <p:ph type="sldImg"/>
          </p:nvPr>
        </p:nvSpPr>
        <p:spPr>
          <a:ln/>
        </p:spPr>
      </p:sp>
      <p:sp>
        <p:nvSpPr>
          <p:cNvPr id="113668" name="Rectangle 3"/>
          <p:cNvSpPr>
            <a:spLocks noGrp="1" noChangeArrowheads="1"/>
          </p:cNvSpPr>
          <p:nvPr>
            <p:ph type="body" idx="1"/>
          </p:nvPr>
        </p:nvSpPr>
        <p:spPr>
          <a:xfrm>
            <a:off x="946150" y="4860925"/>
            <a:ext cx="5207000" cy="46053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dirty="0"/>
          </a:p>
        </p:txBody>
      </p:sp>
    </p:spTree>
    <p:extLst>
      <p:ext uri="{BB962C8B-B14F-4D97-AF65-F5344CB8AC3E}">
        <p14:creationId xmlns:p14="http://schemas.microsoft.com/office/powerpoint/2010/main" val="315080303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69938" indent="-295275">
              <a:defRPr sz="1100" b="1">
                <a:solidFill>
                  <a:schemeClr val="tx1"/>
                </a:solidFill>
                <a:latin typeface="Times New Roman" panose="02020603050405020304" pitchFamily="18" charset="0"/>
                <a:ea typeface="楷体_GB2312"/>
                <a:cs typeface="楷体_GB2312"/>
              </a:defRPr>
            </a:lvl2pPr>
            <a:lvl3pPr marL="1185863" indent="-236538">
              <a:defRPr sz="1100" b="1">
                <a:solidFill>
                  <a:schemeClr val="tx1"/>
                </a:solidFill>
                <a:latin typeface="Times New Roman" panose="02020603050405020304" pitchFamily="18" charset="0"/>
                <a:ea typeface="楷体_GB2312"/>
                <a:cs typeface="楷体_GB2312"/>
              </a:defRPr>
            </a:lvl3pPr>
            <a:lvl4pPr marL="1660525" indent="-236538">
              <a:defRPr sz="1100" b="1">
                <a:solidFill>
                  <a:schemeClr val="tx1"/>
                </a:solidFill>
                <a:latin typeface="Times New Roman" panose="02020603050405020304" pitchFamily="18" charset="0"/>
                <a:ea typeface="楷体_GB2312"/>
                <a:cs typeface="楷体_GB2312"/>
              </a:defRPr>
            </a:lvl4pPr>
            <a:lvl5pPr marL="2133600" indent="-236538">
              <a:defRPr sz="1100" b="1">
                <a:solidFill>
                  <a:schemeClr val="tx1"/>
                </a:solidFill>
                <a:latin typeface="Times New Roman" panose="02020603050405020304" pitchFamily="18" charset="0"/>
                <a:ea typeface="楷体_GB2312"/>
                <a:cs typeface="楷体_GB2312"/>
              </a:defRPr>
            </a:lvl5pPr>
            <a:lvl6pPr marL="25908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30480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5052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9624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fld id="{394D56EE-F531-4834-9C73-75510A5A7290}" type="slidenum">
              <a:rPr lang="zh-CN" altLang="en-US" sz="1200" b="0" smtClean="0">
                <a:solidFill>
                  <a:srgbClr val="000000"/>
                </a:solidFill>
                <a:latin typeface="Arial" panose="020B0604020202020204" pitchFamily="34" charset="0"/>
              </a:rPr>
              <a:pPr/>
              <a:t>16</a:t>
            </a:fld>
            <a:endParaRPr lang="en-US" altLang="zh-CN" sz="1200" b="0">
              <a:solidFill>
                <a:srgbClr val="000000"/>
              </a:solidFill>
              <a:latin typeface="Arial" panose="020B0604020202020204" pitchFamily="34" charset="0"/>
            </a:endParaRPr>
          </a:p>
        </p:txBody>
      </p:sp>
      <p:sp>
        <p:nvSpPr>
          <p:cNvPr id="115715" name="Rectangle 2"/>
          <p:cNvSpPr>
            <a:spLocks noGrp="1" noRot="1" noChangeAspect="1" noChangeArrowheads="1" noTextEdit="1"/>
          </p:cNvSpPr>
          <p:nvPr>
            <p:ph type="sldImg"/>
          </p:nvPr>
        </p:nvSpPr>
        <p:spPr>
          <a:ln/>
        </p:spPr>
      </p:sp>
      <p:sp>
        <p:nvSpPr>
          <p:cNvPr id="115716" name="Rectangle 3"/>
          <p:cNvSpPr>
            <a:spLocks noGrp="1" noChangeArrowheads="1"/>
          </p:cNvSpPr>
          <p:nvPr>
            <p:ph type="body" idx="1"/>
          </p:nvPr>
        </p:nvSpPr>
        <p:spPr>
          <a:xfrm>
            <a:off x="946150" y="4860925"/>
            <a:ext cx="5207000" cy="46053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extLst>
      <p:ext uri="{BB962C8B-B14F-4D97-AF65-F5344CB8AC3E}">
        <p14:creationId xmlns:p14="http://schemas.microsoft.com/office/powerpoint/2010/main" val="34431716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69938" indent="-295275">
              <a:defRPr sz="1100" b="1">
                <a:solidFill>
                  <a:schemeClr val="tx1"/>
                </a:solidFill>
                <a:latin typeface="Times New Roman" panose="02020603050405020304" pitchFamily="18" charset="0"/>
                <a:ea typeface="楷体_GB2312"/>
                <a:cs typeface="楷体_GB2312"/>
              </a:defRPr>
            </a:lvl2pPr>
            <a:lvl3pPr marL="1185863" indent="-236538">
              <a:defRPr sz="1100" b="1">
                <a:solidFill>
                  <a:schemeClr val="tx1"/>
                </a:solidFill>
                <a:latin typeface="Times New Roman" panose="02020603050405020304" pitchFamily="18" charset="0"/>
                <a:ea typeface="楷体_GB2312"/>
                <a:cs typeface="楷体_GB2312"/>
              </a:defRPr>
            </a:lvl3pPr>
            <a:lvl4pPr marL="1660525" indent="-236538">
              <a:defRPr sz="1100" b="1">
                <a:solidFill>
                  <a:schemeClr val="tx1"/>
                </a:solidFill>
                <a:latin typeface="Times New Roman" panose="02020603050405020304" pitchFamily="18" charset="0"/>
                <a:ea typeface="楷体_GB2312"/>
                <a:cs typeface="楷体_GB2312"/>
              </a:defRPr>
            </a:lvl4pPr>
            <a:lvl5pPr marL="2133600" indent="-236538">
              <a:defRPr sz="1100" b="1">
                <a:solidFill>
                  <a:schemeClr val="tx1"/>
                </a:solidFill>
                <a:latin typeface="Times New Roman" panose="02020603050405020304" pitchFamily="18" charset="0"/>
                <a:ea typeface="楷体_GB2312"/>
                <a:cs typeface="楷体_GB2312"/>
              </a:defRPr>
            </a:lvl5pPr>
            <a:lvl6pPr marL="25908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30480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5052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9624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fld id="{5314C3B6-CDA7-4B2F-BDE0-DAE25465BE23}" type="slidenum">
              <a:rPr lang="zh-CN" altLang="en-US" sz="1200" b="0" smtClean="0">
                <a:solidFill>
                  <a:srgbClr val="000000"/>
                </a:solidFill>
                <a:latin typeface="Arial" panose="020B0604020202020204" pitchFamily="34" charset="0"/>
              </a:rPr>
              <a:pPr/>
              <a:t>17</a:t>
            </a:fld>
            <a:endParaRPr lang="en-US" altLang="zh-CN" sz="1200" b="0">
              <a:solidFill>
                <a:srgbClr val="000000"/>
              </a:solidFill>
              <a:latin typeface="Arial" panose="020B0604020202020204" pitchFamily="34" charset="0"/>
            </a:endParaRPr>
          </a:p>
        </p:txBody>
      </p:sp>
      <p:sp>
        <p:nvSpPr>
          <p:cNvPr id="117763" name="Rectangle 2"/>
          <p:cNvSpPr>
            <a:spLocks noGrp="1" noRot="1" noChangeAspect="1" noChangeArrowheads="1" noTextEdit="1"/>
          </p:cNvSpPr>
          <p:nvPr>
            <p:ph type="sldImg"/>
          </p:nvPr>
        </p:nvSpPr>
        <p:spPr>
          <a:ln/>
        </p:spPr>
      </p:sp>
      <p:sp>
        <p:nvSpPr>
          <p:cNvPr id="117764" name="Rectangle 3"/>
          <p:cNvSpPr>
            <a:spLocks noGrp="1" noChangeArrowheads="1"/>
          </p:cNvSpPr>
          <p:nvPr>
            <p:ph type="body" idx="1"/>
          </p:nvPr>
        </p:nvSpPr>
        <p:spPr>
          <a:xfrm>
            <a:off x="946150" y="4860925"/>
            <a:ext cx="5207000" cy="46053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lvl="2" eaLnBrk="1" hangingPunct="1"/>
            <a:endParaRPr lang="en-US" altLang="zh-CN" dirty="0"/>
          </a:p>
        </p:txBody>
      </p:sp>
    </p:spTree>
    <p:extLst>
      <p:ext uri="{BB962C8B-B14F-4D97-AF65-F5344CB8AC3E}">
        <p14:creationId xmlns:p14="http://schemas.microsoft.com/office/powerpoint/2010/main" val="33417456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69938" indent="-295275">
              <a:defRPr sz="1100" b="1">
                <a:solidFill>
                  <a:schemeClr val="tx1"/>
                </a:solidFill>
                <a:latin typeface="Times New Roman" panose="02020603050405020304" pitchFamily="18" charset="0"/>
                <a:ea typeface="楷体_GB2312"/>
                <a:cs typeface="楷体_GB2312"/>
              </a:defRPr>
            </a:lvl2pPr>
            <a:lvl3pPr marL="1185863" indent="-236538">
              <a:defRPr sz="1100" b="1">
                <a:solidFill>
                  <a:schemeClr val="tx1"/>
                </a:solidFill>
                <a:latin typeface="Times New Roman" panose="02020603050405020304" pitchFamily="18" charset="0"/>
                <a:ea typeface="楷体_GB2312"/>
                <a:cs typeface="楷体_GB2312"/>
              </a:defRPr>
            </a:lvl3pPr>
            <a:lvl4pPr marL="1660525" indent="-236538">
              <a:defRPr sz="1100" b="1">
                <a:solidFill>
                  <a:schemeClr val="tx1"/>
                </a:solidFill>
                <a:latin typeface="Times New Roman" panose="02020603050405020304" pitchFamily="18" charset="0"/>
                <a:ea typeface="楷体_GB2312"/>
                <a:cs typeface="楷体_GB2312"/>
              </a:defRPr>
            </a:lvl4pPr>
            <a:lvl5pPr marL="2133600" indent="-236538">
              <a:defRPr sz="1100" b="1">
                <a:solidFill>
                  <a:schemeClr val="tx1"/>
                </a:solidFill>
                <a:latin typeface="Times New Roman" panose="02020603050405020304" pitchFamily="18" charset="0"/>
                <a:ea typeface="楷体_GB2312"/>
                <a:cs typeface="楷体_GB2312"/>
              </a:defRPr>
            </a:lvl5pPr>
            <a:lvl6pPr marL="25908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30480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5052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9624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fld id="{B26A262B-018D-4FC2-9FA8-CE4D17EE8DD2}" type="slidenum">
              <a:rPr lang="zh-CN" altLang="en-US" sz="1200" b="0" smtClean="0">
                <a:solidFill>
                  <a:srgbClr val="000000"/>
                </a:solidFill>
                <a:latin typeface="Arial" panose="020B0604020202020204" pitchFamily="34" charset="0"/>
              </a:rPr>
              <a:pPr/>
              <a:t>18</a:t>
            </a:fld>
            <a:endParaRPr lang="en-US" altLang="zh-CN" sz="1200" b="0">
              <a:solidFill>
                <a:srgbClr val="000000"/>
              </a:solidFill>
              <a:latin typeface="Arial" panose="020B0604020202020204" pitchFamily="34" charset="0"/>
            </a:endParaRPr>
          </a:p>
        </p:txBody>
      </p:sp>
      <p:sp>
        <p:nvSpPr>
          <p:cNvPr id="136195" name="Rectangle 2"/>
          <p:cNvSpPr>
            <a:spLocks noGrp="1" noRot="1" noChangeAspect="1" noChangeArrowheads="1" noTextEdit="1"/>
          </p:cNvSpPr>
          <p:nvPr>
            <p:ph type="sldImg"/>
          </p:nvPr>
        </p:nvSpPr>
        <p:spPr>
          <a:ln/>
        </p:spPr>
      </p:sp>
      <p:sp>
        <p:nvSpPr>
          <p:cNvPr id="136196" name="Rectangle 3"/>
          <p:cNvSpPr>
            <a:spLocks noGrp="1" noChangeArrowheads="1"/>
          </p:cNvSpPr>
          <p:nvPr>
            <p:ph type="body" idx="1"/>
          </p:nvPr>
        </p:nvSpPr>
        <p:spPr>
          <a:xfrm>
            <a:off x="946150" y="4860925"/>
            <a:ext cx="5207000" cy="46053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extLst>
      <p:ext uri="{BB962C8B-B14F-4D97-AF65-F5344CB8AC3E}">
        <p14:creationId xmlns:p14="http://schemas.microsoft.com/office/powerpoint/2010/main" val="23033145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69938" indent="-295275">
              <a:defRPr sz="1100" b="1">
                <a:solidFill>
                  <a:schemeClr val="tx1"/>
                </a:solidFill>
                <a:latin typeface="Times New Roman" panose="02020603050405020304" pitchFamily="18" charset="0"/>
                <a:ea typeface="楷体_GB2312"/>
                <a:cs typeface="楷体_GB2312"/>
              </a:defRPr>
            </a:lvl2pPr>
            <a:lvl3pPr marL="1185863" indent="-236538">
              <a:defRPr sz="1100" b="1">
                <a:solidFill>
                  <a:schemeClr val="tx1"/>
                </a:solidFill>
                <a:latin typeface="Times New Roman" panose="02020603050405020304" pitchFamily="18" charset="0"/>
                <a:ea typeface="楷体_GB2312"/>
                <a:cs typeface="楷体_GB2312"/>
              </a:defRPr>
            </a:lvl3pPr>
            <a:lvl4pPr marL="1660525" indent="-236538">
              <a:defRPr sz="1100" b="1">
                <a:solidFill>
                  <a:schemeClr val="tx1"/>
                </a:solidFill>
                <a:latin typeface="Times New Roman" panose="02020603050405020304" pitchFamily="18" charset="0"/>
                <a:ea typeface="楷体_GB2312"/>
                <a:cs typeface="楷体_GB2312"/>
              </a:defRPr>
            </a:lvl4pPr>
            <a:lvl5pPr marL="2133600" indent="-236538">
              <a:defRPr sz="1100" b="1">
                <a:solidFill>
                  <a:schemeClr val="tx1"/>
                </a:solidFill>
                <a:latin typeface="Times New Roman" panose="02020603050405020304" pitchFamily="18" charset="0"/>
                <a:ea typeface="楷体_GB2312"/>
                <a:cs typeface="楷体_GB2312"/>
              </a:defRPr>
            </a:lvl5pPr>
            <a:lvl6pPr marL="25908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30480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5052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9624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fld id="{76C26A93-550C-490F-966D-0BB26C62510B}" type="slidenum">
              <a:rPr lang="zh-CN" altLang="en-US" sz="1200" b="0" smtClean="0">
                <a:solidFill>
                  <a:srgbClr val="000000"/>
                </a:solidFill>
                <a:latin typeface="Arial" panose="020B0604020202020204" pitchFamily="34" charset="0"/>
              </a:rPr>
              <a:pPr/>
              <a:t>19</a:t>
            </a:fld>
            <a:endParaRPr lang="en-US" altLang="zh-CN" sz="1200" b="0">
              <a:solidFill>
                <a:srgbClr val="000000"/>
              </a:solidFill>
              <a:latin typeface="Arial" panose="020B0604020202020204" pitchFamily="34" charset="0"/>
            </a:endParaRPr>
          </a:p>
        </p:txBody>
      </p:sp>
      <p:sp>
        <p:nvSpPr>
          <p:cNvPr id="138243" name="Rectangle 2"/>
          <p:cNvSpPr>
            <a:spLocks noGrp="1" noRot="1" noChangeAspect="1" noChangeArrowheads="1" noTextEdit="1"/>
          </p:cNvSpPr>
          <p:nvPr>
            <p:ph type="sldImg"/>
          </p:nvPr>
        </p:nvSpPr>
        <p:spPr>
          <a:ln/>
        </p:spPr>
      </p:sp>
      <p:sp>
        <p:nvSpPr>
          <p:cNvPr id="1382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extLst>
      <p:ext uri="{BB962C8B-B14F-4D97-AF65-F5344CB8AC3E}">
        <p14:creationId xmlns:p14="http://schemas.microsoft.com/office/powerpoint/2010/main" val="404977829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69938" indent="-295275">
              <a:defRPr sz="1100" b="1">
                <a:solidFill>
                  <a:schemeClr val="tx1"/>
                </a:solidFill>
                <a:latin typeface="Times New Roman" panose="02020603050405020304" pitchFamily="18" charset="0"/>
                <a:ea typeface="楷体_GB2312"/>
                <a:cs typeface="楷体_GB2312"/>
              </a:defRPr>
            </a:lvl2pPr>
            <a:lvl3pPr marL="1185863" indent="-236538">
              <a:defRPr sz="1100" b="1">
                <a:solidFill>
                  <a:schemeClr val="tx1"/>
                </a:solidFill>
                <a:latin typeface="Times New Roman" panose="02020603050405020304" pitchFamily="18" charset="0"/>
                <a:ea typeface="楷体_GB2312"/>
                <a:cs typeface="楷体_GB2312"/>
              </a:defRPr>
            </a:lvl3pPr>
            <a:lvl4pPr marL="1660525" indent="-236538">
              <a:defRPr sz="1100" b="1">
                <a:solidFill>
                  <a:schemeClr val="tx1"/>
                </a:solidFill>
                <a:latin typeface="Times New Roman" panose="02020603050405020304" pitchFamily="18" charset="0"/>
                <a:ea typeface="楷体_GB2312"/>
                <a:cs typeface="楷体_GB2312"/>
              </a:defRPr>
            </a:lvl4pPr>
            <a:lvl5pPr marL="2133600" indent="-236538">
              <a:defRPr sz="1100" b="1">
                <a:solidFill>
                  <a:schemeClr val="tx1"/>
                </a:solidFill>
                <a:latin typeface="Times New Roman" panose="02020603050405020304" pitchFamily="18" charset="0"/>
                <a:ea typeface="楷体_GB2312"/>
                <a:cs typeface="楷体_GB2312"/>
              </a:defRPr>
            </a:lvl5pPr>
            <a:lvl6pPr marL="25908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30480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5052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9624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fld id="{E3AA0CEF-901F-4411-B6FD-7FC20800833B}" type="slidenum">
              <a:rPr lang="zh-CN" altLang="en-US" sz="1200" b="0" smtClean="0">
                <a:solidFill>
                  <a:srgbClr val="000000"/>
                </a:solidFill>
                <a:latin typeface="Arial" panose="020B0604020202020204" pitchFamily="34" charset="0"/>
              </a:rPr>
              <a:pPr/>
              <a:t>20</a:t>
            </a:fld>
            <a:endParaRPr lang="en-US" altLang="zh-CN" sz="1200" b="0">
              <a:solidFill>
                <a:srgbClr val="000000"/>
              </a:solidFill>
              <a:latin typeface="Arial" panose="020B0604020202020204" pitchFamily="34" charset="0"/>
            </a:endParaRPr>
          </a:p>
        </p:txBody>
      </p:sp>
      <p:sp>
        <p:nvSpPr>
          <p:cNvPr id="140291" name="Rectangle 2"/>
          <p:cNvSpPr>
            <a:spLocks noGrp="1" noRot="1" noChangeAspect="1" noChangeArrowheads="1" noTextEdit="1"/>
          </p:cNvSpPr>
          <p:nvPr>
            <p:ph type="sldImg"/>
          </p:nvPr>
        </p:nvSpPr>
        <p:spPr>
          <a:ln/>
        </p:spPr>
      </p:sp>
      <p:sp>
        <p:nvSpPr>
          <p:cNvPr id="1402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extLst>
      <p:ext uri="{BB962C8B-B14F-4D97-AF65-F5344CB8AC3E}">
        <p14:creationId xmlns:p14="http://schemas.microsoft.com/office/powerpoint/2010/main" val="46642704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69938" indent="-295275">
              <a:defRPr sz="1100" b="1">
                <a:solidFill>
                  <a:schemeClr val="tx1"/>
                </a:solidFill>
                <a:latin typeface="Times New Roman" panose="02020603050405020304" pitchFamily="18" charset="0"/>
                <a:ea typeface="楷体_GB2312"/>
                <a:cs typeface="楷体_GB2312"/>
              </a:defRPr>
            </a:lvl2pPr>
            <a:lvl3pPr marL="1185863" indent="-236538">
              <a:defRPr sz="1100" b="1">
                <a:solidFill>
                  <a:schemeClr val="tx1"/>
                </a:solidFill>
                <a:latin typeface="Times New Roman" panose="02020603050405020304" pitchFamily="18" charset="0"/>
                <a:ea typeface="楷体_GB2312"/>
                <a:cs typeface="楷体_GB2312"/>
              </a:defRPr>
            </a:lvl3pPr>
            <a:lvl4pPr marL="1660525" indent="-236538">
              <a:defRPr sz="1100" b="1">
                <a:solidFill>
                  <a:schemeClr val="tx1"/>
                </a:solidFill>
                <a:latin typeface="Times New Roman" panose="02020603050405020304" pitchFamily="18" charset="0"/>
                <a:ea typeface="楷体_GB2312"/>
                <a:cs typeface="楷体_GB2312"/>
              </a:defRPr>
            </a:lvl4pPr>
            <a:lvl5pPr marL="2133600" indent="-236538">
              <a:defRPr sz="1100" b="1">
                <a:solidFill>
                  <a:schemeClr val="tx1"/>
                </a:solidFill>
                <a:latin typeface="Times New Roman" panose="02020603050405020304" pitchFamily="18" charset="0"/>
                <a:ea typeface="楷体_GB2312"/>
                <a:cs typeface="楷体_GB2312"/>
              </a:defRPr>
            </a:lvl5pPr>
            <a:lvl6pPr marL="25908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30480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5052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9624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fld id="{21DC4BA4-9594-433E-80DA-B360DD75B3E4}" type="slidenum">
              <a:rPr lang="zh-CN" altLang="en-US" sz="1200" b="0" smtClean="0">
                <a:solidFill>
                  <a:srgbClr val="000000"/>
                </a:solidFill>
                <a:latin typeface="Arial" panose="020B0604020202020204" pitchFamily="34" charset="0"/>
              </a:rPr>
              <a:pPr/>
              <a:t>21</a:t>
            </a:fld>
            <a:endParaRPr lang="en-US" altLang="zh-CN" sz="1200" b="0">
              <a:solidFill>
                <a:srgbClr val="000000"/>
              </a:solidFill>
              <a:latin typeface="Arial" panose="020B0604020202020204" pitchFamily="34" charset="0"/>
            </a:endParaRPr>
          </a:p>
        </p:txBody>
      </p:sp>
      <p:sp>
        <p:nvSpPr>
          <p:cNvPr id="142339" name="Rectangle 2"/>
          <p:cNvSpPr>
            <a:spLocks noGrp="1" noRot="1" noChangeAspect="1" noChangeArrowheads="1" noTextEdit="1"/>
          </p:cNvSpPr>
          <p:nvPr>
            <p:ph type="sldImg"/>
          </p:nvPr>
        </p:nvSpPr>
        <p:spPr>
          <a:ln/>
        </p:spPr>
      </p:sp>
      <p:sp>
        <p:nvSpPr>
          <p:cNvPr id="142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extLst>
      <p:ext uri="{BB962C8B-B14F-4D97-AF65-F5344CB8AC3E}">
        <p14:creationId xmlns:p14="http://schemas.microsoft.com/office/powerpoint/2010/main" val="279948550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AA920CE-4A67-4588-AB44-6478EEAE4373}" type="slidenum">
              <a:rPr lang="zh-CN" altLang="en-US" smtClean="0"/>
              <a:pPr>
                <a:defRPr/>
              </a:pPr>
              <a:t>22</a:t>
            </a:fld>
            <a:endParaRPr lang="en-US" altLang="zh-CN"/>
          </a:p>
        </p:txBody>
      </p:sp>
    </p:spTree>
    <p:extLst>
      <p:ext uri="{BB962C8B-B14F-4D97-AF65-F5344CB8AC3E}">
        <p14:creationId xmlns:p14="http://schemas.microsoft.com/office/powerpoint/2010/main" val="305376547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幻灯片图像占位符 1"/>
          <p:cNvSpPr>
            <a:spLocks noGrp="1" noRot="1" noChangeAspect="1" noTextEdit="1"/>
          </p:cNvSpPr>
          <p:nvPr>
            <p:ph type="sldImg"/>
          </p:nvPr>
        </p:nvSpPr>
        <p:spPr>
          <a:ln/>
        </p:spPr>
      </p:sp>
      <p:sp>
        <p:nvSpPr>
          <p:cNvPr id="14950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14950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69938" indent="-295275">
              <a:defRPr sz="1100" b="1">
                <a:solidFill>
                  <a:schemeClr val="tx1"/>
                </a:solidFill>
                <a:latin typeface="Times New Roman" panose="02020603050405020304" pitchFamily="18" charset="0"/>
                <a:ea typeface="楷体_GB2312"/>
                <a:cs typeface="楷体_GB2312"/>
              </a:defRPr>
            </a:lvl2pPr>
            <a:lvl3pPr marL="1185863" indent="-236538">
              <a:defRPr sz="1100" b="1">
                <a:solidFill>
                  <a:schemeClr val="tx1"/>
                </a:solidFill>
                <a:latin typeface="Times New Roman" panose="02020603050405020304" pitchFamily="18" charset="0"/>
                <a:ea typeface="楷体_GB2312"/>
                <a:cs typeface="楷体_GB2312"/>
              </a:defRPr>
            </a:lvl3pPr>
            <a:lvl4pPr marL="1660525" indent="-236538">
              <a:defRPr sz="1100" b="1">
                <a:solidFill>
                  <a:schemeClr val="tx1"/>
                </a:solidFill>
                <a:latin typeface="Times New Roman" panose="02020603050405020304" pitchFamily="18" charset="0"/>
                <a:ea typeface="楷体_GB2312"/>
                <a:cs typeface="楷体_GB2312"/>
              </a:defRPr>
            </a:lvl4pPr>
            <a:lvl5pPr marL="2133600" indent="-236538">
              <a:defRPr sz="1100" b="1">
                <a:solidFill>
                  <a:schemeClr val="tx1"/>
                </a:solidFill>
                <a:latin typeface="Times New Roman" panose="02020603050405020304" pitchFamily="18" charset="0"/>
                <a:ea typeface="楷体_GB2312"/>
                <a:cs typeface="楷体_GB2312"/>
              </a:defRPr>
            </a:lvl5pPr>
            <a:lvl6pPr marL="25908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30480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5052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9624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fld id="{C1FFD5C8-AC2F-4170-847C-200D23BF2F61}" type="slidenum">
              <a:rPr lang="zh-CN" altLang="en-US" sz="1200" b="0" smtClean="0">
                <a:solidFill>
                  <a:srgbClr val="000000"/>
                </a:solidFill>
                <a:latin typeface="Arial" panose="020B0604020202020204" pitchFamily="34" charset="0"/>
              </a:rPr>
              <a:pPr/>
              <a:t>23</a:t>
            </a:fld>
            <a:endParaRPr lang="en-US" altLang="zh-CN" sz="1200" b="0">
              <a:solidFill>
                <a:srgbClr val="000000"/>
              </a:solidFill>
              <a:latin typeface="Arial" panose="020B0604020202020204" pitchFamily="34" charset="0"/>
            </a:endParaRPr>
          </a:p>
        </p:txBody>
      </p:sp>
    </p:spTree>
    <p:extLst>
      <p:ext uri="{BB962C8B-B14F-4D97-AF65-F5344CB8AC3E}">
        <p14:creationId xmlns:p14="http://schemas.microsoft.com/office/powerpoint/2010/main" val="26538058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幻灯片图像占位符 1"/>
          <p:cNvSpPr>
            <a:spLocks noGrp="1" noRot="1" noChangeAspect="1" noTextEdit="1"/>
          </p:cNvSpPr>
          <p:nvPr>
            <p:ph type="sldImg"/>
          </p:nvPr>
        </p:nvSpPr>
        <p:spPr>
          <a:ln/>
        </p:spPr>
      </p:sp>
      <p:sp>
        <p:nvSpPr>
          <p:cNvPr id="15155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15155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69938" indent="-295275">
              <a:defRPr sz="1100" b="1">
                <a:solidFill>
                  <a:schemeClr val="tx1"/>
                </a:solidFill>
                <a:latin typeface="Times New Roman" panose="02020603050405020304" pitchFamily="18" charset="0"/>
                <a:ea typeface="楷体_GB2312"/>
                <a:cs typeface="楷体_GB2312"/>
              </a:defRPr>
            </a:lvl2pPr>
            <a:lvl3pPr marL="1185863" indent="-236538">
              <a:defRPr sz="1100" b="1">
                <a:solidFill>
                  <a:schemeClr val="tx1"/>
                </a:solidFill>
                <a:latin typeface="Times New Roman" panose="02020603050405020304" pitchFamily="18" charset="0"/>
                <a:ea typeface="楷体_GB2312"/>
                <a:cs typeface="楷体_GB2312"/>
              </a:defRPr>
            </a:lvl3pPr>
            <a:lvl4pPr marL="1660525" indent="-236538">
              <a:defRPr sz="1100" b="1">
                <a:solidFill>
                  <a:schemeClr val="tx1"/>
                </a:solidFill>
                <a:latin typeface="Times New Roman" panose="02020603050405020304" pitchFamily="18" charset="0"/>
                <a:ea typeface="楷体_GB2312"/>
                <a:cs typeface="楷体_GB2312"/>
              </a:defRPr>
            </a:lvl4pPr>
            <a:lvl5pPr marL="2133600" indent="-236538">
              <a:defRPr sz="1100" b="1">
                <a:solidFill>
                  <a:schemeClr val="tx1"/>
                </a:solidFill>
                <a:latin typeface="Times New Roman" panose="02020603050405020304" pitchFamily="18" charset="0"/>
                <a:ea typeface="楷体_GB2312"/>
                <a:cs typeface="楷体_GB2312"/>
              </a:defRPr>
            </a:lvl5pPr>
            <a:lvl6pPr marL="25908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30480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5052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9624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fld id="{235C1D31-92D4-4534-B0F9-CE0A747B7465}" type="slidenum">
              <a:rPr lang="zh-CN" altLang="en-US" sz="1200" b="0" smtClean="0">
                <a:solidFill>
                  <a:srgbClr val="000000"/>
                </a:solidFill>
                <a:latin typeface="Arial" panose="020B0604020202020204" pitchFamily="34" charset="0"/>
              </a:rPr>
              <a:pPr/>
              <a:t>24</a:t>
            </a:fld>
            <a:endParaRPr lang="en-US" altLang="zh-CN" sz="1200" b="0">
              <a:solidFill>
                <a:srgbClr val="000000"/>
              </a:solidFill>
              <a:latin typeface="Arial" panose="020B0604020202020204" pitchFamily="34" charset="0"/>
            </a:endParaRPr>
          </a:p>
        </p:txBody>
      </p:sp>
    </p:spTree>
    <p:extLst>
      <p:ext uri="{BB962C8B-B14F-4D97-AF65-F5344CB8AC3E}">
        <p14:creationId xmlns:p14="http://schemas.microsoft.com/office/powerpoint/2010/main" val="138173565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69938" indent="-295275">
              <a:defRPr sz="1100" b="1">
                <a:solidFill>
                  <a:schemeClr val="tx1"/>
                </a:solidFill>
                <a:latin typeface="Times New Roman" panose="02020603050405020304" pitchFamily="18" charset="0"/>
                <a:ea typeface="楷体_GB2312"/>
                <a:cs typeface="楷体_GB2312"/>
              </a:defRPr>
            </a:lvl2pPr>
            <a:lvl3pPr marL="1185863" indent="-236538">
              <a:defRPr sz="1100" b="1">
                <a:solidFill>
                  <a:schemeClr val="tx1"/>
                </a:solidFill>
                <a:latin typeface="Times New Roman" panose="02020603050405020304" pitchFamily="18" charset="0"/>
                <a:ea typeface="楷体_GB2312"/>
                <a:cs typeface="楷体_GB2312"/>
              </a:defRPr>
            </a:lvl3pPr>
            <a:lvl4pPr marL="1660525" indent="-236538">
              <a:defRPr sz="1100" b="1">
                <a:solidFill>
                  <a:schemeClr val="tx1"/>
                </a:solidFill>
                <a:latin typeface="Times New Roman" panose="02020603050405020304" pitchFamily="18" charset="0"/>
                <a:ea typeface="楷体_GB2312"/>
                <a:cs typeface="楷体_GB2312"/>
              </a:defRPr>
            </a:lvl4pPr>
            <a:lvl5pPr marL="2133600" indent="-236538">
              <a:defRPr sz="1100" b="1">
                <a:solidFill>
                  <a:schemeClr val="tx1"/>
                </a:solidFill>
                <a:latin typeface="Times New Roman" panose="02020603050405020304" pitchFamily="18" charset="0"/>
                <a:ea typeface="楷体_GB2312"/>
                <a:cs typeface="楷体_GB2312"/>
              </a:defRPr>
            </a:lvl5pPr>
            <a:lvl6pPr marL="25908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30480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5052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9624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fld id="{E61EF2A8-E639-45D8-9130-5B25E807BBBA}" type="slidenum">
              <a:rPr lang="zh-CN" altLang="en-US" sz="1200" b="0" smtClean="0">
                <a:solidFill>
                  <a:srgbClr val="000000"/>
                </a:solidFill>
                <a:latin typeface="Arial" panose="020B0604020202020204" pitchFamily="34" charset="0"/>
              </a:rPr>
              <a:pPr/>
              <a:t>25</a:t>
            </a:fld>
            <a:endParaRPr lang="en-US" altLang="zh-CN" sz="1200" b="0">
              <a:solidFill>
                <a:srgbClr val="000000"/>
              </a:solidFill>
              <a:latin typeface="Arial" panose="020B0604020202020204" pitchFamily="34" charset="0"/>
            </a:endParaRPr>
          </a:p>
        </p:txBody>
      </p:sp>
      <p:sp>
        <p:nvSpPr>
          <p:cNvPr id="153603" name="Rectangle 2"/>
          <p:cNvSpPr>
            <a:spLocks noGrp="1" noRot="1" noChangeAspect="1" noChangeArrowheads="1" noTextEdit="1"/>
          </p:cNvSpPr>
          <p:nvPr>
            <p:ph type="sldImg"/>
          </p:nvPr>
        </p:nvSpPr>
        <p:spPr>
          <a:ln/>
        </p:spPr>
      </p:sp>
      <p:sp>
        <p:nvSpPr>
          <p:cNvPr id="153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b="1">
              <a:latin typeface="Arial" panose="020B0604020202020204" pitchFamily="34" charset="0"/>
            </a:endParaRPr>
          </a:p>
        </p:txBody>
      </p:sp>
    </p:spTree>
    <p:extLst>
      <p:ext uri="{BB962C8B-B14F-4D97-AF65-F5344CB8AC3E}">
        <p14:creationId xmlns:p14="http://schemas.microsoft.com/office/powerpoint/2010/main" val="389742619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幻灯片图像占位符 1"/>
          <p:cNvSpPr>
            <a:spLocks noGrp="1" noRot="1" noChangeAspect="1" noTextEdit="1"/>
          </p:cNvSpPr>
          <p:nvPr>
            <p:ph type="sldImg"/>
          </p:nvPr>
        </p:nvSpPr>
        <p:spPr>
          <a:ln/>
        </p:spPr>
      </p:sp>
      <p:sp>
        <p:nvSpPr>
          <p:cNvPr id="15565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15565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69938" indent="-295275">
              <a:defRPr sz="1100" b="1">
                <a:solidFill>
                  <a:schemeClr val="tx1"/>
                </a:solidFill>
                <a:latin typeface="Times New Roman" panose="02020603050405020304" pitchFamily="18" charset="0"/>
                <a:ea typeface="楷体_GB2312"/>
                <a:cs typeface="楷体_GB2312"/>
              </a:defRPr>
            </a:lvl2pPr>
            <a:lvl3pPr marL="1185863" indent="-236538">
              <a:defRPr sz="1100" b="1">
                <a:solidFill>
                  <a:schemeClr val="tx1"/>
                </a:solidFill>
                <a:latin typeface="Times New Roman" panose="02020603050405020304" pitchFamily="18" charset="0"/>
                <a:ea typeface="楷体_GB2312"/>
                <a:cs typeface="楷体_GB2312"/>
              </a:defRPr>
            </a:lvl3pPr>
            <a:lvl4pPr marL="1660525" indent="-236538">
              <a:defRPr sz="1100" b="1">
                <a:solidFill>
                  <a:schemeClr val="tx1"/>
                </a:solidFill>
                <a:latin typeface="Times New Roman" panose="02020603050405020304" pitchFamily="18" charset="0"/>
                <a:ea typeface="楷体_GB2312"/>
                <a:cs typeface="楷体_GB2312"/>
              </a:defRPr>
            </a:lvl4pPr>
            <a:lvl5pPr marL="2133600" indent="-236538">
              <a:defRPr sz="1100" b="1">
                <a:solidFill>
                  <a:schemeClr val="tx1"/>
                </a:solidFill>
                <a:latin typeface="Times New Roman" panose="02020603050405020304" pitchFamily="18" charset="0"/>
                <a:ea typeface="楷体_GB2312"/>
                <a:cs typeface="楷体_GB2312"/>
              </a:defRPr>
            </a:lvl5pPr>
            <a:lvl6pPr marL="25908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30480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5052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9624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fld id="{F0F51C52-E245-4949-885E-544E338B860C}" type="slidenum">
              <a:rPr lang="zh-CN" altLang="en-US" sz="1200" b="0" smtClean="0">
                <a:solidFill>
                  <a:srgbClr val="000000"/>
                </a:solidFill>
                <a:latin typeface="Arial" panose="020B0604020202020204" pitchFamily="34" charset="0"/>
              </a:rPr>
              <a:pPr/>
              <a:t>26</a:t>
            </a:fld>
            <a:endParaRPr lang="en-US" altLang="zh-CN" sz="1200" b="0">
              <a:solidFill>
                <a:srgbClr val="000000"/>
              </a:solidFill>
              <a:latin typeface="Arial" panose="020B0604020202020204" pitchFamily="34" charset="0"/>
            </a:endParaRPr>
          </a:p>
        </p:txBody>
      </p:sp>
    </p:spTree>
    <p:extLst>
      <p:ext uri="{BB962C8B-B14F-4D97-AF65-F5344CB8AC3E}">
        <p14:creationId xmlns:p14="http://schemas.microsoft.com/office/powerpoint/2010/main" val="78174654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幻灯片图像占位符 1"/>
          <p:cNvSpPr>
            <a:spLocks noGrp="1" noRot="1" noChangeAspect="1" noTextEdit="1"/>
          </p:cNvSpPr>
          <p:nvPr>
            <p:ph type="sldImg"/>
          </p:nvPr>
        </p:nvSpPr>
        <p:spPr>
          <a:ln/>
        </p:spPr>
      </p:sp>
      <p:sp>
        <p:nvSpPr>
          <p:cNvPr id="15769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15770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69938" indent="-295275">
              <a:defRPr sz="1100" b="1">
                <a:solidFill>
                  <a:schemeClr val="tx1"/>
                </a:solidFill>
                <a:latin typeface="Times New Roman" panose="02020603050405020304" pitchFamily="18" charset="0"/>
                <a:ea typeface="楷体_GB2312"/>
                <a:cs typeface="楷体_GB2312"/>
              </a:defRPr>
            </a:lvl2pPr>
            <a:lvl3pPr marL="1185863" indent="-236538">
              <a:defRPr sz="1100" b="1">
                <a:solidFill>
                  <a:schemeClr val="tx1"/>
                </a:solidFill>
                <a:latin typeface="Times New Roman" panose="02020603050405020304" pitchFamily="18" charset="0"/>
                <a:ea typeface="楷体_GB2312"/>
                <a:cs typeface="楷体_GB2312"/>
              </a:defRPr>
            </a:lvl3pPr>
            <a:lvl4pPr marL="1660525" indent="-236538">
              <a:defRPr sz="1100" b="1">
                <a:solidFill>
                  <a:schemeClr val="tx1"/>
                </a:solidFill>
                <a:latin typeface="Times New Roman" panose="02020603050405020304" pitchFamily="18" charset="0"/>
                <a:ea typeface="楷体_GB2312"/>
                <a:cs typeface="楷体_GB2312"/>
              </a:defRPr>
            </a:lvl4pPr>
            <a:lvl5pPr marL="2133600" indent="-236538">
              <a:defRPr sz="1100" b="1">
                <a:solidFill>
                  <a:schemeClr val="tx1"/>
                </a:solidFill>
                <a:latin typeface="Times New Roman" panose="02020603050405020304" pitchFamily="18" charset="0"/>
                <a:ea typeface="楷体_GB2312"/>
                <a:cs typeface="楷体_GB2312"/>
              </a:defRPr>
            </a:lvl5pPr>
            <a:lvl6pPr marL="25908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30480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5052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9624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fld id="{79C819B3-7E0D-4D71-BC16-ACCD8F41BCA4}" type="slidenum">
              <a:rPr lang="zh-CN" altLang="en-US" sz="1200" b="0" smtClean="0">
                <a:solidFill>
                  <a:srgbClr val="000000"/>
                </a:solidFill>
                <a:latin typeface="Arial" panose="020B0604020202020204" pitchFamily="34" charset="0"/>
              </a:rPr>
              <a:pPr/>
              <a:t>27</a:t>
            </a:fld>
            <a:endParaRPr lang="en-US" altLang="zh-CN" sz="1200" b="0">
              <a:solidFill>
                <a:srgbClr val="000000"/>
              </a:solidFill>
              <a:latin typeface="Arial" panose="020B0604020202020204" pitchFamily="34" charset="0"/>
            </a:endParaRPr>
          </a:p>
        </p:txBody>
      </p:sp>
    </p:spTree>
    <p:extLst>
      <p:ext uri="{BB962C8B-B14F-4D97-AF65-F5344CB8AC3E}">
        <p14:creationId xmlns:p14="http://schemas.microsoft.com/office/powerpoint/2010/main" val="359047599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幻灯片图像占位符 1"/>
          <p:cNvSpPr>
            <a:spLocks noGrp="1" noRot="1" noChangeAspect="1" noTextEdit="1"/>
          </p:cNvSpPr>
          <p:nvPr>
            <p:ph type="sldImg"/>
          </p:nvPr>
        </p:nvSpPr>
        <p:spPr>
          <a:ln/>
        </p:spPr>
      </p:sp>
      <p:sp>
        <p:nvSpPr>
          <p:cNvPr id="15974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15974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69938" indent="-295275">
              <a:defRPr sz="1100" b="1">
                <a:solidFill>
                  <a:schemeClr val="tx1"/>
                </a:solidFill>
                <a:latin typeface="Times New Roman" panose="02020603050405020304" pitchFamily="18" charset="0"/>
                <a:ea typeface="楷体_GB2312"/>
                <a:cs typeface="楷体_GB2312"/>
              </a:defRPr>
            </a:lvl2pPr>
            <a:lvl3pPr marL="1185863" indent="-236538">
              <a:defRPr sz="1100" b="1">
                <a:solidFill>
                  <a:schemeClr val="tx1"/>
                </a:solidFill>
                <a:latin typeface="Times New Roman" panose="02020603050405020304" pitchFamily="18" charset="0"/>
                <a:ea typeface="楷体_GB2312"/>
                <a:cs typeface="楷体_GB2312"/>
              </a:defRPr>
            </a:lvl3pPr>
            <a:lvl4pPr marL="1660525" indent="-236538">
              <a:defRPr sz="1100" b="1">
                <a:solidFill>
                  <a:schemeClr val="tx1"/>
                </a:solidFill>
                <a:latin typeface="Times New Roman" panose="02020603050405020304" pitchFamily="18" charset="0"/>
                <a:ea typeface="楷体_GB2312"/>
                <a:cs typeface="楷体_GB2312"/>
              </a:defRPr>
            </a:lvl4pPr>
            <a:lvl5pPr marL="2133600" indent="-236538">
              <a:defRPr sz="1100" b="1">
                <a:solidFill>
                  <a:schemeClr val="tx1"/>
                </a:solidFill>
                <a:latin typeface="Times New Roman" panose="02020603050405020304" pitchFamily="18" charset="0"/>
                <a:ea typeface="楷体_GB2312"/>
                <a:cs typeface="楷体_GB2312"/>
              </a:defRPr>
            </a:lvl5pPr>
            <a:lvl6pPr marL="25908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30480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5052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9624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fld id="{26342AE7-C35F-462C-99E0-47CF32F1C9E8}" type="slidenum">
              <a:rPr lang="zh-CN" altLang="en-US" sz="1200" b="0" smtClean="0">
                <a:solidFill>
                  <a:srgbClr val="000000"/>
                </a:solidFill>
                <a:latin typeface="Arial" panose="020B0604020202020204" pitchFamily="34" charset="0"/>
              </a:rPr>
              <a:pPr/>
              <a:t>28</a:t>
            </a:fld>
            <a:endParaRPr lang="en-US" altLang="zh-CN" sz="1200" b="0">
              <a:solidFill>
                <a:srgbClr val="000000"/>
              </a:solidFill>
              <a:latin typeface="Arial" panose="020B0604020202020204" pitchFamily="34" charset="0"/>
            </a:endParaRPr>
          </a:p>
        </p:txBody>
      </p:sp>
    </p:spTree>
    <p:extLst>
      <p:ext uri="{BB962C8B-B14F-4D97-AF65-F5344CB8AC3E}">
        <p14:creationId xmlns:p14="http://schemas.microsoft.com/office/powerpoint/2010/main" val="302019136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幻灯片图像占位符 1"/>
          <p:cNvSpPr>
            <a:spLocks noGrp="1" noRot="1" noChangeAspect="1" noTextEdit="1"/>
          </p:cNvSpPr>
          <p:nvPr>
            <p:ph type="sldImg"/>
          </p:nvPr>
        </p:nvSpPr>
        <p:spPr>
          <a:ln/>
        </p:spPr>
      </p:sp>
      <p:sp>
        <p:nvSpPr>
          <p:cNvPr id="16179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16179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69938" indent="-295275">
              <a:defRPr sz="1100" b="1">
                <a:solidFill>
                  <a:schemeClr val="tx1"/>
                </a:solidFill>
                <a:latin typeface="Times New Roman" panose="02020603050405020304" pitchFamily="18" charset="0"/>
                <a:ea typeface="楷体_GB2312"/>
                <a:cs typeface="楷体_GB2312"/>
              </a:defRPr>
            </a:lvl2pPr>
            <a:lvl3pPr marL="1185863" indent="-236538">
              <a:defRPr sz="1100" b="1">
                <a:solidFill>
                  <a:schemeClr val="tx1"/>
                </a:solidFill>
                <a:latin typeface="Times New Roman" panose="02020603050405020304" pitchFamily="18" charset="0"/>
                <a:ea typeface="楷体_GB2312"/>
                <a:cs typeface="楷体_GB2312"/>
              </a:defRPr>
            </a:lvl3pPr>
            <a:lvl4pPr marL="1660525" indent="-236538">
              <a:defRPr sz="1100" b="1">
                <a:solidFill>
                  <a:schemeClr val="tx1"/>
                </a:solidFill>
                <a:latin typeface="Times New Roman" panose="02020603050405020304" pitchFamily="18" charset="0"/>
                <a:ea typeface="楷体_GB2312"/>
                <a:cs typeface="楷体_GB2312"/>
              </a:defRPr>
            </a:lvl4pPr>
            <a:lvl5pPr marL="2133600" indent="-236538">
              <a:defRPr sz="1100" b="1">
                <a:solidFill>
                  <a:schemeClr val="tx1"/>
                </a:solidFill>
                <a:latin typeface="Times New Roman" panose="02020603050405020304" pitchFamily="18" charset="0"/>
                <a:ea typeface="楷体_GB2312"/>
                <a:cs typeface="楷体_GB2312"/>
              </a:defRPr>
            </a:lvl5pPr>
            <a:lvl6pPr marL="25908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30480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5052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9624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fld id="{E81CCE34-4FAD-40E5-8CD3-C7AEE6F36B71}" type="slidenum">
              <a:rPr lang="zh-CN" altLang="en-US" sz="1200" b="0" smtClean="0">
                <a:solidFill>
                  <a:srgbClr val="000000"/>
                </a:solidFill>
                <a:latin typeface="Arial" panose="020B0604020202020204" pitchFamily="34" charset="0"/>
              </a:rPr>
              <a:pPr/>
              <a:t>29</a:t>
            </a:fld>
            <a:endParaRPr lang="en-US" altLang="zh-CN" sz="1200" b="0">
              <a:solidFill>
                <a:srgbClr val="000000"/>
              </a:solidFill>
              <a:latin typeface="Arial" panose="020B0604020202020204" pitchFamily="34" charset="0"/>
            </a:endParaRPr>
          </a:p>
        </p:txBody>
      </p:sp>
    </p:spTree>
    <p:extLst>
      <p:ext uri="{BB962C8B-B14F-4D97-AF65-F5344CB8AC3E}">
        <p14:creationId xmlns:p14="http://schemas.microsoft.com/office/powerpoint/2010/main" val="305957724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幻灯片图像占位符 1"/>
          <p:cNvSpPr>
            <a:spLocks noGrp="1" noRot="1" noChangeAspect="1" noTextEdit="1"/>
          </p:cNvSpPr>
          <p:nvPr>
            <p:ph type="sldImg"/>
          </p:nvPr>
        </p:nvSpPr>
        <p:spPr>
          <a:ln/>
        </p:spPr>
      </p:sp>
      <p:sp>
        <p:nvSpPr>
          <p:cNvPr id="16384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16384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69938" indent="-295275">
              <a:defRPr sz="1100" b="1">
                <a:solidFill>
                  <a:schemeClr val="tx1"/>
                </a:solidFill>
                <a:latin typeface="Times New Roman" panose="02020603050405020304" pitchFamily="18" charset="0"/>
                <a:ea typeface="楷体_GB2312"/>
                <a:cs typeface="楷体_GB2312"/>
              </a:defRPr>
            </a:lvl2pPr>
            <a:lvl3pPr marL="1185863" indent="-236538">
              <a:defRPr sz="1100" b="1">
                <a:solidFill>
                  <a:schemeClr val="tx1"/>
                </a:solidFill>
                <a:latin typeface="Times New Roman" panose="02020603050405020304" pitchFamily="18" charset="0"/>
                <a:ea typeface="楷体_GB2312"/>
                <a:cs typeface="楷体_GB2312"/>
              </a:defRPr>
            </a:lvl3pPr>
            <a:lvl4pPr marL="1660525" indent="-236538">
              <a:defRPr sz="1100" b="1">
                <a:solidFill>
                  <a:schemeClr val="tx1"/>
                </a:solidFill>
                <a:latin typeface="Times New Roman" panose="02020603050405020304" pitchFamily="18" charset="0"/>
                <a:ea typeface="楷体_GB2312"/>
                <a:cs typeface="楷体_GB2312"/>
              </a:defRPr>
            </a:lvl4pPr>
            <a:lvl5pPr marL="2133600" indent="-236538">
              <a:defRPr sz="1100" b="1">
                <a:solidFill>
                  <a:schemeClr val="tx1"/>
                </a:solidFill>
                <a:latin typeface="Times New Roman" panose="02020603050405020304" pitchFamily="18" charset="0"/>
                <a:ea typeface="楷体_GB2312"/>
                <a:cs typeface="楷体_GB2312"/>
              </a:defRPr>
            </a:lvl5pPr>
            <a:lvl6pPr marL="25908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30480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5052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9624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fld id="{DE5547F3-3027-4703-8585-A9538246DB8E}" type="slidenum">
              <a:rPr lang="zh-CN" altLang="en-US" sz="1200" b="0" smtClean="0">
                <a:solidFill>
                  <a:srgbClr val="000000"/>
                </a:solidFill>
                <a:latin typeface="Arial" panose="020B0604020202020204" pitchFamily="34" charset="0"/>
              </a:rPr>
              <a:pPr/>
              <a:t>30</a:t>
            </a:fld>
            <a:endParaRPr lang="en-US" altLang="zh-CN" sz="1200" b="0">
              <a:solidFill>
                <a:srgbClr val="000000"/>
              </a:solidFill>
              <a:latin typeface="Arial" panose="020B0604020202020204" pitchFamily="34" charset="0"/>
            </a:endParaRPr>
          </a:p>
        </p:txBody>
      </p:sp>
    </p:spTree>
    <p:extLst>
      <p:ext uri="{BB962C8B-B14F-4D97-AF65-F5344CB8AC3E}">
        <p14:creationId xmlns:p14="http://schemas.microsoft.com/office/powerpoint/2010/main" val="99207209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幻灯片图像占位符 1"/>
          <p:cNvSpPr>
            <a:spLocks noGrp="1" noRot="1" noChangeAspect="1" noTextEdit="1"/>
          </p:cNvSpPr>
          <p:nvPr>
            <p:ph type="sldImg"/>
          </p:nvPr>
        </p:nvSpPr>
        <p:spPr>
          <a:ln/>
        </p:spPr>
      </p:sp>
      <p:sp>
        <p:nvSpPr>
          <p:cNvPr id="7885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78852"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defRPr>
                <a:solidFill>
                  <a:schemeClr val="tx1"/>
                </a:solidFill>
                <a:latin typeface="Tahoma" panose="020B0604030504040204" pitchFamily="34" charset="0"/>
                <a:ea typeface="宋体" panose="02010600030101010101" pitchFamily="2" charset="-122"/>
              </a:defRPr>
            </a:lvl1pPr>
            <a:lvl2pPr marL="742950" indent="-285750" defTabSz="987425">
              <a:defRPr>
                <a:solidFill>
                  <a:schemeClr val="tx1"/>
                </a:solidFill>
                <a:latin typeface="Tahoma" panose="020B0604030504040204" pitchFamily="34" charset="0"/>
                <a:ea typeface="宋体" panose="02010600030101010101" pitchFamily="2" charset="-122"/>
              </a:defRPr>
            </a:lvl2pPr>
            <a:lvl3pPr marL="1143000" indent="-228600" defTabSz="987425">
              <a:defRPr>
                <a:solidFill>
                  <a:schemeClr val="tx1"/>
                </a:solidFill>
                <a:latin typeface="Tahoma" panose="020B0604030504040204" pitchFamily="34" charset="0"/>
                <a:ea typeface="宋体" panose="02010600030101010101" pitchFamily="2" charset="-122"/>
              </a:defRPr>
            </a:lvl3pPr>
            <a:lvl4pPr marL="1600200" indent="-228600" defTabSz="987425">
              <a:defRPr>
                <a:solidFill>
                  <a:schemeClr val="tx1"/>
                </a:solidFill>
                <a:latin typeface="Tahoma" panose="020B0604030504040204" pitchFamily="34" charset="0"/>
                <a:ea typeface="宋体" panose="02010600030101010101" pitchFamily="2" charset="-122"/>
              </a:defRPr>
            </a:lvl4pPr>
            <a:lvl5pPr marL="2057400" indent="-228600" defTabSz="987425">
              <a:defRPr>
                <a:solidFill>
                  <a:schemeClr val="tx1"/>
                </a:solidFill>
                <a:latin typeface="Tahoma" panose="020B0604030504040204" pitchFamily="34" charset="0"/>
                <a:ea typeface="宋体" panose="02010600030101010101" pitchFamily="2" charset="-122"/>
              </a:defRPr>
            </a:lvl5pPr>
            <a:lvl6pPr marL="2514600" indent="-228600" defTabSz="9874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defTabSz="9874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defTabSz="9874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defTabSz="9874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FEB32195-EB09-4B13-8A7F-494F93DDBD70}" type="slidenum">
              <a:rPr lang="zh-CN" altLang="en-US" smtClean="0">
                <a:solidFill>
                  <a:srgbClr val="000000"/>
                </a:solidFill>
              </a:rPr>
              <a:pPr/>
              <a:t>31</a:t>
            </a:fld>
            <a:endParaRPr lang="en-US" altLang="zh-CN">
              <a:solidFill>
                <a:srgbClr val="000000"/>
              </a:solidFill>
            </a:endParaRPr>
          </a:p>
        </p:txBody>
      </p:sp>
    </p:spTree>
    <p:extLst>
      <p:ext uri="{BB962C8B-B14F-4D97-AF65-F5344CB8AC3E}">
        <p14:creationId xmlns:p14="http://schemas.microsoft.com/office/powerpoint/2010/main" val="91197781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幻灯片图像占位符 1"/>
          <p:cNvSpPr>
            <a:spLocks noGrp="1" noRot="1" noChangeAspect="1" noTextEdit="1"/>
          </p:cNvSpPr>
          <p:nvPr>
            <p:ph type="sldImg"/>
          </p:nvPr>
        </p:nvSpPr>
        <p:spPr>
          <a:ln/>
        </p:spPr>
      </p:sp>
      <p:sp>
        <p:nvSpPr>
          <p:cNvPr id="2969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2970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69938" indent="-295275">
              <a:defRPr sz="1100" b="1">
                <a:solidFill>
                  <a:schemeClr val="tx1"/>
                </a:solidFill>
                <a:latin typeface="Times New Roman" panose="02020603050405020304" pitchFamily="18" charset="0"/>
                <a:ea typeface="楷体_GB2312"/>
                <a:cs typeface="楷体_GB2312"/>
              </a:defRPr>
            </a:lvl2pPr>
            <a:lvl3pPr marL="1185863" indent="-236538">
              <a:defRPr sz="1100" b="1">
                <a:solidFill>
                  <a:schemeClr val="tx1"/>
                </a:solidFill>
                <a:latin typeface="Times New Roman" panose="02020603050405020304" pitchFamily="18" charset="0"/>
                <a:ea typeface="楷体_GB2312"/>
                <a:cs typeface="楷体_GB2312"/>
              </a:defRPr>
            </a:lvl3pPr>
            <a:lvl4pPr marL="1660525" indent="-236538">
              <a:defRPr sz="1100" b="1">
                <a:solidFill>
                  <a:schemeClr val="tx1"/>
                </a:solidFill>
                <a:latin typeface="Times New Roman" panose="02020603050405020304" pitchFamily="18" charset="0"/>
                <a:ea typeface="楷体_GB2312"/>
                <a:cs typeface="楷体_GB2312"/>
              </a:defRPr>
            </a:lvl4pPr>
            <a:lvl5pPr marL="2133600" indent="-236538">
              <a:defRPr sz="1100" b="1">
                <a:solidFill>
                  <a:schemeClr val="tx1"/>
                </a:solidFill>
                <a:latin typeface="Times New Roman" panose="02020603050405020304" pitchFamily="18" charset="0"/>
                <a:ea typeface="楷体_GB2312"/>
                <a:cs typeface="楷体_GB2312"/>
              </a:defRPr>
            </a:lvl5pPr>
            <a:lvl6pPr marL="25908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30480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5052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9624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fld id="{507BA8BF-2334-46DA-A723-E1EF714F9423}" type="slidenum">
              <a:rPr lang="zh-CN" altLang="en-US" sz="1200" b="0" smtClean="0">
                <a:solidFill>
                  <a:srgbClr val="000000"/>
                </a:solidFill>
                <a:latin typeface="Arial" panose="020B0604020202020204" pitchFamily="34" charset="0"/>
              </a:rPr>
              <a:pPr/>
              <a:t>32</a:t>
            </a:fld>
            <a:endParaRPr lang="en-US" altLang="zh-CN" sz="1200" b="0">
              <a:solidFill>
                <a:srgbClr val="000000"/>
              </a:solidFill>
              <a:latin typeface="Arial" panose="020B0604020202020204" pitchFamily="34" charset="0"/>
            </a:endParaRPr>
          </a:p>
        </p:txBody>
      </p:sp>
    </p:spTree>
    <p:extLst>
      <p:ext uri="{BB962C8B-B14F-4D97-AF65-F5344CB8AC3E}">
        <p14:creationId xmlns:p14="http://schemas.microsoft.com/office/powerpoint/2010/main" val="120251058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幻灯片图像占位符 1"/>
          <p:cNvSpPr>
            <a:spLocks noGrp="1" noRot="1" noChangeAspect="1" noTextEdit="1"/>
          </p:cNvSpPr>
          <p:nvPr>
            <p:ph type="sldImg"/>
          </p:nvPr>
        </p:nvSpPr>
        <p:spPr>
          <a:ln/>
        </p:spPr>
      </p:sp>
      <p:sp>
        <p:nvSpPr>
          <p:cNvPr id="3174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dirty="0"/>
          </a:p>
        </p:txBody>
      </p:sp>
      <p:sp>
        <p:nvSpPr>
          <p:cNvPr id="3174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69938" indent="-295275">
              <a:defRPr sz="1100" b="1">
                <a:solidFill>
                  <a:schemeClr val="tx1"/>
                </a:solidFill>
                <a:latin typeface="Times New Roman" panose="02020603050405020304" pitchFamily="18" charset="0"/>
                <a:ea typeface="楷体_GB2312"/>
                <a:cs typeface="楷体_GB2312"/>
              </a:defRPr>
            </a:lvl2pPr>
            <a:lvl3pPr marL="1185863" indent="-236538">
              <a:defRPr sz="1100" b="1">
                <a:solidFill>
                  <a:schemeClr val="tx1"/>
                </a:solidFill>
                <a:latin typeface="Times New Roman" panose="02020603050405020304" pitchFamily="18" charset="0"/>
                <a:ea typeface="楷体_GB2312"/>
                <a:cs typeface="楷体_GB2312"/>
              </a:defRPr>
            </a:lvl3pPr>
            <a:lvl4pPr marL="1660525" indent="-236538">
              <a:defRPr sz="1100" b="1">
                <a:solidFill>
                  <a:schemeClr val="tx1"/>
                </a:solidFill>
                <a:latin typeface="Times New Roman" panose="02020603050405020304" pitchFamily="18" charset="0"/>
                <a:ea typeface="楷体_GB2312"/>
                <a:cs typeface="楷体_GB2312"/>
              </a:defRPr>
            </a:lvl4pPr>
            <a:lvl5pPr marL="2133600" indent="-236538">
              <a:defRPr sz="1100" b="1">
                <a:solidFill>
                  <a:schemeClr val="tx1"/>
                </a:solidFill>
                <a:latin typeface="Times New Roman" panose="02020603050405020304" pitchFamily="18" charset="0"/>
                <a:ea typeface="楷体_GB2312"/>
                <a:cs typeface="楷体_GB2312"/>
              </a:defRPr>
            </a:lvl5pPr>
            <a:lvl6pPr marL="25908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30480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5052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9624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fld id="{89943C11-C75F-4BB8-9C19-098693EA7DB8}" type="slidenum">
              <a:rPr lang="zh-CN" altLang="en-US" sz="1200" b="0" smtClean="0">
                <a:solidFill>
                  <a:srgbClr val="000000"/>
                </a:solidFill>
                <a:latin typeface="Arial" panose="020B0604020202020204" pitchFamily="34" charset="0"/>
              </a:rPr>
              <a:pPr/>
              <a:t>33</a:t>
            </a:fld>
            <a:endParaRPr lang="en-US" altLang="zh-CN" sz="1200" b="0">
              <a:solidFill>
                <a:srgbClr val="000000"/>
              </a:solidFill>
              <a:latin typeface="Arial" panose="020B0604020202020204" pitchFamily="34" charset="0"/>
            </a:endParaRPr>
          </a:p>
        </p:txBody>
      </p:sp>
    </p:spTree>
    <p:extLst>
      <p:ext uri="{BB962C8B-B14F-4D97-AF65-F5344CB8AC3E}">
        <p14:creationId xmlns:p14="http://schemas.microsoft.com/office/powerpoint/2010/main" val="179812982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幻灯片图像占位符 1"/>
          <p:cNvSpPr>
            <a:spLocks noGrp="1" noRot="1" noChangeAspect="1" noTextEdit="1"/>
          </p:cNvSpPr>
          <p:nvPr>
            <p:ph type="sldImg"/>
          </p:nvPr>
        </p:nvSpPr>
        <p:spPr>
          <a:ln/>
        </p:spPr>
      </p:sp>
      <p:sp>
        <p:nvSpPr>
          <p:cNvPr id="3379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a:latin typeface="Arial" panose="020B0604020202020204" pitchFamily="34" charset="0"/>
            </a:endParaRPr>
          </a:p>
        </p:txBody>
      </p:sp>
      <p:sp>
        <p:nvSpPr>
          <p:cNvPr id="3379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69938" indent="-295275">
              <a:defRPr sz="1100" b="1">
                <a:solidFill>
                  <a:schemeClr val="tx1"/>
                </a:solidFill>
                <a:latin typeface="Times New Roman" panose="02020603050405020304" pitchFamily="18" charset="0"/>
                <a:ea typeface="楷体_GB2312"/>
                <a:cs typeface="楷体_GB2312"/>
              </a:defRPr>
            </a:lvl2pPr>
            <a:lvl3pPr marL="1185863" indent="-236538">
              <a:defRPr sz="1100" b="1">
                <a:solidFill>
                  <a:schemeClr val="tx1"/>
                </a:solidFill>
                <a:latin typeface="Times New Roman" panose="02020603050405020304" pitchFamily="18" charset="0"/>
                <a:ea typeface="楷体_GB2312"/>
                <a:cs typeface="楷体_GB2312"/>
              </a:defRPr>
            </a:lvl3pPr>
            <a:lvl4pPr marL="1660525" indent="-236538">
              <a:defRPr sz="1100" b="1">
                <a:solidFill>
                  <a:schemeClr val="tx1"/>
                </a:solidFill>
                <a:latin typeface="Times New Roman" panose="02020603050405020304" pitchFamily="18" charset="0"/>
                <a:ea typeface="楷体_GB2312"/>
                <a:cs typeface="楷体_GB2312"/>
              </a:defRPr>
            </a:lvl4pPr>
            <a:lvl5pPr marL="2133600" indent="-236538">
              <a:defRPr sz="1100" b="1">
                <a:solidFill>
                  <a:schemeClr val="tx1"/>
                </a:solidFill>
                <a:latin typeface="Times New Roman" panose="02020603050405020304" pitchFamily="18" charset="0"/>
                <a:ea typeface="楷体_GB2312"/>
                <a:cs typeface="楷体_GB2312"/>
              </a:defRPr>
            </a:lvl5pPr>
            <a:lvl6pPr marL="25908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30480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5052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9624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fld id="{E39AFA00-874A-4CD9-8DEB-E1FD116D4E1D}" type="slidenum">
              <a:rPr lang="zh-CN" altLang="en-US" sz="1200" b="0" smtClean="0">
                <a:solidFill>
                  <a:srgbClr val="000000"/>
                </a:solidFill>
                <a:latin typeface="Arial" panose="020B0604020202020204" pitchFamily="34" charset="0"/>
              </a:rPr>
              <a:pPr/>
              <a:t>34</a:t>
            </a:fld>
            <a:endParaRPr lang="en-US" altLang="zh-CN" sz="1200" b="0">
              <a:solidFill>
                <a:srgbClr val="000000"/>
              </a:solidFill>
              <a:latin typeface="Arial" panose="020B0604020202020204" pitchFamily="34" charset="0"/>
            </a:endParaRPr>
          </a:p>
        </p:txBody>
      </p:sp>
    </p:spTree>
    <p:extLst>
      <p:ext uri="{BB962C8B-B14F-4D97-AF65-F5344CB8AC3E}">
        <p14:creationId xmlns:p14="http://schemas.microsoft.com/office/powerpoint/2010/main" val="83128032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69938" indent="-295275">
              <a:defRPr sz="1100" b="1">
                <a:solidFill>
                  <a:schemeClr val="tx1"/>
                </a:solidFill>
                <a:latin typeface="Times New Roman" panose="02020603050405020304" pitchFamily="18" charset="0"/>
                <a:ea typeface="楷体_GB2312"/>
                <a:cs typeface="楷体_GB2312"/>
              </a:defRPr>
            </a:lvl2pPr>
            <a:lvl3pPr marL="1185863" indent="-236538">
              <a:defRPr sz="1100" b="1">
                <a:solidFill>
                  <a:schemeClr val="tx1"/>
                </a:solidFill>
                <a:latin typeface="Times New Roman" panose="02020603050405020304" pitchFamily="18" charset="0"/>
                <a:ea typeface="楷体_GB2312"/>
                <a:cs typeface="楷体_GB2312"/>
              </a:defRPr>
            </a:lvl3pPr>
            <a:lvl4pPr marL="1660525" indent="-236538">
              <a:defRPr sz="1100" b="1">
                <a:solidFill>
                  <a:schemeClr val="tx1"/>
                </a:solidFill>
                <a:latin typeface="Times New Roman" panose="02020603050405020304" pitchFamily="18" charset="0"/>
                <a:ea typeface="楷体_GB2312"/>
                <a:cs typeface="楷体_GB2312"/>
              </a:defRPr>
            </a:lvl4pPr>
            <a:lvl5pPr marL="2133600" indent="-236538">
              <a:defRPr sz="1100" b="1">
                <a:solidFill>
                  <a:schemeClr val="tx1"/>
                </a:solidFill>
                <a:latin typeface="Times New Roman" panose="02020603050405020304" pitchFamily="18" charset="0"/>
                <a:ea typeface="楷体_GB2312"/>
                <a:cs typeface="楷体_GB2312"/>
              </a:defRPr>
            </a:lvl5pPr>
            <a:lvl6pPr marL="25908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30480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5052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9624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fld id="{05367A92-9251-4C27-BE71-A6E2DC34D66A}" type="slidenum">
              <a:rPr lang="zh-CN" altLang="en-US" sz="1200" b="0" smtClean="0">
                <a:solidFill>
                  <a:srgbClr val="000000"/>
                </a:solidFill>
                <a:latin typeface="Arial" panose="020B0604020202020204" pitchFamily="34" charset="0"/>
              </a:rPr>
              <a:pPr/>
              <a:t>35</a:t>
            </a:fld>
            <a:endParaRPr lang="en-US" altLang="zh-CN" sz="1200" b="0">
              <a:solidFill>
                <a:srgbClr val="000000"/>
              </a:solidFill>
              <a:latin typeface="Arial" panose="020B0604020202020204" pitchFamily="34" charset="0"/>
            </a:endParaRPr>
          </a:p>
        </p:txBody>
      </p:sp>
      <p:sp>
        <p:nvSpPr>
          <p:cNvPr id="35843" name="Rectangle 2"/>
          <p:cNvSpPr>
            <a:spLocks noGrp="1" noRot="1" noChangeAspect="1" noChangeArrowheads="1" noTextEdit="1"/>
          </p:cNvSpPr>
          <p:nvPr>
            <p:ph type="sldImg"/>
          </p:nvPr>
        </p:nvSpPr>
        <p:spPr>
          <a:ln/>
        </p:spPr>
      </p:sp>
      <p:sp>
        <p:nvSpPr>
          <p:cNvPr id="358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extLst>
      <p:ext uri="{BB962C8B-B14F-4D97-AF65-F5344CB8AC3E}">
        <p14:creationId xmlns:p14="http://schemas.microsoft.com/office/powerpoint/2010/main" val="133104022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69938" indent="-295275">
              <a:defRPr sz="1100" b="1">
                <a:solidFill>
                  <a:schemeClr val="tx1"/>
                </a:solidFill>
                <a:latin typeface="Times New Roman" panose="02020603050405020304" pitchFamily="18" charset="0"/>
                <a:ea typeface="楷体_GB2312"/>
                <a:cs typeface="楷体_GB2312"/>
              </a:defRPr>
            </a:lvl2pPr>
            <a:lvl3pPr marL="1185863" indent="-236538">
              <a:defRPr sz="1100" b="1">
                <a:solidFill>
                  <a:schemeClr val="tx1"/>
                </a:solidFill>
                <a:latin typeface="Times New Roman" panose="02020603050405020304" pitchFamily="18" charset="0"/>
                <a:ea typeface="楷体_GB2312"/>
                <a:cs typeface="楷体_GB2312"/>
              </a:defRPr>
            </a:lvl3pPr>
            <a:lvl4pPr marL="1660525" indent="-236538">
              <a:defRPr sz="1100" b="1">
                <a:solidFill>
                  <a:schemeClr val="tx1"/>
                </a:solidFill>
                <a:latin typeface="Times New Roman" panose="02020603050405020304" pitchFamily="18" charset="0"/>
                <a:ea typeface="楷体_GB2312"/>
                <a:cs typeface="楷体_GB2312"/>
              </a:defRPr>
            </a:lvl4pPr>
            <a:lvl5pPr marL="2133600" indent="-236538">
              <a:defRPr sz="1100" b="1">
                <a:solidFill>
                  <a:schemeClr val="tx1"/>
                </a:solidFill>
                <a:latin typeface="Times New Roman" panose="02020603050405020304" pitchFamily="18" charset="0"/>
                <a:ea typeface="楷体_GB2312"/>
                <a:cs typeface="楷体_GB2312"/>
              </a:defRPr>
            </a:lvl5pPr>
            <a:lvl6pPr marL="25908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30480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5052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9624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fld id="{E726CC15-2F92-4A76-BCE6-CA69C828EA4C}" type="slidenum">
              <a:rPr lang="zh-CN" altLang="en-US" sz="1200" b="0" smtClean="0">
                <a:solidFill>
                  <a:srgbClr val="000000"/>
                </a:solidFill>
                <a:latin typeface="Arial" panose="020B0604020202020204" pitchFamily="34" charset="0"/>
              </a:rPr>
              <a:pPr/>
              <a:t>36</a:t>
            </a:fld>
            <a:endParaRPr lang="en-US" altLang="zh-CN" sz="1200" b="0">
              <a:solidFill>
                <a:srgbClr val="000000"/>
              </a:solidFill>
              <a:latin typeface="Arial" panose="020B0604020202020204" pitchFamily="34" charset="0"/>
            </a:endParaRPr>
          </a:p>
        </p:txBody>
      </p:sp>
      <p:sp>
        <p:nvSpPr>
          <p:cNvPr id="37891" name="Rectangle 2"/>
          <p:cNvSpPr>
            <a:spLocks noGrp="1" noRot="1" noChangeAspect="1" noChangeArrowheads="1" noTextEdit="1"/>
          </p:cNvSpPr>
          <p:nvPr>
            <p:ph type="sldImg"/>
          </p:nvPr>
        </p:nvSpPr>
        <p:spPr>
          <a:ln/>
        </p:spPr>
      </p:sp>
      <p:sp>
        <p:nvSpPr>
          <p:cNvPr id="378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extLst>
      <p:ext uri="{BB962C8B-B14F-4D97-AF65-F5344CB8AC3E}">
        <p14:creationId xmlns:p14="http://schemas.microsoft.com/office/powerpoint/2010/main" val="268613549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幻灯片图像占位符 1"/>
          <p:cNvSpPr>
            <a:spLocks noGrp="1" noRot="1" noChangeAspect="1" noTextEdit="1"/>
          </p:cNvSpPr>
          <p:nvPr>
            <p:ph type="sldImg"/>
          </p:nvPr>
        </p:nvSpPr>
        <p:spPr>
          <a:ln/>
        </p:spPr>
      </p:sp>
      <p:sp>
        <p:nvSpPr>
          <p:cNvPr id="3993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3994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69938" indent="-295275">
              <a:defRPr sz="1100" b="1">
                <a:solidFill>
                  <a:schemeClr val="tx1"/>
                </a:solidFill>
                <a:latin typeface="Times New Roman" panose="02020603050405020304" pitchFamily="18" charset="0"/>
                <a:ea typeface="楷体_GB2312"/>
                <a:cs typeface="楷体_GB2312"/>
              </a:defRPr>
            </a:lvl2pPr>
            <a:lvl3pPr marL="1185863" indent="-236538">
              <a:defRPr sz="1100" b="1">
                <a:solidFill>
                  <a:schemeClr val="tx1"/>
                </a:solidFill>
                <a:latin typeface="Times New Roman" panose="02020603050405020304" pitchFamily="18" charset="0"/>
                <a:ea typeface="楷体_GB2312"/>
                <a:cs typeface="楷体_GB2312"/>
              </a:defRPr>
            </a:lvl3pPr>
            <a:lvl4pPr marL="1660525" indent="-236538">
              <a:defRPr sz="1100" b="1">
                <a:solidFill>
                  <a:schemeClr val="tx1"/>
                </a:solidFill>
                <a:latin typeface="Times New Roman" panose="02020603050405020304" pitchFamily="18" charset="0"/>
                <a:ea typeface="楷体_GB2312"/>
                <a:cs typeface="楷体_GB2312"/>
              </a:defRPr>
            </a:lvl4pPr>
            <a:lvl5pPr marL="2133600" indent="-236538">
              <a:defRPr sz="1100" b="1">
                <a:solidFill>
                  <a:schemeClr val="tx1"/>
                </a:solidFill>
                <a:latin typeface="Times New Roman" panose="02020603050405020304" pitchFamily="18" charset="0"/>
                <a:ea typeface="楷体_GB2312"/>
                <a:cs typeface="楷体_GB2312"/>
              </a:defRPr>
            </a:lvl5pPr>
            <a:lvl6pPr marL="25908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30480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5052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9624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fld id="{220C10BF-376A-446D-8672-DD291618692D}" type="slidenum">
              <a:rPr lang="zh-CN" altLang="en-US" sz="1200" b="0" smtClean="0">
                <a:solidFill>
                  <a:srgbClr val="000000"/>
                </a:solidFill>
                <a:latin typeface="Arial" panose="020B0604020202020204" pitchFamily="34" charset="0"/>
              </a:rPr>
              <a:pPr/>
              <a:t>37</a:t>
            </a:fld>
            <a:endParaRPr lang="en-US" altLang="zh-CN" sz="1200" b="0">
              <a:solidFill>
                <a:srgbClr val="000000"/>
              </a:solidFill>
              <a:latin typeface="Arial" panose="020B0604020202020204" pitchFamily="34" charset="0"/>
            </a:endParaRPr>
          </a:p>
        </p:txBody>
      </p:sp>
    </p:spTree>
    <p:extLst>
      <p:ext uri="{BB962C8B-B14F-4D97-AF65-F5344CB8AC3E}">
        <p14:creationId xmlns:p14="http://schemas.microsoft.com/office/powerpoint/2010/main" val="37986208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242442B0-65F0-423C-9435-98AA9BE52A52}" type="slidenum">
              <a:rPr lang="zh-CN" altLang="en-US">
                <a:solidFill>
                  <a:srgbClr val="000000"/>
                </a:solidFill>
              </a:rPr>
              <a:pPr>
                <a:defRPr/>
              </a:pPr>
              <a:t>‹#›</a:t>
            </a:fld>
            <a:endParaRPr lang="en-US" altLang="zh-CN" dirty="0">
              <a:solidFill>
                <a:srgbClr val="000000"/>
              </a:solidFill>
            </a:endParaRPr>
          </a:p>
        </p:txBody>
      </p:sp>
    </p:spTree>
    <p:extLst>
      <p:ext uri="{BB962C8B-B14F-4D97-AF65-F5344CB8AC3E}">
        <p14:creationId xmlns:p14="http://schemas.microsoft.com/office/powerpoint/2010/main" val="25714938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9C379493-E21D-422A-98EC-F13B3769586F}" type="slidenum">
              <a:rPr lang="zh-CN" altLang="en-US">
                <a:solidFill>
                  <a:srgbClr val="000000"/>
                </a:solidFill>
              </a:rPr>
              <a:pPr>
                <a:defRPr/>
              </a:pPr>
              <a:t>‹#›</a:t>
            </a:fld>
            <a:endParaRPr lang="en-US" altLang="zh-CN" dirty="0">
              <a:solidFill>
                <a:srgbClr val="000000"/>
              </a:solidFill>
            </a:endParaRPr>
          </a:p>
        </p:txBody>
      </p:sp>
    </p:spTree>
    <p:extLst>
      <p:ext uri="{BB962C8B-B14F-4D97-AF65-F5344CB8AC3E}">
        <p14:creationId xmlns:p14="http://schemas.microsoft.com/office/powerpoint/2010/main" val="12604243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ACE01EAF-2024-420B-89FD-CB2E5CA27F4C}" type="slidenum">
              <a:rPr lang="zh-CN" altLang="en-US">
                <a:solidFill>
                  <a:srgbClr val="000000"/>
                </a:solidFill>
              </a:rPr>
              <a:pPr>
                <a:defRPr/>
              </a:pPr>
              <a:t>‹#›</a:t>
            </a:fld>
            <a:endParaRPr lang="en-US" altLang="zh-CN" dirty="0">
              <a:solidFill>
                <a:srgbClr val="000000"/>
              </a:solidFill>
            </a:endParaRPr>
          </a:p>
        </p:txBody>
      </p:sp>
    </p:spTree>
    <p:extLst>
      <p:ext uri="{BB962C8B-B14F-4D97-AF65-F5344CB8AC3E}">
        <p14:creationId xmlns:p14="http://schemas.microsoft.com/office/powerpoint/2010/main" val="41233040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9F6F02C9-C14D-482A-B52F-3589E799176C}" type="slidenum">
              <a:rPr lang="zh-CN" altLang="en-US">
                <a:solidFill>
                  <a:srgbClr val="000000"/>
                </a:solidFill>
              </a:rPr>
              <a:pPr>
                <a:defRPr/>
              </a:pPr>
              <a:t>‹#›</a:t>
            </a:fld>
            <a:endParaRPr lang="en-US" altLang="zh-CN" dirty="0">
              <a:solidFill>
                <a:srgbClr val="000000"/>
              </a:solidFill>
            </a:endParaRPr>
          </a:p>
        </p:txBody>
      </p:sp>
    </p:spTree>
    <p:extLst>
      <p:ext uri="{BB962C8B-B14F-4D97-AF65-F5344CB8AC3E}">
        <p14:creationId xmlns:p14="http://schemas.microsoft.com/office/powerpoint/2010/main" val="30549560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9" name="Rectangle 6"/>
          <p:cNvSpPr>
            <a:spLocks noGrp="1" noChangeArrowheads="1"/>
          </p:cNvSpPr>
          <p:nvPr>
            <p:ph type="sldNum" sz="quarter" idx="12"/>
          </p:nvPr>
        </p:nvSpPr>
        <p:spPr>
          <a:ln/>
        </p:spPr>
        <p:txBody>
          <a:bodyPr/>
          <a:lstStyle>
            <a:lvl1pPr>
              <a:defRPr/>
            </a:lvl1pPr>
          </a:lstStyle>
          <a:p>
            <a:pPr>
              <a:defRPr/>
            </a:pPr>
            <a:fld id="{3E494CBE-1E17-4CEF-A3A7-170C05709387}" type="slidenum">
              <a:rPr lang="zh-CN" altLang="en-US">
                <a:solidFill>
                  <a:srgbClr val="000000"/>
                </a:solidFill>
              </a:rPr>
              <a:pPr>
                <a:defRPr/>
              </a:pPr>
              <a:t>‹#›</a:t>
            </a:fld>
            <a:endParaRPr lang="en-US" altLang="zh-CN" dirty="0">
              <a:solidFill>
                <a:srgbClr val="000000"/>
              </a:solidFill>
            </a:endParaRPr>
          </a:p>
        </p:txBody>
      </p:sp>
    </p:spTree>
    <p:extLst>
      <p:ext uri="{BB962C8B-B14F-4D97-AF65-F5344CB8AC3E}">
        <p14:creationId xmlns:p14="http://schemas.microsoft.com/office/powerpoint/2010/main" val="12592566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5" name="Rectangle 6"/>
          <p:cNvSpPr>
            <a:spLocks noGrp="1" noChangeArrowheads="1"/>
          </p:cNvSpPr>
          <p:nvPr>
            <p:ph type="sldNum" sz="quarter" idx="12"/>
          </p:nvPr>
        </p:nvSpPr>
        <p:spPr>
          <a:ln/>
        </p:spPr>
        <p:txBody>
          <a:bodyPr/>
          <a:lstStyle>
            <a:lvl1pPr>
              <a:defRPr/>
            </a:lvl1pPr>
          </a:lstStyle>
          <a:p>
            <a:pPr>
              <a:defRPr/>
            </a:pPr>
            <a:fld id="{057A313C-52AD-4199-90BE-6E73990C8069}" type="slidenum">
              <a:rPr lang="zh-CN" altLang="en-US">
                <a:solidFill>
                  <a:srgbClr val="000000"/>
                </a:solidFill>
              </a:rPr>
              <a:pPr>
                <a:defRPr/>
              </a:pPr>
              <a:t>‹#›</a:t>
            </a:fld>
            <a:endParaRPr lang="en-US" altLang="zh-CN" dirty="0">
              <a:solidFill>
                <a:srgbClr val="000000"/>
              </a:solidFill>
            </a:endParaRPr>
          </a:p>
        </p:txBody>
      </p:sp>
    </p:spTree>
    <p:extLst>
      <p:ext uri="{BB962C8B-B14F-4D97-AF65-F5344CB8AC3E}">
        <p14:creationId xmlns:p14="http://schemas.microsoft.com/office/powerpoint/2010/main" val="42323221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4" name="Rectangle 6"/>
          <p:cNvSpPr>
            <a:spLocks noGrp="1" noChangeArrowheads="1"/>
          </p:cNvSpPr>
          <p:nvPr>
            <p:ph type="sldNum" sz="quarter" idx="12"/>
          </p:nvPr>
        </p:nvSpPr>
        <p:spPr>
          <a:ln/>
        </p:spPr>
        <p:txBody>
          <a:bodyPr/>
          <a:lstStyle>
            <a:lvl1pPr>
              <a:defRPr/>
            </a:lvl1pPr>
          </a:lstStyle>
          <a:p>
            <a:pPr>
              <a:defRPr/>
            </a:pPr>
            <a:fld id="{653DDFC5-9F9A-46EA-BC67-EFFA405F2CBB}" type="slidenum">
              <a:rPr lang="zh-CN" altLang="en-US">
                <a:solidFill>
                  <a:srgbClr val="000000"/>
                </a:solidFill>
              </a:rPr>
              <a:pPr>
                <a:defRPr/>
              </a:pPr>
              <a:t>‹#›</a:t>
            </a:fld>
            <a:endParaRPr lang="en-US" altLang="zh-CN" dirty="0">
              <a:solidFill>
                <a:srgbClr val="000000"/>
              </a:solidFill>
            </a:endParaRPr>
          </a:p>
        </p:txBody>
      </p:sp>
    </p:spTree>
    <p:extLst>
      <p:ext uri="{BB962C8B-B14F-4D97-AF65-F5344CB8AC3E}">
        <p14:creationId xmlns:p14="http://schemas.microsoft.com/office/powerpoint/2010/main" val="39101022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6ABC6696-D5F5-4DA4-BB3B-4C6D2C0C6789}" type="slidenum">
              <a:rPr lang="zh-CN" altLang="en-US">
                <a:solidFill>
                  <a:srgbClr val="000000"/>
                </a:solidFill>
              </a:rPr>
              <a:pPr>
                <a:defRPr/>
              </a:pPr>
              <a:t>‹#›</a:t>
            </a:fld>
            <a:endParaRPr lang="en-US" altLang="zh-CN" dirty="0">
              <a:solidFill>
                <a:srgbClr val="000000"/>
              </a:solidFill>
            </a:endParaRPr>
          </a:p>
        </p:txBody>
      </p:sp>
    </p:spTree>
    <p:extLst>
      <p:ext uri="{BB962C8B-B14F-4D97-AF65-F5344CB8AC3E}">
        <p14:creationId xmlns:p14="http://schemas.microsoft.com/office/powerpoint/2010/main" val="16020859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3076F351-3068-44AA-80EE-7C0A002AFEE5}" type="slidenum">
              <a:rPr lang="zh-CN" altLang="en-US">
                <a:solidFill>
                  <a:srgbClr val="000000"/>
                </a:solidFill>
              </a:rPr>
              <a:pPr>
                <a:defRPr/>
              </a:pPr>
              <a:t>‹#›</a:t>
            </a:fld>
            <a:endParaRPr lang="en-US" altLang="zh-CN" dirty="0">
              <a:solidFill>
                <a:srgbClr val="000000"/>
              </a:solidFill>
            </a:endParaRPr>
          </a:p>
        </p:txBody>
      </p:sp>
    </p:spTree>
    <p:extLst>
      <p:ext uri="{BB962C8B-B14F-4D97-AF65-F5344CB8AC3E}">
        <p14:creationId xmlns:p14="http://schemas.microsoft.com/office/powerpoint/2010/main" val="34590600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717F4327-437C-4671-8E57-EFE09BBB6570}" type="slidenum">
              <a:rPr lang="zh-CN" altLang="en-US">
                <a:solidFill>
                  <a:srgbClr val="000000"/>
                </a:solidFill>
              </a:rPr>
              <a:pPr>
                <a:defRPr/>
              </a:pPr>
              <a:t>‹#›</a:t>
            </a:fld>
            <a:endParaRPr lang="en-US" altLang="zh-CN" dirty="0">
              <a:solidFill>
                <a:srgbClr val="000000"/>
              </a:solidFill>
            </a:endParaRPr>
          </a:p>
        </p:txBody>
      </p:sp>
    </p:spTree>
    <p:extLst>
      <p:ext uri="{BB962C8B-B14F-4D97-AF65-F5344CB8AC3E}">
        <p14:creationId xmlns:p14="http://schemas.microsoft.com/office/powerpoint/2010/main" val="7815179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5979"/>
            <a:ext cx="2057400" cy="4388644"/>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05979"/>
            <a:ext cx="6019800" cy="4388644"/>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9314ACF3-8C5F-4551-86EA-D6BD487FB7FA}" type="slidenum">
              <a:rPr lang="zh-CN" altLang="en-US">
                <a:solidFill>
                  <a:srgbClr val="000000"/>
                </a:solidFill>
              </a:rPr>
              <a:pPr>
                <a:defRPr/>
              </a:pPr>
              <a:t>‹#›</a:t>
            </a:fld>
            <a:endParaRPr lang="en-US" altLang="zh-CN" dirty="0">
              <a:solidFill>
                <a:srgbClr val="000000"/>
              </a:solidFill>
            </a:endParaRPr>
          </a:p>
        </p:txBody>
      </p:sp>
    </p:spTree>
    <p:extLst>
      <p:ext uri="{BB962C8B-B14F-4D97-AF65-F5344CB8AC3E}">
        <p14:creationId xmlns:p14="http://schemas.microsoft.com/office/powerpoint/2010/main" val="8685032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200152"/>
            <a:ext cx="7772400" cy="1335081"/>
          </a:xfrm>
        </p:spPr>
        <p:txBody>
          <a:bodyPr anchor="b">
            <a:normAutofit/>
          </a:bodyPr>
          <a:lstStyle>
            <a:lvl1pPr>
              <a:defRPr sz="4400">
                <a:solidFill>
                  <a:srgbClr val="FFFFFF"/>
                </a:solidFill>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371600" y="2667001"/>
            <a:ext cx="6400800" cy="11049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rtlCol="0"/>
          <a:lstStyle>
            <a:lvl1pPr>
              <a:defRPr>
                <a:ea typeface="楷体_GB2312"/>
              </a:defRPr>
            </a:lvl1pPr>
          </a:lstStyle>
          <a:p>
            <a:pPr>
              <a:defRPr/>
            </a:pPr>
            <a:endParaRPr lang="en-US" altLang="zh-CN"/>
          </a:p>
        </p:txBody>
      </p:sp>
      <p:sp>
        <p:nvSpPr>
          <p:cNvPr id="5" name="Footer Placeholder 4"/>
          <p:cNvSpPr>
            <a:spLocks noGrp="1"/>
          </p:cNvSpPr>
          <p:nvPr>
            <p:ph type="ftr" sz="quarter" idx="11"/>
          </p:nvPr>
        </p:nvSpPr>
        <p:spPr/>
        <p:txBody>
          <a:bodyPr rtlCol="0"/>
          <a:lstStyle>
            <a:lvl1pPr>
              <a:defRPr>
                <a:ea typeface="楷体_GB2312"/>
              </a:defRPr>
            </a:lvl1pPr>
          </a:lstStyle>
          <a:p>
            <a:pPr>
              <a:defRPr/>
            </a:pPr>
            <a:endParaRPr lang="en-US" altLang="zh-CN"/>
          </a:p>
        </p:txBody>
      </p:sp>
      <p:sp>
        <p:nvSpPr>
          <p:cNvPr id="6" name="Slide Number Placeholder 5"/>
          <p:cNvSpPr>
            <a:spLocks noGrp="1"/>
          </p:cNvSpPr>
          <p:nvPr>
            <p:ph type="sldNum" sz="quarter" idx="12"/>
          </p:nvPr>
        </p:nvSpPr>
        <p:spPr>
          <a:xfrm>
            <a:off x="7817963" y="195486"/>
            <a:ext cx="1162050" cy="273050"/>
          </a:xfrm>
        </p:spPr>
        <p:txBody>
          <a:bodyPr/>
          <a:lstStyle>
            <a:lvl1pPr>
              <a:defRPr sz="1400">
                <a:ea typeface="楷体_GB2312"/>
                <a:cs typeface="楷体_GB2312"/>
              </a:defRPr>
            </a:lvl1pPr>
          </a:lstStyle>
          <a:p>
            <a:pPr>
              <a:defRPr/>
            </a:pPr>
            <a:fld id="{AF6B4237-9F78-486C-8693-380A31267B76}" type="slidenum">
              <a:rPr lang="zh-CN" altLang="en-US" smtClean="0"/>
              <a:pPr>
                <a:defRPr/>
              </a:pPr>
              <a:t>‹#›</a:t>
            </a:fld>
            <a:endParaRPr lang="en-US" altLang="zh-CN" dirty="0"/>
          </a:p>
        </p:txBody>
      </p:sp>
    </p:spTree>
    <p:extLst>
      <p:ext uri="{BB962C8B-B14F-4D97-AF65-F5344CB8AC3E}">
        <p14:creationId xmlns:p14="http://schemas.microsoft.com/office/powerpoint/2010/main" val="13671392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grpSp>
        <p:nvGrpSpPr>
          <p:cNvPr id="4" name="组合 5"/>
          <p:cNvGrpSpPr>
            <a:grpSpLocks/>
          </p:cNvGrpSpPr>
          <p:nvPr userDrawn="1"/>
        </p:nvGrpSpPr>
        <p:grpSpPr bwMode="auto">
          <a:xfrm>
            <a:off x="0" y="195263"/>
            <a:ext cx="755650" cy="431800"/>
            <a:chOff x="-786" y="195486"/>
            <a:chExt cx="756363" cy="432048"/>
          </a:xfrm>
        </p:grpSpPr>
        <p:sp>
          <p:nvSpPr>
            <p:cNvPr id="5" name="五边形 4"/>
            <p:cNvSpPr/>
            <p:nvPr/>
          </p:nvSpPr>
          <p:spPr>
            <a:xfrm>
              <a:off x="-786" y="195486"/>
              <a:ext cx="756363" cy="432048"/>
            </a:xfrm>
            <a:prstGeom prst="homePlate">
              <a:avLst/>
            </a:prstGeom>
            <a:solidFill>
              <a:schemeClr val="bg2">
                <a:lumMod val="50000"/>
              </a:schemeClr>
            </a:solidFill>
            <a:ln w="25400" cap="flat" cmpd="sng" algn="ctr">
              <a:noFill/>
              <a:prstDash val="solid"/>
            </a:ln>
            <a:effectLst/>
          </p:spPr>
          <p:txBody>
            <a:bodyPr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en-US" b="0">
                <a:solidFill>
                  <a:srgbClr val="FFFFFF"/>
                </a:solidFill>
                <a:latin typeface="Calibri" panose="020F0502020204030204" pitchFamily="34" charset="0"/>
                <a:ea typeface="楷体_GB2312"/>
                <a:cs typeface="楷体_GB2312"/>
              </a:endParaRPr>
            </a:p>
          </p:txBody>
        </p:sp>
        <p:sp>
          <p:nvSpPr>
            <p:cNvPr id="6" name="五边形 5"/>
            <p:cNvSpPr>
              <a:spLocks noChangeArrowheads="1"/>
            </p:cNvSpPr>
            <p:nvPr/>
          </p:nvSpPr>
          <p:spPr bwMode="auto">
            <a:xfrm>
              <a:off x="-786" y="197074"/>
              <a:ext cx="756363" cy="88951"/>
            </a:xfrm>
            <a:prstGeom prst="homePlate">
              <a:avLst>
                <a:gd name="adj" fmla="val 49995"/>
              </a:avLst>
            </a:prstGeom>
            <a:solidFill>
              <a:schemeClr val="bg1">
                <a:alpha val="30196"/>
              </a:schemeClr>
            </a:solidFill>
            <a:ln>
              <a:noFill/>
            </a:ln>
          </p:spPr>
          <p:txBody>
            <a:bodyPr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en-US" b="0">
                <a:solidFill>
                  <a:srgbClr val="FFFFFF"/>
                </a:solidFill>
                <a:latin typeface="Calibri" panose="020F0502020204030204" pitchFamily="34" charset="0"/>
                <a:ea typeface="楷体_GB2312"/>
                <a:cs typeface="楷体_GB2312"/>
              </a:endParaRPr>
            </a:p>
          </p:txBody>
        </p:sp>
      </p:grpSp>
      <p:sp>
        <p:nvSpPr>
          <p:cNvPr id="3" name="Content Placeholder 2"/>
          <p:cNvSpPr>
            <a:spLocks noGrp="1"/>
          </p:cNvSpPr>
          <p:nvPr>
            <p:ph idx="1"/>
          </p:nvPr>
        </p:nvSpPr>
        <p:spPr/>
        <p:txBody>
          <a:bodyPr/>
          <a:lstStyle>
            <a:lvl1pPr>
              <a:defRPr baseline="0">
                <a:latin typeface="Times New Roman" panose="02020603050405020304" pitchFamily="18" charset="0"/>
              </a:defRPr>
            </a:lvl1pPr>
            <a:lvl2pPr>
              <a:defRPr baseline="0">
                <a:latin typeface="Times New Roman" panose="02020603050405020304" pitchFamily="18" charset="0"/>
              </a:defRPr>
            </a:lvl2pPr>
            <a:lvl3pPr>
              <a:defRPr baseline="0">
                <a:latin typeface="Times New Roman" panose="02020603050405020304" pitchFamily="18" charset="0"/>
              </a:defRPr>
            </a:lvl3pPr>
            <a:lvl4pPr>
              <a:defRPr baseline="0">
                <a:latin typeface="Times New Roman" panose="02020603050405020304" pitchFamily="18" charset="0"/>
              </a:defRPr>
            </a:lvl4pPr>
            <a:lvl5pPr>
              <a:defRPr baseline="0">
                <a:latin typeface="Times New Roman" panose="02020603050405020304" pitchFamily="18"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7" name="Title 6"/>
          <p:cNvSpPr>
            <a:spLocks noGrp="1"/>
          </p:cNvSpPr>
          <p:nvPr>
            <p:ph type="title"/>
          </p:nvPr>
        </p:nvSpPr>
        <p:spPr>
          <a:xfrm>
            <a:off x="755576" y="267494"/>
            <a:ext cx="7931224" cy="360040"/>
          </a:xfrm>
        </p:spPr>
        <p:txBody>
          <a:bodyPr/>
          <a:lstStyle>
            <a:lvl1pPr algn="l">
              <a:defRPr b="1" baseline="0">
                <a:latin typeface="Times New Roman" panose="02020603050405020304" pitchFamily="18" charset="0"/>
                <a:ea typeface="黑体" panose="02010609060101010101" pitchFamily="49" charset="-122"/>
              </a:defRPr>
            </a:lvl1pPr>
          </a:lstStyle>
          <a:p>
            <a:r>
              <a:rPr lang="zh-CN" altLang="en-US" dirty="0"/>
              <a:t>单击此处编辑母版标题样式</a:t>
            </a:r>
            <a:endParaRPr lang="en-US" dirty="0"/>
          </a:p>
        </p:txBody>
      </p:sp>
      <p:sp>
        <p:nvSpPr>
          <p:cNvPr id="8" name="Date Placeholder 3"/>
          <p:cNvSpPr>
            <a:spLocks noGrp="1"/>
          </p:cNvSpPr>
          <p:nvPr>
            <p:ph type="dt" sz="half" idx="10"/>
          </p:nvPr>
        </p:nvSpPr>
        <p:spPr/>
        <p:txBody>
          <a:bodyPr rtlCol="0"/>
          <a:lstStyle>
            <a:lvl1pPr>
              <a:defRPr>
                <a:ea typeface="楷体_GB2312"/>
              </a:defRPr>
            </a:lvl1pPr>
          </a:lstStyle>
          <a:p>
            <a:pPr>
              <a:defRPr/>
            </a:pPr>
            <a:endParaRPr lang="en-US" altLang="zh-CN"/>
          </a:p>
        </p:txBody>
      </p:sp>
      <p:sp>
        <p:nvSpPr>
          <p:cNvPr id="9" name="Footer Placeholder 4"/>
          <p:cNvSpPr>
            <a:spLocks noGrp="1"/>
          </p:cNvSpPr>
          <p:nvPr>
            <p:ph type="ftr" sz="quarter" idx="11"/>
          </p:nvPr>
        </p:nvSpPr>
        <p:spPr/>
        <p:txBody>
          <a:bodyPr rtlCol="0"/>
          <a:lstStyle>
            <a:lvl1pPr>
              <a:defRPr>
                <a:ea typeface="楷体_GB2312"/>
              </a:defRPr>
            </a:lvl1pPr>
          </a:lstStyle>
          <a:p>
            <a:pPr>
              <a:defRPr/>
            </a:pPr>
            <a:endParaRPr lang="en-US" altLang="zh-CN"/>
          </a:p>
        </p:txBody>
      </p:sp>
      <p:sp>
        <p:nvSpPr>
          <p:cNvPr id="10" name="Slide Number Placeholder 5"/>
          <p:cNvSpPr>
            <a:spLocks noGrp="1"/>
          </p:cNvSpPr>
          <p:nvPr>
            <p:ph type="sldNum" sz="quarter" idx="12"/>
          </p:nvPr>
        </p:nvSpPr>
        <p:spPr/>
        <p:txBody>
          <a:bodyPr/>
          <a:lstStyle>
            <a:lvl1pPr>
              <a:defRPr>
                <a:ea typeface="楷体_GB2312"/>
                <a:cs typeface="楷体_GB2312"/>
              </a:defRPr>
            </a:lvl1pPr>
          </a:lstStyle>
          <a:p>
            <a:pPr>
              <a:defRPr/>
            </a:pPr>
            <a:fld id="{AF28F9A2-09C9-4AF8-AF7C-3585CC992482}" type="slidenum">
              <a:rPr lang="zh-CN" altLang="en-US"/>
              <a:pPr>
                <a:defRPr/>
              </a:pPr>
              <a:t>‹#›</a:t>
            </a:fld>
            <a:endParaRPr lang="en-US" altLang="zh-CN"/>
          </a:p>
        </p:txBody>
      </p:sp>
    </p:spTree>
    <p:extLst>
      <p:ext uri="{BB962C8B-B14F-4D97-AF65-F5344CB8AC3E}">
        <p14:creationId xmlns:p14="http://schemas.microsoft.com/office/powerpoint/2010/main" val="166470108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651B9176-EB8F-4616-89B4-51E5D780E2B7}" type="slidenum">
              <a:rPr lang="zh-CN" altLang="en-US">
                <a:solidFill>
                  <a:srgbClr val="000000"/>
                </a:solidFill>
              </a:rPr>
              <a:pPr>
                <a:defRPr/>
              </a:pPr>
              <a:t>‹#›</a:t>
            </a:fld>
            <a:endParaRPr lang="en-US" altLang="zh-CN" dirty="0">
              <a:solidFill>
                <a:srgbClr val="000000"/>
              </a:solidFill>
            </a:endParaRPr>
          </a:p>
        </p:txBody>
      </p:sp>
    </p:spTree>
    <p:extLst>
      <p:ext uri="{BB962C8B-B14F-4D97-AF65-F5344CB8AC3E}">
        <p14:creationId xmlns:p14="http://schemas.microsoft.com/office/powerpoint/2010/main" val="26170706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B53A906F-316C-40F7-B075-13847AE22AA0}" type="slidenum">
              <a:rPr lang="zh-CN" altLang="en-US">
                <a:solidFill>
                  <a:srgbClr val="000000"/>
                </a:solidFill>
              </a:rPr>
              <a:pPr>
                <a:defRPr/>
              </a:pPr>
              <a:t>‹#›</a:t>
            </a:fld>
            <a:endParaRPr lang="en-US" altLang="zh-CN" dirty="0">
              <a:solidFill>
                <a:srgbClr val="000000"/>
              </a:solidFill>
            </a:endParaRPr>
          </a:p>
        </p:txBody>
      </p:sp>
    </p:spTree>
    <p:extLst>
      <p:ext uri="{BB962C8B-B14F-4D97-AF65-F5344CB8AC3E}">
        <p14:creationId xmlns:p14="http://schemas.microsoft.com/office/powerpoint/2010/main" val="249747865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1EA1D815-459A-4DCB-999D-DB3FA80F608A}" type="slidenum">
              <a:rPr lang="zh-CN" altLang="en-US">
                <a:solidFill>
                  <a:srgbClr val="000000"/>
                </a:solidFill>
              </a:rPr>
              <a:pPr>
                <a:defRPr/>
              </a:pPr>
              <a:t>‹#›</a:t>
            </a:fld>
            <a:endParaRPr lang="en-US" altLang="zh-CN" dirty="0">
              <a:solidFill>
                <a:srgbClr val="000000"/>
              </a:solidFill>
            </a:endParaRPr>
          </a:p>
        </p:txBody>
      </p:sp>
    </p:spTree>
    <p:extLst>
      <p:ext uri="{BB962C8B-B14F-4D97-AF65-F5344CB8AC3E}">
        <p14:creationId xmlns:p14="http://schemas.microsoft.com/office/powerpoint/2010/main" val="393649697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BAA59599-65B3-4438-B92B-4C40C75AA149}" type="slidenum">
              <a:rPr lang="zh-CN" altLang="en-US">
                <a:solidFill>
                  <a:srgbClr val="000000"/>
                </a:solidFill>
              </a:rPr>
              <a:pPr>
                <a:defRPr/>
              </a:pPr>
              <a:t>‹#›</a:t>
            </a:fld>
            <a:endParaRPr lang="en-US" altLang="zh-CN" dirty="0">
              <a:solidFill>
                <a:srgbClr val="000000"/>
              </a:solidFill>
            </a:endParaRPr>
          </a:p>
        </p:txBody>
      </p:sp>
    </p:spTree>
    <p:extLst>
      <p:ext uri="{BB962C8B-B14F-4D97-AF65-F5344CB8AC3E}">
        <p14:creationId xmlns:p14="http://schemas.microsoft.com/office/powerpoint/2010/main" val="4754638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9" name="Rectangle 6"/>
          <p:cNvSpPr>
            <a:spLocks noGrp="1" noChangeArrowheads="1"/>
          </p:cNvSpPr>
          <p:nvPr>
            <p:ph type="sldNum" sz="quarter" idx="12"/>
          </p:nvPr>
        </p:nvSpPr>
        <p:spPr>
          <a:ln/>
        </p:spPr>
        <p:txBody>
          <a:bodyPr/>
          <a:lstStyle>
            <a:lvl1pPr>
              <a:defRPr/>
            </a:lvl1pPr>
          </a:lstStyle>
          <a:p>
            <a:pPr>
              <a:defRPr/>
            </a:pPr>
            <a:fld id="{3EAB6F86-131C-4288-A201-43FFDAAEE03B}" type="slidenum">
              <a:rPr lang="zh-CN" altLang="en-US">
                <a:solidFill>
                  <a:srgbClr val="000000"/>
                </a:solidFill>
              </a:rPr>
              <a:pPr>
                <a:defRPr/>
              </a:pPr>
              <a:t>‹#›</a:t>
            </a:fld>
            <a:endParaRPr lang="en-US" altLang="zh-CN" dirty="0">
              <a:solidFill>
                <a:srgbClr val="000000"/>
              </a:solidFill>
            </a:endParaRPr>
          </a:p>
        </p:txBody>
      </p:sp>
    </p:spTree>
    <p:extLst>
      <p:ext uri="{BB962C8B-B14F-4D97-AF65-F5344CB8AC3E}">
        <p14:creationId xmlns:p14="http://schemas.microsoft.com/office/powerpoint/2010/main" val="398122836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5" name="Rectangle 6"/>
          <p:cNvSpPr>
            <a:spLocks noGrp="1" noChangeArrowheads="1"/>
          </p:cNvSpPr>
          <p:nvPr>
            <p:ph type="sldNum" sz="quarter" idx="12"/>
          </p:nvPr>
        </p:nvSpPr>
        <p:spPr>
          <a:ln/>
        </p:spPr>
        <p:txBody>
          <a:bodyPr/>
          <a:lstStyle>
            <a:lvl1pPr>
              <a:defRPr/>
            </a:lvl1pPr>
          </a:lstStyle>
          <a:p>
            <a:pPr>
              <a:defRPr/>
            </a:pPr>
            <a:fld id="{F4B507DA-D1C0-48B1-BAF2-B34FC6D812DC}" type="slidenum">
              <a:rPr lang="zh-CN" altLang="en-US">
                <a:solidFill>
                  <a:srgbClr val="000000"/>
                </a:solidFill>
              </a:rPr>
              <a:pPr>
                <a:defRPr/>
              </a:pPr>
              <a:t>‹#›</a:t>
            </a:fld>
            <a:endParaRPr lang="en-US" altLang="zh-CN" dirty="0">
              <a:solidFill>
                <a:srgbClr val="000000"/>
              </a:solidFill>
            </a:endParaRPr>
          </a:p>
        </p:txBody>
      </p:sp>
    </p:spTree>
    <p:extLst>
      <p:ext uri="{BB962C8B-B14F-4D97-AF65-F5344CB8AC3E}">
        <p14:creationId xmlns:p14="http://schemas.microsoft.com/office/powerpoint/2010/main" val="223763994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4" name="Rectangle 6"/>
          <p:cNvSpPr>
            <a:spLocks noGrp="1" noChangeArrowheads="1"/>
          </p:cNvSpPr>
          <p:nvPr>
            <p:ph type="sldNum" sz="quarter" idx="12"/>
          </p:nvPr>
        </p:nvSpPr>
        <p:spPr>
          <a:ln/>
        </p:spPr>
        <p:txBody>
          <a:bodyPr/>
          <a:lstStyle>
            <a:lvl1pPr>
              <a:defRPr/>
            </a:lvl1pPr>
          </a:lstStyle>
          <a:p>
            <a:pPr>
              <a:defRPr/>
            </a:pPr>
            <a:fld id="{ACE02FED-AB51-47A4-BB71-BE7DF5E95A21}" type="slidenum">
              <a:rPr lang="zh-CN" altLang="en-US">
                <a:solidFill>
                  <a:srgbClr val="000000"/>
                </a:solidFill>
              </a:rPr>
              <a:pPr>
                <a:defRPr/>
              </a:pPr>
              <a:t>‹#›</a:t>
            </a:fld>
            <a:endParaRPr lang="en-US" altLang="zh-CN" dirty="0">
              <a:solidFill>
                <a:srgbClr val="000000"/>
              </a:solidFill>
            </a:endParaRPr>
          </a:p>
        </p:txBody>
      </p:sp>
    </p:spTree>
    <p:extLst>
      <p:ext uri="{BB962C8B-B14F-4D97-AF65-F5344CB8AC3E}">
        <p14:creationId xmlns:p14="http://schemas.microsoft.com/office/powerpoint/2010/main" val="36299865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18DCDF24-95F8-40F9-B66F-FF96F7B5AB40}" type="slidenum">
              <a:rPr lang="zh-CN" altLang="en-US">
                <a:solidFill>
                  <a:srgbClr val="000000"/>
                </a:solidFill>
              </a:rPr>
              <a:pPr>
                <a:defRPr/>
              </a:pPr>
              <a:t>‹#›</a:t>
            </a:fld>
            <a:endParaRPr lang="en-US" altLang="zh-CN" dirty="0">
              <a:solidFill>
                <a:srgbClr val="000000"/>
              </a:solidFill>
            </a:endParaRPr>
          </a:p>
        </p:txBody>
      </p:sp>
    </p:spTree>
    <p:extLst>
      <p:ext uri="{BB962C8B-B14F-4D97-AF65-F5344CB8AC3E}">
        <p14:creationId xmlns:p14="http://schemas.microsoft.com/office/powerpoint/2010/main" val="155640281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271F4D15-E920-47A1-80ED-B004602EB29B}" type="slidenum">
              <a:rPr lang="zh-CN" altLang="en-US">
                <a:solidFill>
                  <a:srgbClr val="000000"/>
                </a:solidFill>
              </a:rPr>
              <a:pPr>
                <a:defRPr/>
              </a:pPr>
              <a:t>‹#›</a:t>
            </a:fld>
            <a:endParaRPr lang="en-US" altLang="zh-CN" dirty="0">
              <a:solidFill>
                <a:srgbClr val="000000"/>
              </a:solidFill>
            </a:endParaRPr>
          </a:p>
        </p:txBody>
      </p:sp>
    </p:spTree>
    <p:extLst>
      <p:ext uri="{BB962C8B-B14F-4D97-AF65-F5344CB8AC3E}">
        <p14:creationId xmlns:p14="http://schemas.microsoft.com/office/powerpoint/2010/main" val="362272138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88BD6271-45EB-4F30-8E22-51E7F0FCEBBF}" type="slidenum">
              <a:rPr lang="zh-CN" altLang="en-US">
                <a:solidFill>
                  <a:srgbClr val="000000"/>
                </a:solidFill>
              </a:rPr>
              <a:pPr>
                <a:defRPr/>
              </a:pPr>
              <a:t>‹#›</a:t>
            </a:fld>
            <a:endParaRPr lang="en-US" altLang="zh-CN" dirty="0">
              <a:solidFill>
                <a:srgbClr val="000000"/>
              </a:solidFill>
            </a:endParaRPr>
          </a:p>
        </p:txBody>
      </p:sp>
    </p:spTree>
    <p:extLst>
      <p:ext uri="{BB962C8B-B14F-4D97-AF65-F5344CB8AC3E}">
        <p14:creationId xmlns:p14="http://schemas.microsoft.com/office/powerpoint/2010/main" val="44967067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5979"/>
            <a:ext cx="2057400" cy="4388644"/>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05979"/>
            <a:ext cx="6019800" cy="4388644"/>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58441681-920E-436D-A71E-836DE009EE78}" type="slidenum">
              <a:rPr lang="zh-CN" altLang="en-US">
                <a:solidFill>
                  <a:srgbClr val="000000"/>
                </a:solidFill>
              </a:rPr>
              <a:pPr>
                <a:defRPr/>
              </a:pPr>
              <a:t>‹#›</a:t>
            </a:fld>
            <a:endParaRPr lang="en-US" altLang="zh-CN" dirty="0">
              <a:solidFill>
                <a:srgbClr val="000000"/>
              </a:solidFill>
            </a:endParaRPr>
          </a:p>
        </p:txBody>
      </p:sp>
    </p:spTree>
    <p:extLst>
      <p:ext uri="{BB962C8B-B14F-4D97-AF65-F5344CB8AC3E}">
        <p14:creationId xmlns:p14="http://schemas.microsoft.com/office/powerpoint/2010/main" val="217292809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200152"/>
            <a:ext cx="7772400" cy="1335081"/>
          </a:xfrm>
        </p:spPr>
        <p:txBody>
          <a:bodyPr anchor="b">
            <a:normAutofit/>
          </a:bodyPr>
          <a:lstStyle>
            <a:lvl1pPr>
              <a:defRPr sz="4400">
                <a:solidFill>
                  <a:srgbClr val="FFFFFF"/>
                </a:solidFill>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371600" y="2667001"/>
            <a:ext cx="6400800" cy="1104900"/>
          </a:xfrm>
        </p:spPr>
        <p:txBody>
          <a:bodyPr>
            <a:normAutofit/>
          </a:bodyPr>
          <a:lstStyle>
            <a:lvl1pPr marL="0" indent="0" algn="ctr">
              <a:buNone/>
              <a:defRPr sz="2000">
                <a:solidFill>
                  <a:srgbClr val="FFFFFF"/>
                </a:solidFill>
              </a:defRPr>
            </a:lvl1pPr>
            <a:lvl2pPr marL="457189" indent="0" algn="ctr">
              <a:buNone/>
              <a:defRPr>
                <a:solidFill>
                  <a:schemeClr val="tx1">
                    <a:tint val="75000"/>
                  </a:schemeClr>
                </a:solidFill>
              </a:defRPr>
            </a:lvl2pPr>
            <a:lvl3pPr marL="914378"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2"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rtlCol="0"/>
          <a:lstStyle>
            <a:lvl1pPr>
              <a:defRPr sz="1000" b="1">
                <a:ea typeface="楷体_GB2312"/>
              </a:defRPr>
            </a:lvl1pPr>
          </a:lstStyle>
          <a:p>
            <a:pPr>
              <a:defRPr/>
            </a:pPr>
            <a:endParaRPr lang="en-US" altLang="zh-CN"/>
          </a:p>
        </p:txBody>
      </p:sp>
      <p:sp>
        <p:nvSpPr>
          <p:cNvPr id="5" name="Footer Placeholder 4"/>
          <p:cNvSpPr>
            <a:spLocks noGrp="1"/>
          </p:cNvSpPr>
          <p:nvPr>
            <p:ph type="ftr" sz="quarter" idx="11"/>
          </p:nvPr>
        </p:nvSpPr>
        <p:spPr/>
        <p:txBody>
          <a:bodyPr rtlCol="0"/>
          <a:lstStyle>
            <a:lvl1pPr>
              <a:defRPr sz="1000" b="1">
                <a:ea typeface="楷体_GB2312"/>
              </a:defRPr>
            </a:lvl1pPr>
          </a:lstStyle>
          <a:p>
            <a:pPr>
              <a:defRPr/>
            </a:pPr>
            <a:endParaRPr lang="en-US" altLang="zh-CN"/>
          </a:p>
        </p:txBody>
      </p:sp>
      <p:sp>
        <p:nvSpPr>
          <p:cNvPr id="6" name="Slide Number Placeholder 5"/>
          <p:cNvSpPr>
            <a:spLocks noGrp="1"/>
          </p:cNvSpPr>
          <p:nvPr>
            <p:ph type="sldNum" sz="quarter" idx="12"/>
          </p:nvPr>
        </p:nvSpPr>
        <p:spPr/>
        <p:txBody>
          <a:bodyPr/>
          <a:lstStyle>
            <a:lvl1pPr>
              <a:defRPr b="1">
                <a:ea typeface="楷体_GB2312"/>
                <a:cs typeface="楷体_GB2312"/>
              </a:defRPr>
            </a:lvl1pPr>
          </a:lstStyle>
          <a:p>
            <a:pPr>
              <a:defRPr/>
            </a:pPr>
            <a:fld id="{108D21B2-D0D6-4845-A1A0-BA3DC66252CC}" type="slidenum">
              <a:rPr lang="zh-CN" altLang="en-US"/>
              <a:pPr>
                <a:defRPr/>
              </a:pPr>
              <a:t>‹#›</a:t>
            </a:fld>
            <a:endParaRPr lang="en-US" altLang="zh-CN"/>
          </a:p>
        </p:txBody>
      </p:sp>
    </p:spTree>
    <p:extLst>
      <p:ext uri="{BB962C8B-B14F-4D97-AF65-F5344CB8AC3E}">
        <p14:creationId xmlns:p14="http://schemas.microsoft.com/office/powerpoint/2010/main" val="405567825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grpSp>
        <p:nvGrpSpPr>
          <p:cNvPr id="4" name="组合 5"/>
          <p:cNvGrpSpPr>
            <a:grpSpLocks/>
          </p:cNvGrpSpPr>
          <p:nvPr userDrawn="1"/>
        </p:nvGrpSpPr>
        <p:grpSpPr bwMode="auto">
          <a:xfrm>
            <a:off x="0" y="195263"/>
            <a:ext cx="755650" cy="431800"/>
            <a:chOff x="-786" y="195486"/>
            <a:chExt cx="756363" cy="432048"/>
          </a:xfrm>
        </p:grpSpPr>
        <p:sp>
          <p:nvSpPr>
            <p:cNvPr id="5" name="五边形 4"/>
            <p:cNvSpPr/>
            <p:nvPr/>
          </p:nvSpPr>
          <p:spPr>
            <a:xfrm>
              <a:off x="-786" y="195486"/>
              <a:ext cx="756363" cy="432048"/>
            </a:xfrm>
            <a:prstGeom prst="homePlate">
              <a:avLst/>
            </a:prstGeom>
            <a:solidFill>
              <a:schemeClr val="bg2">
                <a:lumMod val="50000"/>
              </a:schemeClr>
            </a:solidFill>
            <a:ln w="25400" cap="flat" cmpd="sng" algn="ctr">
              <a:noFill/>
              <a:prstDash val="solid"/>
            </a:ln>
            <a:effectLst/>
          </p:spPr>
          <p:txBody>
            <a:bodyPr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en-US" b="0">
                <a:solidFill>
                  <a:srgbClr val="FFFFFF"/>
                </a:solidFill>
                <a:latin typeface="Calibri" panose="020F0502020204030204" pitchFamily="34" charset="0"/>
                <a:ea typeface="楷体_GB2312"/>
                <a:cs typeface="楷体_GB2312"/>
              </a:endParaRPr>
            </a:p>
          </p:txBody>
        </p:sp>
        <p:sp>
          <p:nvSpPr>
            <p:cNvPr id="6" name="五边形 5"/>
            <p:cNvSpPr>
              <a:spLocks noChangeArrowheads="1"/>
            </p:cNvSpPr>
            <p:nvPr/>
          </p:nvSpPr>
          <p:spPr bwMode="auto">
            <a:xfrm>
              <a:off x="-786" y="197074"/>
              <a:ext cx="756363" cy="88951"/>
            </a:xfrm>
            <a:prstGeom prst="homePlate">
              <a:avLst>
                <a:gd name="adj" fmla="val 49995"/>
              </a:avLst>
            </a:prstGeom>
            <a:solidFill>
              <a:schemeClr val="bg1">
                <a:alpha val="30196"/>
              </a:schemeClr>
            </a:solidFill>
            <a:ln>
              <a:noFill/>
            </a:ln>
          </p:spPr>
          <p:txBody>
            <a:bodyPr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en-US" b="0">
                <a:solidFill>
                  <a:srgbClr val="FFFFFF"/>
                </a:solidFill>
                <a:latin typeface="Calibri" panose="020F0502020204030204" pitchFamily="34" charset="0"/>
                <a:ea typeface="楷体_GB2312"/>
                <a:cs typeface="楷体_GB2312"/>
              </a:endParaRPr>
            </a:p>
          </p:txBody>
        </p:sp>
      </p:grpSp>
      <p:sp>
        <p:nvSpPr>
          <p:cNvPr id="3" name="Content Placeholder 2"/>
          <p:cNvSpPr>
            <a:spLocks noGrp="1"/>
          </p:cNvSpPr>
          <p:nvPr>
            <p:ph idx="1"/>
          </p:nvPr>
        </p:nvSpPr>
        <p:spPr/>
        <p:txBody>
          <a:bodyPr/>
          <a:lstStyle>
            <a:lvl1pPr>
              <a:defRPr baseline="0">
                <a:latin typeface="Times New Roman" panose="02020603050405020304" pitchFamily="18" charset="0"/>
              </a:defRPr>
            </a:lvl1pPr>
            <a:lvl2pPr>
              <a:defRPr baseline="0">
                <a:latin typeface="Times New Roman" panose="02020603050405020304" pitchFamily="18" charset="0"/>
              </a:defRPr>
            </a:lvl2pPr>
            <a:lvl3pPr>
              <a:defRPr baseline="0">
                <a:latin typeface="Times New Roman" panose="02020603050405020304" pitchFamily="18" charset="0"/>
              </a:defRPr>
            </a:lvl3pPr>
            <a:lvl4pPr>
              <a:defRPr baseline="0">
                <a:latin typeface="Times New Roman" panose="02020603050405020304" pitchFamily="18" charset="0"/>
              </a:defRPr>
            </a:lvl4pPr>
            <a:lvl5pPr>
              <a:defRPr baseline="0">
                <a:latin typeface="Times New Roman" panose="02020603050405020304" pitchFamily="18"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7" name="Title 6"/>
          <p:cNvSpPr>
            <a:spLocks noGrp="1"/>
          </p:cNvSpPr>
          <p:nvPr>
            <p:ph type="title"/>
          </p:nvPr>
        </p:nvSpPr>
        <p:spPr>
          <a:xfrm>
            <a:off x="755577" y="267495"/>
            <a:ext cx="7931224" cy="360040"/>
          </a:xfrm>
        </p:spPr>
        <p:txBody>
          <a:bodyPr/>
          <a:lstStyle>
            <a:lvl1pPr algn="l">
              <a:defRPr b="1" baseline="0">
                <a:latin typeface="Times New Roman" panose="02020603050405020304" pitchFamily="18" charset="0"/>
                <a:ea typeface="黑体" panose="02010609060101010101" pitchFamily="49" charset="-122"/>
              </a:defRPr>
            </a:lvl1pPr>
          </a:lstStyle>
          <a:p>
            <a:r>
              <a:rPr lang="zh-CN" altLang="en-US" dirty="0"/>
              <a:t>单击此处编辑母版标题样式</a:t>
            </a:r>
            <a:endParaRPr lang="en-US" dirty="0"/>
          </a:p>
        </p:txBody>
      </p:sp>
      <p:sp>
        <p:nvSpPr>
          <p:cNvPr id="8" name="Date Placeholder 3"/>
          <p:cNvSpPr>
            <a:spLocks noGrp="1"/>
          </p:cNvSpPr>
          <p:nvPr>
            <p:ph type="dt" sz="half" idx="10"/>
          </p:nvPr>
        </p:nvSpPr>
        <p:spPr/>
        <p:txBody>
          <a:bodyPr rtlCol="0"/>
          <a:lstStyle>
            <a:lvl1pPr>
              <a:defRPr sz="1000" b="1">
                <a:ea typeface="楷体_GB2312"/>
              </a:defRPr>
            </a:lvl1pPr>
          </a:lstStyle>
          <a:p>
            <a:pPr>
              <a:defRPr/>
            </a:pPr>
            <a:endParaRPr lang="en-US" altLang="zh-CN"/>
          </a:p>
        </p:txBody>
      </p:sp>
      <p:sp>
        <p:nvSpPr>
          <p:cNvPr id="9" name="Footer Placeholder 4"/>
          <p:cNvSpPr>
            <a:spLocks noGrp="1"/>
          </p:cNvSpPr>
          <p:nvPr>
            <p:ph type="ftr" sz="quarter" idx="11"/>
          </p:nvPr>
        </p:nvSpPr>
        <p:spPr/>
        <p:txBody>
          <a:bodyPr rtlCol="0"/>
          <a:lstStyle>
            <a:lvl1pPr>
              <a:defRPr sz="1000" b="1">
                <a:ea typeface="楷体_GB2312"/>
              </a:defRPr>
            </a:lvl1pPr>
          </a:lstStyle>
          <a:p>
            <a:pPr>
              <a:defRPr/>
            </a:pPr>
            <a:endParaRPr lang="en-US" altLang="zh-CN"/>
          </a:p>
        </p:txBody>
      </p:sp>
      <p:sp>
        <p:nvSpPr>
          <p:cNvPr id="10" name="Slide Number Placeholder 5"/>
          <p:cNvSpPr>
            <a:spLocks noGrp="1"/>
          </p:cNvSpPr>
          <p:nvPr>
            <p:ph type="sldNum" sz="quarter" idx="12"/>
          </p:nvPr>
        </p:nvSpPr>
        <p:spPr>
          <a:xfrm>
            <a:off x="7884368" y="130970"/>
            <a:ext cx="1162050" cy="273050"/>
          </a:xfrm>
        </p:spPr>
        <p:txBody>
          <a:bodyPr/>
          <a:lstStyle>
            <a:lvl1pPr>
              <a:defRPr b="1">
                <a:ea typeface="楷体_GB2312"/>
                <a:cs typeface="楷体_GB2312"/>
              </a:defRPr>
            </a:lvl1pPr>
          </a:lstStyle>
          <a:p>
            <a:pPr>
              <a:defRPr/>
            </a:pPr>
            <a:fld id="{8E372627-68BC-4EB1-8726-F8154202DB1F}" type="slidenum">
              <a:rPr lang="zh-CN" altLang="en-US"/>
              <a:pPr>
                <a:defRPr/>
              </a:pPr>
              <a:t>‹#›</a:t>
            </a:fld>
            <a:endParaRPr lang="en-US" altLang="zh-CN"/>
          </a:p>
        </p:txBody>
      </p:sp>
    </p:spTree>
    <p:extLst>
      <p:ext uri="{BB962C8B-B14F-4D97-AF65-F5344CB8AC3E}">
        <p14:creationId xmlns:p14="http://schemas.microsoft.com/office/powerpoint/2010/main" val="402607638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Rounded Rectangle 15"/>
          <p:cNvSpPr/>
          <p:nvPr/>
        </p:nvSpPr>
        <p:spPr>
          <a:xfrm>
            <a:off x="228600" y="171450"/>
            <a:ext cx="8696325" cy="4525963"/>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lang="en-US" altLang="zh-CN" b="0">
              <a:solidFill>
                <a:srgbClr val="FFFFFF"/>
              </a:solidFill>
              <a:latin typeface="Candara" panose="020E0502030303020204" pitchFamily="34" charset="0"/>
            </a:endParaRPr>
          </a:p>
        </p:txBody>
      </p:sp>
      <p:grpSp>
        <p:nvGrpSpPr>
          <p:cNvPr id="5" name="Group 9"/>
          <p:cNvGrpSpPr>
            <a:grpSpLocks noChangeAspect="1"/>
          </p:cNvGrpSpPr>
          <p:nvPr/>
        </p:nvGrpSpPr>
        <p:grpSpPr bwMode="auto">
          <a:xfrm>
            <a:off x="211138" y="4014788"/>
            <a:ext cx="8723312" cy="1000125"/>
            <a:chOff x="-3905250" y="4294188"/>
            <a:chExt cx="13011150" cy="1892300"/>
          </a:xfrm>
        </p:grpSpPr>
        <p:sp>
          <p:nvSpPr>
            <p:cNvPr id="6" name="Freeform 14"/>
            <p:cNvSpPr>
              <a:spLocks/>
            </p:cNvSpPr>
            <p:nvPr/>
          </p:nvSpPr>
          <p:spPr bwMode="hidden">
            <a:xfrm>
              <a:off x="4810681" y="4501439"/>
              <a:ext cx="4295219" cy="1015234"/>
            </a:xfrm>
            <a:custGeom>
              <a:avLst/>
              <a:gdLst>
                <a:gd name="T0" fmla="*/ 2147483646 w 2706"/>
                <a:gd name="T1" fmla="*/ 0 h 640"/>
                <a:gd name="T2" fmla="*/ 2147483646 w 2706"/>
                <a:gd name="T3" fmla="*/ 0 h 640"/>
                <a:gd name="T4" fmla="*/ 2147483646 w 2706"/>
                <a:gd name="T5" fmla="*/ 2147483646 h 640"/>
                <a:gd name="T6" fmla="*/ 2147483646 w 2706"/>
                <a:gd name="T7" fmla="*/ 2147483646 h 640"/>
                <a:gd name="T8" fmla="*/ 2147483646 w 2706"/>
                <a:gd name="T9" fmla="*/ 2147483646 h 640"/>
                <a:gd name="T10" fmla="*/ 2147483646 w 2706"/>
                <a:gd name="T11" fmla="*/ 2147483646 h 640"/>
                <a:gd name="T12" fmla="*/ 2147483646 w 2706"/>
                <a:gd name="T13" fmla="*/ 2147483646 h 640"/>
                <a:gd name="T14" fmla="*/ 2147483646 w 2706"/>
                <a:gd name="T15" fmla="*/ 2147483646 h 640"/>
                <a:gd name="T16" fmla="*/ 2147483646 w 2706"/>
                <a:gd name="T17" fmla="*/ 2147483646 h 640"/>
                <a:gd name="T18" fmla="*/ 2147483646 w 2706"/>
                <a:gd name="T19" fmla="*/ 2147483646 h 640"/>
                <a:gd name="T20" fmla="*/ 2147483646 w 2706"/>
                <a:gd name="T21" fmla="*/ 2147483646 h 640"/>
                <a:gd name="T22" fmla="*/ 2147483646 w 2706"/>
                <a:gd name="T23" fmla="*/ 2147483646 h 640"/>
                <a:gd name="T24" fmla="*/ 2147483646 w 2706"/>
                <a:gd name="T25" fmla="*/ 2147483646 h 640"/>
                <a:gd name="T26" fmla="*/ 2147483646 w 2706"/>
                <a:gd name="T27" fmla="*/ 2147483646 h 640"/>
                <a:gd name="T28" fmla="*/ 2147483646 w 2706"/>
                <a:gd name="T29" fmla="*/ 2147483646 h 640"/>
                <a:gd name="T30" fmla="*/ 2147483646 w 2706"/>
                <a:gd name="T31" fmla="*/ 2147483646 h 640"/>
                <a:gd name="T32" fmla="*/ 2147483646 w 2706"/>
                <a:gd name="T33" fmla="*/ 2147483646 h 640"/>
                <a:gd name="T34" fmla="*/ 2147483646 w 2706"/>
                <a:gd name="T35" fmla="*/ 2147483646 h 640"/>
                <a:gd name="T36" fmla="*/ 0 w 2706"/>
                <a:gd name="T37" fmla="*/ 2147483646 h 640"/>
                <a:gd name="T38" fmla="*/ 0 w 2706"/>
                <a:gd name="T39" fmla="*/ 2147483646 h 640"/>
                <a:gd name="T40" fmla="*/ 2147483646 w 2706"/>
                <a:gd name="T41" fmla="*/ 2147483646 h 640"/>
                <a:gd name="T42" fmla="*/ 2147483646 w 2706"/>
                <a:gd name="T43" fmla="*/ 2147483646 h 640"/>
                <a:gd name="T44" fmla="*/ 2147483646 w 2706"/>
                <a:gd name="T45" fmla="*/ 2147483646 h 640"/>
                <a:gd name="T46" fmla="*/ 2147483646 w 2706"/>
                <a:gd name="T47" fmla="*/ 2147483646 h 640"/>
                <a:gd name="T48" fmla="*/ 2147483646 w 2706"/>
                <a:gd name="T49" fmla="*/ 2147483646 h 640"/>
                <a:gd name="T50" fmla="*/ 2147483646 w 2706"/>
                <a:gd name="T51" fmla="*/ 2147483646 h 640"/>
                <a:gd name="T52" fmla="*/ 2147483646 w 2706"/>
                <a:gd name="T53" fmla="*/ 2147483646 h 640"/>
                <a:gd name="T54" fmla="*/ 2147483646 w 2706"/>
                <a:gd name="T55" fmla="*/ 2147483646 h 640"/>
                <a:gd name="T56" fmla="*/ 2147483646 w 2706"/>
                <a:gd name="T57" fmla="*/ 2147483646 h 640"/>
                <a:gd name="T58" fmla="*/ 2147483646 w 2706"/>
                <a:gd name="T59" fmla="*/ 2147483646 h 640"/>
                <a:gd name="T60" fmla="*/ 2147483646 w 2706"/>
                <a:gd name="T61" fmla="*/ 2147483646 h 640"/>
                <a:gd name="T62" fmla="*/ 2147483646 w 2706"/>
                <a:gd name="T63" fmla="*/ 2147483646 h 640"/>
                <a:gd name="T64" fmla="*/ 2147483646 w 2706"/>
                <a:gd name="T65" fmla="*/ 2147483646 h 640"/>
                <a:gd name="T66" fmla="*/ 2147483646 w 2706"/>
                <a:gd name="T67" fmla="*/ 2147483646 h 640"/>
                <a:gd name="T68" fmla="*/ 2147483646 w 2706"/>
                <a:gd name="T69" fmla="*/ 2147483646 h 640"/>
                <a:gd name="T70" fmla="*/ 2147483646 w 2706"/>
                <a:gd name="T71" fmla="*/ 2147483646 h 640"/>
                <a:gd name="T72" fmla="*/ 2147483646 w 2706"/>
                <a:gd name="T73" fmla="*/ 2147483646 h 640"/>
                <a:gd name="T74" fmla="*/ 2147483646 w 2706"/>
                <a:gd name="T75" fmla="*/ 2147483646 h 640"/>
                <a:gd name="T76" fmla="*/ 2147483646 w 2706"/>
                <a:gd name="T77" fmla="*/ 2147483646 h 640"/>
                <a:gd name="T78" fmla="*/ 2147483646 w 2706"/>
                <a:gd name="T79" fmla="*/ 2147483646 h 640"/>
                <a:gd name="T80" fmla="*/ 2147483646 w 2706"/>
                <a:gd name="T81" fmla="*/ 2147483646 h 640"/>
                <a:gd name="T82" fmla="*/ 2147483646 w 2706"/>
                <a:gd name="T83" fmla="*/ 2147483646 h 640"/>
                <a:gd name="T84" fmla="*/ 2147483646 w 2706"/>
                <a:gd name="T85" fmla="*/ 2147483646 h 640"/>
                <a:gd name="T86" fmla="*/ 2147483646 w 2706"/>
                <a:gd name="T87" fmla="*/ 2147483646 h 640"/>
                <a:gd name="T88" fmla="*/ 2147483646 w 2706"/>
                <a:gd name="T89" fmla="*/ 2147483646 h 640"/>
                <a:gd name="T90" fmla="*/ 2147483646 w 2706"/>
                <a:gd name="T91" fmla="*/ 2147483646 h 640"/>
                <a:gd name="T92" fmla="*/ 2147483646 w 2706"/>
                <a:gd name="T93" fmla="*/ 2147483646 h 640"/>
                <a:gd name="T94" fmla="*/ 2147483646 w 2706"/>
                <a:gd name="T95" fmla="*/ 2147483646 h 640"/>
                <a:gd name="T96" fmla="*/ 2147483646 w 2706"/>
                <a:gd name="T97" fmla="*/ 2147483646 h 640"/>
                <a:gd name="T98" fmla="*/ 2147483646 w 2706"/>
                <a:gd name="T99" fmla="*/ 2147483646 h 640"/>
                <a:gd name="T100" fmla="*/ 2147483646 w 2706"/>
                <a:gd name="T101" fmla="*/ 2147483646 h 640"/>
                <a:gd name="T102" fmla="*/ 2147483646 w 2706"/>
                <a:gd name="T103" fmla="*/ 2147483646 h 640"/>
                <a:gd name="T104" fmla="*/ 2147483646 w 2706"/>
                <a:gd name="T105" fmla="*/ 2147483646 h 640"/>
                <a:gd name="T106" fmla="*/ 2147483646 w 2706"/>
                <a:gd name="T107" fmla="*/ 0 h 640"/>
                <a:gd name="T108" fmla="*/ 2147483646 w 2706"/>
                <a:gd name="T109" fmla="*/ 0 h 640"/>
                <a:gd name="T110" fmla="*/ 2147483646 w 2706"/>
                <a:gd name="T111" fmla="*/ 0 h 640"/>
                <a:gd name="T112" fmla="*/ 2147483646 w 2706"/>
                <a:gd name="T113" fmla="*/ 0 h 640"/>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472" y="252"/>
                  </a:lnTo>
                  <a:lnTo>
                    <a:pt x="1236" y="304"/>
                  </a:lnTo>
                  <a:lnTo>
                    <a:pt x="1010" y="352"/>
                  </a:lnTo>
                  <a:lnTo>
                    <a:pt x="792" y="398"/>
                  </a:lnTo>
                  <a:lnTo>
                    <a:pt x="584" y="438"/>
                  </a:lnTo>
                  <a:lnTo>
                    <a:pt x="382" y="474"/>
                  </a:lnTo>
                  <a:lnTo>
                    <a:pt x="188" y="50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6" y="388"/>
                  </a:lnTo>
                  <a:lnTo>
                    <a:pt x="2706" y="0"/>
                  </a:lnTo>
                  <a:lnTo>
                    <a:pt x="2700" y="0"/>
                  </a:lnTo>
                  <a:close/>
                </a:path>
              </a:pathLst>
            </a:custGeom>
            <a:solidFill>
              <a:schemeClr val="bg2">
                <a:alpha val="29019"/>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0">
                <a:solidFill>
                  <a:prstClr val="black"/>
                </a:solidFill>
              </a:endParaRPr>
            </a:p>
          </p:txBody>
        </p:sp>
        <p:sp>
          <p:nvSpPr>
            <p:cNvPr id="7" name="Freeform 18"/>
            <p:cNvSpPr>
              <a:spLocks/>
            </p:cNvSpPr>
            <p:nvPr/>
          </p:nvSpPr>
          <p:spPr bwMode="hidden">
            <a:xfrm>
              <a:off x="-308538" y="4318217"/>
              <a:ext cx="8280254" cy="1210470"/>
            </a:xfrm>
            <a:custGeom>
              <a:avLst/>
              <a:gdLst>
                <a:gd name="T0" fmla="*/ 2147483646 w 5216"/>
                <a:gd name="T1" fmla="*/ 2147483646 h 762"/>
                <a:gd name="T2" fmla="*/ 2147483646 w 5216"/>
                <a:gd name="T3" fmla="*/ 2147483646 h 762"/>
                <a:gd name="T4" fmla="*/ 2147483646 w 5216"/>
                <a:gd name="T5" fmla="*/ 2147483646 h 762"/>
                <a:gd name="T6" fmla="*/ 2147483646 w 5216"/>
                <a:gd name="T7" fmla="*/ 2147483646 h 762"/>
                <a:gd name="T8" fmla="*/ 2147483646 w 5216"/>
                <a:gd name="T9" fmla="*/ 2147483646 h 762"/>
                <a:gd name="T10" fmla="*/ 2147483646 w 5216"/>
                <a:gd name="T11" fmla="*/ 2147483646 h 762"/>
                <a:gd name="T12" fmla="*/ 2147483646 w 5216"/>
                <a:gd name="T13" fmla="*/ 2147483646 h 762"/>
                <a:gd name="T14" fmla="*/ 2147483646 w 5216"/>
                <a:gd name="T15" fmla="*/ 2147483646 h 762"/>
                <a:gd name="T16" fmla="*/ 2147483646 w 5216"/>
                <a:gd name="T17" fmla="*/ 2147483646 h 762"/>
                <a:gd name="T18" fmla="*/ 2147483646 w 5216"/>
                <a:gd name="T19" fmla="*/ 2147483646 h 762"/>
                <a:gd name="T20" fmla="*/ 2147483646 w 5216"/>
                <a:gd name="T21" fmla="*/ 2147483646 h 762"/>
                <a:gd name="T22" fmla="*/ 2147483646 w 5216"/>
                <a:gd name="T23" fmla="*/ 2147483646 h 762"/>
                <a:gd name="T24" fmla="*/ 2147483646 w 5216"/>
                <a:gd name="T25" fmla="*/ 2147483646 h 762"/>
                <a:gd name="T26" fmla="*/ 2147483646 w 5216"/>
                <a:gd name="T27" fmla="*/ 0 h 762"/>
                <a:gd name="T28" fmla="*/ 2147483646 w 5216"/>
                <a:gd name="T29" fmla="*/ 2147483646 h 762"/>
                <a:gd name="T30" fmla="*/ 2147483646 w 5216"/>
                <a:gd name="T31" fmla="*/ 2147483646 h 762"/>
                <a:gd name="T32" fmla="*/ 0 w 5216"/>
                <a:gd name="T33" fmla="*/ 2147483646 h 762"/>
                <a:gd name="T34" fmla="*/ 2147483646 w 5216"/>
                <a:gd name="T35" fmla="*/ 2147483646 h 762"/>
                <a:gd name="T36" fmla="*/ 2147483646 w 5216"/>
                <a:gd name="T37" fmla="*/ 2147483646 h 762"/>
                <a:gd name="T38" fmla="*/ 2147483646 w 5216"/>
                <a:gd name="T39" fmla="*/ 2147483646 h 762"/>
                <a:gd name="T40" fmla="*/ 2147483646 w 5216"/>
                <a:gd name="T41" fmla="*/ 2147483646 h 762"/>
                <a:gd name="T42" fmla="*/ 2147483646 w 5216"/>
                <a:gd name="T43" fmla="*/ 2147483646 h 762"/>
                <a:gd name="T44" fmla="*/ 2147483646 w 5216"/>
                <a:gd name="T45" fmla="*/ 2147483646 h 762"/>
                <a:gd name="T46" fmla="*/ 2147483646 w 5216"/>
                <a:gd name="T47" fmla="*/ 2147483646 h 762"/>
                <a:gd name="T48" fmla="*/ 2147483646 w 5216"/>
                <a:gd name="T49" fmla="*/ 2147483646 h 762"/>
                <a:gd name="T50" fmla="*/ 2147483646 w 5216"/>
                <a:gd name="T51" fmla="*/ 2147483646 h 762"/>
                <a:gd name="T52" fmla="*/ 2147483646 w 5216"/>
                <a:gd name="T53" fmla="*/ 2147483646 h 762"/>
                <a:gd name="T54" fmla="*/ 2147483646 w 5216"/>
                <a:gd name="T55" fmla="*/ 2147483646 h 762"/>
                <a:gd name="T56" fmla="*/ 2147483646 w 5216"/>
                <a:gd name="T57" fmla="*/ 2147483646 h 762"/>
                <a:gd name="T58" fmla="*/ 2147483646 w 5216"/>
                <a:gd name="T59" fmla="*/ 2147483646 h 762"/>
                <a:gd name="T60" fmla="*/ 2147483646 w 5216"/>
                <a:gd name="T61" fmla="*/ 2147483646 h 762"/>
                <a:gd name="T62" fmla="*/ 2147483646 w 5216"/>
                <a:gd name="T63" fmla="*/ 2147483646 h 762"/>
                <a:gd name="T64" fmla="*/ 2147483646 w 5216"/>
                <a:gd name="T65" fmla="*/ 2147483646 h 762"/>
                <a:gd name="T66" fmla="*/ 2147483646 w 5216"/>
                <a:gd name="T67" fmla="*/ 2147483646 h 762"/>
                <a:gd name="T68" fmla="*/ 2147483646 w 5216"/>
                <a:gd name="T69" fmla="*/ 2147483646 h 762"/>
                <a:gd name="T70" fmla="*/ 2147483646 w 5216"/>
                <a:gd name="T71" fmla="*/ 2147483646 h 76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154" y="66"/>
                  </a:lnTo>
                  <a:lnTo>
                    <a:pt x="314" y="86"/>
                  </a:lnTo>
                  <a:lnTo>
                    <a:pt x="480" y="112"/>
                  </a:lnTo>
                  <a:lnTo>
                    <a:pt x="652" y="140"/>
                  </a:lnTo>
                  <a:lnTo>
                    <a:pt x="830" y="174"/>
                  </a:lnTo>
                  <a:lnTo>
                    <a:pt x="1014" y="210"/>
                  </a:lnTo>
                  <a:lnTo>
                    <a:pt x="1206" y="250"/>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close/>
                </a:path>
              </a:pathLst>
            </a:custGeom>
            <a:solidFill>
              <a:schemeClr val="bg2">
                <a:alpha val="39999"/>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0">
                <a:solidFill>
                  <a:prstClr val="black"/>
                </a:solidFill>
              </a:endParaRPr>
            </a:p>
          </p:txBody>
        </p:sp>
        <p:sp>
          <p:nvSpPr>
            <p:cNvPr id="8" name="Freeform 22"/>
            <p:cNvSpPr>
              <a:spLocks/>
            </p:cNvSpPr>
            <p:nvPr/>
          </p:nvSpPr>
          <p:spPr bwMode="hidden">
            <a:xfrm>
              <a:off x="4014" y="4336239"/>
              <a:ext cx="8164231" cy="1102339"/>
            </a:xfrm>
            <a:custGeom>
              <a:avLst/>
              <a:gdLst>
                <a:gd name="T0" fmla="*/ 0 w 5144"/>
                <a:gd name="T1" fmla="*/ 2147483646 h 694"/>
                <a:gd name="T2" fmla="*/ 0 w 5144"/>
                <a:gd name="T3" fmla="*/ 2147483646 h 694"/>
                <a:gd name="T4" fmla="*/ 2147483646 w 5144"/>
                <a:gd name="T5" fmla="*/ 2147483646 h 694"/>
                <a:gd name="T6" fmla="*/ 2147483646 w 5144"/>
                <a:gd name="T7" fmla="*/ 2147483646 h 694"/>
                <a:gd name="T8" fmla="*/ 2147483646 w 5144"/>
                <a:gd name="T9" fmla="*/ 2147483646 h 694"/>
                <a:gd name="T10" fmla="*/ 2147483646 w 5144"/>
                <a:gd name="T11" fmla="*/ 2147483646 h 694"/>
                <a:gd name="T12" fmla="*/ 2147483646 w 5144"/>
                <a:gd name="T13" fmla="*/ 2147483646 h 694"/>
                <a:gd name="T14" fmla="*/ 2147483646 w 5144"/>
                <a:gd name="T15" fmla="*/ 2147483646 h 694"/>
                <a:gd name="T16" fmla="*/ 2147483646 w 5144"/>
                <a:gd name="T17" fmla="*/ 2147483646 h 694"/>
                <a:gd name="T18" fmla="*/ 2147483646 w 5144"/>
                <a:gd name="T19" fmla="*/ 2147483646 h 694"/>
                <a:gd name="T20" fmla="*/ 2147483646 w 5144"/>
                <a:gd name="T21" fmla="*/ 2147483646 h 694"/>
                <a:gd name="T22" fmla="*/ 2147483646 w 5144"/>
                <a:gd name="T23" fmla="*/ 2147483646 h 694"/>
                <a:gd name="T24" fmla="*/ 2147483646 w 5144"/>
                <a:gd name="T25" fmla="*/ 0 h 694"/>
                <a:gd name="T26" fmla="*/ 2147483646 w 5144"/>
                <a:gd name="T27" fmla="*/ 2147483646 h 694"/>
                <a:gd name="T28" fmla="*/ 2147483646 w 5144"/>
                <a:gd name="T29" fmla="*/ 2147483646 h 694"/>
                <a:gd name="T30" fmla="*/ 2147483646 w 5144"/>
                <a:gd name="T31" fmla="*/ 2147483646 h 694"/>
                <a:gd name="T32" fmla="*/ 2147483646 w 5144"/>
                <a:gd name="T33" fmla="*/ 2147483646 h 694"/>
                <a:gd name="T34" fmla="*/ 2147483646 w 5144"/>
                <a:gd name="T35" fmla="*/ 2147483646 h 694"/>
                <a:gd name="T36" fmla="*/ 2147483646 w 5144"/>
                <a:gd name="T37" fmla="*/ 2147483646 h 694"/>
                <a:gd name="T38" fmla="*/ 2147483646 w 5144"/>
                <a:gd name="T39" fmla="*/ 2147483646 h 694"/>
                <a:gd name="T40" fmla="*/ 2147483646 w 5144"/>
                <a:gd name="T41" fmla="*/ 2147483646 h 694"/>
                <a:gd name="T42" fmla="*/ 2147483646 w 5144"/>
                <a:gd name="T43" fmla="*/ 2147483646 h 694"/>
                <a:gd name="T44" fmla="*/ 2147483646 w 5144"/>
                <a:gd name="T45" fmla="*/ 2147483646 h 694"/>
                <a:gd name="T46" fmla="*/ 2147483646 w 5144"/>
                <a:gd name="T47" fmla="*/ 2147483646 h 694"/>
                <a:gd name="T48" fmla="*/ 2147483646 w 5144"/>
                <a:gd name="T49" fmla="*/ 2147483646 h 694"/>
                <a:gd name="T50" fmla="*/ 2147483646 w 5144"/>
                <a:gd name="T51" fmla="*/ 2147483646 h 694"/>
                <a:gd name="T52" fmla="*/ 2147483646 w 5144"/>
                <a:gd name="T53" fmla="*/ 2147483646 h 694"/>
                <a:gd name="T54" fmla="*/ 2147483646 w 5144"/>
                <a:gd name="T55" fmla="*/ 2147483646 h 694"/>
                <a:gd name="T56" fmla="*/ 2147483646 w 5144"/>
                <a:gd name="T57" fmla="*/ 2147483646 h 694"/>
                <a:gd name="T58" fmla="*/ 2147483646 w 5144"/>
                <a:gd name="T59" fmla="*/ 2147483646 h 694"/>
                <a:gd name="T60" fmla="*/ 2147483646 w 5144"/>
                <a:gd name="T61" fmla="*/ 2147483646 h 694"/>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b="0">
                <a:solidFill>
                  <a:prstClr val="black"/>
                </a:solidFill>
              </a:endParaRPr>
            </a:p>
          </p:txBody>
        </p:sp>
        <p:sp>
          <p:nvSpPr>
            <p:cNvPr id="9" name="Freeform 26"/>
            <p:cNvSpPr>
              <a:spLocks/>
            </p:cNvSpPr>
            <p:nvPr/>
          </p:nvSpPr>
          <p:spPr bwMode="hidden">
            <a:xfrm>
              <a:off x="4157164" y="4315213"/>
              <a:ext cx="4939265" cy="928129"/>
            </a:xfrm>
            <a:custGeom>
              <a:avLst/>
              <a:gdLst>
                <a:gd name="T0" fmla="*/ 0 w 3112"/>
                <a:gd name="T1" fmla="*/ 2147483646 h 584"/>
                <a:gd name="T2" fmla="*/ 0 w 3112"/>
                <a:gd name="T3" fmla="*/ 2147483646 h 584"/>
                <a:gd name="T4" fmla="*/ 2147483646 w 3112"/>
                <a:gd name="T5" fmla="*/ 2147483646 h 584"/>
                <a:gd name="T6" fmla="*/ 2147483646 w 3112"/>
                <a:gd name="T7" fmla="*/ 2147483646 h 584"/>
                <a:gd name="T8" fmla="*/ 2147483646 w 3112"/>
                <a:gd name="T9" fmla="*/ 2147483646 h 584"/>
                <a:gd name="T10" fmla="*/ 2147483646 w 3112"/>
                <a:gd name="T11" fmla="*/ 2147483646 h 584"/>
                <a:gd name="T12" fmla="*/ 2147483646 w 3112"/>
                <a:gd name="T13" fmla="*/ 2147483646 h 584"/>
                <a:gd name="T14" fmla="*/ 2147483646 w 3112"/>
                <a:gd name="T15" fmla="*/ 2147483646 h 584"/>
                <a:gd name="T16" fmla="*/ 2147483646 w 3112"/>
                <a:gd name="T17" fmla="*/ 2147483646 h 584"/>
                <a:gd name="T18" fmla="*/ 2147483646 w 3112"/>
                <a:gd name="T19" fmla="*/ 2147483646 h 584"/>
                <a:gd name="T20" fmla="*/ 2147483646 w 3112"/>
                <a:gd name="T21" fmla="*/ 2147483646 h 584"/>
                <a:gd name="T22" fmla="*/ 2147483646 w 3112"/>
                <a:gd name="T23" fmla="*/ 2147483646 h 584"/>
                <a:gd name="T24" fmla="*/ 2147483646 w 3112"/>
                <a:gd name="T25" fmla="*/ 2147483646 h 584"/>
                <a:gd name="T26" fmla="*/ 2147483646 w 3112"/>
                <a:gd name="T27" fmla="*/ 2147483646 h 584"/>
                <a:gd name="T28" fmla="*/ 2147483646 w 3112"/>
                <a:gd name="T29" fmla="*/ 2147483646 h 584"/>
                <a:gd name="T30" fmla="*/ 2147483646 w 3112"/>
                <a:gd name="T31" fmla="*/ 2147483646 h 584"/>
                <a:gd name="T32" fmla="*/ 2147483646 w 3112"/>
                <a:gd name="T33" fmla="*/ 2147483646 h 584"/>
                <a:gd name="T34" fmla="*/ 2147483646 w 3112"/>
                <a:gd name="T35" fmla="*/ 2147483646 h 584"/>
                <a:gd name="T36" fmla="*/ 2147483646 w 3112"/>
                <a:gd name="T37" fmla="*/ 2147483646 h 584"/>
                <a:gd name="T38" fmla="*/ 2147483646 w 3112"/>
                <a:gd name="T39" fmla="*/ 0 h 58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b="0">
                <a:solidFill>
                  <a:prstClr val="black"/>
                </a:solidFill>
              </a:endParaRPr>
            </a:p>
          </p:txBody>
        </p:sp>
        <p:sp useBgFill="1">
          <p:nvSpPr>
            <p:cNvPr id="10" name="Freeform 10"/>
            <p:cNvSpPr>
              <a:spLocks/>
            </p:cNvSpPr>
            <p:nvPr/>
          </p:nvSpPr>
          <p:spPr bwMode="hidden">
            <a:xfrm>
              <a:off x="-3905250" y="4294188"/>
              <a:ext cx="13011150" cy="1892300"/>
            </a:xfrm>
            <a:custGeom>
              <a:avLst/>
              <a:gdLst>
                <a:gd name="T0" fmla="*/ 2147483646 w 8196"/>
                <a:gd name="T1" fmla="*/ 2147483646 h 1192"/>
                <a:gd name="T2" fmla="*/ 2147483646 w 8196"/>
                <a:gd name="T3" fmla="*/ 2147483646 h 1192"/>
                <a:gd name="T4" fmla="*/ 2147483646 w 8196"/>
                <a:gd name="T5" fmla="*/ 2147483646 h 1192"/>
                <a:gd name="T6" fmla="*/ 2147483646 w 8196"/>
                <a:gd name="T7" fmla="*/ 2147483646 h 1192"/>
                <a:gd name="T8" fmla="*/ 2147483646 w 8196"/>
                <a:gd name="T9" fmla="*/ 2147483646 h 1192"/>
                <a:gd name="T10" fmla="*/ 2147483646 w 8196"/>
                <a:gd name="T11" fmla="*/ 2147483646 h 1192"/>
                <a:gd name="T12" fmla="*/ 2147483646 w 8196"/>
                <a:gd name="T13" fmla="*/ 2147483646 h 1192"/>
                <a:gd name="T14" fmla="*/ 2147483646 w 8196"/>
                <a:gd name="T15" fmla="*/ 2147483646 h 1192"/>
                <a:gd name="T16" fmla="*/ 2147483646 w 8196"/>
                <a:gd name="T17" fmla="*/ 2147483646 h 1192"/>
                <a:gd name="T18" fmla="*/ 2147483646 w 8196"/>
                <a:gd name="T19" fmla="*/ 2147483646 h 1192"/>
                <a:gd name="T20" fmla="*/ 2147483646 w 8196"/>
                <a:gd name="T21" fmla="*/ 2147483646 h 1192"/>
                <a:gd name="T22" fmla="*/ 2147483646 w 8196"/>
                <a:gd name="T23" fmla="*/ 2147483646 h 1192"/>
                <a:gd name="T24" fmla="*/ 2147483646 w 8196"/>
                <a:gd name="T25" fmla="*/ 2147483646 h 1192"/>
                <a:gd name="T26" fmla="*/ 2147483646 w 8196"/>
                <a:gd name="T27" fmla="*/ 2147483646 h 1192"/>
                <a:gd name="T28" fmla="*/ 2147483646 w 8196"/>
                <a:gd name="T29" fmla="*/ 2147483646 h 1192"/>
                <a:gd name="T30" fmla="*/ 2147483646 w 8196"/>
                <a:gd name="T31" fmla="*/ 2147483646 h 1192"/>
                <a:gd name="T32" fmla="*/ 2147483646 w 8196"/>
                <a:gd name="T33" fmla="*/ 2147483646 h 1192"/>
                <a:gd name="T34" fmla="*/ 2147483646 w 8196"/>
                <a:gd name="T35" fmla="*/ 2147483646 h 1192"/>
                <a:gd name="T36" fmla="*/ 2147483646 w 8196"/>
                <a:gd name="T37" fmla="*/ 2147483646 h 1192"/>
                <a:gd name="T38" fmla="*/ 2147483646 w 8196"/>
                <a:gd name="T39" fmla="*/ 2147483646 h 1192"/>
                <a:gd name="T40" fmla="*/ 2147483646 w 8196"/>
                <a:gd name="T41" fmla="*/ 2147483646 h 1192"/>
                <a:gd name="T42" fmla="*/ 2147483646 w 8196"/>
                <a:gd name="T43" fmla="*/ 2147483646 h 1192"/>
                <a:gd name="T44" fmla="*/ 2147483646 w 8196"/>
                <a:gd name="T45" fmla="*/ 0 h 1192"/>
                <a:gd name="T46" fmla="*/ 2147483646 w 8196"/>
                <a:gd name="T47" fmla="*/ 2147483646 h 1192"/>
                <a:gd name="T48" fmla="*/ 2147483646 w 8196"/>
                <a:gd name="T49" fmla="*/ 2147483646 h 1192"/>
                <a:gd name="T50" fmla="*/ 2147483646 w 8196"/>
                <a:gd name="T51" fmla="*/ 2147483646 h 1192"/>
                <a:gd name="T52" fmla="*/ 2147483646 w 8196"/>
                <a:gd name="T53" fmla="*/ 2147483646 h 1192"/>
                <a:gd name="T54" fmla="*/ 2147483646 w 8196"/>
                <a:gd name="T55" fmla="*/ 2147483646 h 1192"/>
                <a:gd name="T56" fmla="*/ 2147483646 w 8196"/>
                <a:gd name="T57" fmla="*/ 2147483646 h 1192"/>
                <a:gd name="T58" fmla="*/ 2147483646 w 8196"/>
                <a:gd name="T59" fmla="*/ 2147483646 h 1192"/>
                <a:gd name="T60" fmla="*/ 2147483646 w 8196"/>
                <a:gd name="T61" fmla="*/ 2147483646 h 1192"/>
                <a:gd name="T62" fmla="*/ 0 w 8196"/>
                <a:gd name="T63" fmla="*/ 2147483646 h 1192"/>
                <a:gd name="T64" fmla="*/ 2147483646 w 8196"/>
                <a:gd name="T65" fmla="*/ 2147483646 h 1192"/>
                <a:gd name="T66" fmla="*/ 2147483646 w 8196"/>
                <a:gd name="T67" fmla="*/ 2147483646 h 1192"/>
                <a:gd name="T68" fmla="*/ 2147483646 w 8196"/>
                <a:gd name="T69" fmla="*/ 2147483646 h 1192"/>
                <a:gd name="T70" fmla="*/ 2147483646 w 8196"/>
                <a:gd name="T71" fmla="*/ 2147483646 h 119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6" y="1186"/>
                  </a:lnTo>
                  <a:lnTo>
                    <a:pt x="8196" y="510"/>
                  </a:lnTo>
                  <a:lnTo>
                    <a:pt x="8192" y="512"/>
                  </a:lnTo>
                  <a:close/>
                </a:path>
              </a:pathLst>
            </a:custGeom>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0">
                <a:solidFill>
                  <a:prstClr val="black"/>
                </a:solidFill>
              </a:endParaRPr>
            </a:p>
          </p:txBody>
        </p:sp>
      </p:grpSp>
      <p:sp>
        <p:nvSpPr>
          <p:cNvPr id="2" name="Title 1"/>
          <p:cNvSpPr>
            <a:spLocks noGrp="1"/>
          </p:cNvSpPr>
          <p:nvPr>
            <p:ph type="ctrTitle"/>
          </p:nvPr>
        </p:nvSpPr>
        <p:spPr>
          <a:xfrm>
            <a:off x="685800" y="1200152"/>
            <a:ext cx="7772400" cy="1335081"/>
          </a:xfrm>
        </p:spPr>
        <p:txBody>
          <a:bodyPr anchor="b">
            <a:normAutofit/>
          </a:bodyPr>
          <a:lstStyle>
            <a:lvl1pPr>
              <a:defRPr sz="4400">
                <a:solidFill>
                  <a:srgbClr val="FFFFFF"/>
                </a:solidFill>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371600" y="2667001"/>
            <a:ext cx="6400800" cy="1104900"/>
          </a:xfrm>
        </p:spPr>
        <p:txBody>
          <a:bodyPr>
            <a:normAutofit/>
          </a:bodyPr>
          <a:lstStyle>
            <a:lvl1pPr marL="0" indent="0" algn="ctr">
              <a:buNone/>
              <a:defRPr sz="2000">
                <a:solidFill>
                  <a:srgbClr val="FFFFFF"/>
                </a:solidFill>
              </a:defRPr>
            </a:lvl1pPr>
            <a:lvl2pPr marL="457189" indent="0" algn="ctr">
              <a:buNone/>
              <a:defRPr>
                <a:solidFill>
                  <a:schemeClr val="tx1">
                    <a:tint val="75000"/>
                  </a:schemeClr>
                </a:solidFill>
              </a:defRPr>
            </a:lvl2pPr>
            <a:lvl3pPr marL="914378"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2"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zh-CN" altLang="en-US"/>
              <a:t>单击此处编辑母版副标题样式</a:t>
            </a:r>
            <a:endParaRPr lang="en-US" dirty="0"/>
          </a:p>
        </p:txBody>
      </p:sp>
      <p:sp>
        <p:nvSpPr>
          <p:cNvPr id="11" name="Date Placeholder 3"/>
          <p:cNvSpPr>
            <a:spLocks noGrp="1"/>
          </p:cNvSpPr>
          <p:nvPr>
            <p:ph type="dt" sz="half" idx="10"/>
          </p:nvPr>
        </p:nvSpPr>
        <p:spPr/>
        <p:txBody>
          <a:bodyPr rtlCol="0"/>
          <a:lstStyle>
            <a:lvl1pPr>
              <a:defRPr sz="1000">
                <a:ea typeface="楷体_GB2312"/>
                <a:cs typeface="楷体_GB2312"/>
              </a:defRPr>
            </a:lvl1pPr>
          </a:lstStyle>
          <a:p>
            <a:pPr>
              <a:defRPr/>
            </a:pPr>
            <a:endParaRPr lang="en-US" altLang="zh-CN"/>
          </a:p>
        </p:txBody>
      </p:sp>
      <p:sp>
        <p:nvSpPr>
          <p:cNvPr id="12" name="Footer Placeholder 4"/>
          <p:cNvSpPr>
            <a:spLocks noGrp="1"/>
          </p:cNvSpPr>
          <p:nvPr>
            <p:ph type="ftr" sz="quarter" idx="11"/>
          </p:nvPr>
        </p:nvSpPr>
        <p:spPr/>
        <p:txBody>
          <a:bodyPr rtlCol="0"/>
          <a:lstStyle>
            <a:lvl1pPr>
              <a:defRPr sz="1000">
                <a:ea typeface="楷体_GB2312"/>
                <a:cs typeface="楷体_GB2312"/>
              </a:defRPr>
            </a:lvl1pPr>
          </a:lstStyle>
          <a:p>
            <a:pPr>
              <a:defRPr/>
            </a:pPr>
            <a:endParaRPr lang="en-US" altLang="zh-CN"/>
          </a:p>
        </p:txBody>
      </p:sp>
      <p:sp>
        <p:nvSpPr>
          <p:cNvPr id="13" name="Slide Number Placeholder 5"/>
          <p:cNvSpPr>
            <a:spLocks noGrp="1"/>
          </p:cNvSpPr>
          <p:nvPr>
            <p:ph type="sldNum" sz="quarter" idx="12"/>
          </p:nvPr>
        </p:nvSpPr>
        <p:spPr>
          <a:xfrm>
            <a:off x="7494587" y="472282"/>
            <a:ext cx="1162050" cy="273050"/>
          </a:xfrm>
        </p:spPr>
        <p:txBody>
          <a:bodyPr/>
          <a:lstStyle>
            <a:lvl1pPr>
              <a:defRPr>
                <a:ea typeface="楷体_GB2312"/>
                <a:cs typeface="楷体_GB2312"/>
              </a:defRPr>
            </a:lvl1pPr>
          </a:lstStyle>
          <a:p>
            <a:pPr>
              <a:defRPr/>
            </a:pPr>
            <a:fld id="{D29F4C7B-7C14-4D5E-A7F2-4220D4B00F15}" type="slidenum">
              <a:rPr lang="zh-CN" altLang="en-US"/>
              <a:pPr>
                <a:defRPr/>
              </a:pPr>
              <a:t>‹#›</a:t>
            </a:fld>
            <a:endParaRPr lang="en-US" altLang="zh-CN" dirty="0"/>
          </a:p>
        </p:txBody>
      </p:sp>
    </p:spTree>
    <p:extLst>
      <p:ext uri="{BB962C8B-B14F-4D97-AF65-F5344CB8AC3E}">
        <p14:creationId xmlns:p14="http://schemas.microsoft.com/office/powerpoint/2010/main" val="402116371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grpSp>
        <p:nvGrpSpPr>
          <p:cNvPr id="4" name="组合 6"/>
          <p:cNvGrpSpPr>
            <a:grpSpLocks/>
          </p:cNvGrpSpPr>
          <p:nvPr userDrawn="1"/>
        </p:nvGrpSpPr>
        <p:grpSpPr bwMode="auto">
          <a:xfrm>
            <a:off x="0" y="195263"/>
            <a:ext cx="755650" cy="431800"/>
            <a:chOff x="-786" y="195486"/>
            <a:chExt cx="756363" cy="432048"/>
          </a:xfrm>
        </p:grpSpPr>
        <p:sp>
          <p:nvSpPr>
            <p:cNvPr id="5" name="五边形 4"/>
            <p:cNvSpPr/>
            <p:nvPr/>
          </p:nvSpPr>
          <p:spPr>
            <a:xfrm>
              <a:off x="-786" y="195486"/>
              <a:ext cx="756363" cy="432048"/>
            </a:xfrm>
            <a:prstGeom prst="homePlate">
              <a:avLst/>
            </a:prstGeom>
            <a:solidFill>
              <a:schemeClr val="bg2">
                <a:lumMod val="50000"/>
              </a:schemeClr>
            </a:solidFill>
            <a:ln w="25400" cap="flat" cmpd="sng" algn="ctr">
              <a:noFill/>
              <a:prstDash val="solid"/>
            </a:ln>
            <a:effectLst/>
          </p:spPr>
          <p:txBody>
            <a:bodyPr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en-US" b="0">
                <a:solidFill>
                  <a:srgbClr val="FFFFFF"/>
                </a:solidFill>
                <a:latin typeface="Calibri" panose="020F0502020204030204" pitchFamily="34" charset="0"/>
              </a:endParaRPr>
            </a:p>
          </p:txBody>
        </p:sp>
        <p:sp>
          <p:nvSpPr>
            <p:cNvPr id="6" name="五边形 8"/>
            <p:cNvSpPr>
              <a:spLocks noChangeArrowheads="1"/>
            </p:cNvSpPr>
            <p:nvPr/>
          </p:nvSpPr>
          <p:spPr bwMode="auto">
            <a:xfrm>
              <a:off x="-786" y="197074"/>
              <a:ext cx="756363" cy="88951"/>
            </a:xfrm>
            <a:prstGeom prst="homePlate">
              <a:avLst>
                <a:gd name="adj" fmla="val 49995"/>
              </a:avLst>
            </a:prstGeom>
            <a:solidFill>
              <a:schemeClr val="bg1">
                <a:alpha val="30196"/>
              </a:schemeClr>
            </a:solidFill>
            <a:ln>
              <a:noFill/>
            </a:ln>
          </p:spPr>
          <p:txBody>
            <a:bodyPr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en-US" b="0">
                <a:solidFill>
                  <a:srgbClr val="FFFFFF"/>
                </a:solidFill>
                <a:latin typeface="Calibri" panose="020F0502020204030204" pitchFamily="34" charset="0"/>
              </a:endParaRPr>
            </a:p>
          </p:txBody>
        </p:sp>
      </p:grpSp>
      <p:sp>
        <p:nvSpPr>
          <p:cNvPr id="3" name="Content Placeholder 2"/>
          <p:cNvSpPr>
            <a:spLocks noGrp="1"/>
          </p:cNvSpPr>
          <p:nvPr>
            <p:ph idx="1"/>
          </p:nvPr>
        </p:nvSpPr>
        <p:spPr/>
        <p:txBody>
          <a:bodyPr/>
          <a:lstStyle>
            <a:lvl1pPr>
              <a:defRPr baseline="0">
                <a:latin typeface="Times New Roman" panose="02020603050405020304" pitchFamily="18" charset="0"/>
              </a:defRPr>
            </a:lvl1pPr>
            <a:lvl2pPr>
              <a:defRPr baseline="0">
                <a:latin typeface="Times New Roman" panose="02020603050405020304" pitchFamily="18" charset="0"/>
              </a:defRPr>
            </a:lvl2pPr>
            <a:lvl3pPr>
              <a:defRPr baseline="0">
                <a:latin typeface="Times New Roman" panose="02020603050405020304" pitchFamily="18" charset="0"/>
              </a:defRPr>
            </a:lvl3pPr>
            <a:lvl4pPr>
              <a:defRPr baseline="0">
                <a:latin typeface="Times New Roman" panose="02020603050405020304" pitchFamily="18" charset="0"/>
              </a:defRPr>
            </a:lvl4pPr>
            <a:lvl5pPr>
              <a:defRPr baseline="0">
                <a:latin typeface="Times New Roman" panose="02020603050405020304" pitchFamily="18"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7" name="Title 6"/>
          <p:cNvSpPr>
            <a:spLocks noGrp="1"/>
          </p:cNvSpPr>
          <p:nvPr>
            <p:ph type="title"/>
          </p:nvPr>
        </p:nvSpPr>
        <p:spPr>
          <a:xfrm>
            <a:off x="755577" y="267495"/>
            <a:ext cx="7931224" cy="360040"/>
          </a:xfrm>
        </p:spPr>
        <p:txBody>
          <a:bodyPr/>
          <a:lstStyle>
            <a:lvl1pPr algn="l">
              <a:defRPr b="1" baseline="0">
                <a:latin typeface="Times New Roman" panose="02020603050405020304" pitchFamily="18" charset="0"/>
                <a:ea typeface="黑体" panose="02010609060101010101" pitchFamily="49" charset="-122"/>
              </a:defRPr>
            </a:lvl1pPr>
          </a:lstStyle>
          <a:p>
            <a:r>
              <a:rPr lang="zh-CN" altLang="en-US" dirty="0"/>
              <a:t>单击此处编辑母版标题样式</a:t>
            </a:r>
            <a:endParaRPr lang="en-US" dirty="0"/>
          </a:p>
        </p:txBody>
      </p:sp>
      <p:sp>
        <p:nvSpPr>
          <p:cNvPr id="8" name="Date Placeholder 3"/>
          <p:cNvSpPr>
            <a:spLocks noGrp="1"/>
          </p:cNvSpPr>
          <p:nvPr>
            <p:ph type="dt" sz="half" idx="10"/>
          </p:nvPr>
        </p:nvSpPr>
        <p:spPr/>
        <p:txBody>
          <a:bodyPr rtlCol="0"/>
          <a:lstStyle>
            <a:lvl1pPr>
              <a:defRPr sz="1000">
                <a:ea typeface="楷体_GB2312"/>
                <a:cs typeface="楷体_GB2312"/>
              </a:defRPr>
            </a:lvl1pPr>
          </a:lstStyle>
          <a:p>
            <a:pPr>
              <a:defRPr/>
            </a:pPr>
            <a:endParaRPr lang="en-US" altLang="zh-CN"/>
          </a:p>
        </p:txBody>
      </p:sp>
      <p:sp>
        <p:nvSpPr>
          <p:cNvPr id="9" name="Footer Placeholder 4"/>
          <p:cNvSpPr>
            <a:spLocks noGrp="1"/>
          </p:cNvSpPr>
          <p:nvPr>
            <p:ph type="ftr" sz="quarter" idx="11"/>
          </p:nvPr>
        </p:nvSpPr>
        <p:spPr/>
        <p:txBody>
          <a:bodyPr rtlCol="0"/>
          <a:lstStyle>
            <a:lvl1pPr>
              <a:defRPr sz="1000">
                <a:ea typeface="楷体_GB2312"/>
                <a:cs typeface="楷体_GB2312"/>
              </a:defRPr>
            </a:lvl1pPr>
          </a:lstStyle>
          <a:p>
            <a:pPr>
              <a:defRPr/>
            </a:pPr>
            <a:endParaRPr lang="en-US" altLang="zh-CN"/>
          </a:p>
        </p:txBody>
      </p:sp>
      <p:sp>
        <p:nvSpPr>
          <p:cNvPr id="10" name="Slide Number Placeholder 5"/>
          <p:cNvSpPr>
            <a:spLocks noGrp="1"/>
          </p:cNvSpPr>
          <p:nvPr>
            <p:ph type="sldNum" sz="quarter" idx="12"/>
          </p:nvPr>
        </p:nvSpPr>
        <p:spPr>
          <a:xfrm>
            <a:off x="7788275" y="4504532"/>
            <a:ext cx="1162050" cy="273050"/>
          </a:xfrm>
        </p:spPr>
        <p:txBody>
          <a:bodyPr/>
          <a:lstStyle>
            <a:lvl1pPr>
              <a:defRPr>
                <a:ea typeface="楷体_GB2312"/>
                <a:cs typeface="楷体_GB2312"/>
              </a:defRPr>
            </a:lvl1pPr>
          </a:lstStyle>
          <a:p>
            <a:pPr>
              <a:defRPr/>
            </a:pPr>
            <a:fld id="{BA2DDBA9-51DB-4DDF-BDD4-A2E856AE787A}" type="slidenum">
              <a:rPr lang="zh-CN" altLang="en-US"/>
              <a:pPr>
                <a:defRPr/>
              </a:pPr>
              <a:t>‹#›</a:t>
            </a:fld>
            <a:endParaRPr lang="en-US" altLang="zh-CN"/>
          </a:p>
        </p:txBody>
      </p:sp>
    </p:spTree>
    <p:extLst>
      <p:ext uri="{BB962C8B-B14F-4D97-AF65-F5344CB8AC3E}">
        <p14:creationId xmlns:p14="http://schemas.microsoft.com/office/powerpoint/2010/main" val="160652424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Rounded Rectangle 15"/>
          <p:cNvSpPr/>
          <p:nvPr/>
        </p:nvSpPr>
        <p:spPr>
          <a:xfrm>
            <a:off x="228600" y="171450"/>
            <a:ext cx="8696325" cy="4525963"/>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eaLnBrk="1" hangingPunct="1">
              <a:defRPr/>
            </a:pPr>
            <a:endParaRPr lang="en-US" b="0" dirty="0">
              <a:solidFill>
                <a:prstClr val="white"/>
              </a:solidFill>
            </a:endParaRPr>
          </a:p>
        </p:txBody>
      </p:sp>
      <p:grpSp>
        <p:nvGrpSpPr>
          <p:cNvPr id="5" name="Group 9"/>
          <p:cNvGrpSpPr>
            <a:grpSpLocks noChangeAspect="1"/>
          </p:cNvGrpSpPr>
          <p:nvPr/>
        </p:nvGrpSpPr>
        <p:grpSpPr bwMode="auto">
          <a:xfrm>
            <a:off x="211138" y="4014788"/>
            <a:ext cx="8723312" cy="1000125"/>
            <a:chOff x="-3905250" y="4294188"/>
            <a:chExt cx="13011150" cy="1892300"/>
          </a:xfrm>
        </p:grpSpPr>
        <p:sp>
          <p:nvSpPr>
            <p:cNvPr id="6" name="Freeform 14"/>
            <p:cNvSpPr>
              <a:spLocks/>
            </p:cNvSpPr>
            <p:nvPr/>
          </p:nvSpPr>
          <p:spPr bwMode="hidden">
            <a:xfrm>
              <a:off x="4810681" y="4501439"/>
              <a:ext cx="4295219" cy="1015234"/>
            </a:xfrm>
            <a:custGeom>
              <a:avLst/>
              <a:gdLst>
                <a:gd name="T0" fmla="*/ 2147483646 w 2706"/>
                <a:gd name="T1" fmla="*/ 0 h 640"/>
                <a:gd name="T2" fmla="*/ 2147483646 w 2706"/>
                <a:gd name="T3" fmla="*/ 0 h 640"/>
                <a:gd name="T4" fmla="*/ 2147483646 w 2706"/>
                <a:gd name="T5" fmla="*/ 2147483646 h 640"/>
                <a:gd name="T6" fmla="*/ 2147483646 w 2706"/>
                <a:gd name="T7" fmla="*/ 2147483646 h 640"/>
                <a:gd name="T8" fmla="*/ 2147483646 w 2706"/>
                <a:gd name="T9" fmla="*/ 2147483646 h 640"/>
                <a:gd name="T10" fmla="*/ 2147483646 w 2706"/>
                <a:gd name="T11" fmla="*/ 2147483646 h 640"/>
                <a:gd name="T12" fmla="*/ 2147483646 w 2706"/>
                <a:gd name="T13" fmla="*/ 2147483646 h 640"/>
                <a:gd name="T14" fmla="*/ 2147483646 w 2706"/>
                <a:gd name="T15" fmla="*/ 2147483646 h 640"/>
                <a:gd name="T16" fmla="*/ 2147483646 w 2706"/>
                <a:gd name="T17" fmla="*/ 2147483646 h 640"/>
                <a:gd name="T18" fmla="*/ 2147483646 w 2706"/>
                <a:gd name="T19" fmla="*/ 2147483646 h 640"/>
                <a:gd name="T20" fmla="*/ 2147483646 w 2706"/>
                <a:gd name="T21" fmla="*/ 2147483646 h 640"/>
                <a:gd name="T22" fmla="*/ 2147483646 w 2706"/>
                <a:gd name="T23" fmla="*/ 2147483646 h 640"/>
                <a:gd name="T24" fmla="*/ 2147483646 w 2706"/>
                <a:gd name="T25" fmla="*/ 2147483646 h 640"/>
                <a:gd name="T26" fmla="*/ 2147483646 w 2706"/>
                <a:gd name="T27" fmla="*/ 2147483646 h 640"/>
                <a:gd name="T28" fmla="*/ 2147483646 w 2706"/>
                <a:gd name="T29" fmla="*/ 2147483646 h 640"/>
                <a:gd name="T30" fmla="*/ 2147483646 w 2706"/>
                <a:gd name="T31" fmla="*/ 2147483646 h 640"/>
                <a:gd name="T32" fmla="*/ 2147483646 w 2706"/>
                <a:gd name="T33" fmla="*/ 2147483646 h 640"/>
                <a:gd name="T34" fmla="*/ 2147483646 w 2706"/>
                <a:gd name="T35" fmla="*/ 2147483646 h 640"/>
                <a:gd name="T36" fmla="*/ 0 w 2706"/>
                <a:gd name="T37" fmla="*/ 2147483646 h 640"/>
                <a:gd name="T38" fmla="*/ 0 w 2706"/>
                <a:gd name="T39" fmla="*/ 2147483646 h 640"/>
                <a:gd name="T40" fmla="*/ 2147483646 w 2706"/>
                <a:gd name="T41" fmla="*/ 2147483646 h 640"/>
                <a:gd name="T42" fmla="*/ 2147483646 w 2706"/>
                <a:gd name="T43" fmla="*/ 2147483646 h 640"/>
                <a:gd name="T44" fmla="*/ 2147483646 w 2706"/>
                <a:gd name="T45" fmla="*/ 2147483646 h 640"/>
                <a:gd name="T46" fmla="*/ 2147483646 w 2706"/>
                <a:gd name="T47" fmla="*/ 2147483646 h 640"/>
                <a:gd name="T48" fmla="*/ 2147483646 w 2706"/>
                <a:gd name="T49" fmla="*/ 2147483646 h 640"/>
                <a:gd name="T50" fmla="*/ 2147483646 w 2706"/>
                <a:gd name="T51" fmla="*/ 2147483646 h 640"/>
                <a:gd name="T52" fmla="*/ 2147483646 w 2706"/>
                <a:gd name="T53" fmla="*/ 2147483646 h 640"/>
                <a:gd name="T54" fmla="*/ 2147483646 w 2706"/>
                <a:gd name="T55" fmla="*/ 2147483646 h 640"/>
                <a:gd name="T56" fmla="*/ 2147483646 w 2706"/>
                <a:gd name="T57" fmla="*/ 2147483646 h 640"/>
                <a:gd name="T58" fmla="*/ 2147483646 w 2706"/>
                <a:gd name="T59" fmla="*/ 2147483646 h 640"/>
                <a:gd name="T60" fmla="*/ 2147483646 w 2706"/>
                <a:gd name="T61" fmla="*/ 2147483646 h 640"/>
                <a:gd name="T62" fmla="*/ 2147483646 w 2706"/>
                <a:gd name="T63" fmla="*/ 2147483646 h 640"/>
                <a:gd name="T64" fmla="*/ 2147483646 w 2706"/>
                <a:gd name="T65" fmla="*/ 2147483646 h 640"/>
                <a:gd name="T66" fmla="*/ 2147483646 w 2706"/>
                <a:gd name="T67" fmla="*/ 2147483646 h 640"/>
                <a:gd name="T68" fmla="*/ 2147483646 w 2706"/>
                <a:gd name="T69" fmla="*/ 2147483646 h 640"/>
                <a:gd name="T70" fmla="*/ 2147483646 w 2706"/>
                <a:gd name="T71" fmla="*/ 2147483646 h 640"/>
                <a:gd name="T72" fmla="*/ 2147483646 w 2706"/>
                <a:gd name="T73" fmla="*/ 2147483646 h 640"/>
                <a:gd name="T74" fmla="*/ 2147483646 w 2706"/>
                <a:gd name="T75" fmla="*/ 2147483646 h 640"/>
                <a:gd name="T76" fmla="*/ 2147483646 w 2706"/>
                <a:gd name="T77" fmla="*/ 2147483646 h 640"/>
                <a:gd name="T78" fmla="*/ 2147483646 w 2706"/>
                <a:gd name="T79" fmla="*/ 2147483646 h 640"/>
                <a:gd name="T80" fmla="*/ 2147483646 w 2706"/>
                <a:gd name="T81" fmla="*/ 2147483646 h 640"/>
                <a:gd name="T82" fmla="*/ 2147483646 w 2706"/>
                <a:gd name="T83" fmla="*/ 2147483646 h 640"/>
                <a:gd name="T84" fmla="*/ 2147483646 w 2706"/>
                <a:gd name="T85" fmla="*/ 2147483646 h 640"/>
                <a:gd name="T86" fmla="*/ 2147483646 w 2706"/>
                <a:gd name="T87" fmla="*/ 2147483646 h 640"/>
                <a:gd name="T88" fmla="*/ 2147483646 w 2706"/>
                <a:gd name="T89" fmla="*/ 2147483646 h 640"/>
                <a:gd name="T90" fmla="*/ 2147483646 w 2706"/>
                <a:gd name="T91" fmla="*/ 2147483646 h 640"/>
                <a:gd name="T92" fmla="*/ 2147483646 w 2706"/>
                <a:gd name="T93" fmla="*/ 2147483646 h 640"/>
                <a:gd name="T94" fmla="*/ 2147483646 w 2706"/>
                <a:gd name="T95" fmla="*/ 2147483646 h 640"/>
                <a:gd name="T96" fmla="*/ 2147483646 w 2706"/>
                <a:gd name="T97" fmla="*/ 2147483646 h 640"/>
                <a:gd name="T98" fmla="*/ 2147483646 w 2706"/>
                <a:gd name="T99" fmla="*/ 2147483646 h 640"/>
                <a:gd name="T100" fmla="*/ 2147483646 w 2706"/>
                <a:gd name="T101" fmla="*/ 2147483646 h 640"/>
                <a:gd name="T102" fmla="*/ 2147483646 w 2706"/>
                <a:gd name="T103" fmla="*/ 2147483646 h 640"/>
                <a:gd name="T104" fmla="*/ 2147483646 w 2706"/>
                <a:gd name="T105" fmla="*/ 2147483646 h 640"/>
                <a:gd name="T106" fmla="*/ 2147483646 w 2706"/>
                <a:gd name="T107" fmla="*/ 0 h 640"/>
                <a:gd name="T108" fmla="*/ 2147483646 w 2706"/>
                <a:gd name="T109" fmla="*/ 0 h 640"/>
                <a:gd name="T110" fmla="*/ 2147483646 w 2706"/>
                <a:gd name="T111" fmla="*/ 0 h 640"/>
                <a:gd name="T112" fmla="*/ 2147483646 w 2706"/>
                <a:gd name="T113" fmla="*/ 0 h 640"/>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472" y="252"/>
                  </a:lnTo>
                  <a:lnTo>
                    <a:pt x="1236" y="304"/>
                  </a:lnTo>
                  <a:lnTo>
                    <a:pt x="1010" y="352"/>
                  </a:lnTo>
                  <a:lnTo>
                    <a:pt x="792" y="398"/>
                  </a:lnTo>
                  <a:lnTo>
                    <a:pt x="584" y="438"/>
                  </a:lnTo>
                  <a:lnTo>
                    <a:pt x="382" y="474"/>
                  </a:lnTo>
                  <a:lnTo>
                    <a:pt x="188" y="50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6" y="388"/>
                  </a:lnTo>
                  <a:lnTo>
                    <a:pt x="2706" y="0"/>
                  </a:lnTo>
                  <a:lnTo>
                    <a:pt x="2700" y="0"/>
                  </a:lnTo>
                  <a:close/>
                </a:path>
              </a:pathLst>
            </a:custGeom>
            <a:solidFill>
              <a:schemeClr val="bg2">
                <a:alpha val="29019"/>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a:solidFill>
                  <a:prstClr val="black"/>
                </a:solidFill>
                <a:latin typeface="Times New Roman" panose="02020603050405020304" pitchFamily="18" charset="0"/>
                <a:ea typeface="楷体_GB2312"/>
              </a:endParaRPr>
            </a:p>
          </p:txBody>
        </p:sp>
        <p:sp>
          <p:nvSpPr>
            <p:cNvPr id="7" name="Freeform 18"/>
            <p:cNvSpPr>
              <a:spLocks/>
            </p:cNvSpPr>
            <p:nvPr/>
          </p:nvSpPr>
          <p:spPr bwMode="hidden">
            <a:xfrm>
              <a:off x="-308538" y="4318217"/>
              <a:ext cx="8280254" cy="1210470"/>
            </a:xfrm>
            <a:custGeom>
              <a:avLst/>
              <a:gdLst>
                <a:gd name="T0" fmla="*/ 2147483646 w 5216"/>
                <a:gd name="T1" fmla="*/ 2147483646 h 762"/>
                <a:gd name="T2" fmla="*/ 2147483646 w 5216"/>
                <a:gd name="T3" fmla="*/ 2147483646 h 762"/>
                <a:gd name="T4" fmla="*/ 2147483646 w 5216"/>
                <a:gd name="T5" fmla="*/ 2147483646 h 762"/>
                <a:gd name="T6" fmla="*/ 2147483646 w 5216"/>
                <a:gd name="T7" fmla="*/ 2147483646 h 762"/>
                <a:gd name="T8" fmla="*/ 2147483646 w 5216"/>
                <a:gd name="T9" fmla="*/ 2147483646 h 762"/>
                <a:gd name="T10" fmla="*/ 2147483646 w 5216"/>
                <a:gd name="T11" fmla="*/ 2147483646 h 762"/>
                <a:gd name="T12" fmla="*/ 2147483646 w 5216"/>
                <a:gd name="T13" fmla="*/ 2147483646 h 762"/>
                <a:gd name="T14" fmla="*/ 2147483646 w 5216"/>
                <a:gd name="T15" fmla="*/ 2147483646 h 762"/>
                <a:gd name="T16" fmla="*/ 2147483646 w 5216"/>
                <a:gd name="T17" fmla="*/ 2147483646 h 762"/>
                <a:gd name="T18" fmla="*/ 2147483646 w 5216"/>
                <a:gd name="T19" fmla="*/ 2147483646 h 762"/>
                <a:gd name="T20" fmla="*/ 2147483646 w 5216"/>
                <a:gd name="T21" fmla="*/ 2147483646 h 762"/>
                <a:gd name="T22" fmla="*/ 2147483646 w 5216"/>
                <a:gd name="T23" fmla="*/ 2147483646 h 762"/>
                <a:gd name="T24" fmla="*/ 2147483646 w 5216"/>
                <a:gd name="T25" fmla="*/ 2147483646 h 762"/>
                <a:gd name="T26" fmla="*/ 2147483646 w 5216"/>
                <a:gd name="T27" fmla="*/ 0 h 762"/>
                <a:gd name="T28" fmla="*/ 2147483646 w 5216"/>
                <a:gd name="T29" fmla="*/ 2147483646 h 762"/>
                <a:gd name="T30" fmla="*/ 2147483646 w 5216"/>
                <a:gd name="T31" fmla="*/ 2147483646 h 762"/>
                <a:gd name="T32" fmla="*/ 0 w 5216"/>
                <a:gd name="T33" fmla="*/ 2147483646 h 762"/>
                <a:gd name="T34" fmla="*/ 2147483646 w 5216"/>
                <a:gd name="T35" fmla="*/ 2147483646 h 762"/>
                <a:gd name="T36" fmla="*/ 2147483646 w 5216"/>
                <a:gd name="T37" fmla="*/ 2147483646 h 762"/>
                <a:gd name="T38" fmla="*/ 2147483646 w 5216"/>
                <a:gd name="T39" fmla="*/ 2147483646 h 762"/>
                <a:gd name="T40" fmla="*/ 2147483646 w 5216"/>
                <a:gd name="T41" fmla="*/ 2147483646 h 762"/>
                <a:gd name="T42" fmla="*/ 2147483646 w 5216"/>
                <a:gd name="T43" fmla="*/ 2147483646 h 762"/>
                <a:gd name="T44" fmla="*/ 2147483646 w 5216"/>
                <a:gd name="T45" fmla="*/ 2147483646 h 762"/>
                <a:gd name="T46" fmla="*/ 2147483646 w 5216"/>
                <a:gd name="T47" fmla="*/ 2147483646 h 762"/>
                <a:gd name="T48" fmla="*/ 2147483646 w 5216"/>
                <a:gd name="T49" fmla="*/ 2147483646 h 762"/>
                <a:gd name="T50" fmla="*/ 2147483646 w 5216"/>
                <a:gd name="T51" fmla="*/ 2147483646 h 762"/>
                <a:gd name="T52" fmla="*/ 2147483646 w 5216"/>
                <a:gd name="T53" fmla="*/ 2147483646 h 762"/>
                <a:gd name="T54" fmla="*/ 2147483646 w 5216"/>
                <a:gd name="T55" fmla="*/ 2147483646 h 762"/>
                <a:gd name="T56" fmla="*/ 2147483646 w 5216"/>
                <a:gd name="T57" fmla="*/ 2147483646 h 762"/>
                <a:gd name="T58" fmla="*/ 2147483646 w 5216"/>
                <a:gd name="T59" fmla="*/ 2147483646 h 762"/>
                <a:gd name="T60" fmla="*/ 2147483646 w 5216"/>
                <a:gd name="T61" fmla="*/ 2147483646 h 762"/>
                <a:gd name="T62" fmla="*/ 2147483646 w 5216"/>
                <a:gd name="T63" fmla="*/ 2147483646 h 762"/>
                <a:gd name="T64" fmla="*/ 2147483646 w 5216"/>
                <a:gd name="T65" fmla="*/ 2147483646 h 762"/>
                <a:gd name="T66" fmla="*/ 2147483646 w 5216"/>
                <a:gd name="T67" fmla="*/ 2147483646 h 762"/>
                <a:gd name="T68" fmla="*/ 2147483646 w 5216"/>
                <a:gd name="T69" fmla="*/ 2147483646 h 762"/>
                <a:gd name="T70" fmla="*/ 2147483646 w 5216"/>
                <a:gd name="T71" fmla="*/ 2147483646 h 76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154" y="66"/>
                  </a:lnTo>
                  <a:lnTo>
                    <a:pt x="314" y="86"/>
                  </a:lnTo>
                  <a:lnTo>
                    <a:pt x="480" y="112"/>
                  </a:lnTo>
                  <a:lnTo>
                    <a:pt x="652" y="140"/>
                  </a:lnTo>
                  <a:lnTo>
                    <a:pt x="830" y="174"/>
                  </a:lnTo>
                  <a:lnTo>
                    <a:pt x="1014" y="210"/>
                  </a:lnTo>
                  <a:lnTo>
                    <a:pt x="1206" y="250"/>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close/>
                </a:path>
              </a:pathLst>
            </a:custGeom>
            <a:solidFill>
              <a:schemeClr val="bg2">
                <a:alpha val="39999"/>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a:solidFill>
                  <a:prstClr val="black"/>
                </a:solidFill>
                <a:latin typeface="Times New Roman" panose="02020603050405020304" pitchFamily="18" charset="0"/>
                <a:ea typeface="楷体_GB2312"/>
              </a:endParaRPr>
            </a:p>
          </p:txBody>
        </p:sp>
        <p:sp>
          <p:nvSpPr>
            <p:cNvPr id="8" name="Freeform 22"/>
            <p:cNvSpPr>
              <a:spLocks/>
            </p:cNvSpPr>
            <p:nvPr/>
          </p:nvSpPr>
          <p:spPr bwMode="hidden">
            <a:xfrm>
              <a:off x="4014" y="4336239"/>
              <a:ext cx="8164231" cy="1102339"/>
            </a:xfrm>
            <a:custGeom>
              <a:avLst/>
              <a:gdLst>
                <a:gd name="T0" fmla="*/ 0 w 5144"/>
                <a:gd name="T1" fmla="*/ 2147483646 h 694"/>
                <a:gd name="T2" fmla="*/ 0 w 5144"/>
                <a:gd name="T3" fmla="*/ 2147483646 h 694"/>
                <a:gd name="T4" fmla="*/ 2147483646 w 5144"/>
                <a:gd name="T5" fmla="*/ 2147483646 h 694"/>
                <a:gd name="T6" fmla="*/ 2147483646 w 5144"/>
                <a:gd name="T7" fmla="*/ 2147483646 h 694"/>
                <a:gd name="T8" fmla="*/ 2147483646 w 5144"/>
                <a:gd name="T9" fmla="*/ 2147483646 h 694"/>
                <a:gd name="T10" fmla="*/ 2147483646 w 5144"/>
                <a:gd name="T11" fmla="*/ 2147483646 h 694"/>
                <a:gd name="T12" fmla="*/ 2147483646 w 5144"/>
                <a:gd name="T13" fmla="*/ 2147483646 h 694"/>
                <a:gd name="T14" fmla="*/ 2147483646 w 5144"/>
                <a:gd name="T15" fmla="*/ 2147483646 h 694"/>
                <a:gd name="T16" fmla="*/ 2147483646 w 5144"/>
                <a:gd name="T17" fmla="*/ 2147483646 h 694"/>
                <a:gd name="T18" fmla="*/ 2147483646 w 5144"/>
                <a:gd name="T19" fmla="*/ 2147483646 h 694"/>
                <a:gd name="T20" fmla="*/ 2147483646 w 5144"/>
                <a:gd name="T21" fmla="*/ 2147483646 h 694"/>
                <a:gd name="T22" fmla="*/ 2147483646 w 5144"/>
                <a:gd name="T23" fmla="*/ 2147483646 h 694"/>
                <a:gd name="T24" fmla="*/ 2147483646 w 5144"/>
                <a:gd name="T25" fmla="*/ 0 h 694"/>
                <a:gd name="T26" fmla="*/ 2147483646 w 5144"/>
                <a:gd name="T27" fmla="*/ 2147483646 h 694"/>
                <a:gd name="T28" fmla="*/ 2147483646 w 5144"/>
                <a:gd name="T29" fmla="*/ 2147483646 h 694"/>
                <a:gd name="T30" fmla="*/ 2147483646 w 5144"/>
                <a:gd name="T31" fmla="*/ 2147483646 h 694"/>
                <a:gd name="T32" fmla="*/ 2147483646 w 5144"/>
                <a:gd name="T33" fmla="*/ 2147483646 h 694"/>
                <a:gd name="T34" fmla="*/ 2147483646 w 5144"/>
                <a:gd name="T35" fmla="*/ 2147483646 h 694"/>
                <a:gd name="T36" fmla="*/ 2147483646 w 5144"/>
                <a:gd name="T37" fmla="*/ 2147483646 h 694"/>
                <a:gd name="T38" fmla="*/ 2147483646 w 5144"/>
                <a:gd name="T39" fmla="*/ 2147483646 h 694"/>
                <a:gd name="T40" fmla="*/ 2147483646 w 5144"/>
                <a:gd name="T41" fmla="*/ 2147483646 h 694"/>
                <a:gd name="T42" fmla="*/ 2147483646 w 5144"/>
                <a:gd name="T43" fmla="*/ 2147483646 h 694"/>
                <a:gd name="T44" fmla="*/ 2147483646 w 5144"/>
                <a:gd name="T45" fmla="*/ 2147483646 h 694"/>
                <a:gd name="T46" fmla="*/ 2147483646 w 5144"/>
                <a:gd name="T47" fmla="*/ 2147483646 h 694"/>
                <a:gd name="T48" fmla="*/ 2147483646 w 5144"/>
                <a:gd name="T49" fmla="*/ 2147483646 h 694"/>
                <a:gd name="T50" fmla="*/ 2147483646 w 5144"/>
                <a:gd name="T51" fmla="*/ 2147483646 h 694"/>
                <a:gd name="T52" fmla="*/ 2147483646 w 5144"/>
                <a:gd name="T53" fmla="*/ 2147483646 h 694"/>
                <a:gd name="T54" fmla="*/ 2147483646 w 5144"/>
                <a:gd name="T55" fmla="*/ 2147483646 h 694"/>
                <a:gd name="T56" fmla="*/ 2147483646 w 5144"/>
                <a:gd name="T57" fmla="*/ 2147483646 h 694"/>
                <a:gd name="T58" fmla="*/ 2147483646 w 5144"/>
                <a:gd name="T59" fmla="*/ 2147483646 h 694"/>
                <a:gd name="T60" fmla="*/ 2147483646 w 5144"/>
                <a:gd name="T61" fmla="*/ 2147483646 h 694"/>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100">
                <a:solidFill>
                  <a:prstClr val="black"/>
                </a:solidFill>
                <a:latin typeface="Times New Roman" panose="02020603050405020304" pitchFamily="18" charset="0"/>
                <a:ea typeface="楷体_GB2312"/>
              </a:endParaRPr>
            </a:p>
          </p:txBody>
        </p:sp>
        <p:sp>
          <p:nvSpPr>
            <p:cNvPr id="9" name="Freeform 26"/>
            <p:cNvSpPr>
              <a:spLocks/>
            </p:cNvSpPr>
            <p:nvPr/>
          </p:nvSpPr>
          <p:spPr bwMode="hidden">
            <a:xfrm>
              <a:off x="4157164" y="4315213"/>
              <a:ext cx="4939265" cy="928129"/>
            </a:xfrm>
            <a:custGeom>
              <a:avLst/>
              <a:gdLst>
                <a:gd name="T0" fmla="*/ 0 w 3112"/>
                <a:gd name="T1" fmla="*/ 2147483646 h 584"/>
                <a:gd name="T2" fmla="*/ 0 w 3112"/>
                <a:gd name="T3" fmla="*/ 2147483646 h 584"/>
                <a:gd name="T4" fmla="*/ 2147483646 w 3112"/>
                <a:gd name="T5" fmla="*/ 2147483646 h 584"/>
                <a:gd name="T6" fmla="*/ 2147483646 w 3112"/>
                <a:gd name="T7" fmla="*/ 2147483646 h 584"/>
                <a:gd name="T8" fmla="*/ 2147483646 w 3112"/>
                <a:gd name="T9" fmla="*/ 2147483646 h 584"/>
                <a:gd name="T10" fmla="*/ 2147483646 w 3112"/>
                <a:gd name="T11" fmla="*/ 2147483646 h 584"/>
                <a:gd name="T12" fmla="*/ 2147483646 w 3112"/>
                <a:gd name="T13" fmla="*/ 2147483646 h 584"/>
                <a:gd name="T14" fmla="*/ 2147483646 w 3112"/>
                <a:gd name="T15" fmla="*/ 2147483646 h 584"/>
                <a:gd name="T16" fmla="*/ 2147483646 w 3112"/>
                <a:gd name="T17" fmla="*/ 2147483646 h 584"/>
                <a:gd name="T18" fmla="*/ 2147483646 w 3112"/>
                <a:gd name="T19" fmla="*/ 2147483646 h 584"/>
                <a:gd name="T20" fmla="*/ 2147483646 w 3112"/>
                <a:gd name="T21" fmla="*/ 2147483646 h 584"/>
                <a:gd name="T22" fmla="*/ 2147483646 w 3112"/>
                <a:gd name="T23" fmla="*/ 2147483646 h 584"/>
                <a:gd name="T24" fmla="*/ 2147483646 w 3112"/>
                <a:gd name="T25" fmla="*/ 2147483646 h 584"/>
                <a:gd name="T26" fmla="*/ 2147483646 w 3112"/>
                <a:gd name="T27" fmla="*/ 2147483646 h 584"/>
                <a:gd name="T28" fmla="*/ 2147483646 w 3112"/>
                <a:gd name="T29" fmla="*/ 2147483646 h 584"/>
                <a:gd name="T30" fmla="*/ 2147483646 w 3112"/>
                <a:gd name="T31" fmla="*/ 2147483646 h 584"/>
                <a:gd name="T32" fmla="*/ 2147483646 w 3112"/>
                <a:gd name="T33" fmla="*/ 2147483646 h 584"/>
                <a:gd name="T34" fmla="*/ 2147483646 w 3112"/>
                <a:gd name="T35" fmla="*/ 2147483646 h 584"/>
                <a:gd name="T36" fmla="*/ 2147483646 w 3112"/>
                <a:gd name="T37" fmla="*/ 2147483646 h 584"/>
                <a:gd name="T38" fmla="*/ 2147483646 w 3112"/>
                <a:gd name="T39" fmla="*/ 0 h 58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100">
                <a:solidFill>
                  <a:prstClr val="black"/>
                </a:solidFill>
                <a:latin typeface="Times New Roman" panose="02020603050405020304" pitchFamily="18" charset="0"/>
                <a:ea typeface="楷体_GB2312"/>
              </a:endParaRPr>
            </a:p>
          </p:txBody>
        </p:sp>
        <p:sp useBgFill="1">
          <p:nvSpPr>
            <p:cNvPr id="10" name="Freeform 10"/>
            <p:cNvSpPr>
              <a:spLocks/>
            </p:cNvSpPr>
            <p:nvPr/>
          </p:nvSpPr>
          <p:spPr bwMode="hidden">
            <a:xfrm>
              <a:off x="-3905250" y="4294188"/>
              <a:ext cx="13011150" cy="1892300"/>
            </a:xfrm>
            <a:custGeom>
              <a:avLst/>
              <a:gdLst>
                <a:gd name="T0" fmla="*/ 2147483646 w 8196"/>
                <a:gd name="T1" fmla="*/ 2147483646 h 1192"/>
                <a:gd name="T2" fmla="*/ 2147483646 w 8196"/>
                <a:gd name="T3" fmla="*/ 2147483646 h 1192"/>
                <a:gd name="T4" fmla="*/ 2147483646 w 8196"/>
                <a:gd name="T5" fmla="*/ 2147483646 h 1192"/>
                <a:gd name="T6" fmla="*/ 2147483646 w 8196"/>
                <a:gd name="T7" fmla="*/ 2147483646 h 1192"/>
                <a:gd name="T8" fmla="*/ 2147483646 w 8196"/>
                <a:gd name="T9" fmla="*/ 2147483646 h 1192"/>
                <a:gd name="T10" fmla="*/ 2147483646 w 8196"/>
                <a:gd name="T11" fmla="*/ 2147483646 h 1192"/>
                <a:gd name="T12" fmla="*/ 2147483646 w 8196"/>
                <a:gd name="T13" fmla="*/ 2147483646 h 1192"/>
                <a:gd name="T14" fmla="*/ 2147483646 w 8196"/>
                <a:gd name="T15" fmla="*/ 2147483646 h 1192"/>
                <a:gd name="T16" fmla="*/ 2147483646 w 8196"/>
                <a:gd name="T17" fmla="*/ 2147483646 h 1192"/>
                <a:gd name="T18" fmla="*/ 2147483646 w 8196"/>
                <a:gd name="T19" fmla="*/ 2147483646 h 1192"/>
                <a:gd name="T20" fmla="*/ 2147483646 w 8196"/>
                <a:gd name="T21" fmla="*/ 2147483646 h 1192"/>
                <a:gd name="T22" fmla="*/ 2147483646 w 8196"/>
                <a:gd name="T23" fmla="*/ 2147483646 h 1192"/>
                <a:gd name="T24" fmla="*/ 2147483646 w 8196"/>
                <a:gd name="T25" fmla="*/ 2147483646 h 1192"/>
                <a:gd name="T26" fmla="*/ 2147483646 w 8196"/>
                <a:gd name="T27" fmla="*/ 2147483646 h 1192"/>
                <a:gd name="T28" fmla="*/ 2147483646 w 8196"/>
                <a:gd name="T29" fmla="*/ 2147483646 h 1192"/>
                <a:gd name="T30" fmla="*/ 2147483646 w 8196"/>
                <a:gd name="T31" fmla="*/ 2147483646 h 1192"/>
                <a:gd name="T32" fmla="*/ 2147483646 w 8196"/>
                <a:gd name="T33" fmla="*/ 2147483646 h 1192"/>
                <a:gd name="T34" fmla="*/ 2147483646 w 8196"/>
                <a:gd name="T35" fmla="*/ 2147483646 h 1192"/>
                <a:gd name="T36" fmla="*/ 2147483646 w 8196"/>
                <a:gd name="T37" fmla="*/ 2147483646 h 1192"/>
                <a:gd name="T38" fmla="*/ 2147483646 w 8196"/>
                <a:gd name="T39" fmla="*/ 2147483646 h 1192"/>
                <a:gd name="T40" fmla="*/ 2147483646 w 8196"/>
                <a:gd name="T41" fmla="*/ 2147483646 h 1192"/>
                <a:gd name="T42" fmla="*/ 2147483646 w 8196"/>
                <a:gd name="T43" fmla="*/ 2147483646 h 1192"/>
                <a:gd name="T44" fmla="*/ 2147483646 w 8196"/>
                <a:gd name="T45" fmla="*/ 0 h 1192"/>
                <a:gd name="T46" fmla="*/ 2147483646 w 8196"/>
                <a:gd name="T47" fmla="*/ 2147483646 h 1192"/>
                <a:gd name="T48" fmla="*/ 2147483646 w 8196"/>
                <a:gd name="T49" fmla="*/ 2147483646 h 1192"/>
                <a:gd name="T50" fmla="*/ 2147483646 w 8196"/>
                <a:gd name="T51" fmla="*/ 2147483646 h 1192"/>
                <a:gd name="T52" fmla="*/ 2147483646 w 8196"/>
                <a:gd name="T53" fmla="*/ 2147483646 h 1192"/>
                <a:gd name="T54" fmla="*/ 2147483646 w 8196"/>
                <a:gd name="T55" fmla="*/ 2147483646 h 1192"/>
                <a:gd name="T56" fmla="*/ 2147483646 w 8196"/>
                <a:gd name="T57" fmla="*/ 2147483646 h 1192"/>
                <a:gd name="T58" fmla="*/ 2147483646 w 8196"/>
                <a:gd name="T59" fmla="*/ 2147483646 h 1192"/>
                <a:gd name="T60" fmla="*/ 2147483646 w 8196"/>
                <a:gd name="T61" fmla="*/ 2147483646 h 1192"/>
                <a:gd name="T62" fmla="*/ 0 w 8196"/>
                <a:gd name="T63" fmla="*/ 2147483646 h 1192"/>
                <a:gd name="T64" fmla="*/ 2147483646 w 8196"/>
                <a:gd name="T65" fmla="*/ 2147483646 h 1192"/>
                <a:gd name="T66" fmla="*/ 2147483646 w 8196"/>
                <a:gd name="T67" fmla="*/ 2147483646 h 1192"/>
                <a:gd name="T68" fmla="*/ 2147483646 w 8196"/>
                <a:gd name="T69" fmla="*/ 2147483646 h 1192"/>
                <a:gd name="T70" fmla="*/ 2147483646 w 8196"/>
                <a:gd name="T71" fmla="*/ 2147483646 h 119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6" y="1186"/>
                  </a:lnTo>
                  <a:lnTo>
                    <a:pt x="8196" y="510"/>
                  </a:lnTo>
                  <a:lnTo>
                    <a:pt x="8192" y="512"/>
                  </a:lnTo>
                  <a:close/>
                </a:path>
              </a:pathLst>
            </a:custGeom>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a:solidFill>
                  <a:prstClr val="black"/>
                </a:solidFill>
                <a:latin typeface="Times New Roman" panose="02020603050405020304" pitchFamily="18" charset="0"/>
                <a:ea typeface="楷体_GB2312"/>
              </a:endParaRPr>
            </a:p>
          </p:txBody>
        </p:sp>
      </p:grpSp>
      <p:sp>
        <p:nvSpPr>
          <p:cNvPr id="2" name="Title 1"/>
          <p:cNvSpPr>
            <a:spLocks noGrp="1"/>
          </p:cNvSpPr>
          <p:nvPr>
            <p:ph type="ctrTitle"/>
          </p:nvPr>
        </p:nvSpPr>
        <p:spPr>
          <a:xfrm>
            <a:off x="685800" y="1200152"/>
            <a:ext cx="7772400" cy="1335081"/>
          </a:xfrm>
        </p:spPr>
        <p:txBody>
          <a:bodyPr anchor="b">
            <a:normAutofit/>
          </a:bodyPr>
          <a:lstStyle>
            <a:lvl1pPr>
              <a:defRPr sz="4400">
                <a:solidFill>
                  <a:srgbClr val="FFFFFF"/>
                </a:solidFill>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371600" y="2667001"/>
            <a:ext cx="6400800" cy="1104900"/>
          </a:xfrm>
        </p:spPr>
        <p:txBody>
          <a:bodyPr>
            <a:normAutofit/>
          </a:bodyPr>
          <a:lstStyle>
            <a:lvl1pPr marL="0" indent="0" algn="ctr">
              <a:buNone/>
              <a:defRPr sz="2000">
                <a:solidFill>
                  <a:srgbClr val="FFFFFF"/>
                </a:solidFill>
              </a:defRPr>
            </a:lvl1pPr>
            <a:lvl2pPr marL="457189" indent="0" algn="ctr">
              <a:buNone/>
              <a:defRPr>
                <a:solidFill>
                  <a:schemeClr val="tx1">
                    <a:tint val="75000"/>
                  </a:schemeClr>
                </a:solidFill>
              </a:defRPr>
            </a:lvl2pPr>
            <a:lvl3pPr marL="914378"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2"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zh-CN" altLang="en-US"/>
              <a:t>单击此处编辑母版副标题样式</a:t>
            </a:r>
            <a:endParaRPr lang="en-US" dirty="0"/>
          </a:p>
        </p:txBody>
      </p:sp>
      <p:sp>
        <p:nvSpPr>
          <p:cNvPr id="11" name="Date Placeholder 3"/>
          <p:cNvSpPr>
            <a:spLocks noGrp="1"/>
          </p:cNvSpPr>
          <p:nvPr>
            <p:ph type="dt" sz="half" idx="10"/>
          </p:nvPr>
        </p:nvSpPr>
        <p:spPr/>
        <p:txBody>
          <a:bodyPr rtlCol="0"/>
          <a:lstStyle>
            <a:lvl1pPr>
              <a:defRPr b="1">
                <a:latin typeface="Times New Roman" panose="02020603050405020304" pitchFamily="18" charset="0"/>
                <a:ea typeface="楷体_GB2312"/>
                <a:cs typeface="楷体_GB2312"/>
              </a:defRPr>
            </a:lvl1pPr>
          </a:lstStyle>
          <a:p>
            <a:pPr>
              <a:defRPr/>
            </a:pPr>
            <a:endParaRPr lang="en-US" altLang="zh-CN"/>
          </a:p>
        </p:txBody>
      </p:sp>
      <p:sp>
        <p:nvSpPr>
          <p:cNvPr id="12" name="Footer Placeholder 4"/>
          <p:cNvSpPr>
            <a:spLocks noGrp="1"/>
          </p:cNvSpPr>
          <p:nvPr>
            <p:ph type="ftr" sz="quarter" idx="11"/>
          </p:nvPr>
        </p:nvSpPr>
        <p:spPr/>
        <p:txBody>
          <a:bodyPr rtlCol="0"/>
          <a:lstStyle>
            <a:lvl1pPr algn="ctr">
              <a:defRPr b="1">
                <a:latin typeface="Times New Roman" panose="02020603050405020304" pitchFamily="18" charset="0"/>
                <a:ea typeface="楷体_GB2312"/>
                <a:cs typeface="楷体_GB2312"/>
              </a:defRPr>
            </a:lvl1pPr>
          </a:lstStyle>
          <a:p>
            <a:pPr>
              <a:defRPr/>
            </a:pPr>
            <a:endParaRPr lang="en-US" altLang="zh-CN"/>
          </a:p>
        </p:txBody>
      </p:sp>
      <p:sp>
        <p:nvSpPr>
          <p:cNvPr id="13" name="Slide Number Placeholder 5"/>
          <p:cNvSpPr>
            <a:spLocks noGrp="1"/>
          </p:cNvSpPr>
          <p:nvPr>
            <p:ph type="sldNum" sz="quarter" idx="12"/>
          </p:nvPr>
        </p:nvSpPr>
        <p:spPr/>
        <p:txBody>
          <a:bodyPr/>
          <a:lstStyle>
            <a:lvl1pPr>
              <a:defRPr b="1">
                <a:latin typeface="Times New Roman" panose="02020603050405020304" pitchFamily="18" charset="0"/>
              </a:defRPr>
            </a:lvl1pPr>
          </a:lstStyle>
          <a:p>
            <a:pPr>
              <a:defRPr/>
            </a:pPr>
            <a:fld id="{93A75128-DBE9-4825-9CC0-25A17162F082}" type="slidenum">
              <a:rPr lang="zh-CN" altLang="en-US"/>
              <a:pPr>
                <a:defRPr/>
              </a:pPr>
              <a:t>‹#›</a:t>
            </a:fld>
            <a:endParaRPr lang="en-US" altLang="zh-CN"/>
          </a:p>
        </p:txBody>
      </p:sp>
    </p:spTree>
    <p:extLst>
      <p:ext uri="{BB962C8B-B14F-4D97-AF65-F5344CB8AC3E}">
        <p14:creationId xmlns:p14="http://schemas.microsoft.com/office/powerpoint/2010/main" val="18375882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grpSp>
        <p:nvGrpSpPr>
          <p:cNvPr id="4" name="组合 6"/>
          <p:cNvGrpSpPr>
            <a:grpSpLocks/>
          </p:cNvGrpSpPr>
          <p:nvPr userDrawn="1"/>
        </p:nvGrpSpPr>
        <p:grpSpPr bwMode="auto">
          <a:xfrm>
            <a:off x="0" y="195263"/>
            <a:ext cx="755650" cy="431800"/>
            <a:chOff x="-786" y="195486"/>
            <a:chExt cx="756363" cy="432048"/>
          </a:xfrm>
        </p:grpSpPr>
        <p:sp>
          <p:nvSpPr>
            <p:cNvPr id="5" name="五边形 4"/>
            <p:cNvSpPr/>
            <p:nvPr/>
          </p:nvSpPr>
          <p:spPr>
            <a:xfrm>
              <a:off x="-786" y="195486"/>
              <a:ext cx="756363" cy="432048"/>
            </a:xfrm>
            <a:prstGeom prst="homePlate">
              <a:avLst/>
            </a:prstGeom>
            <a:solidFill>
              <a:schemeClr val="bg2">
                <a:lumMod val="50000"/>
              </a:schemeClr>
            </a:solidFill>
            <a:ln w="25400" cap="flat" cmpd="sng" algn="ctr">
              <a:noFill/>
              <a:prstDash val="solid"/>
            </a:ln>
            <a:effectLst/>
          </p:spPr>
          <p:txBody>
            <a:bodyPr anchor="ctr"/>
            <a:lstStyle/>
            <a:p>
              <a:pPr algn="ctr" eaLnBrk="1" hangingPunct="1">
                <a:defRPr/>
              </a:pPr>
              <a:endParaRPr lang="zh-CN" altLang="en-US" b="0">
                <a:solidFill>
                  <a:srgbClr val="FFFFFF"/>
                </a:solidFill>
                <a:latin typeface="Calibri" pitchFamily="34" charset="0"/>
                <a:ea typeface="楷体_GB2312"/>
              </a:endParaRPr>
            </a:p>
          </p:txBody>
        </p:sp>
        <p:sp>
          <p:nvSpPr>
            <p:cNvPr id="6" name="五边形 8"/>
            <p:cNvSpPr>
              <a:spLocks noChangeArrowheads="1"/>
            </p:cNvSpPr>
            <p:nvPr/>
          </p:nvSpPr>
          <p:spPr bwMode="auto">
            <a:xfrm>
              <a:off x="-786" y="197074"/>
              <a:ext cx="756363" cy="88951"/>
            </a:xfrm>
            <a:prstGeom prst="homePlate">
              <a:avLst>
                <a:gd name="adj" fmla="val 49995"/>
              </a:avLst>
            </a:prstGeom>
            <a:solidFill>
              <a:schemeClr val="bg1">
                <a:alpha val="30196"/>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endParaRPr lang="zh-CN" altLang="en-US" b="0">
                <a:solidFill>
                  <a:srgbClr val="FFFFFF"/>
                </a:solidFill>
                <a:latin typeface="Calibri" panose="020F0502020204030204" pitchFamily="34" charset="0"/>
                <a:ea typeface="楷体_GB2312"/>
              </a:endParaRPr>
            </a:p>
          </p:txBody>
        </p:sp>
      </p:grpSp>
      <p:sp>
        <p:nvSpPr>
          <p:cNvPr id="3" name="Content Placeholder 2"/>
          <p:cNvSpPr>
            <a:spLocks noGrp="1"/>
          </p:cNvSpPr>
          <p:nvPr>
            <p:ph idx="1"/>
          </p:nvPr>
        </p:nvSpPr>
        <p:spPr/>
        <p:txBody>
          <a:bodyPr/>
          <a:lstStyle>
            <a:lvl1pPr>
              <a:defRPr baseline="0">
                <a:latin typeface="Times New Roman" panose="02020603050405020304" pitchFamily="18" charset="0"/>
              </a:defRPr>
            </a:lvl1pPr>
            <a:lvl2pPr>
              <a:defRPr baseline="0">
                <a:latin typeface="Times New Roman" panose="02020603050405020304" pitchFamily="18" charset="0"/>
              </a:defRPr>
            </a:lvl2pPr>
            <a:lvl3pPr>
              <a:defRPr baseline="0">
                <a:latin typeface="Times New Roman" panose="02020603050405020304" pitchFamily="18" charset="0"/>
              </a:defRPr>
            </a:lvl3pPr>
            <a:lvl4pPr>
              <a:defRPr baseline="0">
                <a:latin typeface="Times New Roman" panose="02020603050405020304" pitchFamily="18" charset="0"/>
              </a:defRPr>
            </a:lvl4pPr>
            <a:lvl5pPr>
              <a:defRPr baseline="0">
                <a:latin typeface="Times New Roman" panose="02020603050405020304" pitchFamily="18"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7" name="Title 6"/>
          <p:cNvSpPr>
            <a:spLocks noGrp="1"/>
          </p:cNvSpPr>
          <p:nvPr>
            <p:ph type="title"/>
          </p:nvPr>
        </p:nvSpPr>
        <p:spPr>
          <a:xfrm>
            <a:off x="755577" y="267495"/>
            <a:ext cx="7931224" cy="360040"/>
          </a:xfrm>
        </p:spPr>
        <p:txBody>
          <a:bodyPr/>
          <a:lstStyle>
            <a:lvl1pPr algn="l">
              <a:defRPr b="1" baseline="0">
                <a:latin typeface="Times New Roman" panose="02020603050405020304" pitchFamily="18" charset="0"/>
                <a:ea typeface="黑体" panose="02010609060101010101" pitchFamily="49" charset="-122"/>
              </a:defRPr>
            </a:lvl1pPr>
          </a:lstStyle>
          <a:p>
            <a:r>
              <a:rPr lang="zh-CN" altLang="en-US" dirty="0"/>
              <a:t>单击此处编辑母版标题样式</a:t>
            </a:r>
            <a:endParaRPr lang="en-US" dirty="0"/>
          </a:p>
        </p:txBody>
      </p:sp>
      <p:sp>
        <p:nvSpPr>
          <p:cNvPr id="8" name="Date Placeholder 3"/>
          <p:cNvSpPr>
            <a:spLocks noGrp="1"/>
          </p:cNvSpPr>
          <p:nvPr>
            <p:ph type="dt" sz="half" idx="10"/>
          </p:nvPr>
        </p:nvSpPr>
        <p:spPr/>
        <p:txBody>
          <a:bodyPr rtlCol="0"/>
          <a:lstStyle>
            <a:lvl1pPr>
              <a:defRPr b="1">
                <a:latin typeface="Times New Roman" panose="02020603050405020304" pitchFamily="18" charset="0"/>
                <a:ea typeface="楷体_GB2312"/>
                <a:cs typeface="楷体_GB2312"/>
              </a:defRPr>
            </a:lvl1pPr>
          </a:lstStyle>
          <a:p>
            <a:pPr>
              <a:defRPr/>
            </a:pPr>
            <a:endParaRPr lang="en-US" altLang="zh-CN"/>
          </a:p>
        </p:txBody>
      </p:sp>
      <p:sp>
        <p:nvSpPr>
          <p:cNvPr id="9" name="Footer Placeholder 4"/>
          <p:cNvSpPr>
            <a:spLocks noGrp="1"/>
          </p:cNvSpPr>
          <p:nvPr>
            <p:ph type="ftr" sz="quarter" idx="11"/>
          </p:nvPr>
        </p:nvSpPr>
        <p:spPr/>
        <p:txBody>
          <a:bodyPr rtlCol="0"/>
          <a:lstStyle>
            <a:lvl1pPr algn="ctr">
              <a:defRPr b="1">
                <a:latin typeface="Times New Roman" panose="02020603050405020304" pitchFamily="18" charset="0"/>
                <a:ea typeface="楷体_GB2312"/>
                <a:cs typeface="楷体_GB2312"/>
              </a:defRPr>
            </a:lvl1pPr>
          </a:lstStyle>
          <a:p>
            <a:pPr>
              <a:defRPr/>
            </a:pPr>
            <a:endParaRPr lang="en-US" altLang="zh-CN"/>
          </a:p>
        </p:txBody>
      </p:sp>
      <p:sp>
        <p:nvSpPr>
          <p:cNvPr id="10" name="Slide Number Placeholder 5"/>
          <p:cNvSpPr>
            <a:spLocks noGrp="1"/>
          </p:cNvSpPr>
          <p:nvPr>
            <p:ph type="sldNum" sz="quarter" idx="12"/>
          </p:nvPr>
        </p:nvSpPr>
        <p:spPr>
          <a:xfrm>
            <a:off x="7788275" y="4368007"/>
            <a:ext cx="1162050" cy="273050"/>
          </a:xfrm>
        </p:spPr>
        <p:txBody>
          <a:bodyPr/>
          <a:lstStyle>
            <a:lvl1pPr>
              <a:defRPr sz="1200" b="1">
                <a:latin typeface="Times New Roman" panose="02020603050405020304" pitchFamily="18" charset="0"/>
              </a:defRPr>
            </a:lvl1pPr>
          </a:lstStyle>
          <a:p>
            <a:pPr>
              <a:defRPr/>
            </a:pPr>
            <a:fld id="{64CF1D47-2B30-44A6-81DA-EC28584A641A}" type="slidenum">
              <a:rPr lang="zh-CN" altLang="en-US" smtClean="0"/>
              <a:pPr>
                <a:defRPr/>
              </a:pPr>
              <a:t>‹#›</a:t>
            </a:fld>
            <a:endParaRPr lang="en-US" altLang="zh-CN" dirty="0"/>
          </a:p>
        </p:txBody>
      </p:sp>
    </p:spTree>
    <p:extLst>
      <p:ext uri="{BB962C8B-B14F-4D97-AF65-F5344CB8AC3E}">
        <p14:creationId xmlns:p14="http://schemas.microsoft.com/office/powerpoint/2010/main" val="134495674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200152"/>
            <a:ext cx="7772400" cy="1335081"/>
          </a:xfrm>
        </p:spPr>
        <p:txBody>
          <a:bodyPr anchor="b">
            <a:normAutofit/>
          </a:bodyPr>
          <a:lstStyle>
            <a:lvl1pPr>
              <a:defRPr sz="4400">
                <a:solidFill>
                  <a:srgbClr val="FFFFFF"/>
                </a:solidFill>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371600" y="2667001"/>
            <a:ext cx="6400800" cy="1104900"/>
          </a:xfrm>
        </p:spPr>
        <p:txBody>
          <a:bodyPr>
            <a:normAutofit/>
          </a:bodyPr>
          <a:lstStyle>
            <a:lvl1pPr marL="0" indent="0" algn="ctr">
              <a:buNone/>
              <a:defRPr sz="2000">
                <a:solidFill>
                  <a:srgbClr val="FFFFFF"/>
                </a:solidFill>
              </a:defRPr>
            </a:lvl1pPr>
            <a:lvl2pPr marL="457189" indent="0" algn="ctr">
              <a:buNone/>
              <a:defRPr>
                <a:solidFill>
                  <a:schemeClr val="tx1">
                    <a:tint val="75000"/>
                  </a:schemeClr>
                </a:solidFill>
              </a:defRPr>
            </a:lvl2pPr>
            <a:lvl3pPr marL="914378"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2"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rtlCol="0"/>
          <a:lstStyle>
            <a:lvl1pPr>
              <a:defRPr sz="1000" b="1">
                <a:ea typeface="楷体_GB2312"/>
              </a:defRPr>
            </a:lvl1pPr>
          </a:lstStyle>
          <a:p>
            <a:pPr>
              <a:defRPr/>
            </a:pPr>
            <a:endParaRPr lang="en-US" altLang="zh-CN"/>
          </a:p>
        </p:txBody>
      </p:sp>
      <p:sp>
        <p:nvSpPr>
          <p:cNvPr id="5" name="Footer Placeholder 4"/>
          <p:cNvSpPr>
            <a:spLocks noGrp="1"/>
          </p:cNvSpPr>
          <p:nvPr>
            <p:ph type="ftr" sz="quarter" idx="11"/>
          </p:nvPr>
        </p:nvSpPr>
        <p:spPr/>
        <p:txBody>
          <a:bodyPr rtlCol="0"/>
          <a:lstStyle>
            <a:lvl1pPr>
              <a:defRPr sz="1000" b="1">
                <a:ea typeface="楷体_GB2312"/>
              </a:defRPr>
            </a:lvl1pPr>
          </a:lstStyle>
          <a:p>
            <a:pPr>
              <a:defRPr/>
            </a:pPr>
            <a:endParaRPr lang="en-US" altLang="zh-CN"/>
          </a:p>
        </p:txBody>
      </p:sp>
      <p:sp>
        <p:nvSpPr>
          <p:cNvPr id="6" name="Slide Number Placeholder 5"/>
          <p:cNvSpPr>
            <a:spLocks noGrp="1"/>
          </p:cNvSpPr>
          <p:nvPr>
            <p:ph type="sldNum" sz="quarter" idx="12"/>
          </p:nvPr>
        </p:nvSpPr>
        <p:spPr/>
        <p:txBody>
          <a:bodyPr/>
          <a:lstStyle>
            <a:lvl1pPr>
              <a:defRPr b="1">
                <a:ea typeface="楷体_GB2312"/>
                <a:cs typeface="楷体_GB2312"/>
              </a:defRPr>
            </a:lvl1pPr>
          </a:lstStyle>
          <a:p>
            <a:pPr>
              <a:defRPr/>
            </a:pPr>
            <a:fld id="{A0CD80FF-98D6-4AB8-B36A-38B9D1CC978B}" type="slidenum">
              <a:rPr lang="zh-CN" altLang="en-US"/>
              <a:pPr>
                <a:defRPr/>
              </a:pPr>
              <a:t>‹#›</a:t>
            </a:fld>
            <a:endParaRPr lang="en-US" altLang="zh-CN"/>
          </a:p>
        </p:txBody>
      </p:sp>
    </p:spTree>
    <p:extLst>
      <p:ext uri="{BB962C8B-B14F-4D97-AF65-F5344CB8AC3E}">
        <p14:creationId xmlns:p14="http://schemas.microsoft.com/office/powerpoint/2010/main" val="275637902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grpSp>
        <p:nvGrpSpPr>
          <p:cNvPr id="4" name="组合 5"/>
          <p:cNvGrpSpPr>
            <a:grpSpLocks/>
          </p:cNvGrpSpPr>
          <p:nvPr userDrawn="1"/>
        </p:nvGrpSpPr>
        <p:grpSpPr bwMode="auto">
          <a:xfrm>
            <a:off x="0" y="195263"/>
            <a:ext cx="755650" cy="431800"/>
            <a:chOff x="-786" y="195486"/>
            <a:chExt cx="756363" cy="432048"/>
          </a:xfrm>
        </p:grpSpPr>
        <p:sp>
          <p:nvSpPr>
            <p:cNvPr id="5" name="五边形 4"/>
            <p:cNvSpPr/>
            <p:nvPr/>
          </p:nvSpPr>
          <p:spPr>
            <a:xfrm>
              <a:off x="-786" y="195486"/>
              <a:ext cx="756363" cy="432048"/>
            </a:xfrm>
            <a:prstGeom prst="homePlate">
              <a:avLst/>
            </a:prstGeom>
            <a:solidFill>
              <a:schemeClr val="bg2">
                <a:lumMod val="50000"/>
              </a:schemeClr>
            </a:solidFill>
            <a:ln w="25400" cap="flat" cmpd="sng" algn="ctr">
              <a:noFill/>
              <a:prstDash val="solid"/>
            </a:ln>
            <a:effectLst/>
          </p:spPr>
          <p:txBody>
            <a:bodyPr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en-US" b="0">
                <a:solidFill>
                  <a:srgbClr val="FFFFFF"/>
                </a:solidFill>
                <a:latin typeface="Calibri" panose="020F0502020204030204" pitchFamily="34" charset="0"/>
                <a:ea typeface="楷体_GB2312"/>
                <a:cs typeface="楷体_GB2312"/>
              </a:endParaRPr>
            </a:p>
          </p:txBody>
        </p:sp>
        <p:sp>
          <p:nvSpPr>
            <p:cNvPr id="6" name="五边形 5"/>
            <p:cNvSpPr>
              <a:spLocks noChangeArrowheads="1"/>
            </p:cNvSpPr>
            <p:nvPr/>
          </p:nvSpPr>
          <p:spPr bwMode="auto">
            <a:xfrm>
              <a:off x="-786" y="197074"/>
              <a:ext cx="756363" cy="88951"/>
            </a:xfrm>
            <a:prstGeom prst="homePlate">
              <a:avLst>
                <a:gd name="adj" fmla="val 49995"/>
              </a:avLst>
            </a:prstGeom>
            <a:solidFill>
              <a:schemeClr val="bg1">
                <a:alpha val="30196"/>
              </a:schemeClr>
            </a:solidFill>
            <a:ln>
              <a:noFill/>
            </a:ln>
          </p:spPr>
          <p:txBody>
            <a:bodyPr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en-US" b="0">
                <a:solidFill>
                  <a:srgbClr val="FFFFFF"/>
                </a:solidFill>
                <a:latin typeface="Calibri" panose="020F0502020204030204" pitchFamily="34" charset="0"/>
                <a:ea typeface="楷体_GB2312"/>
                <a:cs typeface="楷体_GB2312"/>
              </a:endParaRPr>
            </a:p>
          </p:txBody>
        </p:sp>
      </p:grpSp>
      <p:sp>
        <p:nvSpPr>
          <p:cNvPr id="3" name="Content Placeholder 2"/>
          <p:cNvSpPr>
            <a:spLocks noGrp="1"/>
          </p:cNvSpPr>
          <p:nvPr>
            <p:ph idx="1"/>
          </p:nvPr>
        </p:nvSpPr>
        <p:spPr/>
        <p:txBody>
          <a:bodyPr/>
          <a:lstStyle>
            <a:lvl1pPr>
              <a:defRPr baseline="0">
                <a:latin typeface="Times New Roman" panose="02020603050405020304" pitchFamily="18" charset="0"/>
              </a:defRPr>
            </a:lvl1pPr>
            <a:lvl2pPr>
              <a:defRPr baseline="0">
                <a:latin typeface="Times New Roman" panose="02020603050405020304" pitchFamily="18" charset="0"/>
              </a:defRPr>
            </a:lvl2pPr>
            <a:lvl3pPr>
              <a:defRPr baseline="0">
                <a:latin typeface="Times New Roman" panose="02020603050405020304" pitchFamily="18" charset="0"/>
              </a:defRPr>
            </a:lvl3pPr>
            <a:lvl4pPr>
              <a:defRPr baseline="0">
                <a:latin typeface="Times New Roman" panose="02020603050405020304" pitchFamily="18" charset="0"/>
              </a:defRPr>
            </a:lvl4pPr>
            <a:lvl5pPr>
              <a:defRPr baseline="0">
                <a:latin typeface="Times New Roman" panose="02020603050405020304" pitchFamily="18"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7" name="Title 6"/>
          <p:cNvSpPr>
            <a:spLocks noGrp="1"/>
          </p:cNvSpPr>
          <p:nvPr>
            <p:ph type="title"/>
          </p:nvPr>
        </p:nvSpPr>
        <p:spPr>
          <a:xfrm>
            <a:off x="755577" y="267495"/>
            <a:ext cx="7931224" cy="360040"/>
          </a:xfrm>
        </p:spPr>
        <p:txBody>
          <a:bodyPr/>
          <a:lstStyle>
            <a:lvl1pPr algn="l">
              <a:defRPr b="1" baseline="0">
                <a:latin typeface="Times New Roman" panose="02020603050405020304" pitchFamily="18" charset="0"/>
                <a:ea typeface="黑体" panose="02010609060101010101" pitchFamily="49" charset="-122"/>
              </a:defRPr>
            </a:lvl1pPr>
          </a:lstStyle>
          <a:p>
            <a:r>
              <a:rPr lang="zh-CN" altLang="en-US" dirty="0"/>
              <a:t>单击此处编辑母版标题样式</a:t>
            </a:r>
            <a:endParaRPr lang="en-US" dirty="0"/>
          </a:p>
        </p:txBody>
      </p:sp>
      <p:sp>
        <p:nvSpPr>
          <p:cNvPr id="8" name="Date Placeholder 3"/>
          <p:cNvSpPr>
            <a:spLocks noGrp="1"/>
          </p:cNvSpPr>
          <p:nvPr>
            <p:ph type="dt" sz="half" idx="10"/>
          </p:nvPr>
        </p:nvSpPr>
        <p:spPr/>
        <p:txBody>
          <a:bodyPr rtlCol="0"/>
          <a:lstStyle>
            <a:lvl1pPr>
              <a:defRPr sz="1000" b="1">
                <a:ea typeface="楷体_GB2312"/>
              </a:defRPr>
            </a:lvl1pPr>
          </a:lstStyle>
          <a:p>
            <a:pPr>
              <a:defRPr/>
            </a:pPr>
            <a:endParaRPr lang="en-US" altLang="zh-CN"/>
          </a:p>
        </p:txBody>
      </p:sp>
      <p:sp>
        <p:nvSpPr>
          <p:cNvPr id="9" name="Footer Placeholder 4"/>
          <p:cNvSpPr>
            <a:spLocks noGrp="1"/>
          </p:cNvSpPr>
          <p:nvPr>
            <p:ph type="ftr" sz="quarter" idx="11"/>
          </p:nvPr>
        </p:nvSpPr>
        <p:spPr/>
        <p:txBody>
          <a:bodyPr rtlCol="0"/>
          <a:lstStyle>
            <a:lvl1pPr>
              <a:defRPr sz="1000" b="1">
                <a:ea typeface="楷体_GB2312"/>
              </a:defRPr>
            </a:lvl1pPr>
          </a:lstStyle>
          <a:p>
            <a:pPr>
              <a:defRPr/>
            </a:pPr>
            <a:endParaRPr lang="en-US" altLang="zh-CN"/>
          </a:p>
        </p:txBody>
      </p:sp>
      <p:sp>
        <p:nvSpPr>
          <p:cNvPr id="10" name="Slide Number Placeholder 5"/>
          <p:cNvSpPr>
            <a:spLocks noGrp="1"/>
          </p:cNvSpPr>
          <p:nvPr>
            <p:ph type="sldNum" sz="quarter" idx="12"/>
          </p:nvPr>
        </p:nvSpPr>
        <p:spPr/>
        <p:txBody>
          <a:bodyPr/>
          <a:lstStyle>
            <a:lvl1pPr>
              <a:defRPr b="1">
                <a:ea typeface="楷体_GB2312"/>
                <a:cs typeface="楷体_GB2312"/>
              </a:defRPr>
            </a:lvl1pPr>
          </a:lstStyle>
          <a:p>
            <a:pPr>
              <a:defRPr/>
            </a:pPr>
            <a:fld id="{CFE75A21-4D54-4A6B-95C2-C3F87DD39E44}" type="slidenum">
              <a:rPr lang="zh-CN" altLang="en-US"/>
              <a:pPr>
                <a:defRPr/>
              </a:pPr>
              <a:t>‹#›</a:t>
            </a:fld>
            <a:endParaRPr lang="en-US" altLang="zh-CN"/>
          </a:p>
        </p:txBody>
      </p:sp>
    </p:spTree>
    <p:extLst>
      <p:ext uri="{BB962C8B-B14F-4D97-AF65-F5344CB8AC3E}">
        <p14:creationId xmlns:p14="http://schemas.microsoft.com/office/powerpoint/2010/main" val="4703869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3.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26.xml"/><Relationship Id="rId1" Type="http://schemas.openxmlformats.org/officeDocument/2006/relationships/slideLayout" Target="../slideLayouts/slideLayout25.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28.xml"/><Relationship Id="rId1" Type="http://schemas.openxmlformats.org/officeDocument/2006/relationships/slideLayout" Target="../slideLayouts/slideLayout27.xml"/></Relationships>
</file>

<file path=ppt/slideMasters/_rels/slideMaster6.xml.rels><?xml version="1.0" encoding="UTF-8" standalone="yes"?>
<Relationships xmlns="http://schemas.openxmlformats.org/package/2006/relationships"><Relationship Id="rId3" Type="http://schemas.openxmlformats.org/officeDocument/2006/relationships/theme" Target="../theme/theme6.xml"/><Relationship Id="rId2" Type="http://schemas.openxmlformats.org/officeDocument/2006/relationships/slideLayout" Target="../slideLayouts/slideLayout30.xml"/><Relationship Id="rId1" Type="http://schemas.openxmlformats.org/officeDocument/2006/relationships/slideLayout" Target="../slideLayouts/slideLayout29.xml"/></Relationships>
</file>

<file path=ppt/slideMasters/_rels/slideMaster7.xml.rels><?xml version="1.0" encoding="UTF-8" standalone="yes"?>
<Relationships xmlns="http://schemas.openxmlformats.org/package/2006/relationships"><Relationship Id="rId3" Type="http://schemas.openxmlformats.org/officeDocument/2006/relationships/theme" Target="../theme/theme7.xml"/><Relationship Id="rId2" Type="http://schemas.openxmlformats.org/officeDocument/2006/relationships/slideLayout" Target="../slideLayouts/slideLayout32.xml"/><Relationship Id="rId1"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06375"/>
            <a:ext cx="82296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p:cNvSpPr>
            <a:spLocks noGrp="1" noChangeArrowheads="1"/>
          </p:cNvSpPr>
          <p:nvPr>
            <p:ph type="body" idx="1"/>
          </p:nvPr>
        </p:nvSpPr>
        <p:spPr bwMode="auto">
          <a:xfrm>
            <a:off x="457200" y="1200150"/>
            <a:ext cx="8229600" cy="339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17860" name="Rectangle 4"/>
          <p:cNvSpPr>
            <a:spLocks noGrp="1" noChangeArrowheads="1"/>
          </p:cNvSpPr>
          <p:nvPr>
            <p:ph type="dt" sz="half" idx="2"/>
          </p:nvPr>
        </p:nvSpPr>
        <p:spPr bwMode="auto">
          <a:xfrm>
            <a:off x="457200" y="4684713"/>
            <a:ext cx="2133600" cy="3571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latin typeface="Arial" panose="020B0604020202020204" pitchFamily="34" charset="0"/>
              </a:defRPr>
            </a:lvl1pPr>
          </a:lstStyle>
          <a:p>
            <a:pPr>
              <a:defRPr/>
            </a:pPr>
            <a:endParaRPr lang="en-US" altLang="zh-CN" b="0">
              <a:solidFill>
                <a:srgbClr val="000000"/>
              </a:solidFill>
            </a:endParaRPr>
          </a:p>
        </p:txBody>
      </p:sp>
      <p:sp>
        <p:nvSpPr>
          <p:cNvPr id="1017861" name="Rectangle 5"/>
          <p:cNvSpPr>
            <a:spLocks noGrp="1" noChangeArrowheads="1"/>
          </p:cNvSpPr>
          <p:nvPr>
            <p:ph type="ftr" sz="quarter" idx="3"/>
          </p:nvPr>
        </p:nvSpPr>
        <p:spPr bwMode="auto">
          <a:xfrm>
            <a:off x="3124200" y="4684713"/>
            <a:ext cx="2895600" cy="3571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a:latin typeface="Arial" panose="020B0604020202020204" pitchFamily="34" charset="0"/>
              </a:defRPr>
            </a:lvl1pPr>
          </a:lstStyle>
          <a:p>
            <a:pPr>
              <a:defRPr/>
            </a:pPr>
            <a:endParaRPr lang="en-US" altLang="zh-CN" b="0">
              <a:solidFill>
                <a:srgbClr val="000000"/>
              </a:solidFill>
            </a:endParaRPr>
          </a:p>
        </p:txBody>
      </p:sp>
      <p:sp>
        <p:nvSpPr>
          <p:cNvPr id="1017862" name="Rectangle 6"/>
          <p:cNvSpPr>
            <a:spLocks noGrp="1" noChangeArrowheads="1"/>
          </p:cNvSpPr>
          <p:nvPr>
            <p:ph type="sldNum" sz="quarter" idx="4"/>
          </p:nvPr>
        </p:nvSpPr>
        <p:spPr bwMode="auto">
          <a:xfrm>
            <a:off x="6516688" y="206375"/>
            <a:ext cx="2133600" cy="3571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a:latin typeface="Arial" panose="020B0604020202020204" pitchFamily="34" charset="0"/>
              </a:defRPr>
            </a:lvl1pPr>
          </a:lstStyle>
          <a:p>
            <a:pPr>
              <a:defRPr/>
            </a:pPr>
            <a:fld id="{B5E98608-490A-41B4-86CC-75532A80593C}" type="slidenum">
              <a:rPr lang="zh-CN" altLang="en-US" b="0">
                <a:solidFill>
                  <a:srgbClr val="000000"/>
                </a:solidFill>
              </a:rPr>
              <a:pPr>
                <a:defRPr/>
              </a:pPr>
              <a:t>‹#›</a:t>
            </a:fld>
            <a:endParaRPr lang="en-US" altLang="zh-CN" b="0" dirty="0">
              <a:solidFill>
                <a:srgbClr val="000000"/>
              </a:solidFill>
            </a:endParaRPr>
          </a:p>
        </p:txBody>
      </p:sp>
    </p:spTree>
    <p:extLst>
      <p:ext uri="{BB962C8B-B14F-4D97-AF65-F5344CB8AC3E}">
        <p14:creationId xmlns:p14="http://schemas.microsoft.com/office/powerpoint/2010/main" val="3893348699"/>
      </p:ext>
    </p:extLst>
  </p:cSld>
  <p:clrMap bg1="lt1" tx1="dk1" bg2="lt2" tx2="dk2" accent1="accent1" accent2="accent2" accent3="accent3" accent4="accent4" accent5="accent5" accent6="accent6" hlink="hlink" folHlink="folHlink"/>
  <p:sldLayoutIdLst>
    <p:sldLayoutId id="2147485184" r:id="rId1"/>
    <p:sldLayoutId id="2147485185" r:id="rId2"/>
    <p:sldLayoutId id="2147485186" r:id="rId3"/>
    <p:sldLayoutId id="2147485187" r:id="rId4"/>
    <p:sldLayoutId id="2147485188" r:id="rId5"/>
    <p:sldLayoutId id="2147485189" r:id="rId6"/>
    <p:sldLayoutId id="2147485190" r:id="rId7"/>
    <p:sldLayoutId id="2147485191" r:id="rId8"/>
    <p:sldLayoutId id="2147485192" r:id="rId9"/>
    <p:sldLayoutId id="2147485193" r:id="rId10"/>
    <p:sldLayoutId id="2147485194" r:id="rId11"/>
  </p:sldLayoutIdLst>
  <p:hf hdr="0" ftr="0" dt="0"/>
  <p:txStyles>
    <p:titleStyle>
      <a:lvl1pPr algn="ctr" rtl="0" eaLnBrk="0" fontAlgn="base" hangingPunct="0">
        <a:spcBef>
          <a:spcPct val="0"/>
        </a:spcBef>
        <a:spcAft>
          <a:spcPct val="0"/>
        </a:spcAft>
        <a:defRPr sz="4400">
          <a:solidFill>
            <a:schemeClr val="tx2"/>
          </a:solidFill>
          <a:latin typeface="+mj-lt"/>
          <a:ea typeface="宋体" panose="02010600030101010101" pitchFamily="2" charset="-122"/>
          <a:cs typeface="+mj-cs"/>
        </a:defRPr>
      </a:lvl1pPr>
      <a:lvl2pPr algn="ctr" rtl="0" eaLnBrk="0" fontAlgn="base" hangingPunct="0">
        <a:spcBef>
          <a:spcPct val="0"/>
        </a:spcBef>
        <a:spcAft>
          <a:spcPct val="0"/>
        </a:spcAft>
        <a:defRPr sz="4400">
          <a:solidFill>
            <a:schemeClr val="tx2"/>
          </a:solidFill>
          <a:latin typeface="Arial"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charset="0"/>
          <a:ea typeface="宋体" panose="02010600030101010101" pitchFamily="2" charset="-122"/>
        </a:defRPr>
      </a:lvl5pPr>
      <a:lvl6pPr marL="457200" algn="ctr" rtl="0" fontAlgn="base">
        <a:spcBef>
          <a:spcPct val="0"/>
        </a:spcBef>
        <a:spcAft>
          <a:spcPct val="0"/>
        </a:spcAft>
        <a:defRPr sz="4400">
          <a:solidFill>
            <a:schemeClr val="tx2"/>
          </a:solidFill>
          <a:latin typeface="Arial" charset="0"/>
          <a:ea typeface="宋体" pitchFamily="2" charset="-122"/>
        </a:defRPr>
      </a:lvl6pPr>
      <a:lvl7pPr marL="914400" algn="ctr" rtl="0" fontAlgn="base">
        <a:spcBef>
          <a:spcPct val="0"/>
        </a:spcBef>
        <a:spcAft>
          <a:spcPct val="0"/>
        </a:spcAft>
        <a:defRPr sz="4400">
          <a:solidFill>
            <a:schemeClr val="tx2"/>
          </a:solidFill>
          <a:latin typeface="Arial" charset="0"/>
          <a:ea typeface="宋体" pitchFamily="2" charset="-122"/>
        </a:defRPr>
      </a:lvl7pPr>
      <a:lvl8pPr marL="1371600" algn="ctr" rtl="0" fontAlgn="base">
        <a:spcBef>
          <a:spcPct val="0"/>
        </a:spcBef>
        <a:spcAft>
          <a:spcPct val="0"/>
        </a:spcAft>
        <a:defRPr sz="4400">
          <a:solidFill>
            <a:schemeClr val="tx2"/>
          </a:solidFill>
          <a:latin typeface="Arial" charset="0"/>
          <a:ea typeface="宋体" pitchFamily="2" charset="-122"/>
        </a:defRPr>
      </a:lvl8pPr>
      <a:lvl9pPr marL="1828800" algn="ctr" rtl="0" fontAlgn="base">
        <a:spcBef>
          <a:spcPct val="0"/>
        </a:spcBef>
        <a:spcAft>
          <a:spcPct val="0"/>
        </a:spcAft>
        <a:defRPr sz="4400">
          <a:solidFill>
            <a:schemeClr val="tx2"/>
          </a:solidFill>
          <a:latin typeface="Arial" charset="0"/>
          <a:ea typeface="宋体"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宋体" panose="02010600030101010101" pitchFamily="2"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宋体" panose="02010600030101010101" pitchFamily="2" charset="-122"/>
        </a:defRPr>
      </a:lvl2pPr>
      <a:lvl3pPr marL="1143000" indent="-228600" algn="l" rtl="0" eaLnBrk="0" fontAlgn="base" hangingPunct="0">
        <a:spcBef>
          <a:spcPct val="20000"/>
        </a:spcBef>
        <a:spcAft>
          <a:spcPct val="0"/>
        </a:spcAft>
        <a:buChar char="•"/>
        <a:defRPr sz="2400">
          <a:solidFill>
            <a:schemeClr val="tx1"/>
          </a:solidFill>
          <a:latin typeface="+mn-lt"/>
          <a:ea typeface="宋体" panose="02010600030101010101" pitchFamily="2" charset="-122"/>
        </a:defRPr>
      </a:lvl3pPr>
      <a:lvl4pPr marL="1600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0574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Title Placeholder 1"/>
          <p:cNvSpPr>
            <a:spLocks noGrp="1"/>
          </p:cNvSpPr>
          <p:nvPr>
            <p:ph type="title"/>
          </p:nvPr>
        </p:nvSpPr>
        <p:spPr bwMode="auto">
          <a:xfrm>
            <a:off x="900113" y="268288"/>
            <a:ext cx="7786687"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4" name="Date Placeholder 3"/>
          <p:cNvSpPr>
            <a:spLocks noGrp="1"/>
          </p:cNvSpPr>
          <p:nvPr>
            <p:ph type="dt" sz="half" idx="2"/>
          </p:nvPr>
        </p:nvSpPr>
        <p:spPr>
          <a:xfrm>
            <a:off x="5164138" y="4687888"/>
            <a:ext cx="3786187" cy="273050"/>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000">
                <a:solidFill>
                  <a:srgbClr val="073E87"/>
                </a:solidFill>
              </a:defRPr>
            </a:lvl1pPr>
          </a:lstStyle>
          <a:p>
            <a:pPr>
              <a:defRPr/>
            </a:pPr>
            <a:endParaRPr lang="en-US" altLang="zh-CN" b="0"/>
          </a:p>
        </p:txBody>
      </p:sp>
      <p:sp>
        <p:nvSpPr>
          <p:cNvPr id="5" name="Footer Placeholder 4"/>
          <p:cNvSpPr>
            <a:spLocks noGrp="1"/>
          </p:cNvSpPr>
          <p:nvPr>
            <p:ph type="ftr" sz="quarter" idx="3"/>
          </p:nvPr>
        </p:nvSpPr>
        <p:spPr>
          <a:xfrm>
            <a:off x="193675" y="4687888"/>
            <a:ext cx="3786188" cy="273050"/>
          </a:xfrm>
          <a:prstGeom prst="rect">
            <a:avLst/>
          </a:prstGeom>
        </p:spPr>
        <p:txBody>
          <a:bodyPr vert="horz" wrap="square" lIns="91440" tIns="45720" rIns="91440" bIns="45720" numCol="1" anchor="ctr" anchorCtr="0" compatLnSpc="1">
            <a:prstTxWarp prst="textNoShape">
              <a:avLst/>
            </a:prstTxWarp>
          </a:bodyPr>
          <a:lstStyle>
            <a:lvl1pPr eaLnBrk="1" hangingPunct="1">
              <a:defRPr sz="1000">
                <a:solidFill>
                  <a:srgbClr val="073E87"/>
                </a:solidFill>
              </a:defRPr>
            </a:lvl1pPr>
          </a:lstStyle>
          <a:p>
            <a:pPr>
              <a:defRPr/>
            </a:pPr>
            <a:endParaRPr lang="en-US" altLang="zh-CN" b="0"/>
          </a:p>
        </p:txBody>
      </p:sp>
      <p:sp>
        <p:nvSpPr>
          <p:cNvPr id="6" name="Slide Number Placeholder 5"/>
          <p:cNvSpPr>
            <a:spLocks noGrp="1"/>
          </p:cNvSpPr>
          <p:nvPr>
            <p:ph type="sldNum" sz="quarter" idx="4"/>
          </p:nvPr>
        </p:nvSpPr>
        <p:spPr>
          <a:xfrm>
            <a:off x="3990975" y="4687888"/>
            <a:ext cx="1162050" cy="273050"/>
          </a:xfrm>
          <a:prstGeom prst="rect">
            <a:avLst/>
          </a:prstGeom>
        </p:spPr>
        <p:txBody>
          <a:bodyPr vert="horz" wrap="square" lIns="91440" tIns="45720" rIns="91440" bIns="45720" numCol="1" anchor="ctr" anchorCtr="0" compatLnSpc="1">
            <a:prstTxWarp prst="textNoShape">
              <a:avLst/>
            </a:prstTxWarp>
          </a:bodyPr>
          <a:lstStyle>
            <a:lvl1pPr algn="ctr" eaLnBrk="1" hangingPunct="1">
              <a:defRPr sz="1000">
                <a:solidFill>
                  <a:srgbClr val="073E87"/>
                </a:solidFill>
              </a:defRPr>
            </a:lvl1pPr>
          </a:lstStyle>
          <a:p>
            <a:pPr>
              <a:defRPr/>
            </a:pPr>
            <a:fld id="{5A306ABB-A670-4062-9ADB-C4AF3A631345}" type="slidenum">
              <a:rPr lang="zh-CN" altLang="en-US" b="0"/>
              <a:pPr>
                <a:defRPr/>
              </a:pPr>
              <a:t>‹#›</a:t>
            </a:fld>
            <a:endParaRPr lang="en-US" altLang="zh-CN" b="0"/>
          </a:p>
        </p:txBody>
      </p:sp>
      <p:sp>
        <p:nvSpPr>
          <p:cNvPr id="3078" name="Text Placeholder 2"/>
          <p:cNvSpPr>
            <a:spLocks noGrp="1"/>
          </p:cNvSpPr>
          <p:nvPr>
            <p:ph type="body" idx="1"/>
          </p:nvPr>
        </p:nvSpPr>
        <p:spPr bwMode="auto">
          <a:xfrm>
            <a:off x="228600" y="1368425"/>
            <a:ext cx="5927725" cy="322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451032791"/>
      </p:ext>
    </p:extLst>
  </p:cSld>
  <p:clrMap bg1="lt1" tx1="dk1" bg2="lt2" tx2="dk2" accent1="accent1" accent2="accent2" accent3="accent3" accent4="accent4" accent5="accent5" accent6="accent6" hlink="hlink" folHlink="folHlink"/>
  <p:sldLayoutIdLst>
    <p:sldLayoutId id="2147485202" r:id="rId1"/>
    <p:sldLayoutId id="2147485203" r:id="rId2"/>
  </p:sldLayoutIdLst>
  <p:hf hdr="0" ftr="0" dt="0"/>
  <p:txStyles>
    <p:titleStyle>
      <a:lvl1pPr algn="l" rtl="0" eaLnBrk="0" fontAlgn="base" hangingPunct="0">
        <a:spcBef>
          <a:spcPct val="0"/>
        </a:spcBef>
        <a:spcAft>
          <a:spcPct val="0"/>
        </a:spcAft>
        <a:defRPr sz="4000" kern="1200">
          <a:solidFill>
            <a:srgbClr val="FFFFFF"/>
          </a:solidFill>
          <a:latin typeface="+mj-lt"/>
          <a:ea typeface="黑体" panose="02010609060101010101" pitchFamily="49" charset="-122"/>
          <a:cs typeface="+mj-cs"/>
        </a:defRPr>
      </a:lvl1pPr>
      <a:lvl2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2pPr>
      <a:lvl3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3pPr>
      <a:lvl4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4pPr>
      <a:lvl5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263"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663"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088"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06375"/>
            <a:ext cx="82296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p:cNvSpPr>
            <a:spLocks noGrp="1" noChangeArrowheads="1"/>
          </p:cNvSpPr>
          <p:nvPr>
            <p:ph type="body" idx="1"/>
          </p:nvPr>
        </p:nvSpPr>
        <p:spPr bwMode="auto">
          <a:xfrm>
            <a:off x="457200" y="1200150"/>
            <a:ext cx="8229600" cy="339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17860" name="Rectangle 4"/>
          <p:cNvSpPr>
            <a:spLocks noGrp="1" noChangeArrowheads="1"/>
          </p:cNvSpPr>
          <p:nvPr>
            <p:ph type="dt" sz="half" idx="2"/>
          </p:nvPr>
        </p:nvSpPr>
        <p:spPr bwMode="auto">
          <a:xfrm>
            <a:off x="457200" y="4684713"/>
            <a:ext cx="2133600" cy="3571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latin typeface="Arial" panose="020B0604020202020204" pitchFamily="34" charset="0"/>
              </a:defRPr>
            </a:lvl1pPr>
          </a:lstStyle>
          <a:p>
            <a:pPr>
              <a:defRPr/>
            </a:pPr>
            <a:endParaRPr lang="en-US" altLang="zh-CN" b="0">
              <a:solidFill>
                <a:srgbClr val="000000"/>
              </a:solidFill>
            </a:endParaRPr>
          </a:p>
        </p:txBody>
      </p:sp>
      <p:sp>
        <p:nvSpPr>
          <p:cNvPr id="1017861" name="Rectangle 5"/>
          <p:cNvSpPr>
            <a:spLocks noGrp="1" noChangeArrowheads="1"/>
          </p:cNvSpPr>
          <p:nvPr>
            <p:ph type="ftr" sz="quarter" idx="3"/>
          </p:nvPr>
        </p:nvSpPr>
        <p:spPr bwMode="auto">
          <a:xfrm>
            <a:off x="3124200" y="4684713"/>
            <a:ext cx="2895600" cy="3571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a:latin typeface="Arial" panose="020B0604020202020204" pitchFamily="34" charset="0"/>
              </a:defRPr>
            </a:lvl1pPr>
          </a:lstStyle>
          <a:p>
            <a:pPr>
              <a:defRPr/>
            </a:pPr>
            <a:endParaRPr lang="en-US" altLang="zh-CN" b="0">
              <a:solidFill>
                <a:srgbClr val="000000"/>
              </a:solidFill>
            </a:endParaRPr>
          </a:p>
        </p:txBody>
      </p:sp>
      <p:sp>
        <p:nvSpPr>
          <p:cNvPr id="1017862" name="Rectangle 6"/>
          <p:cNvSpPr>
            <a:spLocks noGrp="1" noChangeArrowheads="1"/>
          </p:cNvSpPr>
          <p:nvPr>
            <p:ph type="sldNum" sz="quarter" idx="4"/>
          </p:nvPr>
        </p:nvSpPr>
        <p:spPr bwMode="auto">
          <a:xfrm>
            <a:off x="6516688" y="206375"/>
            <a:ext cx="2133600" cy="3571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a:latin typeface="Arial" panose="020B0604020202020204" pitchFamily="34" charset="0"/>
              </a:defRPr>
            </a:lvl1pPr>
          </a:lstStyle>
          <a:p>
            <a:pPr>
              <a:defRPr/>
            </a:pPr>
            <a:fld id="{C83DB3CD-805F-46DD-861D-6EA6DC0F2EB5}" type="slidenum">
              <a:rPr lang="zh-CN" altLang="en-US" b="0">
                <a:solidFill>
                  <a:srgbClr val="000000"/>
                </a:solidFill>
              </a:rPr>
              <a:pPr>
                <a:defRPr/>
              </a:pPr>
              <a:t>‹#›</a:t>
            </a:fld>
            <a:endParaRPr lang="en-US" altLang="zh-CN" b="0" dirty="0">
              <a:solidFill>
                <a:srgbClr val="000000"/>
              </a:solidFill>
            </a:endParaRPr>
          </a:p>
        </p:txBody>
      </p:sp>
    </p:spTree>
    <p:extLst>
      <p:ext uri="{BB962C8B-B14F-4D97-AF65-F5344CB8AC3E}">
        <p14:creationId xmlns:p14="http://schemas.microsoft.com/office/powerpoint/2010/main" val="1389358644"/>
      </p:ext>
    </p:extLst>
  </p:cSld>
  <p:clrMap bg1="lt1" tx1="dk1" bg2="lt2" tx2="dk2" accent1="accent1" accent2="accent2" accent3="accent3" accent4="accent4" accent5="accent5" accent6="accent6" hlink="hlink" folHlink="folHlink"/>
  <p:sldLayoutIdLst>
    <p:sldLayoutId id="2147485208" r:id="rId1"/>
    <p:sldLayoutId id="2147485209" r:id="rId2"/>
    <p:sldLayoutId id="2147485210" r:id="rId3"/>
    <p:sldLayoutId id="2147485211" r:id="rId4"/>
    <p:sldLayoutId id="2147485212" r:id="rId5"/>
    <p:sldLayoutId id="2147485213" r:id="rId6"/>
    <p:sldLayoutId id="2147485214" r:id="rId7"/>
    <p:sldLayoutId id="2147485215" r:id="rId8"/>
    <p:sldLayoutId id="2147485216" r:id="rId9"/>
    <p:sldLayoutId id="2147485217" r:id="rId10"/>
    <p:sldLayoutId id="2147485218" r:id="rId11"/>
  </p:sldLayoutIdLst>
  <p:hf hdr="0" ftr="0" dt="0"/>
  <p:txStyles>
    <p:titleStyle>
      <a:lvl1pPr algn="ctr" rtl="0" eaLnBrk="0" fontAlgn="base" hangingPunct="0">
        <a:spcBef>
          <a:spcPct val="0"/>
        </a:spcBef>
        <a:spcAft>
          <a:spcPct val="0"/>
        </a:spcAft>
        <a:defRPr sz="4400">
          <a:solidFill>
            <a:schemeClr val="tx2"/>
          </a:solidFill>
          <a:latin typeface="+mj-lt"/>
          <a:ea typeface="宋体" panose="02010600030101010101" pitchFamily="2" charset="-122"/>
          <a:cs typeface="+mj-cs"/>
        </a:defRPr>
      </a:lvl1pPr>
      <a:lvl2pPr algn="ctr" rtl="0" eaLnBrk="0" fontAlgn="base" hangingPunct="0">
        <a:spcBef>
          <a:spcPct val="0"/>
        </a:spcBef>
        <a:spcAft>
          <a:spcPct val="0"/>
        </a:spcAft>
        <a:defRPr sz="4400">
          <a:solidFill>
            <a:schemeClr val="tx2"/>
          </a:solidFill>
          <a:latin typeface="Arial"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charset="0"/>
          <a:ea typeface="宋体" panose="02010600030101010101" pitchFamily="2" charset="-122"/>
        </a:defRPr>
      </a:lvl5pPr>
      <a:lvl6pPr marL="457200" algn="ctr" rtl="0" fontAlgn="base">
        <a:spcBef>
          <a:spcPct val="0"/>
        </a:spcBef>
        <a:spcAft>
          <a:spcPct val="0"/>
        </a:spcAft>
        <a:defRPr sz="4400">
          <a:solidFill>
            <a:schemeClr val="tx2"/>
          </a:solidFill>
          <a:latin typeface="Arial" charset="0"/>
          <a:ea typeface="宋体" pitchFamily="2" charset="-122"/>
        </a:defRPr>
      </a:lvl6pPr>
      <a:lvl7pPr marL="914400" algn="ctr" rtl="0" fontAlgn="base">
        <a:spcBef>
          <a:spcPct val="0"/>
        </a:spcBef>
        <a:spcAft>
          <a:spcPct val="0"/>
        </a:spcAft>
        <a:defRPr sz="4400">
          <a:solidFill>
            <a:schemeClr val="tx2"/>
          </a:solidFill>
          <a:latin typeface="Arial" charset="0"/>
          <a:ea typeface="宋体" pitchFamily="2" charset="-122"/>
        </a:defRPr>
      </a:lvl7pPr>
      <a:lvl8pPr marL="1371600" algn="ctr" rtl="0" fontAlgn="base">
        <a:spcBef>
          <a:spcPct val="0"/>
        </a:spcBef>
        <a:spcAft>
          <a:spcPct val="0"/>
        </a:spcAft>
        <a:defRPr sz="4400">
          <a:solidFill>
            <a:schemeClr val="tx2"/>
          </a:solidFill>
          <a:latin typeface="Arial" charset="0"/>
          <a:ea typeface="宋体" pitchFamily="2" charset="-122"/>
        </a:defRPr>
      </a:lvl8pPr>
      <a:lvl9pPr marL="1828800" algn="ctr" rtl="0" fontAlgn="base">
        <a:spcBef>
          <a:spcPct val="0"/>
        </a:spcBef>
        <a:spcAft>
          <a:spcPct val="0"/>
        </a:spcAft>
        <a:defRPr sz="4400">
          <a:solidFill>
            <a:schemeClr val="tx2"/>
          </a:solidFill>
          <a:latin typeface="Arial" charset="0"/>
          <a:ea typeface="宋体"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宋体" panose="02010600030101010101" pitchFamily="2"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宋体" panose="02010600030101010101" pitchFamily="2" charset="-122"/>
        </a:defRPr>
      </a:lvl2pPr>
      <a:lvl3pPr marL="1143000" indent="-228600" algn="l" rtl="0" eaLnBrk="0" fontAlgn="base" hangingPunct="0">
        <a:spcBef>
          <a:spcPct val="20000"/>
        </a:spcBef>
        <a:spcAft>
          <a:spcPct val="0"/>
        </a:spcAft>
        <a:buChar char="•"/>
        <a:defRPr sz="2400">
          <a:solidFill>
            <a:schemeClr val="tx1"/>
          </a:solidFill>
          <a:latin typeface="+mn-lt"/>
          <a:ea typeface="宋体" panose="02010600030101010101" pitchFamily="2" charset="-122"/>
        </a:defRPr>
      </a:lvl3pPr>
      <a:lvl4pPr marL="1600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0574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900113" y="268288"/>
            <a:ext cx="7786687"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ctr" anchorCtr="0" compatLnSpc="1">
            <a:prstTxWarp prst="textNoShape">
              <a:avLst/>
            </a:prstTxWarp>
          </a:bodyPr>
          <a:lstStyle/>
          <a:p>
            <a:pPr lvl="0"/>
            <a:r>
              <a:rPr lang="zh-CN" altLang="en-US"/>
              <a:t>单击此处编辑母版标题样式</a:t>
            </a:r>
          </a:p>
        </p:txBody>
      </p:sp>
      <p:sp>
        <p:nvSpPr>
          <p:cNvPr id="4" name="Date Placeholder 3"/>
          <p:cNvSpPr>
            <a:spLocks noGrp="1"/>
          </p:cNvSpPr>
          <p:nvPr>
            <p:ph type="dt" sz="half" idx="2"/>
          </p:nvPr>
        </p:nvSpPr>
        <p:spPr>
          <a:xfrm>
            <a:off x="5164138" y="4687888"/>
            <a:ext cx="3786187" cy="273050"/>
          </a:xfrm>
          <a:prstGeom prst="rect">
            <a:avLst/>
          </a:prstGeom>
        </p:spPr>
        <p:txBody>
          <a:bodyPr vert="horz" wrap="square" lIns="68580" tIns="34290" rIns="68580" bIns="34290" numCol="1" anchor="ctr" anchorCtr="0" compatLnSpc="1">
            <a:prstTxWarp prst="textNoShape">
              <a:avLst/>
            </a:prstTxWarp>
          </a:bodyPr>
          <a:lstStyle>
            <a:lvl1pPr algn="r" eaLnBrk="1" hangingPunct="1">
              <a:defRPr sz="1000" b="0">
                <a:solidFill>
                  <a:srgbClr val="073E87"/>
                </a:solidFill>
              </a:defRPr>
            </a:lvl1pPr>
          </a:lstStyle>
          <a:p>
            <a:pPr>
              <a:defRPr/>
            </a:pPr>
            <a:endParaRPr lang="en-US" altLang="zh-CN"/>
          </a:p>
        </p:txBody>
      </p:sp>
      <p:sp>
        <p:nvSpPr>
          <p:cNvPr id="5" name="Footer Placeholder 4"/>
          <p:cNvSpPr>
            <a:spLocks noGrp="1"/>
          </p:cNvSpPr>
          <p:nvPr>
            <p:ph type="ftr" sz="quarter" idx="3"/>
          </p:nvPr>
        </p:nvSpPr>
        <p:spPr>
          <a:xfrm>
            <a:off x="193675" y="4687888"/>
            <a:ext cx="3786188" cy="273050"/>
          </a:xfrm>
          <a:prstGeom prst="rect">
            <a:avLst/>
          </a:prstGeom>
        </p:spPr>
        <p:txBody>
          <a:bodyPr vert="horz" wrap="square" lIns="68580" tIns="34290" rIns="68580" bIns="34290" numCol="1" anchor="ctr" anchorCtr="0" compatLnSpc="1">
            <a:prstTxWarp prst="textNoShape">
              <a:avLst/>
            </a:prstTxWarp>
          </a:bodyPr>
          <a:lstStyle>
            <a:lvl1pPr eaLnBrk="1" hangingPunct="1">
              <a:defRPr sz="1000" b="0">
                <a:solidFill>
                  <a:srgbClr val="073E87"/>
                </a:solidFill>
              </a:defRPr>
            </a:lvl1pPr>
          </a:lstStyle>
          <a:p>
            <a:pPr>
              <a:defRPr/>
            </a:pPr>
            <a:endParaRPr lang="en-US" altLang="zh-CN"/>
          </a:p>
        </p:txBody>
      </p:sp>
      <p:sp>
        <p:nvSpPr>
          <p:cNvPr id="6" name="Slide Number Placeholder 5"/>
          <p:cNvSpPr>
            <a:spLocks noGrp="1"/>
          </p:cNvSpPr>
          <p:nvPr>
            <p:ph type="sldNum" sz="quarter" idx="4"/>
          </p:nvPr>
        </p:nvSpPr>
        <p:spPr>
          <a:xfrm>
            <a:off x="3990975" y="4687888"/>
            <a:ext cx="1162050" cy="273050"/>
          </a:xfrm>
          <a:prstGeom prst="rect">
            <a:avLst/>
          </a:prstGeom>
        </p:spPr>
        <p:txBody>
          <a:bodyPr vert="horz" wrap="square" lIns="68580" tIns="34290" rIns="68580" bIns="34290" numCol="1" anchor="ctr" anchorCtr="0" compatLnSpc="1">
            <a:prstTxWarp prst="textNoShape">
              <a:avLst/>
            </a:prstTxWarp>
          </a:bodyPr>
          <a:lstStyle>
            <a:lvl1pPr algn="ctr" eaLnBrk="1" hangingPunct="1">
              <a:defRPr sz="1000" b="0">
                <a:solidFill>
                  <a:srgbClr val="073E87"/>
                </a:solidFill>
              </a:defRPr>
            </a:lvl1pPr>
          </a:lstStyle>
          <a:p>
            <a:pPr>
              <a:defRPr/>
            </a:pPr>
            <a:fld id="{AD22BD2A-7653-4CF3-8394-F62DAF445BD2}" type="slidenum">
              <a:rPr lang="zh-CN" altLang="en-US"/>
              <a:pPr>
                <a:defRPr/>
              </a:pPr>
              <a:t>‹#›</a:t>
            </a:fld>
            <a:endParaRPr lang="en-US" altLang="zh-CN"/>
          </a:p>
        </p:txBody>
      </p:sp>
      <p:sp>
        <p:nvSpPr>
          <p:cNvPr id="1030" name="Text Placeholder 2"/>
          <p:cNvSpPr>
            <a:spLocks noGrp="1"/>
          </p:cNvSpPr>
          <p:nvPr>
            <p:ph type="body" idx="1"/>
          </p:nvPr>
        </p:nvSpPr>
        <p:spPr bwMode="auto">
          <a:xfrm>
            <a:off x="228600" y="1368425"/>
            <a:ext cx="5927725" cy="322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593106007"/>
      </p:ext>
    </p:extLst>
  </p:cSld>
  <p:clrMap bg1="lt1" tx1="dk1" bg2="lt2" tx2="dk2" accent1="accent1" accent2="accent2" accent3="accent3" accent4="accent4" accent5="accent5" accent6="accent6" hlink="hlink" folHlink="folHlink"/>
  <p:sldLayoutIdLst>
    <p:sldLayoutId id="2147485220" r:id="rId1"/>
    <p:sldLayoutId id="2147485221" r:id="rId2"/>
  </p:sldLayoutIdLst>
  <p:hf hdr="0" ftr="0" dt="0"/>
  <p:txStyles>
    <p:titleStyle>
      <a:lvl1pPr algn="l" rtl="0" eaLnBrk="0" fontAlgn="base" hangingPunct="0">
        <a:spcBef>
          <a:spcPct val="0"/>
        </a:spcBef>
        <a:spcAft>
          <a:spcPct val="0"/>
        </a:spcAft>
        <a:defRPr sz="4000" kern="1200">
          <a:solidFill>
            <a:srgbClr val="FFFFFF"/>
          </a:solidFill>
          <a:latin typeface="+mj-lt"/>
          <a:ea typeface="黑体" panose="02010609060101010101" pitchFamily="49" charset="-122"/>
          <a:cs typeface="+mj-cs"/>
        </a:defRPr>
      </a:lvl1pPr>
      <a:lvl2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2pPr>
      <a:lvl3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3pPr>
      <a:lvl4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4pPr>
      <a:lvl5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1463" indent="-271463"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4675" indent="-271463"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4075" indent="-227013"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1413" indent="-227013"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0500" indent="-227013"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vl6pPr marL="1783036" indent="-228594" algn="l" defTabSz="914378"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068" indent="-228594" algn="l" defTabSz="914378"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099" indent="-228594" algn="l" defTabSz="914378"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132" indent="-228594" algn="l" defTabSz="914378"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378" rtl="0" eaLnBrk="1" latinLnBrk="0" hangingPunct="1">
        <a:defRPr sz="1800" kern="1200">
          <a:solidFill>
            <a:schemeClr val="tx1"/>
          </a:solidFill>
          <a:latin typeface="+mn-lt"/>
          <a:ea typeface="+mn-ea"/>
          <a:cs typeface="+mn-cs"/>
        </a:defRPr>
      </a:lvl1pPr>
      <a:lvl2pPr marL="457189" algn="l" defTabSz="914378" rtl="0" eaLnBrk="1" latinLnBrk="0" hangingPunct="1">
        <a:defRPr sz="1800" kern="1200">
          <a:solidFill>
            <a:schemeClr val="tx1"/>
          </a:solidFill>
          <a:latin typeface="+mn-lt"/>
          <a:ea typeface="+mn-ea"/>
          <a:cs typeface="+mn-cs"/>
        </a:defRPr>
      </a:lvl2pPr>
      <a:lvl3pPr marL="914378" algn="l" defTabSz="914378" rtl="0" eaLnBrk="1" latinLnBrk="0" hangingPunct="1">
        <a:defRPr sz="1800" kern="1200">
          <a:solidFill>
            <a:schemeClr val="tx1"/>
          </a:solidFill>
          <a:latin typeface="+mn-lt"/>
          <a:ea typeface="+mn-ea"/>
          <a:cs typeface="+mn-cs"/>
        </a:defRPr>
      </a:lvl3pPr>
      <a:lvl4pPr marL="1371566" algn="l" defTabSz="914378" rtl="0" eaLnBrk="1" latinLnBrk="0" hangingPunct="1">
        <a:defRPr sz="1800" kern="1200">
          <a:solidFill>
            <a:schemeClr val="tx1"/>
          </a:solidFill>
          <a:latin typeface="+mn-lt"/>
          <a:ea typeface="+mn-ea"/>
          <a:cs typeface="+mn-cs"/>
        </a:defRPr>
      </a:lvl4pPr>
      <a:lvl5pPr marL="1828754" algn="l" defTabSz="914378" rtl="0" eaLnBrk="1" latinLnBrk="0" hangingPunct="1">
        <a:defRPr sz="1800" kern="1200">
          <a:solidFill>
            <a:schemeClr val="tx1"/>
          </a:solidFill>
          <a:latin typeface="+mn-lt"/>
          <a:ea typeface="+mn-ea"/>
          <a:cs typeface="+mn-cs"/>
        </a:defRPr>
      </a:lvl5pPr>
      <a:lvl6pPr marL="2285943" algn="l" defTabSz="914378" rtl="0" eaLnBrk="1" latinLnBrk="0" hangingPunct="1">
        <a:defRPr sz="1800" kern="1200">
          <a:solidFill>
            <a:schemeClr val="tx1"/>
          </a:solidFill>
          <a:latin typeface="+mn-lt"/>
          <a:ea typeface="+mn-ea"/>
          <a:cs typeface="+mn-cs"/>
        </a:defRPr>
      </a:lvl6pPr>
      <a:lvl7pPr marL="2743132" algn="l" defTabSz="914378" rtl="0" eaLnBrk="1" latinLnBrk="0" hangingPunct="1">
        <a:defRPr sz="1800" kern="1200">
          <a:solidFill>
            <a:schemeClr val="tx1"/>
          </a:solidFill>
          <a:latin typeface="+mn-lt"/>
          <a:ea typeface="+mn-ea"/>
          <a:cs typeface="+mn-cs"/>
        </a:defRPr>
      </a:lvl7pPr>
      <a:lvl8pPr marL="3200320" algn="l" defTabSz="914378" rtl="0" eaLnBrk="1" latinLnBrk="0" hangingPunct="1">
        <a:defRPr sz="1800" kern="1200">
          <a:solidFill>
            <a:schemeClr val="tx1"/>
          </a:solidFill>
          <a:latin typeface="+mn-lt"/>
          <a:ea typeface="+mn-ea"/>
          <a:cs typeface="+mn-cs"/>
        </a:defRPr>
      </a:lvl8pPr>
      <a:lvl9pPr marL="3657509" algn="l" defTabSz="914378"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ounded Rectangle 13"/>
          <p:cNvSpPr/>
          <p:nvPr/>
        </p:nvSpPr>
        <p:spPr>
          <a:xfrm>
            <a:off x="228600" y="171450"/>
            <a:ext cx="8696325" cy="1404938"/>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lang="en-US" altLang="zh-CN" b="0">
              <a:solidFill>
                <a:srgbClr val="FFFFFF"/>
              </a:solidFill>
              <a:latin typeface="Candara" panose="020E0502030303020204" pitchFamily="34" charset="0"/>
            </a:endParaRPr>
          </a:p>
        </p:txBody>
      </p:sp>
      <p:grpSp>
        <p:nvGrpSpPr>
          <p:cNvPr id="1027" name="Group 15"/>
          <p:cNvGrpSpPr>
            <a:grpSpLocks noChangeAspect="1"/>
          </p:cNvGrpSpPr>
          <p:nvPr/>
        </p:nvGrpSpPr>
        <p:grpSpPr bwMode="auto">
          <a:xfrm>
            <a:off x="211138" y="1058863"/>
            <a:ext cx="8824912" cy="576262"/>
            <a:chOff x="-3905251" y="4294188"/>
            <a:chExt cx="13027839" cy="1892300"/>
          </a:xfrm>
        </p:grpSpPr>
        <p:sp>
          <p:nvSpPr>
            <p:cNvPr id="1033" name="Freeform 14"/>
            <p:cNvSpPr>
              <a:spLocks/>
            </p:cNvSpPr>
            <p:nvPr/>
          </p:nvSpPr>
          <p:spPr bwMode="hidden">
            <a:xfrm>
              <a:off x="4810441" y="4502706"/>
              <a:ext cx="4295743" cy="1011313"/>
            </a:xfrm>
            <a:custGeom>
              <a:avLst/>
              <a:gdLst>
                <a:gd name="T0" fmla="*/ 2147483646 w 2706"/>
                <a:gd name="T1" fmla="*/ 0 h 640"/>
                <a:gd name="T2" fmla="*/ 2147483646 w 2706"/>
                <a:gd name="T3" fmla="*/ 0 h 640"/>
                <a:gd name="T4" fmla="*/ 2147483646 w 2706"/>
                <a:gd name="T5" fmla="*/ 2147483646 h 640"/>
                <a:gd name="T6" fmla="*/ 2147483646 w 2706"/>
                <a:gd name="T7" fmla="*/ 2147483646 h 640"/>
                <a:gd name="T8" fmla="*/ 2147483646 w 2706"/>
                <a:gd name="T9" fmla="*/ 2147483646 h 640"/>
                <a:gd name="T10" fmla="*/ 2147483646 w 2706"/>
                <a:gd name="T11" fmla="*/ 2147483646 h 640"/>
                <a:gd name="T12" fmla="*/ 2147483646 w 2706"/>
                <a:gd name="T13" fmla="*/ 2147483646 h 640"/>
                <a:gd name="T14" fmla="*/ 2147483646 w 2706"/>
                <a:gd name="T15" fmla="*/ 2147483646 h 640"/>
                <a:gd name="T16" fmla="*/ 2147483646 w 2706"/>
                <a:gd name="T17" fmla="*/ 2147483646 h 640"/>
                <a:gd name="T18" fmla="*/ 2147483646 w 2706"/>
                <a:gd name="T19" fmla="*/ 2147483646 h 640"/>
                <a:gd name="T20" fmla="*/ 2147483646 w 2706"/>
                <a:gd name="T21" fmla="*/ 2147483646 h 640"/>
                <a:gd name="T22" fmla="*/ 2147483646 w 2706"/>
                <a:gd name="T23" fmla="*/ 2147483646 h 640"/>
                <a:gd name="T24" fmla="*/ 2147483646 w 2706"/>
                <a:gd name="T25" fmla="*/ 2147483646 h 640"/>
                <a:gd name="T26" fmla="*/ 2147483646 w 2706"/>
                <a:gd name="T27" fmla="*/ 2147483646 h 640"/>
                <a:gd name="T28" fmla="*/ 2147483646 w 2706"/>
                <a:gd name="T29" fmla="*/ 2147483646 h 640"/>
                <a:gd name="T30" fmla="*/ 2147483646 w 2706"/>
                <a:gd name="T31" fmla="*/ 2147483646 h 640"/>
                <a:gd name="T32" fmla="*/ 2147483646 w 2706"/>
                <a:gd name="T33" fmla="*/ 2147483646 h 640"/>
                <a:gd name="T34" fmla="*/ 2147483646 w 2706"/>
                <a:gd name="T35" fmla="*/ 2147483646 h 640"/>
                <a:gd name="T36" fmla="*/ 0 w 2706"/>
                <a:gd name="T37" fmla="*/ 2147483646 h 640"/>
                <a:gd name="T38" fmla="*/ 0 w 2706"/>
                <a:gd name="T39" fmla="*/ 2147483646 h 640"/>
                <a:gd name="T40" fmla="*/ 2147483646 w 2706"/>
                <a:gd name="T41" fmla="*/ 2147483646 h 640"/>
                <a:gd name="T42" fmla="*/ 2147483646 w 2706"/>
                <a:gd name="T43" fmla="*/ 2147483646 h 640"/>
                <a:gd name="T44" fmla="*/ 2147483646 w 2706"/>
                <a:gd name="T45" fmla="*/ 2147483646 h 640"/>
                <a:gd name="T46" fmla="*/ 2147483646 w 2706"/>
                <a:gd name="T47" fmla="*/ 2147483646 h 640"/>
                <a:gd name="T48" fmla="*/ 2147483646 w 2706"/>
                <a:gd name="T49" fmla="*/ 2147483646 h 640"/>
                <a:gd name="T50" fmla="*/ 2147483646 w 2706"/>
                <a:gd name="T51" fmla="*/ 2147483646 h 640"/>
                <a:gd name="T52" fmla="*/ 2147483646 w 2706"/>
                <a:gd name="T53" fmla="*/ 2147483646 h 640"/>
                <a:gd name="T54" fmla="*/ 2147483646 w 2706"/>
                <a:gd name="T55" fmla="*/ 2147483646 h 640"/>
                <a:gd name="T56" fmla="*/ 2147483646 w 2706"/>
                <a:gd name="T57" fmla="*/ 2147483646 h 640"/>
                <a:gd name="T58" fmla="*/ 2147483646 w 2706"/>
                <a:gd name="T59" fmla="*/ 2147483646 h 640"/>
                <a:gd name="T60" fmla="*/ 2147483646 w 2706"/>
                <a:gd name="T61" fmla="*/ 2147483646 h 640"/>
                <a:gd name="T62" fmla="*/ 2147483646 w 2706"/>
                <a:gd name="T63" fmla="*/ 2147483646 h 640"/>
                <a:gd name="T64" fmla="*/ 2147483646 w 2706"/>
                <a:gd name="T65" fmla="*/ 2147483646 h 640"/>
                <a:gd name="T66" fmla="*/ 2147483646 w 2706"/>
                <a:gd name="T67" fmla="*/ 2147483646 h 640"/>
                <a:gd name="T68" fmla="*/ 2147483646 w 2706"/>
                <a:gd name="T69" fmla="*/ 2147483646 h 640"/>
                <a:gd name="T70" fmla="*/ 2147483646 w 2706"/>
                <a:gd name="T71" fmla="*/ 2147483646 h 640"/>
                <a:gd name="T72" fmla="*/ 2147483646 w 2706"/>
                <a:gd name="T73" fmla="*/ 2147483646 h 640"/>
                <a:gd name="T74" fmla="*/ 2147483646 w 2706"/>
                <a:gd name="T75" fmla="*/ 2147483646 h 640"/>
                <a:gd name="T76" fmla="*/ 2147483646 w 2706"/>
                <a:gd name="T77" fmla="*/ 2147483646 h 640"/>
                <a:gd name="T78" fmla="*/ 2147483646 w 2706"/>
                <a:gd name="T79" fmla="*/ 2147483646 h 640"/>
                <a:gd name="T80" fmla="*/ 2147483646 w 2706"/>
                <a:gd name="T81" fmla="*/ 2147483646 h 640"/>
                <a:gd name="T82" fmla="*/ 2147483646 w 2706"/>
                <a:gd name="T83" fmla="*/ 2147483646 h 640"/>
                <a:gd name="T84" fmla="*/ 2147483646 w 2706"/>
                <a:gd name="T85" fmla="*/ 2147483646 h 640"/>
                <a:gd name="T86" fmla="*/ 2147483646 w 2706"/>
                <a:gd name="T87" fmla="*/ 2147483646 h 640"/>
                <a:gd name="T88" fmla="*/ 2147483646 w 2706"/>
                <a:gd name="T89" fmla="*/ 2147483646 h 640"/>
                <a:gd name="T90" fmla="*/ 2147483646 w 2706"/>
                <a:gd name="T91" fmla="*/ 2147483646 h 640"/>
                <a:gd name="T92" fmla="*/ 2147483646 w 2706"/>
                <a:gd name="T93" fmla="*/ 2147483646 h 640"/>
                <a:gd name="T94" fmla="*/ 2147483646 w 2706"/>
                <a:gd name="T95" fmla="*/ 2147483646 h 640"/>
                <a:gd name="T96" fmla="*/ 2147483646 w 2706"/>
                <a:gd name="T97" fmla="*/ 2147483646 h 640"/>
                <a:gd name="T98" fmla="*/ 2147483646 w 2706"/>
                <a:gd name="T99" fmla="*/ 2147483646 h 640"/>
                <a:gd name="T100" fmla="*/ 2147483646 w 2706"/>
                <a:gd name="T101" fmla="*/ 2147483646 h 640"/>
                <a:gd name="T102" fmla="*/ 2147483646 w 2706"/>
                <a:gd name="T103" fmla="*/ 2147483646 h 640"/>
                <a:gd name="T104" fmla="*/ 2147483646 w 2706"/>
                <a:gd name="T105" fmla="*/ 2147483646 h 640"/>
                <a:gd name="T106" fmla="*/ 2147483646 w 2706"/>
                <a:gd name="T107" fmla="*/ 0 h 640"/>
                <a:gd name="T108" fmla="*/ 2147483646 w 2706"/>
                <a:gd name="T109" fmla="*/ 0 h 640"/>
                <a:gd name="T110" fmla="*/ 2147483646 w 2706"/>
                <a:gd name="T111" fmla="*/ 0 h 640"/>
                <a:gd name="T112" fmla="*/ 2147483646 w 2706"/>
                <a:gd name="T113" fmla="*/ 0 h 640"/>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472" y="252"/>
                  </a:lnTo>
                  <a:lnTo>
                    <a:pt x="1236" y="304"/>
                  </a:lnTo>
                  <a:lnTo>
                    <a:pt x="1010" y="352"/>
                  </a:lnTo>
                  <a:lnTo>
                    <a:pt x="792" y="398"/>
                  </a:lnTo>
                  <a:lnTo>
                    <a:pt x="584" y="438"/>
                  </a:lnTo>
                  <a:lnTo>
                    <a:pt x="382" y="474"/>
                  </a:lnTo>
                  <a:lnTo>
                    <a:pt x="188" y="50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6" y="388"/>
                  </a:lnTo>
                  <a:lnTo>
                    <a:pt x="2706" y="0"/>
                  </a:lnTo>
                  <a:lnTo>
                    <a:pt x="2700" y="0"/>
                  </a:lnTo>
                  <a:close/>
                </a:path>
              </a:pathLst>
            </a:custGeom>
            <a:solidFill>
              <a:schemeClr val="bg2">
                <a:alpha val="29019"/>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0">
                <a:solidFill>
                  <a:prstClr val="black"/>
                </a:solidFill>
              </a:endParaRPr>
            </a:p>
          </p:txBody>
        </p:sp>
        <p:sp>
          <p:nvSpPr>
            <p:cNvPr id="1034" name="Freeform 18"/>
            <p:cNvSpPr>
              <a:spLocks/>
            </p:cNvSpPr>
            <p:nvPr/>
          </p:nvSpPr>
          <p:spPr bwMode="hidden">
            <a:xfrm>
              <a:off x="-310233" y="4320251"/>
              <a:ext cx="8282134" cy="1209405"/>
            </a:xfrm>
            <a:custGeom>
              <a:avLst/>
              <a:gdLst>
                <a:gd name="T0" fmla="*/ 2147483646 w 5216"/>
                <a:gd name="T1" fmla="*/ 2147483646 h 762"/>
                <a:gd name="T2" fmla="*/ 2147483646 w 5216"/>
                <a:gd name="T3" fmla="*/ 2147483646 h 762"/>
                <a:gd name="T4" fmla="*/ 2147483646 w 5216"/>
                <a:gd name="T5" fmla="*/ 2147483646 h 762"/>
                <a:gd name="T6" fmla="*/ 2147483646 w 5216"/>
                <a:gd name="T7" fmla="*/ 2147483646 h 762"/>
                <a:gd name="T8" fmla="*/ 2147483646 w 5216"/>
                <a:gd name="T9" fmla="*/ 2147483646 h 762"/>
                <a:gd name="T10" fmla="*/ 2147483646 w 5216"/>
                <a:gd name="T11" fmla="*/ 2147483646 h 762"/>
                <a:gd name="T12" fmla="*/ 2147483646 w 5216"/>
                <a:gd name="T13" fmla="*/ 2147483646 h 762"/>
                <a:gd name="T14" fmla="*/ 2147483646 w 5216"/>
                <a:gd name="T15" fmla="*/ 2147483646 h 762"/>
                <a:gd name="T16" fmla="*/ 2147483646 w 5216"/>
                <a:gd name="T17" fmla="*/ 2147483646 h 762"/>
                <a:gd name="T18" fmla="*/ 2147483646 w 5216"/>
                <a:gd name="T19" fmla="*/ 2147483646 h 762"/>
                <a:gd name="T20" fmla="*/ 2147483646 w 5216"/>
                <a:gd name="T21" fmla="*/ 2147483646 h 762"/>
                <a:gd name="T22" fmla="*/ 2147483646 w 5216"/>
                <a:gd name="T23" fmla="*/ 2147483646 h 762"/>
                <a:gd name="T24" fmla="*/ 2147483646 w 5216"/>
                <a:gd name="T25" fmla="*/ 2147483646 h 762"/>
                <a:gd name="T26" fmla="*/ 2147483646 w 5216"/>
                <a:gd name="T27" fmla="*/ 0 h 762"/>
                <a:gd name="T28" fmla="*/ 2147483646 w 5216"/>
                <a:gd name="T29" fmla="*/ 2147483646 h 762"/>
                <a:gd name="T30" fmla="*/ 2147483646 w 5216"/>
                <a:gd name="T31" fmla="*/ 2147483646 h 762"/>
                <a:gd name="T32" fmla="*/ 0 w 5216"/>
                <a:gd name="T33" fmla="*/ 2147483646 h 762"/>
                <a:gd name="T34" fmla="*/ 2147483646 w 5216"/>
                <a:gd name="T35" fmla="*/ 2147483646 h 762"/>
                <a:gd name="T36" fmla="*/ 2147483646 w 5216"/>
                <a:gd name="T37" fmla="*/ 2147483646 h 762"/>
                <a:gd name="T38" fmla="*/ 2147483646 w 5216"/>
                <a:gd name="T39" fmla="*/ 2147483646 h 762"/>
                <a:gd name="T40" fmla="*/ 2147483646 w 5216"/>
                <a:gd name="T41" fmla="*/ 2147483646 h 762"/>
                <a:gd name="T42" fmla="*/ 2147483646 w 5216"/>
                <a:gd name="T43" fmla="*/ 2147483646 h 762"/>
                <a:gd name="T44" fmla="*/ 2147483646 w 5216"/>
                <a:gd name="T45" fmla="*/ 2147483646 h 762"/>
                <a:gd name="T46" fmla="*/ 2147483646 w 5216"/>
                <a:gd name="T47" fmla="*/ 2147483646 h 762"/>
                <a:gd name="T48" fmla="*/ 2147483646 w 5216"/>
                <a:gd name="T49" fmla="*/ 2147483646 h 762"/>
                <a:gd name="T50" fmla="*/ 2147483646 w 5216"/>
                <a:gd name="T51" fmla="*/ 2147483646 h 762"/>
                <a:gd name="T52" fmla="*/ 2147483646 w 5216"/>
                <a:gd name="T53" fmla="*/ 2147483646 h 762"/>
                <a:gd name="T54" fmla="*/ 2147483646 w 5216"/>
                <a:gd name="T55" fmla="*/ 2147483646 h 762"/>
                <a:gd name="T56" fmla="*/ 2147483646 w 5216"/>
                <a:gd name="T57" fmla="*/ 2147483646 h 762"/>
                <a:gd name="T58" fmla="*/ 2147483646 w 5216"/>
                <a:gd name="T59" fmla="*/ 2147483646 h 762"/>
                <a:gd name="T60" fmla="*/ 2147483646 w 5216"/>
                <a:gd name="T61" fmla="*/ 2147483646 h 762"/>
                <a:gd name="T62" fmla="*/ 2147483646 w 5216"/>
                <a:gd name="T63" fmla="*/ 2147483646 h 762"/>
                <a:gd name="T64" fmla="*/ 2147483646 w 5216"/>
                <a:gd name="T65" fmla="*/ 2147483646 h 762"/>
                <a:gd name="T66" fmla="*/ 2147483646 w 5216"/>
                <a:gd name="T67" fmla="*/ 2147483646 h 762"/>
                <a:gd name="T68" fmla="*/ 2147483646 w 5216"/>
                <a:gd name="T69" fmla="*/ 2147483646 h 762"/>
                <a:gd name="T70" fmla="*/ 2147483646 w 5216"/>
                <a:gd name="T71" fmla="*/ 2147483646 h 76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154" y="66"/>
                  </a:lnTo>
                  <a:lnTo>
                    <a:pt x="314" y="86"/>
                  </a:lnTo>
                  <a:lnTo>
                    <a:pt x="480" y="112"/>
                  </a:lnTo>
                  <a:lnTo>
                    <a:pt x="652" y="140"/>
                  </a:lnTo>
                  <a:lnTo>
                    <a:pt x="830" y="174"/>
                  </a:lnTo>
                  <a:lnTo>
                    <a:pt x="1014" y="210"/>
                  </a:lnTo>
                  <a:lnTo>
                    <a:pt x="1206" y="250"/>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close/>
                </a:path>
              </a:pathLst>
            </a:custGeom>
            <a:solidFill>
              <a:schemeClr val="bg2">
                <a:alpha val="39999"/>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0">
                <a:solidFill>
                  <a:prstClr val="black"/>
                </a:solidFill>
              </a:endParaRPr>
            </a:p>
          </p:txBody>
        </p:sp>
        <p:sp>
          <p:nvSpPr>
            <p:cNvPr id="1035" name="Freeform 22"/>
            <p:cNvSpPr>
              <a:spLocks/>
            </p:cNvSpPr>
            <p:nvPr/>
          </p:nvSpPr>
          <p:spPr bwMode="hidden">
            <a:xfrm>
              <a:off x="3804" y="4335892"/>
              <a:ext cx="8164957" cy="1099931"/>
            </a:xfrm>
            <a:custGeom>
              <a:avLst/>
              <a:gdLst>
                <a:gd name="T0" fmla="*/ 0 w 5144"/>
                <a:gd name="T1" fmla="*/ 2147483646 h 694"/>
                <a:gd name="T2" fmla="*/ 0 w 5144"/>
                <a:gd name="T3" fmla="*/ 2147483646 h 694"/>
                <a:gd name="T4" fmla="*/ 2147483646 w 5144"/>
                <a:gd name="T5" fmla="*/ 2147483646 h 694"/>
                <a:gd name="T6" fmla="*/ 2147483646 w 5144"/>
                <a:gd name="T7" fmla="*/ 2147483646 h 694"/>
                <a:gd name="T8" fmla="*/ 2147483646 w 5144"/>
                <a:gd name="T9" fmla="*/ 2147483646 h 694"/>
                <a:gd name="T10" fmla="*/ 2147483646 w 5144"/>
                <a:gd name="T11" fmla="*/ 2147483646 h 694"/>
                <a:gd name="T12" fmla="*/ 2147483646 w 5144"/>
                <a:gd name="T13" fmla="*/ 2147483646 h 694"/>
                <a:gd name="T14" fmla="*/ 2147483646 w 5144"/>
                <a:gd name="T15" fmla="*/ 2147483646 h 694"/>
                <a:gd name="T16" fmla="*/ 2147483646 w 5144"/>
                <a:gd name="T17" fmla="*/ 2147483646 h 694"/>
                <a:gd name="T18" fmla="*/ 2147483646 w 5144"/>
                <a:gd name="T19" fmla="*/ 2147483646 h 694"/>
                <a:gd name="T20" fmla="*/ 2147483646 w 5144"/>
                <a:gd name="T21" fmla="*/ 2147483646 h 694"/>
                <a:gd name="T22" fmla="*/ 2147483646 w 5144"/>
                <a:gd name="T23" fmla="*/ 2147483646 h 694"/>
                <a:gd name="T24" fmla="*/ 2147483646 w 5144"/>
                <a:gd name="T25" fmla="*/ 0 h 694"/>
                <a:gd name="T26" fmla="*/ 2147483646 w 5144"/>
                <a:gd name="T27" fmla="*/ 2147483646 h 694"/>
                <a:gd name="T28" fmla="*/ 2147483646 w 5144"/>
                <a:gd name="T29" fmla="*/ 2147483646 h 694"/>
                <a:gd name="T30" fmla="*/ 2147483646 w 5144"/>
                <a:gd name="T31" fmla="*/ 2147483646 h 694"/>
                <a:gd name="T32" fmla="*/ 2147483646 w 5144"/>
                <a:gd name="T33" fmla="*/ 2147483646 h 694"/>
                <a:gd name="T34" fmla="*/ 2147483646 w 5144"/>
                <a:gd name="T35" fmla="*/ 2147483646 h 694"/>
                <a:gd name="T36" fmla="*/ 2147483646 w 5144"/>
                <a:gd name="T37" fmla="*/ 2147483646 h 694"/>
                <a:gd name="T38" fmla="*/ 2147483646 w 5144"/>
                <a:gd name="T39" fmla="*/ 2147483646 h 694"/>
                <a:gd name="T40" fmla="*/ 2147483646 w 5144"/>
                <a:gd name="T41" fmla="*/ 2147483646 h 694"/>
                <a:gd name="T42" fmla="*/ 2147483646 w 5144"/>
                <a:gd name="T43" fmla="*/ 2147483646 h 694"/>
                <a:gd name="T44" fmla="*/ 2147483646 w 5144"/>
                <a:gd name="T45" fmla="*/ 2147483646 h 694"/>
                <a:gd name="T46" fmla="*/ 2147483646 w 5144"/>
                <a:gd name="T47" fmla="*/ 2147483646 h 694"/>
                <a:gd name="T48" fmla="*/ 2147483646 w 5144"/>
                <a:gd name="T49" fmla="*/ 2147483646 h 694"/>
                <a:gd name="T50" fmla="*/ 2147483646 w 5144"/>
                <a:gd name="T51" fmla="*/ 2147483646 h 694"/>
                <a:gd name="T52" fmla="*/ 2147483646 w 5144"/>
                <a:gd name="T53" fmla="*/ 2147483646 h 694"/>
                <a:gd name="T54" fmla="*/ 2147483646 w 5144"/>
                <a:gd name="T55" fmla="*/ 2147483646 h 694"/>
                <a:gd name="T56" fmla="*/ 2147483646 w 5144"/>
                <a:gd name="T57" fmla="*/ 2147483646 h 694"/>
                <a:gd name="T58" fmla="*/ 2147483646 w 5144"/>
                <a:gd name="T59" fmla="*/ 2147483646 h 694"/>
                <a:gd name="T60" fmla="*/ 2147483646 w 5144"/>
                <a:gd name="T61" fmla="*/ 2147483646 h 694"/>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b="0">
                <a:solidFill>
                  <a:prstClr val="black"/>
                </a:solidFill>
              </a:endParaRPr>
            </a:p>
          </p:txBody>
        </p:sp>
        <p:sp>
          <p:nvSpPr>
            <p:cNvPr id="1036" name="Freeform 26"/>
            <p:cNvSpPr>
              <a:spLocks/>
            </p:cNvSpPr>
            <p:nvPr/>
          </p:nvSpPr>
          <p:spPr bwMode="hidden">
            <a:xfrm>
              <a:off x="4156589" y="4315040"/>
              <a:ext cx="4940221" cy="927905"/>
            </a:xfrm>
            <a:custGeom>
              <a:avLst/>
              <a:gdLst>
                <a:gd name="T0" fmla="*/ 0 w 3112"/>
                <a:gd name="T1" fmla="*/ 2147483646 h 584"/>
                <a:gd name="T2" fmla="*/ 0 w 3112"/>
                <a:gd name="T3" fmla="*/ 2147483646 h 584"/>
                <a:gd name="T4" fmla="*/ 2147483646 w 3112"/>
                <a:gd name="T5" fmla="*/ 2147483646 h 584"/>
                <a:gd name="T6" fmla="*/ 2147483646 w 3112"/>
                <a:gd name="T7" fmla="*/ 2147483646 h 584"/>
                <a:gd name="T8" fmla="*/ 2147483646 w 3112"/>
                <a:gd name="T9" fmla="*/ 2147483646 h 584"/>
                <a:gd name="T10" fmla="*/ 2147483646 w 3112"/>
                <a:gd name="T11" fmla="*/ 2147483646 h 584"/>
                <a:gd name="T12" fmla="*/ 2147483646 w 3112"/>
                <a:gd name="T13" fmla="*/ 2147483646 h 584"/>
                <a:gd name="T14" fmla="*/ 2147483646 w 3112"/>
                <a:gd name="T15" fmla="*/ 2147483646 h 584"/>
                <a:gd name="T16" fmla="*/ 2147483646 w 3112"/>
                <a:gd name="T17" fmla="*/ 2147483646 h 584"/>
                <a:gd name="T18" fmla="*/ 2147483646 w 3112"/>
                <a:gd name="T19" fmla="*/ 2147483646 h 584"/>
                <a:gd name="T20" fmla="*/ 2147483646 w 3112"/>
                <a:gd name="T21" fmla="*/ 2147483646 h 584"/>
                <a:gd name="T22" fmla="*/ 2147483646 w 3112"/>
                <a:gd name="T23" fmla="*/ 2147483646 h 584"/>
                <a:gd name="T24" fmla="*/ 2147483646 w 3112"/>
                <a:gd name="T25" fmla="*/ 2147483646 h 584"/>
                <a:gd name="T26" fmla="*/ 2147483646 w 3112"/>
                <a:gd name="T27" fmla="*/ 2147483646 h 584"/>
                <a:gd name="T28" fmla="*/ 2147483646 w 3112"/>
                <a:gd name="T29" fmla="*/ 2147483646 h 584"/>
                <a:gd name="T30" fmla="*/ 2147483646 w 3112"/>
                <a:gd name="T31" fmla="*/ 2147483646 h 584"/>
                <a:gd name="T32" fmla="*/ 2147483646 w 3112"/>
                <a:gd name="T33" fmla="*/ 2147483646 h 584"/>
                <a:gd name="T34" fmla="*/ 2147483646 w 3112"/>
                <a:gd name="T35" fmla="*/ 2147483646 h 584"/>
                <a:gd name="T36" fmla="*/ 2147483646 w 3112"/>
                <a:gd name="T37" fmla="*/ 2147483646 h 584"/>
                <a:gd name="T38" fmla="*/ 2147483646 w 3112"/>
                <a:gd name="T39" fmla="*/ 0 h 58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b="0">
                <a:solidFill>
                  <a:prstClr val="black"/>
                </a:solidFill>
              </a:endParaRPr>
            </a:p>
          </p:txBody>
        </p:sp>
        <p:sp useBgFill="1">
          <p:nvSpPr>
            <p:cNvPr id="1037" name="Freeform 10"/>
            <p:cNvSpPr>
              <a:spLocks/>
            </p:cNvSpPr>
            <p:nvPr/>
          </p:nvSpPr>
          <p:spPr bwMode="hidden">
            <a:xfrm>
              <a:off x="-3905251" y="4294188"/>
              <a:ext cx="13027839" cy="1892300"/>
            </a:xfrm>
            <a:custGeom>
              <a:avLst/>
              <a:gdLst>
                <a:gd name="T0" fmla="*/ 2147483646 w 8196"/>
                <a:gd name="T1" fmla="*/ 2147483646 h 1192"/>
                <a:gd name="T2" fmla="*/ 2147483646 w 8196"/>
                <a:gd name="T3" fmla="*/ 2147483646 h 1192"/>
                <a:gd name="T4" fmla="*/ 2147483646 w 8196"/>
                <a:gd name="T5" fmla="*/ 2147483646 h 1192"/>
                <a:gd name="T6" fmla="*/ 2147483646 w 8196"/>
                <a:gd name="T7" fmla="*/ 2147483646 h 1192"/>
                <a:gd name="T8" fmla="*/ 2147483646 w 8196"/>
                <a:gd name="T9" fmla="*/ 2147483646 h 1192"/>
                <a:gd name="T10" fmla="*/ 2147483646 w 8196"/>
                <a:gd name="T11" fmla="*/ 2147483646 h 1192"/>
                <a:gd name="T12" fmla="*/ 2147483646 w 8196"/>
                <a:gd name="T13" fmla="*/ 2147483646 h 1192"/>
                <a:gd name="T14" fmla="*/ 2147483646 w 8196"/>
                <a:gd name="T15" fmla="*/ 2147483646 h 1192"/>
                <a:gd name="T16" fmla="*/ 2147483646 w 8196"/>
                <a:gd name="T17" fmla="*/ 2147483646 h 1192"/>
                <a:gd name="T18" fmla="*/ 2147483646 w 8196"/>
                <a:gd name="T19" fmla="*/ 2147483646 h 1192"/>
                <a:gd name="T20" fmla="*/ 2147483646 w 8196"/>
                <a:gd name="T21" fmla="*/ 2147483646 h 1192"/>
                <a:gd name="T22" fmla="*/ 2147483646 w 8196"/>
                <a:gd name="T23" fmla="*/ 2147483646 h 1192"/>
                <a:gd name="T24" fmla="*/ 2147483646 w 8196"/>
                <a:gd name="T25" fmla="*/ 2147483646 h 1192"/>
                <a:gd name="T26" fmla="*/ 2147483646 w 8196"/>
                <a:gd name="T27" fmla="*/ 2147483646 h 1192"/>
                <a:gd name="T28" fmla="*/ 2147483646 w 8196"/>
                <a:gd name="T29" fmla="*/ 2147483646 h 1192"/>
                <a:gd name="T30" fmla="*/ 2147483646 w 8196"/>
                <a:gd name="T31" fmla="*/ 2147483646 h 1192"/>
                <a:gd name="T32" fmla="*/ 2147483646 w 8196"/>
                <a:gd name="T33" fmla="*/ 2147483646 h 1192"/>
                <a:gd name="T34" fmla="*/ 2147483646 w 8196"/>
                <a:gd name="T35" fmla="*/ 2147483646 h 1192"/>
                <a:gd name="T36" fmla="*/ 2147483646 w 8196"/>
                <a:gd name="T37" fmla="*/ 2147483646 h 1192"/>
                <a:gd name="T38" fmla="*/ 2147483646 w 8196"/>
                <a:gd name="T39" fmla="*/ 2147483646 h 1192"/>
                <a:gd name="T40" fmla="*/ 2147483646 w 8196"/>
                <a:gd name="T41" fmla="*/ 2147483646 h 1192"/>
                <a:gd name="T42" fmla="*/ 2147483646 w 8196"/>
                <a:gd name="T43" fmla="*/ 2147483646 h 1192"/>
                <a:gd name="T44" fmla="*/ 2147483646 w 8196"/>
                <a:gd name="T45" fmla="*/ 0 h 1192"/>
                <a:gd name="T46" fmla="*/ 2147483646 w 8196"/>
                <a:gd name="T47" fmla="*/ 2147483646 h 1192"/>
                <a:gd name="T48" fmla="*/ 2147483646 w 8196"/>
                <a:gd name="T49" fmla="*/ 2147483646 h 1192"/>
                <a:gd name="T50" fmla="*/ 2147483646 w 8196"/>
                <a:gd name="T51" fmla="*/ 2147483646 h 1192"/>
                <a:gd name="T52" fmla="*/ 2147483646 w 8196"/>
                <a:gd name="T53" fmla="*/ 2147483646 h 1192"/>
                <a:gd name="T54" fmla="*/ 2147483646 w 8196"/>
                <a:gd name="T55" fmla="*/ 2147483646 h 1192"/>
                <a:gd name="T56" fmla="*/ 2147483646 w 8196"/>
                <a:gd name="T57" fmla="*/ 2147483646 h 1192"/>
                <a:gd name="T58" fmla="*/ 2147483646 w 8196"/>
                <a:gd name="T59" fmla="*/ 2147483646 h 1192"/>
                <a:gd name="T60" fmla="*/ 2147483646 w 8196"/>
                <a:gd name="T61" fmla="*/ 2147483646 h 1192"/>
                <a:gd name="T62" fmla="*/ 0 w 8196"/>
                <a:gd name="T63" fmla="*/ 2147483646 h 1192"/>
                <a:gd name="T64" fmla="*/ 2147483646 w 8196"/>
                <a:gd name="T65" fmla="*/ 2147483646 h 1192"/>
                <a:gd name="T66" fmla="*/ 2147483646 w 8196"/>
                <a:gd name="T67" fmla="*/ 2147483646 h 1192"/>
                <a:gd name="T68" fmla="*/ 2147483646 w 8196"/>
                <a:gd name="T69" fmla="*/ 2147483646 h 1192"/>
                <a:gd name="T70" fmla="*/ 2147483646 w 8196"/>
                <a:gd name="T71" fmla="*/ 2147483646 h 119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6" y="1186"/>
                  </a:lnTo>
                  <a:lnTo>
                    <a:pt x="8196" y="510"/>
                  </a:lnTo>
                  <a:lnTo>
                    <a:pt x="8192" y="512"/>
                  </a:lnTo>
                  <a:close/>
                </a:path>
              </a:pathLst>
            </a:custGeom>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0">
                <a:solidFill>
                  <a:prstClr val="black"/>
                </a:solidFill>
              </a:endParaRPr>
            </a:p>
          </p:txBody>
        </p:sp>
      </p:grpSp>
      <p:sp>
        <p:nvSpPr>
          <p:cNvPr id="1028" name="Title Placeholder 1"/>
          <p:cNvSpPr>
            <a:spLocks noGrp="1"/>
          </p:cNvSpPr>
          <p:nvPr>
            <p:ph type="title"/>
          </p:nvPr>
        </p:nvSpPr>
        <p:spPr bwMode="auto">
          <a:xfrm>
            <a:off x="900113" y="268288"/>
            <a:ext cx="7786687"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ctr" anchorCtr="0" compatLnSpc="1">
            <a:prstTxWarp prst="textNoShape">
              <a:avLst/>
            </a:prstTxWarp>
          </a:bodyPr>
          <a:lstStyle/>
          <a:p>
            <a:pPr lvl="0"/>
            <a:r>
              <a:rPr lang="zh-CN" altLang="en-US"/>
              <a:t>单击此处编辑母版标题样式</a:t>
            </a:r>
          </a:p>
        </p:txBody>
      </p:sp>
      <p:sp>
        <p:nvSpPr>
          <p:cNvPr id="4" name="Date Placeholder 3"/>
          <p:cNvSpPr>
            <a:spLocks noGrp="1"/>
          </p:cNvSpPr>
          <p:nvPr>
            <p:ph type="dt" sz="half" idx="2"/>
          </p:nvPr>
        </p:nvSpPr>
        <p:spPr>
          <a:xfrm>
            <a:off x="5164138" y="4687888"/>
            <a:ext cx="3786187" cy="273050"/>
          </a:xfrm>
          <a:prstGeom prst="rect">
            <a:avLst/>
          </a:prstGeom>
        </p:spPr>
        <p:txBody>
          <a:bodyPr vert="horz" wrap="square" lIns="68580" tIns="34290" rIns="68580" bIns="34290" numCol="1" anchor="ctr" anchorCtr="0" compatLnSpc="1">
            <a:prstTxWarp prst="textNoShape">
              <a:avLst/>
            </a:prstTxWarp>
          </a:bodyPr>
          <a:lstStyle>
            <a:lvl1pPr algn="r" eaLnBrk="1" hangingPunct="1">
              <a:defRPr sz="1000">
                <a:solidFill>
                  <a:srgbClr val="073E87"/>
                </a:solidFill>
              </a:defRPr>
            </a:lvl1pPr>
          </a:lstStyle>
          <a:p>
            <a:pPr>
              <a:defRPr/>
            </a:pPr>
            <a:endParaRPr lang="en-US" altLang="zh-CN" b="0"/>
          </a:p>
        </p:txBody>
      </p:sp>
      <p:sp>
        <p:nvSpPr>
          <p:cNvPr id="5" name="Footer Placeholder 4"/>
          <p:cNvSpPr>
            <a:spLocks noGrp="1"/>
          </p:cNvSpPr>
          <p:nvPr>
            <p:ph type="ftr" sz="quarter" idx="3"/>
          </p:nvPr>
        </p:nvSpPr>
        <p:spPr>
          <a:xfrm>
            <a:off x="193675" y="4687888"/>
            <a:ext cx="3786188" cy="273050"/>
          </a:xfrm>
          <a:prstGeom prst="rect">
            <a:avLst/>
          </a:prstGeom>
        </p:spPr>
        <p:txBody>
          <a:bodyPr vert="horz" wrap="square" lIns="68580" tIns="34290" rIns="68580" bIns="34290" numCol="1" anchor="ctr" anchorCtr="0" compatLnSpc="1">
            <a:prstTxWarp prst="textNoShape">
              <a:avLst/>
            </a:prstTxWarp>
          </a:bodyPr>
          <a:lstStyle>
            <a:lvl1pPr eaLnBrk="1" hangingPunct="1">
              <a:defRPr sz="1000">
                <a:solidFill>
                  <a:srgbClr val="073E87"/>
                </a:solidFill>
              </a:defRPr>
            </a:lvl1pPr>
          </a:lstStyle>
          <a:p>
            <a:pPr>
              <a:defRPr/>
            </a:pPr>
            <a:endParaRPr lang="en-US" altLang="zh-CN" b="0"/>
          </a:p>
        </p:txBody>
      </p:sp>
      <p:sp>
        <p:nvSpPr>
          <p:cNvPr id="6" name="Slide Number Placeholder 5"/>
          <p:cNvSpPr>
            <a:spLocks noGrp="1"/>
          </p:cNvSpPr>
          <p:nvPr>
            <p:ph type="sldNum" sz="quarter" idx="4"/>
          </p:nvPr>
        </p:nvSpPr>
        <p:spPr>
          <a:xfrm>
            <a:off x="7643813" y="364332"/>
            <a:ext cx="1162050" cy="273050"/>
          </a:xfrm>
          <a:prstGeom prst="rect">
            <a:avLst/>
          </a:prstGeom>
        </p:spPr>
        <p:txBody>
          <a:bodyPr vert="horz" wrap="square" lIns="68580" tIns="34290" rIns="68580" bIns="34290" numCol="1" anchor="ctr" anchorCtr="0" compatLnSpc="1">
            <a:prstTxWarp prst="textNoShape">
              <a:avLst/>
            </a:prstTxWarp>
          </a:bodyPr>
          <a:lstStyle>
            <a:lvl1pPr algn="ctr" eaLnBrk="1" hangingPunct="1">
              <a:defRPr sz="1400">
                <a:solidFill>
                  <a:srgbClr val="073E87"/>
                </a:solidFill>
              </a:defRPr>
            </a:lvl1pPr>
          </a:lstStyle>
          <a:p>
            <a:pPr>
              <a:defRPr/>
            </a:pPr>
            <a:fld id="{26DADCBF-A227-44B3-BF6D-FDDFB9715B66}" type="slidenum">
              <a:rPr lang="zh-CN" altLang="en-US" b="0" smtClean="0"/>
              <a:pPr>
                <a:defRPr/>
              </a:pPr>
              <a:t>‹#›</a:t>
            </a:fld>
            <a:endParaRPr lang="en-US" altLang="zh-CN" b="0" dirty="0"/>
          </a:p>
        </p:txBody>
      </p:sp>
      <p:sp>
        <p:nvSpPr>
          <p:cNvPr id="1032" name="Text Placeholder 2"/>
          <p:cNvSpPr>
            <a:spLocks noGrp="1"/>
          </p:cNvSpPr>
          <p:nvPr>
            <p:ph type="body" idx="1"/>
          </p:nvPr>
        </p:nvSpPr>
        <p:spPr bwMode="auto">
          <a:xfrm>
            <a:off x="228600" y="1368425"/>
            <a:ext cx="5927725" cy="322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431851270"/>
      </p:ext>
    </p:extLst>
  </p:cSld>
  <p:clrMap bg1="lt1" tx1="dk1" bg2="lt2" tx2="dk2" accent1="accent1" accent2="accent2" accent3="accent3" accent4="accent4" accent5="accent5" accent6="accent6" hlink="hlink" folHlink="folHlink"/>
  <p:sldLayoutIdLst>
    <p:sldLayoutId id="2147485232" r:id="rId1"/>
    <p:sldLayoutId id="2147485233" r:id="rId2"/>
  </p:sldLayoutIdLst>
  <p:hf hdr="0" ftr="0" dt="0"/>
  <p:txStyles>
    <p:titleStyle>
      <a:lvl1pPr algn="l" rtl="0" eaLnBrk="0" fontAlgn="base" hangingPunct="0">
        <a:spcBef>
          <a:spcPct val="0"/>
        </a:spcBef>
        <a:spcAft>
          <a:spcPct val="0"/>
        </a:spcAft>
        <a:defRPr sz="4000" kern="1200">
          <a:solidFill>
            <a:srgbClr val="FFFFFF"/>
          </a:solidFill>
          <a:latin typeface="+mj-lt"/>
          <a:ea typeface="黑体" panose="02010609060101010101" pitchFamily="49" charset="-122"/>
          <a:cs typeface="+mj-cs"/>
        </a:defRPr>
      </a:lvl1pPr>
      <a:lvl2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2pPr>
      <a:lvl3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3pPr>
      <a:lvl4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4pPr>
      <a:lvl5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1463" indent="-271463"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4675" indent="-271463"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4075" indent="-227013"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1413" indent="-227013"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0500" indent="-227013"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vl6pPr marL="1783036" indent="-228594" algn="l" defTabSz="914378"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068" indent="-228594" algn="l" defTabSz="914378"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099" indent="-228594" algn="l" defTabSz="914378"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132" indent="-228594" algn="l" defTabSz="914378"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378" rtl="0" eaLnBrk="1" latinLnBrk="0" hangingPunct="1">
        <a:defRPr sz="1800" kern="1200">
          <a:solidFill>
            <a:schemeClr val="tx1"/>
          </a:solidFill>
          <a:latin typeface="+mn-lt"/>
          <a:ea typeface="+mn-ea"/>
          <a:cs typeface="+mn-cs"/>
        </a:defRPr>
      </a:lvl1pPr>
      <a:lvl2pPr marL="457189" algn="l" defTabSz="914378" rtl="0" eaLnBrk="1" latinLnBrk="0" hangingPunct="1">
        <a:defRPr sz="1800" kern="1200">
          <a:solidFill>
            <a:schemeClr val="tx1"/>
          </a:solidFill>
          <a:latin typeface="+mn-lt"/>
          <a:ea typeface="+mn-ea"/>
          <a:cs typeface="+mn-cs"/>
        </a:defRPr>
      </a:lvl2pPr>
      <a:lvl3pPr marL="914378" algn="l" defTabSz="914378" rtl="0" eaLnBrk="1" latinLnBrk="0" hangingPunct="1">
        <a:defRPr sz="1800" kern="1200">
          <a:solidFill>
            <a:schemeClr val="tx1"/>
          </a:solidFill>
          <a:latin typeface="+mn-lt"/>
          <a:ea typeface="+mn-ea"/>
          <a:cs typeface="+mn-cs"/>
        </a:defRPr>
      </a:lvl3pPr>
      <a:lvl4pPr marL="1371566" algn="l" defTabSz="914378" rtl="0" eaLnBrk="1" latinLnBrk="0" hangingPunct="1">
        <a:defRPr sz="1800" kern="1200">
          <a:solidFill>
            <a:schemeClr val="tx1"/>
          </a:solidFill>
          <a:latin typeface="+mn-lt"/>
          <a:ea typeface="+mn-ea"/>
          <a:cs typeface="+mn-cs"/>
        </a:defRPr>
      </a:lvl4pPr>
      <a:lvl5pPr marL="1828754" algn="l" defTabSz="914378" rtl="0" eaLnBrk="1" latinLnBrk="0" hangingPunct="1">
        <a:defRPr sz="1800" kern="1200">
          <a:solidFill>
            <a:schemeClr val="tx1"/>
          </a:solidFill>
          <a:latin typeface="+mn-lt"/>
          <a:ea typeface="+mn-ea"/>
          <a:cs typeface="+mn-cs"/>
        </a:defRPr>
      </a:lvl5pPr>
      <a:lvl6pPr marL="2285943" algn="l" defTabSz="914378" rtl="0" eaLnBrk="1" latinLnBrk="0" hangingPunct="1">
        <a:defRPr sz="1800" kern="1200">
          <a:solidFill>
            <a:schemeClr val="tx1"/>
          </a:solidFill>
          <a:latin typeface="+mn-lt"/>
          <a:ea typeface="+mn-ea"/>
          <a:cs typeface="+mn-cs"/>
        </a:defRPr>
      </a:lvl6pPr>
      <a:lvl7pPr marL="2743132" algn="l" defTabSz="914378" rtl="0" eaLnBrk="1" latinLnBrk="0" hangingPunct="1">
        <a:defRPr sz="1800" kern="1200">
          <a:solidFill>
            <a:schemeClr val="tx1"/>
          </a:solidFill>
          <a:latin typeface="+mn-lt"/>
          <a:ea typeface="+mn-ea"/>
          <a:cs typeface="+mn-cs"/>
        </a:defRPr>
      </a:lvl7pPr>
      <a:lvl8pPr marL="3200320" algn="l" defTabSz="914378" rtl="0" eaLnBrk="1" latinLnBrk="0" hangingPunct="1">
        <a:defRPr sz="1800" kern="1200">
          <a:solidFill>
            <a:schemeClr val="tx1"/>
          </a:solidFill>
          <a:latin typeface="+mn-lt"/>
          <a:ea typeface="+mn-ea"/>
          <a:cs typeface="+mn-cs"/>
        </a:defRPr>
      </a:lvl8pPr>
      <a:lvl9pPr marL="3657509" algn="l" defTabSz="914378"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ounded Rectangle 13"/>
          <p:cNvSpPr/>
          <p:nvPr/>
        </p:nvSpPr>
        <p:spPr>
          <a:xfrm>
            <a:off x="228600" y="171450"/>
            <a:ext cx="8696325" cy="1404938"/>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eaLnBrk="1" hangingPunct="1">
              <a:defRPr/>
            </a:pPr>
            <a:endParaRPr lang="en-US" b="0" dirty="0">
              <a:solidFill>
                <a:prstClr val="white"/>
              </a:solidFill>
            </a:endParaRPr>
          </a:p>
        </p:txBody>
      </p:sp>
      <p:grpSp>
        <p:nvGrpSpPr>
          <p:cNvPr id="1027" name="Group 15"/>
          <p:cNvGrpSpPr>
            <a:grpSpLocks noChangeAspect="1"/>
          </p:cNvGrpSpPr>
          <p:nvPr/>
        </p:nvGrpSpPr>
        <p:grpSpPr bwMode="auto">
          <a:xfrm>
            <a:off x="211138" y="1058863"/>
            <a:ext cx="8824912" cy="576262"/>
            <a:chOff x="-3905251" y="4294188"/>
            <a:chExt cx="13027839" cy="1892300"/>
          </a:xfrm>
        </p:grpSpPr>
        <p:sp>
          <p:nvSpPr>
            <p:cNvPr id="1033" name="Freeform 14"/>
            <p:cNvSpPr>
              <a:spLocks/>
            </p:cNvSpPr>
            <p:nvPr/>
          </p:nvSpPr>
          <p:spPr bwMode="hidden">
            <a:xfrm>
              <a:off x="4810441" y="4502706"/>
              <a:ext cx="4295743" cy="1011313"/>
            </a:xfrm>
            <a:custGeom>
              <a:avLst/>
              <a:gdLst>
                <a:gd name="T0" fmla="*/ 2147483646 w 2706"/>
                <a:gd name="T1" fmla="*/ 0 h 640"/>
                <a:gd name="T2" fmla="*/ 2147483646 w 2706"/>
                <a:gd name="T3" fmla="*/ 0 h 640"/>
                <a:gd name="T4" fmla="*/ 2147483646 w 2706"/>
                <a:gd name="T5" fmla="*/ 2147483646 h 640"/>
                <a:gd name="T6" fmla="*/ 2147483646 w 2706"/>
                <a:gd name="T7" fmla="*/ 2147483646 h 640"/>
                <a:gd name="T8" fmla="*/ 2147483646 w 2706"/>
                <a:gd name="T9" fmla="*/ 2147483646 h 640"/>
                <a:gd name="T10" fmla="*/ 2147483646 w 2706"/>
                <a:gd name="T11" fmla="*/ 2147483646 h 640"/>
                <a:gd name="T12" fmla="*/ 2147483646 w 2706"/>
                <a:gd name="T13" fmla="*/ 2147483646 h 640"/>
                <a:gd name="T14" fmla="*/ 2147483646 w 2706"/>
                <a:gd name="T15" fmla="*/ 2147483646 h 640"/>
                <a:gd name="T16" fmla="*/ 2147483646 w 2706"/>
                <a:gd name="T17" fmla="*/ 2147483646 h 640"/>
                <a:gd name="T18" fmla="*/ 2147483646 w 2706"/>
                <a:gd name="T19" fmla="*/ 2147483646 h 640"/>
                <a:gd name="T20" fmla="*/ 2147483646 w 2706"/>
                <a:gd name="T21" fmla="*/ 2147483646 h 640"/>
                <a:gd name="T22" fmla="*/ 2147483646 w 2706"/>
                <a:gd name="T23" fmla="*/ 2147483646 h 640"/>
                <a:gd name="T24" fmla="*/ 2147483646 w 2706"/>
                <a:gd name="T25" fmla="*/ 2147483646 h 640"/>
                <a:gd name="T26" fmla="*/ 2147483646 w 2706"/>
                <a:gd name="T27" fmla="*/ 2147483646 h 640"/>
                <a:gd name="T28" fmla="*/ 2147483646 w 2706"/>
                <a:gd name="T29" fmla="*/ 2147483646 h 640"/>
                <a:gd name="T30" fmla="*/ 2147483646 w 2706"/>
                <a:gd name="T31" fmla="*/ 2147483646 h 640"/>
                <a:gd name="T32" fmla="*/ 2147483646 w 2706"/>
                <a:gd name="T33" fmla="*/ 2147483646 h 640"/>
                <a:gd name="T34" fmla="*/ 2147483646 w 2706"/>
                <a:gd name="T35" fmla="*/ 2147483646 h 640"/>
                <a:gd name="T36" fmla="*/ 0 w 2706"/>
                <a:gd name="T37" fmla="*/ 2147483646 h 640"/>
                <a:gd name="T38" fmla="*/ 0 w 2706"/>
                <a:gd name="T39" fmla="*/ 2147483646 h 640"/>
                <a:gd name="T40" fmla="*/ 2147483646 w 2706"/>
                <a:gd name="T41" fmla="*/ 2147483646 h 640"/>
                <a:gd name="T42" fmla="*/ 2147483646 w 2706"/>
                <a:gd name="T43" fmla="*/ 2147483646 h 640"/>
                <a:gd name="T44" fmla="*/ 2147483646 w 2706"/>
                <a:gd name="T45" fmla="*/ 2147483646 h 640"/>
                <a:gd name="T46" fmla="*/ 2147483646 w 2706"/>
                <a:gd name="T47" fmla="*/ 2147483646 h 640"/>
                <a:gd name="T48" fmla="*/ 2147483646 w 2706"/>
                <a:gd name="T49" fmla="*/ 2147483646 h 640"/>
                <a:gd name="T50" fmla="*/ 2147483646 w 2706"/>
                <a:gd name="T51" fmla="*/ 2147483646 h 640"/>
                <a:gd name="T52" fmla="*/ 2147483646 w 2706"/>
                <a:gd name="T53" fmla="*/ 2147483646 h 640"/>
                <a:gd name="T54" fmla="*/ 2147483646 w 2706"/>
                <a:gd name="T55" fmla="*/ 2147483646 h 640"/>
                <a:gd name="T56" fmla="*/ 2147483646 w 2706"/>
                <a:gd name="T57" fmla="*/ 2147483646 h 640"/>
                <a:gd name="T58" fmla="*/ 2147483646 w 2706"/>
                <a:gd name="T59" fmla="*/ 2147483646 h 640"/>
                <a:gd name="T60" fmla="*/ 2147483646 w 2706"/>
                <a:gd name="T61" fmla="*/ 2147483646 h 640"/>
                <a:gd name="T62" fmla="*/ 2147483646 w 2706"/>
                <a:gd name="T63" fmla="*/ 2147483646 h 640"/>
                <a:gd name="T64" fmla="*/ 2147483646 w 2706"/>
                <a:gd name="T65" fmla="*/ 2147483646 h 640"/>
                <a:gd name="T66" fmla="*/ 2147483646 w 2706"/>
                <a:gd name="T67" fmla="*/ 2147483646 h 640"/>
                <a:gd name="T68" fmla="*/ 2147483646 w 2706"/>
                <a:gd name="T69" fmla="*/ 2147483646 h 640"/>
                <a:gd name="T70" fmla="*/ 2147483646 w 2706"/>
                <a:gd name="T71" fmla="*/ 2147483646 h 640"/>
                <a:gd name="T72" fmla="*/ 2147483646 w 2706"/>
                <a:gd name="T73" fmla="*/ 2147483646 h 640"/>
                <a:gd name="T74" fmla="*/ 2147483646 w 2706"/>
                <a:gd name="T75" fmla="*/ 2147483646 h 640"/>
                <a:gd name="T76" fmla="*/ 2147483646 w 2706"/>
                <a:gd name="T77" fmla="*/ 2147483646 h 640"/>
                <a:gd name="T78" fmla="*/ 2147483646 w 2706"/>
                <a:gd name="T79" fmla="*/ 2147483646 h 640"/>
                <a:gd name="T80" fmla="*/ 2147483646 w 2706"/>
                <a:gd name="T81" fmla="*/ 2147483646 h 640"/>
                <a:gd name="T82" fmla="*/ 2147483646 w 2706"/>
                <a:gd name="T83" fmla="*/ 2147483646 h 640"/>
                <a:gd name="T84" fmla="*/ 2147483646 w 2706"/>
                <a:gd name="T85" fmla="*/ 2147483646 h 640"/>
                <a:gd name="T86" fmla="*/ 2147483646 w 2706"/>
                <a:gd name="T87" fmla="*/ 2147483646 h 640"/>
                <a:gd name="T88" fmla="*/ 2147483646 w 2706"/>
                <a:gd name="T89" fmla="*/ 2147483646 h 640"/>
                <a:gd name="T90" fmla="*/ 2147483646 w 2706"/>
                <a:gd name="T91" fmla="*/ 2147483646 h 640"/>
                <a:gd name="T92" fmla="*/ 2147483646 w 2706"/>
                <a:gd name="T93" fmla="*/ 2147483646 h 640"/>
                <a:gd name="T94" fmla="*/ 2147483646 w 2706"/>
                <a:gd name="T95" fmla="*/ 2147483646 h 640"/>
                <a:gd name="T96" fmla="*/ 2147483646 w 2706"/>
                <a:gd name="T97" fmla="*/ 2147483646 h 640"/>
                <a:gd name="T98" fmla="*/ 2147483646 w 2706"/>
                <a:gd name="T99" fmla="*/ 2147483646 h 640"/>
                <a:gd name="T100" fmla="*/ 2147483646 w 2706"/>
                <a:gd name="T101" fmla="*/ 2147483646 h 640"/>
                <a:gd name="T102" fmla="*/ 2147483646 w 2706"/>
                <a:gd name="T103" fmla="*/ 2147483646 h 640"/>
                <a:gd name="T104" fmla="*/ 2147483646 w 2706"/>
                <a:gd name="T105" fmla="*/ 2147483646 h 640"/>
                <a:gd name="T106" fmla="*/ 2147483646 w 2706"/>
                <a:gd name="T107" fmla="*/ 0 h 640"/>
                <a:gd name="T108" fmla="*/ 2147483646 w 2706"/>
                <a:gd name="T109" fmla="*/ 0 h 640"/>
                <a:gd name="T110" fmla="*/ 2147483646 w 2706"/>
                <a:gd name="T111" fmla="*/ 0 h 640"/>
                <a:gd name="T112" fmla="*/ 2147483646 w 2706"/>
                <a:gd name="T113" fmla="*/ 0 h 640"/>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472" y="252"/>
                  </a:lnTo>
                  <a:lnTo>
                    <a:pt x="1236" y="304"/>
                  </a:lnTo>
                  <a:lnTo>
                    <a:pt x="1010" y="352"/>
                  </a:lnTo>
                  <a:lnTo>
                    <a:pt x="792" y="398"/>
                  </a:lnTo>
                  <a:lnTo>
                    <a:pt x="584" y="438"/>
                  </a:lnTo>
                  <a:lnTo>
                    <a:pt x="382" y="474"/>
                  </a:lnTo>
                  <a:lnTo>
                    <a:pt x="188" y="50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6" y="388"/>
                  </a:lnTo>
                  <a:lnTo>
                    <a:pt x="2706" y="0"/>
                  </a:lnTo>
                  <a:lnTo>
                    <a:pt x="2700" y="0"/>
                  </a:lnTo>
                  <a:close/>
                </a:path>
              </a:pathLst>
            </a:custGeom>
            <a:solidFill>
              <a:schemeClr val="bg2">
                <a:alpha val="29019"/>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a:solidFill>
                  <a:prstClr val="black"/>
                </a:solidFill>
                <a:latin typeface="Times New Roman" panose="02020603050405020304" pitchFamily="18" charset="0"/>
                <a:ea typeface="楷体_GB2312"/>
              </a:endParaRPr>
            </a:p>
          </p:txBody>
        </p:sp>
        <p:sp>
          <p:nvSpPr>
            <p:cNvPr id="1034" name="Freeform 18"/>
            <p:cNvSpPr>
              <a:spLocks/>
            </p:cNvSpPr>
            <p:nvPr/>
          </p:nvSpPr>
          <p:spPr bwMode="hidden">
            <a:xfrm>
              <a:off x="-310233" y="4320251"/>
              <a:ext cx="8282134" cy="1209405"/>
            </a:xfrm>
            <a:custGeom>
              <a:avLst/>
              <a:gdLst>
                <a:gd name="T0" fmla="*/ 2147483646 w 5216"/>
                <a:gd name="T1" fmla="*/ 2147483646 h 762"/>
                <a:gd name="T2" fmla="*/ 2147483646 w 5216"/>
                <a:gd name="T3" fmla="*/ 2147483646 h 762"/>
                <a:gd name="T4" fmla="*/ 2147483646 w 5216"/>
                <a:gd name="T5" fmla="*/ 2147483646 h 762"/>
                <a:gd name="T6" fmla="*/ 2147483646 w 5216"/>
                <a:gd name="T7" fmla="*/ 2147483646 h 762"/>
                <a:gd name="T8" fmla="*/ 2147483646 w 5216"/>
                <a:gd name="T9" fmla="*/ 2147483646 h 762"/>
                <a:gd name="T10" fmla="*/ 2147483646 w 5216"/>
                <a:gd name="T11" fmla="*/ 2147483646 h 762"/>
                <a:gd name="T12" fmla="*/ 2147483646 w 5216"/>
                <a:gd name="T13" fmla="*/ 2147483646 h 762"/>
                <a:gd name="T14" fmla="*/ 2147483646 w 5216"/>
                <a:gd name="T15" fmla="*/ 2147483646 h 762"/>
                <a:gd name="T16" fmla="*/ 2147483646 w 5216"/>
                <a:gd name="T17" fmla="*/ 2147483646 h 762"/>
                <a:gd name="T18" fmla="*/ 2147483646 w 5216"/>
                <a:gd name="T19" fmla="*/ 2147483646 h 762"/>
                <a:gd name="T20" fmla="*/ 2147483646 w 5216"/>
                <a:gd name="T21" fmla="*/ 2147483646 h 762"/>
                <a:gd name="T22" fmla="*/ 2147483646 w 5216"/>
                <a:gd name="T23" fmla="*/ 2147483646 h 762"/>
                <a:gd name="T24" fmla="*/ 2147483646 w 5216"/>
                <a:gd name="T25" fmla="*/ 2147483646 h 762"/>
                <a:gd name="T26" fmla="*/ 2147483646 w 5216"/>
                <a:gd name="T27" fmla="*/ 0 h 762"/>
                <a:gd name="T28" fmla="*/ 2147483646 w 5216"/>
                <a:gd name="T29" fmla="*/ 2147483646 h 762"/>
                <a:gd name="T30" fmla="*/ 2147483646 w 5216"/>
                <a:gd name="T31" fmla="*/ 2147483646 h 762"/>
                <a:gd name="T32" fmla="*/ 0 w 5216"/>
                <a:gd name="T33" fmla="*/ 2147483646 h 762"/>
                <a:gd name="T34" fmla="*/ 2147483646 w 5216"/>
                <a:gd name="T35" fmla="*/ 2147483646 h 762"/>
                <a:gd name="T36" fmla="*/ 2147483646 w 5216"/>
                <a:gd name="T37" fmla="*/ 2147483646 h 762"/>
                <a:gd name="T38" fmla="*/ 2147483646 w 5216"/>
                <a:gd name="T39" fmla="*/ 2147483646 h 762"/>
                <a:gd name="T40" fmla="*/ 2147483646 w 5216"/>
                <a:gd name="T41" fmla="*/ 2147483646 h 762"/>
                <a:gd name="T42" fmla="*/ 2147483646 w 5216"/>
                <a:gd name="T43" fmla="*/ 2147483646 h 762"/>
                <a:gd name="T44" fmla="*/ 2147483646 w 5216"/>
                <a:gd name="T45" fmla="*/ 2147483646 h 762"/>
                <a:gd name="T46" fmla="*/ 2147483646 w 5216"/>
                <a:gd name="T47" fmla="*/ 2147483646 h 762"/>
                <a:gd name="T48" fmla="*/ 2147483646 w 5216"/>
                <a:gd name="T49" fmla="*/ 2147483646 h 762"/>
                <a:gd name="T50" fmla="*/ 2147483646 w 5216"/>
                <a:gd name="T51" fmla="*/ 2147483646 h 762"/>
                <a:gd name="T52" fmla="*/ 2147483646 w 5216"/>
                <a:gd name="T53" fmla="*/ 2147483646 h 762"/>
                <a:gd name="T54" fmla="*/ 2147483646 w 5216"/>
                <a:gd name="T55" fmla="*/ 2147483646 h 762"/>
                <a:gd name="T56" fmla="*/ 2147483646 w 5216"/>
                <a:gd name="T57" fmla="*/ 2147483646 h 762"/>
                <a:gd name="T58" fmla="*/ 2147483646 w 5216"/>
                <a:gd name="T59" fmla="*/ 2147483646 h 762"/>
                <a:gd name="T60" fmla="*/ 2147483646 w 5216"/>
                <a:gd name="T61" fmla="*/ 2147483646 h 762"/>
                <a:gd name="T62" fmla="*/ 2147483646 w 5216"/>
                <a:gd name="T63" fmla="*/ 2147483646 h 762"/>
                <a:gd name="T64" fmla="*/ 2147483646 w 5216"/>
                <a:gd name="T65" fmla="*/ 2147483646 h 762"/>
                <a:gd name="T66" fmla="*/ 2147483646 w 5216"/>
                <a:gd name="T67" fmla="*/ 2147483646 h 762"/>
                <a:gd name="T68" fmla="*/ 2147483646 w 5216"/>
                <a:gd name="T69" fmla="*/ 2147483646 h 762"/>
                <a:gd name="T70" fmla="*/ 2147483646 w 5216"/>
                <a:gd name="T71" fmla="*/ 2147483646 h 76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154" y="66"/>
                  </a:lnTo>
                  <a:lnTo>
                    <a:pt x="314" y="86"/>
                  </a:lnTo>
                  <a:lnTo>
                    <a:pt x="480" y="112"/>
                  </a:lnTo>
                  <a:lnTo>
                    <a:pt x="652" y="140"/>
                  </a:lnTo>
                  <a:lnTo>
                    <a:pt x="830" y="174"/>
                  </a:lnTo>
                  <a:lnTo>
                    <a:pt x="1014" y="210"/>
                  </a:lnTo>
                  <a:lnTo>
                    <a:pt x="1206" y="250"/>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close/>
                </a:path>
              </a:pathLst>
            </a:custGeom>
            <a:solidFill>
              <a:schemeClr val="bg2">
                <a:alpha val="39999"/>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a:solidFill>
                  <a:prstClr val="black"/>
                </a:solidFill>
                <a:latin typeface="Times New Roman" panose="02020603050405020304" pitchFamily="18" charset="0"/>
                <a:ea typeface="楷体_GB2312"/>
              </a:endParaRPr>
            </a:p>
          </p:txBody>
        </p:sp>
        <p:sp>
          <p:nvSpPr>
            <p:cNvPr id="1035" name="Freeform 22"/>
            <p:cNvSpPr>
              <a:spLocks/>
            </p:cNvSpPr>
            <p:nvPr/>
          </p:nvSpPr>
          <p:spPr bwMode="hidden">
            <a:xfrm>
              <a:off x="3804" y="4335892"/>
              <a:ext cx="8164957" cy="1099931"/>
            </a:xfrm>
            <a:custGeom>
              <a:avLst/>
              <a:gdLst>
                <a:gd name="T0" fmla="*/ 0 w 5144"/>
                <a:gd name="T1" fmla="*/ 2147483646 h 694"/>
                <a:gd name="T2" fmla="*/ 0 w 5144"/>
                <a:gd name="T3" fmla="*/ 2147483646 h 694"/>
                <a:gd name="T4" fmla="*/ 2147483646 w 5144"/>
                <a:gd name="T5" fmla="*/ 2147483646 h 694"/>
                <a:gd name="T6" fmla="*/ 2147483646 w 5144"/>
                <a:gd name="T7" fmla="*/ 2147483646 h 694"/>
                <a:gd name="T8" fmla="*/ 2147483646 w 5144"/>
                <a:gd name="T9" fmla="*/ 2147483646 h 694"/>
                <a:gd name="T10" fmla="*/ 2147483646 w 5144"/>
                <a:gd name="T11" fmla="*/ 2147483646 h 694"/>
                <a:gd name="T12" fmla="*/ 2147483646 w 5144"/>
                <a:gd name="T13" fmla="*/ 2147483646 h 694"/>
                <a:gd name="T14" fmla="*/ 2147483646 w 5144"/>
                <a:gd name="T15" fmla="*/ 2147483646 h 694"/>
                <a:gd name="T16" fmla="*/ 2147483646 w 5144"/>
                <a:gd name="T17" fmla="*/ 2147483646 h 694"/>
                <a:gd name="T18" fmla="*/ 2147483646 w 5144"/>
                <a:gd name="T19" fmla="*/ 2147483646 h 694"/>
                <a:gd name="T20" fmla="*/ 2147483646 w 5144"/>
                <a:gd name="T21" fmla="*/ 2147483646 h 694"/>
                <a:gd name="T22" fmla="*/ 2147483646 w 5144"/>
                <a:gd name="T23" fmla="*/ 2147483646 h 694"/>
                <a:gd name="T24" fmla="*/ 2147483646 w 5144"/>
                <a:gd name="T25" fmla="*/ 0 h 694"/>
                <a:gd name="T26" fmla="*/ 2147483646 w 5144"/>
                <a:gd name="T27" fmla="*/ 2147483646 h 694"/>
                <a:gd name="T28" fmla="*/ 2147483646 w 5144"/>
                <a:gd name="T29" fmla="*/ 2147483646 h 694"/>
                <a:gd name="T30" fmla="*/ 2147483646 w 5144"/>
                <a:gd name="T31" fmla="*/ 2147483646 h 694"/>
                <a:gd name="T32" fmla="*/ 2147483646 w 5144"/>
                <a:gd name="T33" fmla="*/ 2147483646 h 694"/>
                <a:gd name="T34" fmla="*/ 2147483646 w 5144"/>
                <a:gd name="T35" fmla="*/ 2147483646 h 694"/>
                <a:gd name="T36" fmla="*/ 2147483646 w 5144"/>
                <a:gd name="T37" fmla="*/ 2147483646 h 694"/>
                <a:gd name="T38" fmla="*/ 2147483646 w 5144"/>
                <a:gd name="T39" fmla="*/ 2147483646 h 694"/>
                <a:gd name="T40" fmla="*/ 2147483646 w 5144"/>
                <a:gd name="T41" fmla="*/ 2147483646 h 694"/>
                <a:gd name="T42" fmla="*/ 2147483646 w 5144"/>
                <a:gd name="T43" fmla="*/ 2147483646 h 694"/>
                <a:gd name="T44" fmla="*/ 2147483646 w 5144"/>
                <a:gd name="T45" fmla="*/ 2147483646 h 694"/>
                <a:gd name="T46" fmla="*/ 2147483646 w 5144"/>
                <a:gd name="T47" fmla="*/ 2147483646 h 694"/>
                <a:gd name="T48" fmla="*/ 2147483646 w 5144"/>
                <a:gd name="T49" fmla="*/ 2147483646 h 694"/>
                <a:gd name="T50" fmla="*/ 2147483646 w 5144"/>
                <a:gd name="T51" fmla="*/ 2147483646 h 694"/>
                <a:gd name="T52" fmla="*/ 2147483646 w 5144"/>
                <a:gd name="T53" fmla="*/ 2147483646 h 694"/>
                <a:gd name="T54" fmla="*/ 2147483646 w 5144"/>
                <a:gd name="T55" fmla="*/ 2147483646 h 694"/>
                <a:gd name="T56" fmla="*/ 2147483646 w 5144"/>
                <a:gd name="T57" fmla="*/ 2147483646 h 694"/>
                <a:gd name="T58" fmla="*/ 2147483646 w 5144"/>
                <a:gd name="T59" fmla="*/ 2147483646 h 694"/>
                <a:gd name="T60" fmla="*/ 2147483646 w 5144"/>
                <a:gd name="T61" fmla="*/ 2147483646 h 694"/>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100">
                <a:solidFill>
                  <a:prstClr val="black"/>
                </a:solidFill>
                <a:latin typeface="Times New Roman" panose="02020603050405020304" pitchFamily="18" charset="0"/>
                <a:ea typeface="楷体_GB2312"/>
              </a:endParaRPr>
            </a:p>
          </p:txBody>
        </p:sp>
        <p:sp>
          <p:nvSpPr>
            <p:cNvPr id="1036" name="Freeform 26"/>
            <p:cNvSpPr>
              <a:spLocks/>
            </p:cNvSpPr>
            <p:nvPr/>
          </p:nvSpPr>
          <p:spPr bwMode="hidden">
            <a:xfrm>
              <a:off x="4156589" y="4315040"/>
              <a:ext cx="4940221" cy="927905"/>
            </a:xfrm>
            <a:custGeom>
              <a:avLst/>
              <a:gdLst>
                <a:gd name="T0" fmla="*/ 0 w 3112"/>
                <a:gd name="T1" fmla="*/ 2147483646 h 584"/>
                <a:gd name="T2" fmla="*/ 0 w 3112"/>
                <a:gd name="T3" fmla="*/ 2147483646 h 584"/>
                <a:gd name="T4" fmla="*/ 2147483646 w 3112"/>
                <a:gd name="T5" fmla="*/ 2147483646 h 584"/>
                <a:gd name="T6" fmla="*/ 2147483646 w 3112"/>
                <a:gd name="T7" fmla="*/ 2147483646 h 584"/>
                <a:gd name="T8" fmla="*/ 2147483646 w 3112"/>
                <a:gd name="T9" fmla="*/ 2147483646 h 584"/>
                <a:gd name="T10" fmla="*/ 2147483646 w 3112"/>
                <a:gd name="T11" fmla="*/ 2147483646 h 584"/>
                <a:gd name="T12" fmla="*/ 2147483646 w 3112"/>
                <a:gd name="T13" fmla="*/ 2147483646 h 584"/>
                <a:gd name="T14" fmla="*/ 2147483646 w 3112"/>
                <a:gd name="T15" fmla="*/ 2147483646 h 584"/>
                <a:gd name="T16" fmla="*/ 2147483646 w 3112"/>
                <a:gd name="T17" fmla="*/ 2147483646 h 584"/>
                <a:gd name="T18" fmla="*/ 2147483646 w 3112"/>
                <a:gd name="T19" fmla="*/ 2147483646 h 584"/>
                <a:gd name="T20" fmla="*/ 2147483646 w 3112"/>
                <a:gd name="T21" fmla="*/ 2147483646 h 584"/>
                <a:gd name="T22" fmla="*/ 2147483646 w 3112"/>
                <a:gd name="T23" fmla="*/ 2147483646 h 584"/>
                <a:gd name="T24" fmla="*/ 2147483646 w 3112"/>
                <a:gd name="T25" fmla="*/ 2147483646 h 584"/>
                <a:gd name="T26" fmla="*/ 2147483646 w 3112"/>
                <a:gd name="T27" fmla="*/ 2147483646 h 584"/>
                <a:gd name="T28" fmla="*/ 2147483646 w 3112"/>
                <a:gd name="T29" fmla="*/ 2147483646 h 584"/>
                <a:gd name="T30" fmla="*/ 2147483646 w 3112"/>
                <a:gd name="T31" fmla="*/ 2147483646 h 584"/>
                <a:gd name="T32" fmla="*/ 2147483646 w 3112"/>
                <a:gd name="T33" fmla="*/ 2147483646 h 584"/>
                <a:gd name="T34" fmla="*/ 2147483646 w 3112"/>
                <a:gd name="T35" fmla="*/ 2147483646 h 584"/>
                <a:gd name="T36" fmla="*/ 2147483646 w 3112"/>
                <a:gd name="T37" fmla="*/ 2147483646 h 584"/>
                <a:gd name="T38" fmla="*/ 2147483646 w 3112"/>
                <a:gd name="T39" fmla="*/ 0 h 58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100">
                <a:solidFill>
                  <a:prstClr val="black"/>
                </a:solidFill>
                <a:latin typeface="Times New Roman" panose="02020603050405020304" pitchFamily="18" charset="0"/>
                <a:ea typeface="楷体_GB2312"/>
              </a:endParaRPr>
            </a:p>
          </p:txBody>
        </p:sp>
        <p:sp useBgFill="1">
          <p:nvSpPr>
            <p:cNvPr id="1037" name="Freeform 10"/>
            <p:cNvSpPr>
              <a:spLocks/>
            </p:cNvSpPr>
            <p:nvPr/>
          </p:nvSpPr>
          <p:spPr bwMode="hidden">
            <a:xfrm>
              <a:off x="-3905251" y="4294188"/>
              <a:ext cx="13027839" cy="1892300"/>
            </a:xfrm>
            <a:custGeom>
              <a:avLst/>
              <a:gdLst>
                <a:gd name="T0" fmla="*/ 2147483646 w 8196"/>
                <a:gd name="T1" fmla="*/ 2147483646 h 1192"/>
                <a:gd name="T2" fmla="*/ 2147483646 w 8196"/>
                <a:gd name="T3" fmla="*/ 2147483646 h 1192"/>
                <a:gd name="T4" fmla="*/ 2147483646 w 8196"/>
                <a:gd name="T5" fmla="*/ 2147483646 h 1192"/>
                <a:gd name="T6" fmla="*/ 2147483646 w 8196"/>
                <a:gd name="T7" fmla="*/ 2147483646 h 1192"/>
                <a:gd name="T8" fmla="*/ 2147483646 w 8196"/>
                <a:gd name="T9" fmla="*/ 2147483646 h 1192"/>
                <a:gd name="T10" fmla="*/ 2147483646 w 8196"/>
                <a:gd name="T11" fmla="*/ 2147483646 h 1192"/>
                <a:gd name="T12" fmla="*/ 2147483646 w 8196"/>
                <a:gd name="T13" fmla="*/ 2147483646 h 1192"/>
                <a:gd name="T14" fmla="*/ 2147483646 w 8196"/>
                <a:gd name="T15" fmla="*/ 2147483646 h 1192"/>
                <a:gd name="T16" fmla="*/ 2147483646 w 8196"/>
                <a:gd name="T17" fmla="*/ 2147483646 h 1192"/>
                <a:gd name="T18" fmla="*/ 2147483646 w 8196"/>
                <a:gd name="T19" fmla="*/ 2147483646 h 1192"/>
                <a:gd name="T20" fmla="*/ 2147483646 w 8196"/>
                <a:gd name="T21" fmla="*/ 2147483646 h 1192"/>
                <a:gd name="T22" fmla="*/ 2147483646 w 8196"/>
                <a:gd name="T23" fmla="*/ 2147483646 h 1192"/>
                <a:gd name="T24" fmla="*/ 2147483646 w 8196"/>
                <a:gd name="T25" fmla="*/ 2147483646 h 1192"/>
                <a:gd name="T26" fmla="*/ 2147483646 w 8196"/>
                <a:gd name="T27" fmla="*/ 2147483646 h 1192"/>
                <a:gd name="T28" fmla="*/ 2147483646 w 8196"/>
                <a:gd name="T29" fmla="*/ 2147483646 h 1192"/>
                <a:gd name="T30" fmla="*/ 2147483646 w 8196"/>
                <a:gd name="T31" fmla="*/ 2147483646 h 1192"/>
                <a:gd name="T32" fmla="*/ 2147483646 w 8196"/>
                <a:gd name="T33" fmla="*/ 2147483646 h 1192"/>
                <a:gd name="T34" fmla="*/ 2147483646 w 8196"/>
                <a:gd name="T35" fmla="*/ 2147483646 h 1192"/>
                <a:gd name="T36" fmla="*/ 2147483646 w 8196"/>
                <a:gd name="T37" fmla="*/ 2147483646 h 1192"/>
                <a:gd name="T38" fmla="*/ 2147483646 w 8196"/>
                <a:gd name="T39" fmla="*/ 2147483646 h 1192"/>
                <a:gd name="T40" fmla="*/ 2147483646 w 8196"/>
                <a:gd name="T41" fmla="*/ 2147483646 h 1192"/>
                <a:gd name="T42" fmla="*/ 2147483646 w 8196"/>
                <a:gd name="T43" fmla="*/ 2147483646 h 1192"/>
                <a:gd name="T44" fmla="*/ 2147483646 w 8196"/>
                <a:gd name="T45" fmla="*/ 0 h 1192"/>
                <a:gd name="T46" fmla="*/ 2147483646 w 8196"/>
                <a:gd name="T47" fmla="*/ 2147483646 h 1192"/>
                <a:gd name="T48" fmla="*/ 2147483646 w 8196"/>
                <a:gd name="T49" fmla="*/ 2147483646 h 1192"/>
                <a:gd name="T50" fmla="*/ 2147483646 w 8196"/>
                <a:gd name="T51" fmla="*/ 2147483646 h 1192"/>
                <a:gd name="T52" fmla="*/ 2147483646 w 8196"/>
                <a:gd name="T53" fmla="*/ 2147483646 h 1192"/>
                <a:gd name="T54" fmla="*/ 2147483646 w 8196"/>
                <a:gd name="T55" fmla="*/ 2147483646 h 1192"/>
                <a:gd name="T56" fmla="*/ 2147483646 w 8196"/>
                <a:gd name="T57" fmla="*/ 2147483646 h 1192"/>
                <a:gd name="T58" fmla="*/ 2147483646 w 8196"/>
                <a:gd name="T59" fmla="*/ 2147483646 h 1192"/>
                <a:gd name="T60" fmla="*/ 2147483646 w 8196"/>
                <a:gd name="T61" fmla="*/ 2147483646 h 1192"/>
                <a:gd name="T62" fmla="*/ 0 w 8196"/>
                <a:gd name="T63" fmla="*/ 2147483646 h 1192"/>
                <a:gd name="T64" fmla="*/ 2147483646 w 8196"/>
                <a:gd name="T65" fmla="*/ 2147483646 h 1192"/>
                <a:gd name="T66" fmla="*/ 2147483646 w 8196"/>
                <a:gd name="T67" fmla="*/ 2147483646 h 1192"/>
                <a:gd name="T68" fmla="*/ 2147483646 w 8196"/>
                <a:gd name="T69" fmla="*/ 2147483646 h 1192"/>
                <a:gd name="T70" fmla="*/ 2147483646 w 8196"/>
                <a:gd name="T71" fmla="*/ 2147483646 h 119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6" y="1186"/>
                  </a:lnTo>
                  <a:lnTo>
                    <a:pt x="8196" y="510"/>
                  </a:lnTo>
                  <a:lnTo>
                    <a:pt x="8192" y="512"/>
                  </a:lnTo>
                  <a:close/>
                </a:path>
              </a:pathLst>
            </a:custGeom>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a:solidFill>
                  <a:prstClr val="black"/>
                </a:solidFill>
                <a:latin typeface="Times New Roman" panose="02020603050405020304" pitchFamily="18" charset="0"/>
                <a:ea typeface="楷体_GB2312"/>
              </a:endParaRPr>
            </a:p>
          </p:txBody>
        </p:sp>
      </p:grpSp>
      <p:sp>
        <p:nvSpPr>
          <p:cNvPr id="1028" name="Title Placeholder 1"/>
          <p:cNvSpPr>
            <a:spLocks noGrp="1"/>
          </p:cNvSpPr>
          <p:nvPr>
            <p:ph type="title"/>
          </p:nvPr>
        </p:nvSpPr>
        <p:spPr bwMode="auto">
          <a:xfrm>
            <a:off x="900113" y="268288"/>
            <a:ext cx="7786687"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ctr" anchorCtr="0" compatLnSpc="1">
            <a:prstTxWarp prst="textNoShape">
              <a:avLst/>
            </a:prstTxWarp>
          </a:bodyPr>
          <a:lstStyle/>
          <a:p>
            <a:pPr lvl="0"/>
            <a:r>
              <a:rPr lang="zh-CN" altLang="en-US"/>
              <a:t>单击此处编辑母版标题样式</a:t>
            </a:r>
          </a:p>
        </p:txBody>
      </p:sp>
      <p:sp>
        <p:nvSpPr>
          <p:cNvPr id="4" name="Date Placeholder 3"/>
          <p:cNvSpPr>
            <a:spLocks noGrp="1"/>
          </p:cNvSpPr>
          <p:nvPr>
            <p:ph type="dt" sz="half" idx="2"/>
          </p:nvPr>
        </p:nvSpPr>
        <p:spPr>
          <a:xfrm>
            <a:off x="5164138" y="4687888"/>
            <a:ext cx="3786187" cy="273050"/>
          </a:xfrm>
          <a:prstGeom prst="rect">
            <a:avLst/>
          </a:prstGeom>
        </p:spPr>
        <p:txBody>
          <a:bodyPr vert="horz" wrap="square" lIns="68580" tIns="34290" rIns="68580" bIns="34290" numCol="1" anchor="ctr" anchorCtr="0" compatLnSpc="1">
            <a:prstTxWarp prst="textNoShape">
              <a:avLst/>
            </a:prstTxWarp>
          </a:bodyPr>
          <a:lstStyle>
            <a:lvl1pPr algn="r" eaLnBrk="1" hangingPunct="1">
              <a:defRPr sz="1000" b="0">
                <a:solidFill>
                  <a:srgbClr val="073E87"/>
                </a:solidFill>
                <a:latin typeface="Tahoma" pitchFamily="34" charset="0"/>
                <a:ea typeface="楷体_GB2312"/>
                <a:cs typeface="楷体_GB2312"/>
              </a:defRPr>
            </a:lvl1pPr>
          </a:lstStyle>
          <a:p>
            <a:pPr>
              <a:defRPr/>
            </a:pPr>
            <a:endParaRPr lang="en-US" altLang="zh-CN"/>
          </a:p>
        </p:txBody>
      </p:sp>
      <p:sp>
        <p:nvSpPr>
          <p:cNvPr id="5" name="Footer Placeholder 4"/>
          <p:cNvSpPr>
            <a:spLocks noGrp="1"/>
          </p:cNvSpPr>
          <p:nvPr>
            <p:ph type="ftr" sz="quarter" idx="3"/>
          </p:nvPr>
        </p:nvSpPr>
        <p:spPr>
          <a:xfrm>
            <a:off x="193675" y="4687888"/>
            <a:ext cx="3786188" cy="273050"/>
          </a:xfrm>
          <a:prstGeom prst="rect">
            <a:avLst/>
          </a:prstGeom>
        </p:spPr>
        <p:txBody>
          <a:bodyPr vert="horz" wrap="square" lIns="68580" tIns="34290" rIns="68580" bIns="34290" numCol="1" anchor="ctr" anchorCtr="0" compatLnSpc="1">
            <a:prstTxWarp prst="textNoShape">
              <a:avLst/>
            </a:prstTxWarp>
          </a:bodyPr>
          <a:lstStyle>
            <a:lvl1pPr eaLnBrk="1" hangingPunct="1">
              <a:defRPr sz="1000" b="0">
                <a:solidFill>
                  <a:srgbClr val="073E87"/>
                </a:solidFill>
                <a:latin typeface="Tahoma" pitchFamily="34" charset="0"/>
                <a:ea typeface="楷体_GB2312"/>
                <a:cs typeface="楷体_GB2312"/>
              </a:defRPr>
            </a:lvl1pPr>
          </a:lstStyle>
          <a:p>
            <a:pPr>
              <a:defRPr/>
            </a:pPr>
            <a:endParaRPr lang="en-US" altLang="zh-CN"/>
          </a:p>
        </p:txBody>
      </p:sp>
      <p:sp>
        <p:nvSpPr>
          <p:cNvPr id="6" name="Slide Number Placeholder 5"/>
          <p:cNvSpPr>
            <a:spLocks noGrp="1"/>
          </p:cNvSpPr>
          <p:nvPr>
            <p:ph type="sldNum" sz="quarter" idx="4"/>
          </p:nvPr>
        </p:nvSpPr>
        <p:spPr>
          <a:xfrm>
            <a:off x="3990975" y="4687888"/>
            <a:ext cx="1162050" cy="273050"/>
          </a:xfrm>
          <a:prstGeom prst="rect">
            <a:avLst/>
          </a:prstGeom>
        </p:spPr>
        <p:txBody>
          <a:bodyPr vert="horz" wrap="square" lIns="68580" tIns="34290" rIns="68580" bIns="34290" numCol="1" anchor="ctr" anchorCtr="0" compatLnSpc="1">
            <a:prstTxWarp prst="textNoShape">
              <a:avLst/>
            </a:prstTxWarp>
          </a:bodyPr>
          <a:lstStyle>
            <a:lvl1pPr algn="ctr" eaLnBrk="1" hangingPunct="1">
              <a:defRPr sz="1000" b="0">
                <a:solidFill>
                  <a:srgbClr val="073E87"/>
                </a:solidFill>
                <a:latin typeface="Tahoma" panose="020B0604030504040204" pitchFamily="34" charset="0"/>
                <a:ea typeface="楷体_GB2312"/>
                <a:cs typeface="楷体_GB2312"/>
              </a:defRPr>
            </a:lvl1pPr>
          </a:lstStyle>
          <a:p>
            <a:pPr>
              <a:defRPr/>
            </a:pPr>
            <a:fld id="{3D41F774-332F-4DB7-8F73-35AACCD1A104}" type="slidenum">
              <a:rPr lang="zh-CN" altLang="en-US"/>
              <a:pPr>
                <a:defRPr/>
              </a:pPr>
              <a:t>‹#›</a:t>
            </a:fld>
            <a:endParaRPr lang="en-US" altLang="zh-CN"/>
          </a:p>
        </p:txBody>
      </p:sp>
      <p:sp>
        <p:nvSpPr>
          <p:cNvPr id="1032" name="Text Placeholder 2"/>
          <p:cNvSpPr>
            <a:spLocks noGrp="1"/>
          </p:cNvSpPr>
          <p:nvPr>
            <p:ph type="body" idx="1"/>
          </p:nvPr>
        </p:nvSpPr>
        <p:spPr bwMode="auto">
          <a:xfrm>
            <a:off x="228600" y="1368425"/>
            <a:ext cx="5927725" cy="322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713252292"/>
      </p:ext>
    </p:extLst>
  </p:cSld>
  <p:clrMap bg1="lt1" tx1="dk1" bg2="lt2" tx2="dk2" accent1="accent1" accent2="accent2" accent3="accent3" accent4="accent4" accent5="accent5" accent6="accent6" hlink="hlink" folHlink="folHlink"/>
  <p:sldLayoutIdLst>
    <p:sldLayoutId id="2147485235" r:id="rId1"/>
    <p:sldLayoutId id="2147485236" r:id="rId2"/>
  </p:sldLayoutIdLst>
  <p:hf hdr="0" ftr="0" dt="0"/>
  <p:txStyles>
    <p:titleStyle>
      <a:lvl1pPr algn="l" rtl="0" eaLnBrk="0" fontAlgn="base" hangingPunct="0">
        <a:spcBef>
          <a:spcPct val="0"/>
        </a:spcBef>
        <a:spcAft>
          <a:spcPct val="0"/>
        </a:spcAft>
        <a:defRPr sz="4000" kern="1200">
          <a:solidFill>
            <a:srgbClr val="FFFFFF"/>
          </a:solidFill>
          <a:latin typeface="+mj-lt"/>
          <a:ea typeface="黑体" panose="02010609060101010101" pitchFamily="49" charset="-122"/>
          <a:cs typeface="+mj-cs"/>
        </a:defRPr>
      </a:lvl1pPr>
      <a:lvl2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2pPr>
      <a:lvl3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3pPr>
      <a:lvl4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4pPr>
      <a:lvl5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1463" indent="-271463"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4675" indent="-271463"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4075" indent="-227013"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1413" indent="-227013"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0500" indent="-227013"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vl6pPr marL="1783036" indent="-228594" algn="l" defTabSz="914378"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068" indent="-228594" algn="l" defTabSz="914378"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099" indent="-228594" algn="l" defTabSz="914378"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132" indent="-228594" algn="l" defTabSz="914378"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378" rtl="0" eaLnBrk="1" latinLnBrk="0" hangingPunct="1">
        <a:defRPr sz="1800" kern="1200">
          <a:solidFill>
            <a:schemeClr val="tx1"/>
          </a:solidFill>
          <a:latin typeface="+mn-lt"/>
          <a:ea typeface="+mn-ea"/>
          <a:cs typeface="+mn-cs"/>
        </a:defRPr>
      </a:lvl1pPr>
      <a:lvl2pPr marL="457189" algn="l" defTabSz="914378" rtl="0" eaLnBrk="1" latinLnBrk="0" hangingPunct="1">
        <a:defRPr sz="1800" kern="1200">
          <a:solidFill>
            <a:schemeClr val="tx1"/>
          </a:solidFill>
          <a:latin typeface="+mn-lt"/>
          <a:ea typeface="+mn-ea"/>
          <a:cs typeface="+mn-cs"/>
        </a:defRPr>
      </a:lvl2pPr>
      <a:lvl3pPr marL="914378" algn="l" defTabSz="914378" rtl="0" eaLnBrk="1" latinLnBrk="0" hangingPunct="1">
        <a:defRPr sz="1800" kern="1200">
          <a:solidFill>
            <a:schemeClr val="tx1"/>
          </a:solidFill>
          <a:latin typeface="+mn-lt"/>
          <a:ea typeface="+mn-ea"/>
          <a:cs typeface="+mn-cs"/>
        </a:defRPr>
      </a:lvl3pPr>
      <a:lvl4pPr marL="1371566" algn="l" defTabSz="914378" rtl="0" eaLnBrk="1" latinLnBrk="0" hangingPunct="1">
        <a:defRPr sz="1800" kern="1200">
          <a:solidFill>
            <a:schemeClr val="tx1"/>
          </a:solidFill>
          <a:latin typeface="+mn-lt"/>
          <a:ea typeface="+mn-ea"/>
          <a:cs typeface="+mn-cs"/>
        </a:defRPr>
      </a:lvl4pPr>
      <a:lvl5pPr marL="1828754" algn="l" defTabSz="914378" rtl="0" eaLnBrk="1" latinLnBrk="0" hangingPunct="1">
        <a:defRPr sz="1800" kern="1200">
          <a:solidFill>
            <a:schemeClr val="tx1"/>
          </a:solidFill>
          <a:latin typeface="+mn-lt"/>
          <a:ea typeface="+mn-ea"/>
          <a:cs typeface="+mn-cs"/>
        </a:defRPr>
      </a:lvl5pPr>
      <a:lvl6pPr marL="2285943" algn="l" defTabSz="914378" rtl="0" eaLnBrk="1" latinLnBrk="0" hangingPunct="1">
        <a:defRPr sz="1800" kern="1200">
          <a:solidFill>
            <a:schemeClr val="tx1"/>
          </a:solidFill>
          <a:latin typeface="+mn-lt"/>
          <a:ea typeface="+mn-ea"/>
          <a:cs typeface="+mn-cs"/>
        </a:defRPr>
      </a:lvl6pPr>
      <a:lvl7pPr marL="2743132" algn="l" defTabSz="914378" rtl="0" eaLnBrk="1" latinLnBrk="0" hangingPunct="1">
        <a:defRPr sz="1800" kern="1200">
          <a:solidFill>
            <a:schemeClr val="tx1"/>
          </a:solidFill>
          <a:latin typeface="+mn-lt"/>
          <a:ea typeface="+mn-ea"/>
          <a:cs typeface="+mn-cs"/>
        </a:defRPr>
      </a:lvl7pPr>
      <a:lvl8pPr marL="3200320" algn="l" defTabSz="914378" rtl="0" eaLnBrk="1" latinLnBrk="0" hangingPunct="1">
        <a:defRPr sz="1800" kern="1200">
          <a:solidFill>
            <a:schemeClr val="tx1"/>
          </a:solidFill>
          <a:latin typeface="+mn-lt"/>
          <a:ea typeface="+mn-ea"/>
          <a:cs typeface="+mn-cs"/>
        </a:defRPr>
      </a:lvl8pPr>
      <a:lvl9pPr marL="3657509" algn="l" defTabSz="914378"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900113" y="268288"/>
            <a:ext cx="7786687"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ctr" anchorCtr="0" compatLnSpc="1">
            <a:prstTxWarp prst="textNoShape">
              <a:avLst/>
            </a:prstTxWarp>
          </a:bodyPr>
          <a:lstStyle/>
          <a:p>
            <a:pPr lvl="0"/>
            <a:r>
              <a:rPr lang="zh-CN" altLang="en-US"/>
              <a:t>单击此处编辑母版标题样式</a:t>
            </a:r>
          </a:p>
        </p:txBody>
      </p:sp>
      <p:sp>
        <p:nvSpPr>
          <p:cNvPr id="4" name="Date Placeholder 3"/>
          <p:cNvSpPr>
            <a:spLocks noGrp="1"/>
          </p:cNvSpPr>
          <p:nvPr>
            <p:ph type="dt" sz="half" idx="2"/>
          </p:nvPr>
        </p:nvSpPr>
        <p:spPr>
          <a:xfrm>
            <a:off x="5164138" y="4687888"/>
            <a:ext cx="3786187" cy="273050"/>
          </a:xfrm>
          <a:prstGeom prst="rect">
            <a:avLst/>
          </a:prstGeom>
        </p:spPr>
        <p:txBody>
          <a:bodyPr vert="horz" wrap="square" lIns="68580" tIns="34290" rIns="68580" bIns="34290" numCol="1" anchor="ctr" anchorCtr="0" compatLnSpc="1">
            <a:prstTxWarp prst="textNoShape">
              <a:avLst/>
            </a:prstTxWarp>
          </a:bodyPr>
          <a:lstStyle>
            <a:lvl1pPr algn="r" eaLnBrk="1" hangingPunct="1">
              <a:defRPr sz="1000" b="0">
                <a:solidFill>
                  <a:srgbClr val="073E87"/>
                </a:solidFill>
              </a:defRPr>
            </a:lvl1pPr>
          </a:lstStyle>
          <a:p>
            <a:pPr>
              <a:defRPr/>
            </a:pPr>
            <a:endParaRPr lang="en-US" altLang="zh-CN"/>
          </a:p>
        </p:txBody>
      </p:sp>
      <p:sp>
        <p:nvSpPr>
          <p:cNvPr id="5" name="Footer Placeholder 4"/>
          <p:cNvSpPr>
            <a:spLocks noGrp="1"/>
          </p:cNvSpPr>
          <p:nvPr>
            <p:ph type="ftr" sz="quarter" idx="3"/>
          </p:nvPr>
        </p:nvSpPr>
        <p:spPr>
          <a:xfrm>
            <a:off x="193675" y="4687888"/>
            <a:ext cx="3786188" cy="273050"/>
          </a:xfrm>
          <a:prstGeom prst="rect">
            <a:avLst/>
          </a:prstGeom>
        </p:spPr>
        <p:txBody>
          <a:bodyPr vert="horz" wrap="square" lIns="68580" tIns="34290" rIns="68580" bIns="34290" numCol="1" anchor="ctr" anchorCtr="0" compatLnSpc="1">
            <a:prstTxWarp prst="textNoShape">
              <a:avLst/>
            </a:prstTxWarp>
          </a:bodyPr>
          <a:lstStyle>
            <a:lvl1pPr eaLnBrk="1" hangingPunct="1">
              <a:defRPr sz="1000" b="0">
                <a:solidFill>
                  <a:srgbClr val="073E87"/>
                </a:solidFill>
              </a:defRPr>
            </a:lvl1pPr>
          </a:lstStyle>
          <a:p>
            <a:pPr>
              <a:defRPr/>
            </a:pPr>
            <a:endParaRPr lang="en-US" altLang="zh-CN"/>
          </a:p>
        </p:txBody>
      </p:sp>
      <p:sp>
        <p:nvSpPr>
          <p:cNvPr id="6" name="Slide Number Placeholder 5"/>
          <p:cNvSpPr>
            <a:spLocks noGrp="1"/>
          </p:cNvSpPr>
          <p:nvPr>
            <p:ph type="sldNum" sz="quarter" idx="4"/>
          </p:nvPr>
        </p:nvSpPr>
        <p:spPr>
          <a:xfrm>
            <a:off x="7740352" y="259485"/>
            <a:ext cx="1162050" cy="273050"/>
          </a:xfrm>
          <a:prstGeom prst="rect">
            <a:avLst/>
          </a:prstGeom>
        </p:spPr>
        <p:txBody>
          <a:bodyPr vert="horz" wrap="square" lIns="68580" tIns="34290" rIns="68580" bIns="34290" numCol="1" anchor="ctr" anchorCtr="0" compatLnSpc="1">
            <a:prstTxWarp prst="textNoShape">
              <a:avLst/>
            </a:prstTxWarp>
          </a:bodyPr>
          <a:lstStyle>
            <a:lvl1pPr algn="ctr" eaLnBrk="1" hangingPunct="1">
              <a:defRPr sz="1000" b="0">
                <a:solidFill>
                  <a:srgbClr val="073E87"/>
                </a:solidFill>
              </a:defRPr>
            </a:lvl1pPr>
          </a:lstStyle>
          <a:p>
            <a:pPr>
              <a:defRPr/>
            </a:pPr>
            <a:fld id="{AADF5252-5F77-44FA-92FC-74752EF2DF8D}" type="slidenum">
              <a:rPr lang="zh-CN" altLang="en-US"/>
              <a:pPr>
                <a:defRPr/>
              </a:pPr>
              <a:t>‹#›</a:t>
            </a:fld>
            <a:endParaRPr lang="en-US" altLang="zh-CN"/>
          </a:p>
        </p:txBody>
      </p:sp>
      <p:sp>
        <p:nvSpPr>
          <p:cNvPr id="1030" name="Text Placeholder 2"/>
          <p:cNvSpPr>
            <a:spLocks noGrp="1"/>
          </p:cNvSpPr>
          <p:nvPr>
            <p:ph type="body" idx="1"/>
          </p:nvPr>
        </p:nvSpPr>
        <p:spPr bwMode="auto">
          <a:xfrm>
            <a:off x="228600" y="1368425"/>
            <a:ext cx="5927725" cy="322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125570175"/>
      </p:ext>
    </p:extLst>
  </p:cSld>
  <p:clrMap bg1="lt1" tx1="dk1" bg2="lt2" tx2="dk2" accent1="accent1" accent2="accent2" accent3="accent3" accent4="accent4" accent5="accent5" accent6="accent6" hlink="hlink" folHlink="folHlink"/>
  <p:sldLayoutIdLst>
    <p:sldLayoutId id="2147485247" r:id="rId1"/>
    <p:sldLayoutId id="2147485248" r:id="rId2"/>
  </p:sldLayoutIdLst>
  <p:hf hdr="0" ftr="0" dt="0"/>
  <p:txStyles>
    <p:titleStyle>
      <a:lvl1pPr algn="l" rtl="0" eaLnBrk="0" fontAlgn="base" hangingPunct="0">
        <a:spcBef>
          <a:spcPct val="0"/>
        </a:spcBef>
        <a:spcAft>
          <a:spcPct val="0"/>
        </a:spcAft>
        <a:defRPr sz="4000" kern="1200">
          <a:solidFill>
            <a:srgbClr val="FFFFFF"/>
          </a:solidFill>
          <a:latin typeface="+mj-lt"/>
          <a:ea typeface="黑体" panose="02010609060101010101" pitchFamily="49" charset="-122"/>
          <a:cs typeface="+mj-cs"/>
        </a:defRPr>
      </a:lvl1pPr>
      <a:lvl2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2pPr>
      <a:lvl3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3pPr>
      <a:lvl4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4pPr>
      <a:lvl5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1463" indent="-271463"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4675" indent="-271463"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4075" indent="-227013"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1413" indent="-227013"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0500" indent="-227013"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vl6pPr marL="1783036" indent="-228594" algn="l" defTabSz="914378"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068" indent="-228594" algn="l" defTabSz="914378"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099" indent="-228594" algn="l" defTabSz="914378"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132" indent="-228594" algn="l" defTabSz="914378"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378" rtl="0" eaLnBrk="1" latinLnBrk="0" hangingPunct="1">
        <a:defRPr sz="1800" kern="1200">
          <a:solidFill>
            <a:schemeClr val="tx1"/>
          </a:solidFill>
          <a:latin typeface="+mn-lt"/>
          <a:ea typeface="+mn-ea"/>
          <a:cs typeface="+mn-cs"/>
        </a:defRPr>
      </a:lvl1pPr>
      <a:lvl2pPr marL="457189" algn="l" defTabSz="914378" rtl="0" eaLnBrk="1" latinLnBrk="0" hangingPunct="1">
        <a:defRPr sz="1800" kern="1200">
          <a:solidFill>
            <a:schemeClr val="tx1"/>
          </a:solidFill>
          <a:latin typeface="+mn-lt"/>
          <a:ea typeface="+mn-ea"/>
          <a:cs typeface="+mn-cs"/>
        </a:defRPr>
      </a:lvl2pPr>
      <a:lvl3pPr marL="914378" algn="l" defTabSz="914378" rtl="0" eaLnBrk="1" latinLnBrk="0" hangingPunct="1">
        <a:defRPr sz="1800" kern="1200">
          <a:solidFill>
            <a:schemeClr val="tx1"/>
          </a:solidFill>
          <a:latin typeface="+mn-lt"/>
          <a:ea typeface="+mn-ea"/>
          <a:cs typeface="+mn-cs"/>
        </a:defRPr>
      </a:lvl3pPr>
      <a:lvl4pPr marL="1371566" algn="l" defTabSz="914378" rtl="0" eaLnBrk="1" latinLnBrk="0" hangingPunct="1">
        <a:defRPr sz="1800" kern="1200">
          <a:solidFill>
            <a:schemeClr val="tx1"/>
          </a:solidFill>
          <a:latin typeface="+mn-lt"/>
          <a:ea typeface="+mn-ea"/>
          <a:cs typeface="+mn-cs"/>
        </a:defRPr>
      </a:lvl4pPr>
      <a:lvl5pPr marL="1828754" algn="l" defTabSz="914378" rtl="0" eaLnBrk="1" latinLnBrk="0" hangingPunct="1">
        <a:defRPr sz="1800" kern="1200">
          <a:solidFill>
            <a:schemeClr val="tx1"/>
          </a:solidFill>
          <a:latin typeface="+mn-lt"/>
          <a:ea typeface="+mn-ea"/>
          <a:cs typeface="+mn-cs"/>
        </a:defRPr>
      </a:lvl5pPr>
      <a:lvl6pPr marL="2285943" algn="l" defTabSz="914378" rtl="0" eaLnBrk="1" latinLnBrk="0" hangingPunct="1">
        <a:defRPr sz="1800" kern="1200">
          <a:solidFill>
            <a:schemeClr val="tx1"/>
          </a:solidFill>
          <a:latin typeface="+mn-lt"/>
          <a:ea typeface="+mn-ea"/>
          <a:cs typeface="+mn-cs"/>
        </a:defRPr>
      </a:lvl6pPr>
      <a:lvl7pPr marL="2743132" algn="l" defTabSz="914378" rtl="0" eaLnBrk="1" latinLnBrk="0" hangingPunct="1">
        <a:defRPr sz="1800" kern="1200">
          <a:solidFill>
            <a:schemeClr val="tx1"/>
          </a:solidFill>
          <a:latin typeface="+mn-lt"/>
          <a:ea typeface="+mn-ea"/>
          <a:cs typeface="+mn-cs"/>
        </a:defRPr>
      </a:lvl7pPr>
      <a:lvl8pPr marL="3200320" algn="l" defTabSz="914378" rtl="0" eaLnBrk="1" latinLnBrk="0" hangingPunct="1">
        <a:defRPr sz="1800" kern="1200">
          <a:solidFill>
            <a:schemeClr val="tx1"/>
          </a:solidFill>
          <a:latin typeface="+mn-lt"/>
          <a:ea typeface="+mn-ea"/>
          <a:cs typeface="+mn-cs"/>
        </a:defRPr>
      </a:lvl8pPr>
      <a:lvl9pPr marL="3657509" algn="l" defTabSz="914378"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0.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0.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0.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0.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0.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0.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0.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0.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0.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8.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8.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8.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8.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8.xml"/></Relationships>
</file>

<file path=ppt/slides/_rels/slide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7.xml"/><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7544" y="17509"/>
            <a:ext cx="8352928" cy="5125991"/>
          </a:xfrm>
          <a:prstGeom prst="rect">
            <a:avLst/>
          </a:prstGeom>
        </p:spPr>
      </p:pic>
      <p:sp>
        <p:nvSpPr>
          <p:cNvPr id="10" name="Rectangle 2"/>
          <p:cNvSpPr txBox="1">
            <a:spLocks noChangeArrowheads="1"/>
          </p:cNvSpPr>
          <p:nvPr/>
        </p:nvSpPr>
        <p:spPr>
          <a:xfrm>
            <a:off x="4788024" y="1203598"/>
            <a:ext cx="4446587" cy="939800"/>
          </a:xfrm>
          <a:prstGeom prst="rect">
            <a:avLst/>
          </a:prstGeom>
        </p:spPr>
        <p:txBody>
          <a:bodyPr anchor="ct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zh-CN" altLang="en-US" sz="3600" b="0" i="0" u="none" strike="noStrike" kern="1200" cap="none" spc="300" normalizeH="0" baseline="0" noProof="0" dirty="0">
                <a:ln>
                  <a:noFill/>
                </a:ln>
                <a:solidFill>
                  <a:prstClr val="white"/>
                </a:solidFill>
                <a:effectLst/>
                <a:uLnTx/>
                <a:uFillTx/>
                <a:latin typeface="微软雅黑" pitchFamily="34" charset="-122"/>
                <a:ea typeface="微软雅黑" pitchFamily="34" charset="-122"/>
                <a:cs typeface="+mn-cs"/>
              </a:rPr>
              <a:t>运行存储分配</a:t>
            </a:r>
            <a:r>
              <a:rPr kumimoji="0" lang="en-US" altLang="zh-CN" sz="3600" b="0" i="0" u="none" strike="noStrike" kern="1200" cap="none" spc="300" normalizeH="0" baseline="0" noProof="0" dirty="0">
                <a:ln>
                  <a:noFill/>
                </a:ln>
                <a:solidFill>
                  <a:prstClr val="white"/>
                </a:solidFill>
                <a:effectLst/>
                <a:uLnTx/>
                <a:uFillTx/>
                <a:latin typeface="微软雅黑" pitchFamily="34" charset="-122"/>
                <a:ea typeface="微软雅黑" pitchFamily="34" charset="-122"/>
                <a:cs typeface="+mn-cs"/>
              </a:rPr>
              <a:t>2</a:t>
            </a:r>
            <a:endParaRPr kumimoji="0" lang="zh-CN" altLang="en-US" sz="3600" b="0" i="0" u="none" strike="noStrike" kern="1200" cap="none" spc="300" normalizeH="0" baseline="0" noProof="0" dirty="0">
              <a:ln>
                <a:noFill/>
              </a:ln>
              <a:solidFill>
                <a:prstClr val="white"/>
              </a:solidFill>
              <a:effectLst/>
              <a:uLnTx/>
              <a:uFillTx/>
              <a:latin typeface="微软雅黑" pitchFamily="34" charset="-122"/>
              <a:ea typeface="微软雅黑" pitchFamily="34" charset="-122"/>
              <a:cs typeface="+mn-cs"/>
            </a:endParaRPr>
          </a:p>
        </p:txBody>
      </p:sp>
      <p:sp>
        <p:nvSpPr>
          <p:cNvPr id="4" name="Rectangle 2"/>
          <p:cNvSpPr txBox="1">
            <a:spLocks noChangeArrowheads="1"/>
          </p:cNvSpPr>
          <p:nvPr/>
        </p:nvSpPr>
        <p:spPr>
          <a:xfrm>
            <a:off x="5233168" y="2232737"/>
            <a:ext cx="3443288" cy="939800"/>
          </a:xfrm>
          <a:prstGeom prst="rect">
            <a:avLst/>
          </a:prstGeom>
        </p:spPr>
        <p:txBody>
          <a:bodyPr anchor="ct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zh-CN" sz="2500" b="1" i="0" u="none" strike="noStrike" kern="1200" cap="none" spc="0" normalizeH="0" baseline="0" noProof="0" dirty="0">
                <a:ln>
                  <a:noFill/>
                </a:ln>
                <a:solidFill>
                  <a:prstClr val="white"/>
                </a:solidFill>
                <a:effectLst/>
                <a:uLnTx/>
                <a:uFillTx/>
                <a:latin typeface="Candara"/>
                <a:ea typeface="楷体" pitchFamily="49" charset="-122"/>
                <a:cs typeface="+mn-cs"/>
              </a:rPr>
              <a:t> </a:t>
            </a:r>
            <a:r>
              <a:rPr kumimoji="0" lang="zh-CN" altLang="en-US" sz="2000" b="1" i="0" u="none" strike="noStrike" kern="1200" cap="none" spc="0" normalizeH="0" baseline="0" noProof="0" dirty="0">
                <a:ln>
                  <a:noFill/>
                </a:ln>
                <a:solidFill>
                  <a:prstClr val="white"/>
                </a:solidFill>
                <a:effectLst/>
                <a:uLnTx/>
                <a:uFillTx/>
                <a:latin typeface="Candara"/>
                <a:ea typeface="楷体" pitchFamily="49" charset="-122"/>
                <a:cs typeface="+mn-cs"/>
              </a:rPr>
              <a:t>南京信息工程大学 </a:t>
            </a:r>
            <a:endParaRPr kumimoji="0" lang="en-US" altLang="zh-CN" sz="2000" b="1" i="0" u="none" strike="noStrike" kern="1200" cap="none" spc="0" normalizeH="0" baseline="0" noProof="0" dirty="0">
              <a:ln>
                <a:noFill/>
              </a:ln>
              <a:solidFill>
                <a:prstClr val="white"/>
              </a:solidFill>
              <a:effectLst/>
              <a:uLnTx/>
              <a:uFillTx/>
              <a:latin typeface="Candara"/>
              <a:ea typeface="楷体" pitchFamily="49" charset="-122"/>
              <a:cs typeface="+mn-cs"/>
            </a:endParaRP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zh-CN" altLang="en-US" sz="2000" b="1" i="0" u="none" strike="noStrike" kern="1200" cap="none" spc="0" normalizeH="0" baseline="0" noProof="0" dirty="0">
                <a:ln>
                  <a:noFill/>
                </a:ln>
                <a:solidFill>
                  <a:prstClr val="white"/>
                </a:solidFill>
                <a:effectLst/>
                <a:uLnTx/>
                <a:uFillTx/>
                <a:latin typeface="Candara"/>
                <a:ea typeface="楷体" pitchFamily="49" charset="-122"/>
                <a:cs typeface="+mn-cs"/>
              </a:rPr>
              <a:t> 凌妙根</a:t>
            </a:r>
            <a:endParaRPr kumimoji="0" lang="en-US" altLang="zh-CN" sz="2000" b="1" i="0" u="none" strike="noStrike" kern="1200" cap="none" spc="0" normalizeH="0" baseline="0" noProof="0" dirty="0">
              <a:ln>
                <a:noFill/>
              </a:ln>
              <a:solidFill>
                <a:prstClr val="white"/>
              </a:solidFill>
              <a:effectLst/>
              <a:uLnTx/>
              <a:uFillTx/>
              <a:latin typeface="Candara"/>
              <a:ea typeface="楷体" pitchFamily="49" charset="-122"/>
              <a:cs typeface="+mn-cs"/>
            </a:endParaRP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zh-CN" sz="2000" b="1" i="0" u="none" strike="noStrike" kern="1200" cap="none" spc="600" normalizeH="0" baseline="0" noProof="0" dirty="0">
                <a:ln>
                  <a:noFill/>
                </a:ln>
                <a:solidFill>
                  <a:prstClr val="white"/>
                </a:solidFill>
                <a:effectLst/>
                <a:uLnTx/>
                <a:uFillTx/>
                <a:latin typeface="Candara"/>
                <a:ea typeface="楷体" pitchFamily="49" charset="-122"/>
                <a:cs typeface="+mn-cs"/>
              </a:rPr>
              <a:t>2024</a:t>
            </a:r>
            <a:r>
              <a:rPr kumimoji="0" lang="zh-CN" altLang="en-US" sz="2000" b="1" i="0" u="none" strike="noStrike" kern="1200" cap="none" spc="600" normalizeH="0" baseline="0" noProof="0" dirty="0">
                <a:ln>
                  <a:noFill/>
                </a:ln>
                <a:solidFill>
                  <a:prstClr val="white"/>
                </a:solidFill>
                <a:effectLst/>
                <a:uLnTx/>
                <a:uFillTx/>
                <a:latin typeface="Candara"/>
                <a:ea typeface="楷体" pitchFamily="49" charset="-122"/>
                <a:cs typeface="+mn-cs"/>
              </a:rPr>
              <a:t>年</a:t>
            </a:r>
            <a:r>
              <a:rPr lang="zh-CN" altLang="en-US" sz="2000" spc="600" dirty="0">
                <a:solidFill>
                  <a:prstClr val="white"/>
                </a:solidFill>
                <a:latin typeface="Candara"/>
                <a:ea typeface="楷体" pitchFamily="49" charset="-122"/>
              </a:rPr>
              <a:t>冬</a:t>
            </a:r>
            <a:endParaRPr kumimoji="0" lang="zh-CN" altLang="en-US" sz="2000" b="1" i="0" u="none" strike="noStrike" kern="1200" cap="none" spc="600" normalizeH="0" baseline="0" noProof="0" dirty="0">
              <a:ln>
                <a:noFill/>
              </a:ln>
              <a:solidFill>
                <a:prstClr val="white"/>
              </a:solidFill>
              <a:effectLst/>
              <a:uLnTx/>
              <a:uFillTx/>
              <a:latin typeface="微软雅黑" pitchFamily="34" charset="-122"/>
              <a:ea typeface="微软雅黑" pitchFamily="34" charset="-122"/>
              <a:cs typeface="+mn-cs"/>
            </a:endParaRPr>
          </a:p>
        </p:txBody>
      </p:sp>
      <p:sp>
        <p:nvSpPr>
          <p:cNvPr id="5" name="Rectangle 2"/>
          <p:cNvSpPr txBox="1">
            <a:spLocks noChangeArrowheads="1"/>
          </p:cNvSpPr>
          <p:nvPr/>
        </p:nvSpPr>
        <p:spPr>
          <a:xfrm>
            <a:off x="3246438" y="555526"/>
            <a:ext cx="5111750" cy="1157287"/>
          </a:xfrm>
          <a:prstGeom prst="rect">
            <a:avLst/>
          </a:prstGeom>
          <a:ln w="12700">
            <a:noFill/>
          </a:ln>
        </p:spPr>
        <p:txBody>
          <a:bodyPr anchor="ct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zh-CN" altLang="en-US" sz="3600" b="0" i="0" u="none" strike="noStrike" kern="1200" cap="none" spc="300" normalizeH="0" baseline="0" noProof="0" dirty="0">
                <a:ln>
                  <a:noFill/>
                </a:ln>
                <a:solidFill>
                  <a:prstClr val="white"/>
                </a:solidFill>
                <a:effectLst/>
                <a:uLnTx/>
                <a:uFillTx/>
                <a:latin typeface="微软雅黑" pitchFamily="34" charset="-122"/>
                <a:ea typeface="微软雅黑" pitchFamily="34" charset="-122"/>
                <a:cs typeface="+mn-cs"/>
              </a:rPr>
              <a:t>第七章</a:t>
            </a:r>
          </a:p>
        </p:txBody>
      </p:sp>
      <p:sp>
        <p:nvSpPr>
          <p:cNvPr id="25606" name="灯片编号占位符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fld id="{E5C32FFA-EA69-47F7-AFFE-12C640E3505D}" type="slidenum">
              <a:rPr kumimoji="0" lang="zh-CN" altLang="en-US" sz="1000" b="1" i="0" u="none" strike="noStrike" kern="1200" cap="none" spc="0" normalizeH="0" baseline="0" noProof="0" smtClean="0">
                <a:ln>
                  <a:noFill/>
                </a:ln>
                <a:solidFill>
                  <a:srgbClr val="073E87"/>
                </a:solidFill>
                <a:effectLst/>
                <a:uLnTx/>
                <a:uFillTx/>
                <a:latin typeface="Tahoma" panose="020B0604030504040204" pitchFamily="34" charset="0"/>
                <a:ea typeface="楷体_GB2312"/>
              </a:rPr>
              <a:pPr marL="0" marR="0" lvl="0" indent="0" algn="ctr" defTabSz="914400" rtl="0" eaLnBrk="1" fontAlgn="base" latinLnBrk="0" hangingPunct="1">
                <a:lnSpc>
                  <a:spcPct val="100000"/>
                </a:lnSpc>
                <a:spcBef>
                  <a:spcPct val="0"/>
                </a:spcBef>
                <a:spcAft>
                  <a:spcPct val="0"/>
                </a:spcAft>
                <a:buClrTx/>
                <a:buSzTx/>
                <a:buFontTx/>
                <a:buNone/>
                <a:tabLst/>
                <a:defRPr/>
              </a:pPr>
              <a:t>1</a:t>
            </a:fld>
            <a:endParaRPr kumimoji="0" lang="en-US" altLang="zh-CN" sz="1000" b="1" i="0" u="none" strike="noStrike" kern="1200" cap="none" spc="0" normalizeH="0" baseline="0" noProof="0">
              <a:ln>
                <a:noFill/>
              </a:ln>
              <a:solidFill>
                <a:srgbClr val="073E87"/>
              </a:solidFill>
              <a:effectLst/>
              <a:uLnTx/>
              <a:uFillTx/>
              <a:latin typeface="Tahoma" panose="020B0604030504040204" pitchFamily="34" charset="0"/>
              <a:ea typeface="楷体_GB2312"/>
            </a:endParaRPr>
          </a:p>
        </p:txBody>
      </p:sp>
    </p:spTree>
    <p:extLst>
      <p:ext uri="{BB962C8B-B14F-4D97-AF65-F5344CB8AC3E}">
        <p14:creationId xmlns:p14="http://schemas.microsoft.com/office/powerpoint/2010/main" val="10521588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矩形 31"/>
          <p:cNvSpPr/>
          <p:nvPr/>
        </p:nvSpPr>
        <p:spPr>
          <a:xfrm>
            <a:off x="355600" y="1239838"/>
            <a:ext cx="4916731" cy="1754326"/>
          </a:xfrm>
          <a:prstGeom prst="rect">
            <a:avLst/>
          </a:prstGeom>
        </p:spPr>
        <p:txBody>
          <a:bodyPr wrap="none">
            <a:spAutoFit/>
          </a:bodyPr>
          <a:lstStyle/>
          <a:p>
            <a:pPr marL="571500" indent="-571500">
              <a:buFont typeface="Arial" panose="020B0604020202020204" pitchFamily="34" charset="0"/>
              <a:buChar char="•"/>
              <a:defRPr/>
            </a:pPr>
            <a:r>
              <a:rPr lang="zh-CN" altLang="en-US" sz="3600" b="0" dirty="0">
                <a:solidFill>
                  <a:prstClr val="black"/>
                </a:solidFill>
                <a:latin typeface="华文楷体" panose="02010600040101010101" pitchFamily="2" charset="-122"/>
                <a:ea typeface="华文楷体" panose="02010600040101010101" pitchFamily="2" charset="-122"/>
              </a:rPr>
              <a:t>非局部数据的访问</a:t>
            </a:r>
            <a:endParaRPr lang="en-US" altLang="zh-CN" sz="3600" b="0" dirty="0">
              <a:solidFill>
                <a:prstClr val="black"/>
              </a:solidFill>
              <a:latin typeface="华文楷体" panose="02010600040101010101" pitchFamily="2" charset="-122"/>
              <a:ea typeface="华文楷体" panose="02010600040101010101" pitchFamily="2" charset="-122"/>
            </a:endParaRPr>
          </a:p>
          <a:p>
            <a:pPr marL="571500" indent="-571500">
              <a:buFont typeface="Arial" panose="020B0604020202020204" pitchFamily="34" charset="0"/>
              <a:buChar char="•"/>
              <a:defRPr/>
            </a:pPr>
            <a:r>
              <a:rPr lang="zh-CN" altLang="en-US" sz="3600" b="0" dirty="0">
                <a:solidFill>
                  <a:schemeClr val="tx1">
                    <a:lumMod val="95000"/>
                    <a:lumOff val="5000"/>
                  </a:schemeClr>
                </a:solidFill>
                <a:latin typeface="华文楷体" panose="02010600040101010101" pitchFamily="2" charset="-122"/>
                <a:ea typeface="华文楷体" panose="02010600040101010101" pitchFamily="2" charset="-122"/>
              </a:rPr>
              <a:t>调用序列和返回序列</a:t>
            </a:r>
            <a:endParaRPr lang="en-US" altLang="zh-CN" sz="3600" b="0" dirty="0">
              <a:solidFill>
                <a:schemeClr val="tx1">
                  <a:lumMod val="95000"/>
                  <a:lumOff val="5000"/>
                </a:schemeClr>
              </a:solidFill>
              <a:latin typeface="华文楷体" panose="02010600040101010101" pitchFamily="2" charset="-122"/>
              <a:ea typeface="华文楷体" panose="02010600040101010101" pitchFamily="2" charset="-122"/>
            </a:endParaRPr>
          </a:p>
          <a:p>
            <a:pPr marL="571500" indent="-571500">
              <a:buFont typeface="Arial" panose="020B0604020202020204" pitchFamily="34" charset="0"/>
              <a:buChar char="•"/>
              <a:defRPr/>
            </a:pPr>
            <a:r>
              <a:rPr lang="zh-CN" altLang="en-US" sz="3600" b="0" dirty="0">
                <a:solidFill>
                  <a:prstClr val="black"/>
                </a:solidFill>
                <a:latin typeface="华文楷体" panose="02010600040101010101" pitchFamily="2" charset="-122"/>
                <a:ea typeface="华文楷体" panose="02010600040101010101" pitchFamily="2" charset="-122"/>
              </a:rPr>
              <a:t>符号表的建立</a:t>
            </a:r>
            <a:endParaRPr lang="en-US" altLang="zh-CN" sz="3600" b="0" dirty="0">
              <a:solidFill>
                <a:prstClr val="black"/>
              </a:solidFill>
              <a:latin typeface="华文楷体" panose="02010600040101010101" pitchFamily="2" charset="-122"/>
              <a:ea typeface="华文楷体" panose="02010600040101010101" pitchFamily="2" charset="-122"/>
            </a:endParaRPr>
          </a:p>
        </p:txBody>
      </p:sp>
      <p:sp>
        <p:nvSpPr>
          <p:cNvPr id="29" name="Rectangle 2"/>
          <p:cNvSpPr>
            <a:spLocks noGrp="1" noChangeArrowheads="1"/>
          </p:cNvSpPr>
          <p:nvPr>
            <p:ph type="title"/>
          </p:nvPr>
        </p:nvSpPr>
        <p:spPr>
          <a:xfrm>
            <a:off x="755650" y="268288"/>
            <a:ext cx="7931150" cy="358775"/>
          </a:xfrm>
        </p:spPr>
        <p:txBody>
          <a:bodyPr>
            <a:noAutofit/>
          </a:bodyPr>
          <a:lstStyle/>
          <a:p>
            <a:pPr eaLnBrk="1" hangingPunct="1">
              <a:defRPr/>
            </a:pPr>
            <a:r>
              <a:rPr lang="zh-CN" altLang="en-US" sz="3600" spc="300" dirty="0">
                <a:solidFill>
                  <a:schemeClr val="tx1"/>
                </a:solidFill>
                <a:latin typeface="微软雅黑" pitchFamily="34" charset="-122"/>
                <a:ea typeface="微软雅黑" pitchFamily="34" charset="-122"/>
              </a:rPr>
              <a:t>主要内容</a:t>
            </a:r>
          </a:p>
        </p:txBody>
      </p:sp>
      <p:grpSp>
        <p:nvGrpSpPr>
          <p:cNvPr id="29700" name="组合 29"/>
          <p:cNvGrpSpPr>
            <a:grpSpLocks/>
          </p:cNvGrpSpPr>
          <p:nvPr/>
        </p:nvGrpSpPr>
        <p:grpSpPr bwMode="auto">
          <a:xfrm>
            <a:off x="0" y="195263"/>
            <a:ext cx="755650" cy="431800"/>
            <a:chOff x="-786" y="195486"/>
            <a:chExt cx="756363" cy="432048"/>
          </a:xfrm>
        </p:grpSpPr>
        <p:sp>
          <p:nvSpPr>
            <p:cNvPr id="31" name="五边形 30"/>
            <p:cNvSpPr/>
            <p:nvPr/>
          </p:nvSpPr>
          <p:spPr>
            <a:xfrm>
              <a:off x="-786" y="195486"/>
              <a:ext cx="756363" cy="432048"/>
            </a:xfrm>
            <a:prstGeom prst="homePlate">
              <a:avLst/>
            </a:prstGeom>
            <a:solidFill>
              <a:schemeClr val="bg2">
                <a:lumMod val="50000"/>
              </a:schemeClr>
            </a:solidFill>
            <a:ln w="25400" cap="flat" cmpd="sng" algn="ctr">
              <a:noFill/>
              <a:prstDash val="solid"/>
            </a:ln>
            <a:effectLst/>
          </p:spPr>
          <p:txBody>
            <a:bodyPr anchor="ctr"/>
            <a:lstStyle/>
            <a:p>
              <a:pPr algn="ctr" eaLnBrk="1" fontAlgn="auto" hangingPunct="1">
                <a:spcBef>
                  <a:spcPts val="0"/>
                </a:spcBef>
                <a:spcAft>
                  <a:spcPts val="0"/>
                </a:spcAft>
                <a:defRPr/>
              </a:pPr>
              <a:endParaRPr lang="zh-CN" altLang="en-US" b="0" kern="0">
                <a:solidFill>
                  <a:prstClr val="white"/>
                </a:solidFill>
                <a:latin typeface="Calibri"/>
              </a:endParaRPr>
            </a:p>
          </p:txBody>
        </p:sp>
        <p:sp>
          <p:nvSpPr>
            <p:cNvPr id="34" name="五边形 33"/>
            <p:cNvSpPr/>
            <p:nvPr/>
          </p:nvSpPr>
          <p:spPr>
            <a:xfrm>
              <a:off x="-786" y="197074"/>
              <a:ext cx="756363" cy="88951"/>
            </a:xfrm>
            <a:prstGeom prst="homePlate">
              <a:avLst/>
            </a:prstGeom>
            <a:solidFill>
              <a:schemeClr val="bg1">
                <a:alpha val="30000"/>
              </a:schemeClr>
            </a:solidFill>
            <a:ln w="25400" cap="flat" cmpd="sng" algn="ctr">
              <a:noFill/>
              <a:prstDash val="solid"/>
            </a:ln>
            <a:effectLst/>
          </p:spPr>
          <p:txBody>
            <a:bodyPr anchor="ctr"/>
            <a:lstStyle/>
            <a:p>
              <a:pPr algn="ctr" eaLnBrk="1" fontAlgn="auto" hangingPunct="1">
                <a:spcBef>
                  <a:spcPts val="0"/>
                </a:spcBef>
                <a:spcAft>
                  <a:spcPts val="0"/>
                </a:spcAft>
                <a:defRPr/>
              </a:pPr>
              <a:endParaRPr lang="zh-CN" altLang="en-US" b="0" kern="0">
                <a:solidFill>
                  <a:prstClr val="white"/>
                </a:solidFill>
                <a:latin typeface="Calibri"/>
              </a:endParaRPr>
            </a:p>
          </p:txBody>
        </p:sp>
      </p:grpSp>
      <p:sp>
        <p:nvSpPr>
          <p:cNvPr id="29701" name="灯片编号占位符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Tx/>
              <a:buNone/>
            </a:pPr>
            <a:fld id="{94048D8A-0B49-4763-B513-68598BFDDAED}" type="slidenum">
              <a:rPr lang="zh-CN" altLang="en-US" sz="1400" smtClean="0">
                <a:solidFill>
                  <a:srgbClr val="073E87"/>
                </a:solidFill>
                <a:latin typeface="Tahoma" panose="020B0604030504040204" pitchFamily="34" charset="0"/>
              </a:rPr>
              <a:pPr>
                <a:spcBef>
                  <a:spcPct val="0"/>
                </a:spcBef>
                <a:buClrTx/>
                <a:buSzTx/>
                <a:buFontTx/>
                <a:buNone/>
              </a:pPr>
              <a:t>2</a:t>
            </a:fld>
            <a:endParaRPr lang="en-US" altLang="zh-CN" sz="1400">
              <a:solidFill>
                <a:srgbClr val="073E87"/>
              </a:solidFill>
              <a:latin typeface="Tahoma" panose="020B0604030504040204" pitchFamily="34" charset="0"/>
            </a:endParaRPr>
          </a:p>
        </p:txBody>
      </p:sp>
    </p:spTree>
    <p:extLst>
      <p:ext uri="{BB962C8B-B14F-4D97-AF65-F5344CB8AC3E}">
        <p14:creationId xmlns:p14="http://schemas.microsoft.com/office/powerpoint/2010/main" val="239088125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0" fill="hold" grpId="0" nodeType="withEffect">
                                  <p:stCondLst>
                                    <p:cond delay="0"/>
                                  </p:stCondLst>
                                  <p:childTnLst>
                                    <p:set>
                                      <p:cBhvr>
                                        <p:cTn id="6" dur="1" fill="hold">
                                          <p:stCondLst>
                                            <p:cond delay="0"/>
                                          </p:stCondLst>
                                        </p:cTn>
                                        <p:tgtEl>
                                          <p:spTgt spid="32"/>
                                        </p:tgtEl>
                                        <p:attrNameLst>
                                          <p:attrName>style.visibility</p:attrName>
                                        </p:attrNameLst>
                                      </p:cBhvr>
                                      <p:to>
                                        <p:strVal val="visible"/>
                                      </p:to>
                                    </p:set>
                                    <p:anim calcmode="lin" valueType="num">
                                      <p:cBhvr>
                                        <p:cTn id="7" dur="500" fill="hold"/>
                                        <p:tgtEl>
                                          <p:spTgt spid="32"/>
                                        </p:tgtEl>
                                        <p:attrNameLst>
                                          <p:attrName>ppt_w</p:attrName>
                                        </p:attrNameLst>
                                      </p:cBhvr>
                                      <p:tavLst>
                                        <p:tav tm="0">
                                          <p:val>
                                            <p:fltVal val="0"/>
                                          </p:val>
                                        </p:tav>
                                        <p:tav tm="100000">
                                          <p:val>
                                            <p:strVal val="#ppt_w"/>
                                          </p:val>
                                        </p:tav>
                                      </p:tavLst>
                                    </p:anim>
                                    <p:anim calcmode="lin" valueType="num">
                                      <p:cBhvr>
                                        <p:cTn id="8" dur="500" fill="hold"/>
                                        <p:tgtEl>
                                          <p:spTgt spid="32"/>
                                        </p:tgtEl>
                                        <p:attrNameLst>
                                          <p:attrName>ppt_h</p:attrName>
                                        </p:attrNameLst>
                                      </p:cBhvr>
                                      <p:tavLst>
                                        <p:tav tm="0">
                                          <p:val>
                                            <p:fltVal val="0"/>
                                          </p:val>
                                        </p:tav>
                                        <p:tav tm="100000">
                                          <p:val>
                                            <p:strVal val="#ppt_h"/>
                                          </p:val>
                                        </p:tav>
                                      </p:tavLst>
                                    </p:anim>
                                    <p:animEffect transition="in" filter="fade">
                                      <p:cBhvr>
                                        <p:cTn id="9"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内容占位符 2"/>
          <p:cNvSpPr>
            <a:spLocks noGrp="1"/>
          </p:cNvSpPr>
          <p:nvPr>
            <p:ph idx="1"/>
          </p:nvPr>
        </p:nvSpPr>
        <p:spPr>
          <a:xfrm>
            <a:off x="428625" y="839788"/>
            <a:ext cx="8286750" cy="4089400"/>
          </a:xfrm>
        </p:spPr>
        <p:txBody>
          <a:bodyPr/>
          <a:lstStyle/>
          <a:p>
            <a:pPr eaLnBrk="1" hangingPunct="1">
              <a:lnSpc>
                <a:spcPts val="3000"/>
              </a:lnSpc>
              <a:buClrTx/>
              <a:buFont typeface="Wingdings" pitchFamily="2" charset="2"/>
              <a:buChar char="Ø"/>
              <a:defRPr/>
            </a:pPr>
            <a:r>
              <a:rPr lang="zh-CN" altLang="en-US" sz="2800" b="1" dirty="0">
                <a:solidFill>
                  <a:schemeClr val="tx1"/>
                </a:solidFill>
                <a:latin typeface="楷体" pitchFamily="49" charset="-122"/>
              </a:rPr>
              <a:t>一个过程除了可以使用过程自身定义的</a:t>
            </a:r>
            <a:r>
              <a:rPr lang="zh-CN" altLang="en-US" sz="2800" b="1" dirty="0">
                <a:solidFill>
                  <a:schemeClr val="tx2">
                    <a:lumMod val="60000"/>
                    <a:lumOff val="40000"/>
                  </a:schemeClr>
                </a:solidFill>
                <a:latin typeface="楷体" pitchFamily="49" charset="-122"/>
              </a:rPr>
              <a:t>局部数据</a:t>
            </a:r>
            <a:r>
              <a:rPr lang="zh-CN" altLang="en-US" sz="2800" b="1" dirty="0">
                <a:solidFill>
                  <a:schemeClr val="tx1"/>
                </a:solidFill>
                <a:latin typeface="楷体" pitchFamily="49" charset="-122"/>
              </a:rPr>
              <a:t>以外，还可以使用过程外定义的</a:t>
            </a:r>
            <a:r>
              <a:rPr lang="zh-CN" altLang="en-US" sz="2800" b="1" dirty="0">
                <a:solidFill>
                  <a:schemeClr val="tx2">
                    <a:lumMod val="60000"/>
                    <a:lumOff val="40000"/>
                  </a:schemeClr>
                </a:solidFill>
                <a:latin typeface="楷体" pitchFamily="49" charset="-122"/>
              </a:rPr>
              <a:t>非局部数据</a:t>
            </a:r>
            <a:endParaRPr lang="en-US" altLang="zh-CN" sz="2800" b="1" dirty="0">
              <a:solidFill>
                <a:schemeClr val="tx2">
                  <a:lumMod val="60000"/>
                  <a:lumOff val="40000"/>
                </a:schemeClr>
              </a:solidFill>
              <a:latin typeface="楷体" pitchFamily="49" charset="-122"/>
            </a:endParaRPr>
          </a:p>
          <a:p>
            <a:pPr eaLnBrk="1" hangingPunct="1">
              <a:lnSpc>
                <a:spcPts val="3000"/>
              </a:lnSpc>
              <a:buClrTx/>
              <a:buFont typeface="Wingdings" pitchFamily="2" charset="2"/>
              <a:buChar char="Ø"/>
              <a:defRPr/>
            </a:pPr>
            <a:r>
              <a:rPr lang="zh-CN" altLang="en-US" sz="2800" b="1" dirty="0">
                <a:solidFill>
                  <a:schemeClr val="tx1"/>
                </a:solidFill>
                <a:latin typeface="楷体" pitchFamily="49" charset="-122"/>
              </a:rPr>
              <a:t>语言可以分为两种类型</a:t>
            </a:r>
            <a:endParaRPr lang="en-US" altLang="zh-CN" sz="2800" b="1" dirty="0">
              <a:solidFill>
                <a:schemeClr val="tx1"/>
              </a:solidFill>
              <a:latin typeface="楷体" pitchFamily="49" charset="-122"/>
            </a:endParaRPr>
          </a:p>
          <a:p>
            <a:pPr lvl="1" eaLnBrk="1" hangingPunct="1">
              <a:lnSpc>
                <a:spcPts val="3000"/>
              </a:lnSpc>
              <a:buClrTx/>
              <a:buFont typeface="Wingdings" pitchFamily="2" charset="2"/>
              <a:buChar char="Ø"/>
              <a:defRPr/>
            </a:pPr>
            <a:r>
              <a:rPr lang="zh-CN" altLang="en-US" sz="2500" b="1" dirty="0">
                <a:solidFill>
                  <a:schemeClr val="tx1"/>
                </a:solidFill>
                <a:cs typeface="Times New Roman" pitchFamily="18" charset="0"/>
              </a:rPr>
              <a:t> </a:t>
            </a:r>
            <a:r>
              <a:rPr lang="zh-CN" altLang="en-US" sz="2500" b="1" dirty="0">
                <a:solidFill>
                  <a:schemeClr val="tx2">
                    <a:lumMod val="60000"/>
                    <a:lumOff val="40000"/>
                  </a:schemeClr>
                </a:solidFill>
                <a:cs typeface="Times New Roman" pitchFamily="18" charset="0"/>
              </a:rPr>
              <a:t>支持</a:t>
            </a:r>
            <a:r>
              <a:rPr lang="zh-CN" altLang="en-US" sz="2500" b="1" dirty="0">
                <a:solidFill>
                  <a:schemeClr val="tx1"/>
                </a:solidFill>
                <a:cs typeface="Times New Roman" pitchFamily="18" charset="0"/>
              </a:rPr>
              <a:t>过程嵌套声明的语言</a:t>
            </a:r>
            <a:endParaRPr lang="en-US" altLang="zh-CN" sz="2500" b="1" dirty="0">
              <a:solidFill>
                <a:schemeClr val="tx1"/>
              </a:solidFill>
              <a:cs typeface="Times New Roman" pitchFamily="18" charset="0"/>
            </a:endParaRPr>
          </a:p>
          <a:p>
            <a:pPr lvl="2" eaLnBrk="1" hangingPunct="1">
              <a:lnSpc>
                <a:spcPts val="3000"/>
              </a:lnSpc>
              <a:buClrTx/>
              <a:buFont typeface="Wingdings" pitchFamily="2" charset="2"/>
              <a:buChar char="Ø"/>
              <a:defRPr/>
            </a:pPr>
            <a:r>
              <a:rPr lang="zh-CN" altLang="en-US" sz="2600" b="1" dirty="0">
                <a:solidFill>
                  <a:schemeClr val="tx1"/>
                </a:solidFill>
                <a:latin typeface="楷体" panose="02010609060101010101" pitchFamily="49" charset="-122"/>
              </a:rPr>
              <a:t>可以在一个过程中声明另一个过程</a:t>
            </a:r>
            <a:endParaRPr lang="en-US" altLang="zh-CN" sz="2500" b="1" dirty="0">
              <a:solidFill>
                <a:schemeClr val="tx1"/>
              </a:solidFill>
              <a:cs typeface="Times New Roman" pitchFamily="18" charset="0"/>
            </a:endParaRPr>
          </a:p>
          <a:p>
            <a:pPr lvl="2" eaLnBrk="1" hangingPunct="1">
              <a:lnSpc>
                <a:spcPts val="3000"/>
              </a:lnSpc>
              <a:buClrTx/>
              <a:buFont typeface="Wingdings" pitchFamily="2" charset="2"/>
              <a:buChar char="Ø"/>
              <a:defRPr/>
            </a:pPr>
            <a:r>
              <a:rPr lang="zh-CN" altLang="en-US" sz="2500" b="1" dirty="0">
                <a:solidFill>
                  <a:schemeClr val="tx1"/>
                </a:solidFill>
                <a:cs typeface="Times New Roman" pitchFamily="18" charset="0"/>
              </a:rPr>
              <a:t>例</a:t>
            </a:r>
            <a:r>
              <a:rPr lang="en-US" altLang="zh-CN" sz="2500" b="1" dirty="0">
                <a:solidFill>
                  <a:schemeClr val="tx1"/>
                </a:solidFill>
                <a:cs typeface="Times New Roman" pitchFamily="18" charset="0"/>
              </a:rPr>
              <a:t>: </a:t>
            </a:r>
            <a:r>
              <a:rPr lang="en-US" altLang="zh-CN" sz="2500" b="1" i="1" dirty="0">
                <a:solidFill>
                  <a:schemeClr val="tx1"/>
                </a:solidFill>
                <a:ea typeface="楷体_GB2312"/>
                <a:cs typeface="Times New Roman" pitchFamily="18" charset="0"/>
              </a:rPr>
              <a:t>Pascal</a:t>
            </a:r>
            <a:endParaRPr lang="en-US" altLang="zh-CN" sz="2500" b="1" dirty="0">
              <a:solidFill>
                <a:schemeClr val="tx1"/>
              </a:solidFill>
              <a:cs typeface="Times New Roman" pitchFamily="18" charset="0"/>
            </a:endParaRPr>
          </a:p>
          <a:p>
            <a:pPr lvl="1" eaLnBrk="1" hangingPunct="1">
              <a:lnSpc>
                <a:spcPts val="3000"/>
              </a:lnSpc>
              <a:buClrTx/>
              <a:buFont typeface="Wingdings" pitchFamily="2" charset="2"/>
              <a:buChar char="Ø"/>
              <a:defRPr/>
            </a:pPr>
            <a:r>
              <a:rPr lang="zh-CN" altLang="en-US" sz="2500" b="1" dirty="0">
                <a:solidFill>
                  <a:schemeClr val="tx1"/>
                </a:solidFill>
                <a:cs typeface="Times New Roman" pitchFamily="18" charset="0"/>
              </a:rPr>
              <a:t> </a:t>
            </a:r>
            <a:r>
              <a:rPr lang="zh-CN" altLang="en-US" sz="2500" b="1" dirty="0">
                <a:solidFill>
                  <a:schemeClr val="tx2">
                    <a:lumMod val="60000"/>
                    <a:lumOff val="40000"/>
                  </a:schemeClr>
                </a:solidFill>
                <a:cs typeface="Times New Roman" pitchFamily="18" charset="0"/>
              </a:rPr>
              <a:t>不支持</a:t>
            </a:r>
            <a:r>
              <a:rPr lang="zh-CN" altLang="en-US" sz="2500" b="1" dirty="0">
                <a:solidFill>
                  <a:schemeClr val="tx1"/>
                </a:solidFill>
                <a:cs typeface="Times New Roman" pitchFamily="18" charset="0"/>
              </a:rPr>
              <a:t>过程嵌套声明的语言</a:t>
            </a:r>
            <a:endParaRPr lang="en-US" altLang="zh-CN" sz="2500" b="1" dirty="0">
              <a:solidFill>
                <a:schemeClr val="tx1"/>
              </a:solidFill>
              <a:cs typeface="Times New Roman" pitchFamily="18" charset="0"/>
            </a:endParaRPr>
          </a:p>
          <a:p>
            <a:pPr lvl="2" eaLnBrk="1" hangingPunct="1">
              <a:lnSpc>
                <a:spcPts val="3000"/>
              </a:lnSpc>
              <a:buClrTx/>
              <a:buFont typeface="Wingdings" pitchFamily="2" charset="2"/>
              <a:buChar char="Ø"/>
              <a:defRPr/>
            </a:pPr>
            <a:r>
              <a:rPr lang="zh-CN" altLang="en-US" sz="2400" b="1" dirty="0">
                <a:solidFill>
                  <a:schemeClr val="tx1"/>
                </a:solidFill>
                <a:latin typeface="楷体" panose="02010609060101010101" pitchFamily="49" charset="-122"/>
              </a:rPr>
              <a:t>不可以在一个过程中声明另一个过程</a:t>
            </a:r>
            <a:endParaRPr lang="en-US" altLang="zh-CN" sz="2300" b="1" dirty="0">
              <a:solidFill>
                <a:schemeClr val="tx1"/>
              </a:solidFill>
              <a:cs typeface="Times New Roman" pitchFamily="18" charset="0"/>
            </a:endParaRPr>
          </a:p>
          <a:p>
            <a:pPr lvl="2" eaLnBrk="1" hangingPunct="1">
              <a:lnSpc>
                <a:spcPts val="3000"/>
              </a:lnSpc>
              <a:buClrTx/>
              <a:buFont typeface="Wingdings" pitchFamily="2" charset="2"/>
              <a:buChar char="Ø"/>
              <a:defRPr/>
            </a:pPr>
            <a:r>
              <a:rPr lang="zh-CN" altLang="en-US" sz="2500" b="1" dirty="0">
                <a:solidFill>
                  <a:schemeClr val="tx1"/>
                </a:solidFill>
              </a:rPr>
              <a:t>例：</a:t>
            </a:r>
            <a:r>
              <a:rPr lang="en-US" altLang="zh-CN" sz="2500" b="1" i="1" dirty="0">
                <a:solidFill>
                  <a:schemeClr val="tx1"/>
                </a:solidFill>
              </a:rPr>
              <a:t>C</a:t>
            </a:r>
          </a:p>
          <a:p>
            <a:pPr lvl="1" eaLnBrk="1" hangingPunct="1">
              <a:lnSpc>
                <a:spcPts val="3000"/>
              </a:lnSpc>
              <a:defRPr/>
            </a:pPr>
            <a:endParaRPr lang="zh-CN" altLang="en-US" sz="2500" b="1" dirty="0">
              <a:solidFill>
                <a:schemeClr val="tx1"/>
              </a:solidFill>
              <a:ea typeface="楷体_GB2312"/>
              <a:cs typeface="楷体_GB2312"/>
            </a:endParaRPr>
          </a:p>
          <a:p>
            <a:pPr eaLnBrk="1" hangingPunct="1">
              <a:lnSpc>
                <a:spcPts val="3000"/>
              </a:lnSpc>
              <a:defRPr/>
            </a:pPr>
            <a:endParaRPr lang="en-US" altLang="zh-CN" sz="2800" b="1" dirty="0">
              <a:solidFill>
                <a:schemeClr val="tx1"/>
              </a:solidFill>
              <a:latin typeface="楷体" pitchFamily="49" charset="-122"/>
            </a:endParaRPr>
          </a:p>
        </p:txBody>
      </p:sp>
      <p:sp>
        <p:nvSpPr>
          <p:cNvPr id="88067" name="标题 1"/>
          <p:cNvSpPr>
            <a:spLocks noGrp="1"/>
          </p:cNvSpPr>
          <p:nvPr>
            <p:ph type="title"/>
          </p:nvPr>
        </p:nvSpPr>
        <p:spPr>
          <a:xfrm>
            <a:off x="755650" y="268288"/>
            <a:ext cx="7931150" cy="358775"/>
          </a:xfrm>
        </p:spPr>
        <p:txBody>
          <a:bodyPr/>
          <a:lstStyle/>
          <a:p>
            <a:r>
              <a:rPr lang="en-US" altLang="zh-CN" sz="30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5. </a:t>
            </a:r>
            <a:r>
              <a:rPr lang="zh-CN" altLang="en-US" sz="30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非局部数据的访问</a:t>
            </a:r>
          </a:p>
        </p:txBody>
      </p:sp>
      <p:sp>
        <p:nvSpPr>
          <p:cNvPr id="2" name="灯片编号占位符 1"/>
          <p:cNvSpPr>
            <a:spLocks noGrp="1"/>
          </p:cNvSpPr>
          <p:nvPr>
            <p:ph type="sldNum" sz="quarter" idx="12"/>
          </p:nvPr>
        </p:nvSpPr>
        <p:spPr/>
        <p:txBody>
          <a:bodyPr/>
          <a:lstStyle/>
          <a:p>
            <a:pPr>
              <a:defRPr/>
            </a:pPr>
            <a:fld id="{64CF1D47-2B30-44A6-81DA-EC28584A641A}" type="slidenum">
              <a:rPr lang="zh-CN" altLang="en-US" smtClean="0"/>
              <a:pPr>
                <a:defRPr/>
              </a:pPr>
              <a:t>3</a:t>
            </a:fld>
            <a:endParaRPr lang="en-US" altLang="zh-CN" dirty="0"/>
          </a:p>
        </p:txBody>
      </p:sp>
    </p:spTree>
    <p:extLst>
      <p:ext uri="{BB962C8B-B14F-4D97-AF65-F5344CB8AC3E}">
        <p14:creationId xmlns:p14="http://schemas.microsoft.com/office/powerpoint/2010/main" val="40787210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nodeType="clickEffect">
                                  <p:stCondLst>
                                    <p:cond delay="0"/>
                                  </p:stCondLst>
                                  <p:childTnLst>
                                    <p:set>
                                      <p:cBhvr>
                                        <p:cTn id="6" dur="1" fill="hold">
                                          <p:stCondLst>
                                            <p:cond delay="0"/>
                                          </p:stCondLst>
                                        </p:cTn>
                                        <p:tgtEl>
                                          <p:spTgt spid="39939">
                                            <p:txEl>
                                              <p:pRg st="1" end="1"/>
                                            </p:txEl>
                                          </p:spTgt>
                                        </p:tgtEl>
                                        <p:attrNameLst>
                                          <p:attrName>style.visibility</p:attrName>
                                        </p:attrNameLst>
                                      </p:cBhvr>
                                      <p:to>
                                        <p:strVal val="visible"/>
                                      </p:to>
                                    </p:set>
                                    <p:anim calcmode="lin" valueType="num">
                                      <p:cBhvr>
                                        <p:cTn id="7" dur="500" fill="hold"/>
                                        <p:tgtEl>
                                          <p:spTgt spid="39939">
                                            <p:txEl>
                                              <p:pRg st="1" end="1"/>
                                            </p:txEl>
                                          </p:spTgt>
                                        </p:tgtEl>
                                        <p:attrNameLst>
                                          <p:attrName>ppt_w</p:attrName>
                                        </p:attrNameLst>
                                      </p:cBhvr>
                                      <p:tavLst>
                                        <p:tav tm="0">
                                          <p:val>
                                            <p:fltVal val="0"/>
                                          </p:val>
                                        </p:tav>
                                        <p:tav tm="100000">
                                          <p:val>
                                            <p:strVal val="#ppt_w"/>
                                          </p:val>
                                        </p:tav>
                                      </p:tavLst>
                                    </p:anim>
                                    <p:anim calcmode="lin" valueType="num">
                                      <p:cBhvr>
                                        <p:cTn id="8" dur="500" fill="hold"/>
                                        <p:tgtEl>
                                          <p:spTgt spid="39939">
                                            <p:txEl>
                                              <p:pRg st="1" end="1"/>
                                            </p:txEl>
                                          </p:spTgt>
                                        </p:tgtEl>
                                        <p:attrNameLst>
                                          <p:attrName>ppt_h</p:attrName>
                                        </p:attrNameLst>
                                      </p:cBhvr>
                                      <p:tavLst>
                                        <p:tav tm="0">
                                          <p:val>
                                            <p:fltVal val="0"/>
                                          </p:val>
                                        </p:tav>
                                        <p:tav tm="100000">
                                          <p:val>
                                            <p:strVal val="#ppt_h"/>
                                          </p:val>
                                        </p:tav>
                                      </p:tavLst>
                                    </p:anim>
                                    <p:animEffect transition="in" filter="fade">
                                      <p:cBhvr>
                                        <p:cTn id="9" dur="500"/>
                                        <p:tgtEl>
                                          <p:spTgt spid="39939">
                                            <p:txEl>
                                              <p:pRg st="1" end="1"/>
                                            </p:txEl>
                                          </p:spTgt>
                                        </p:tgtEl>
                                      </p:cBhvr>
                                    </p:animEffect>
                                  </p:childTnLst>
                                </p:cTn>
                              </p:par>
                              <p:par>
                                <p:cTn id="10" presetID="53" presetClass="entr" presetSubtype="0" fill="hold" nodeType="withEffect">
                                  <p:stCondLst>
                                    <p:cond delay="0"/>
                                  </p:stCondLst>
                                  <p:childTnLst>
                                    <p:set>
                                      <p:cBhvr>
                                        <p:cTn id="11" dur="1" fill="hold">
                                          <p:stCondLst>
                                            <p:cond delay="0"/>
                                          </p:stCondLst>
                                        </p:cTn>
                                        <p:tgtEl>
                                          <p:spTgt spid="39939">
                                            <p:txEl>
                                              <p:pRg st="2" end="2"/>
                                            </p:txEl>
                                          </p:spTgt>
                                        </p:tgtEl>
                                        <p:attrNameLst>
                                          <p:attrName>style.visibility</p:attrName>
                                        </p:attrNameLst>
                                      </p:cBhvr>
                                      <p:to>
                                        <p:strVal val="visible"/>
                                      </p:to>
                                    </p:set>
                                    <p:anim calcmode="lin" valueType="num">
                                      <p:cBhvr>
                                        <p:cTn id="12" dur="500" fill="hold"/>
                                        <p:tgtEl>
                                          <p:spTgt spid="39939">
                                            <p:txEl>
                                              <p:pRg st="2" end="2"/>
                                            </p:txEl>
                                          </p:spTgt>
                                        </p:tgtEl>
                                        <p:attrNameLst>
                                          <p:attrName>ppt_w</p:attrName>
                                        </p:attrNameLst>
                                      </p:cBhvr>
                                      <p:tavLst>
                                        <p:tav tm="0">
                                          <p:val>
                                            <p:fltVal val="0"/>
                                          </p:val>
                                        </p:tav>
                                        <p:tav tm="100000">
                                          <p:val>
                                            <p:strVal val="#ppt_w"/>
                                          </p:val>
                                        </p:tav>
                                      </p:tavLst>
                                    </p:anim>
                                    <p:anim calcmode="lin" valueType="num">
                                      <p:cBhvr>
                                        <p:cTn id="13" dur="500" fill="hold"/>
                                        <p:tgtEl>
                                          <p:spTgt spid="39939">
                                            <p:txEl>
                                              <p:pRg st="2" end="2"/>
                                            </p:txEl>
                                          </p:spTgt>
                                        </p:tgtEl>
                                        <p:attrNameLst>
                                          <p:attrName>ppt_h</p:attrName>
                                        </p:attrNameLst>
                                      </p:cBhvr>
                                      <p:tavLst>
                                        <p:tav tm="0">
                                          <p:val>
                                            <p:fltVal val="0"/>
                                          </p:val>
                                        </p:tav>
                                        <p:tav tm="100000">
                                          <p:val>
                                            <p:strVal val="#ppt_h"/>
                                          </p:val>
                                        </p:tav>
                                      </p:tavLst>
                                    </p:anim>
                                    <p:animEffect transition="in" filter="fade">
                                      <p:cBhvr>
                                        <p:cTn id="14" dur="500"/>
                                        <p:tgtEl>
                                          <p:spTgt spid="39939">
                                            <p:txEl>
                                              <p:pRg st="2" end="2"/>
                                            </p:txEl>
                                          </p:spTgt>
                                        </p:tgtEl>
                                      </p:cBhvr>
                                    </p:animEffect>
                                  </p:childTnLst>
                                </p:cTn>
                              </p:par>
                              <p:par>
                                <p:cTn id="15" presetID="53" presetClass="entr" presetSubtype="0" fill="hold" nodeType="withEffect">
                                  <p:stCondLst>
                                    <p:cond delay="0"/>
                                  </p:stCondLst>
                                  <p:childTnLst>
                                    <p:set>
                                      <p:cBhvr>
                                        <p:cTn id="16" dur="1" fill="hold">
                                          <p:stCondLst>
                                            <p:cond delay="0"/>
                                          </p:stCondLst>
                                        </p:cTn>
                                        <p:tgtEl>
                                          <p:spTgt spid="39939">
                                            <p:txEl>
                                              <p:pRg st="5" end="5"/>
                                            </p:txEl>
                                          </p:spTgt>
                                        </p:tgtEl>
                                        <p:attrNameLst>
                                          <p:attrName>style.visibility</p:attrName>
                                        </p:attrNameLst>
                                      </p:cBhvr>
                                      <p:to>
                                        <p:strVal val="visible"/>
                                      </p:to>
                                    </p:set>
                                    <p:anim calcmode="lin" valueType="num">
                                      <p:cBhvr>
                                        <p:cTn id="17" dur="500" fill="hold"/>
                                        <p:tgtEl>
                                          <p:spTgt spid="39939">
                                            <p:txEl>
                                              <p:pRg st="5" end="5"/>
                                            </p:txEl>
                                          </p:spTgt>
                                        </p:tgtEl>
                                        <p:attrNameLst>
                                          <p:attrName>ppt_w</p:attrName>
                                        </p:attrNameLst>
                                      </p:cBhvr>
                                      <p:tavLst>
                                        <p:tav tm="0">
                                          <p:val>
                                            <p:fltVal val="0"/>
                                          </p:val>
                                        </p:tav>
                                        <p:tav tm="100000">
                                          <p:val>
                                            <p:strVal val="#ppt_w"/>
                                          </p:val>
                                        </p:tav>
                                      </p:tavLst>
                                    </p:anim>
                                    <p:anim calcmode="lin" valueType="num">
                                      <p:cBhvr>
                                        <p:cTn id="18" dur="500" fill="hold"/>
                                        <p:tgtEl>
                                          <p:spTgt spid="39939">
                                            <p:txEl>
                                              <p:pRg st="5" end="5"/>
                                            </p:txEl>
                                          </p:spTgt>
                                        </p:tgtEl>
                                        <p:attrNameLst>
                                          <p:attrName>ppt_h</p:attrName>
                                        </p:attrNameLst>
                                      </p:cBhvr>
                                      <p:tavLst>
                                        <p:tav tm="0">
                                          <p:val>
                                            <p:fltVal val="0"/>
                                          </p:val>
                                        </p:tav>
                                        <p:tav tm="100000">
                                          <p:val>
                                            <p:strVal val="#ppt_h"/>
                                          </p:val>
                                        </p:tav>
                                      </p:tavLst>
                                    </p:anim>
                                    <p:animEffect transition="in" filter="fade">
                                      <p:cBhvr>
                                        <p:cTn id="19" dur="500"/>
                                        <p:tgtEl>
                                          <p:spTgt spid="39939">
                                            <p:txEl>
                                              <p:pRg st="5" end="5"/>
                                            </p:txEl>
                                          </p:spTgt>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53" presetClass="entr" presetSubtype="0" fill="hold" nodeType="clickEffect">
                                  <p:stCondLst>
                                    <p:cond delay="0"/>
                                  </p:stCondLst>
                                  <p:childTnLst>
                                    <p:set>
                                      <p:cBhvr>
                                        <p:cTn id="23" dur="1" fill="hold">
                                          <p:stCondLst>
                                            <p:cond delay="0"/>
                                          </p:stCondLst>
                                        </p:cTn>
                                        <p:tgtEl>
                                          <p:spTgt spid="39939">
                                            <p:txEl>
                                              <p:pRg st="3" end="3"/>
                                            </p:txEl>
                                          </p:spTgt>
                                        </p:tgtEl>
                                        <p:attrNameLst>
                                          <p:attrName>style.visibility</p:attrName>
                                        </p:attrNameLst>
                                      </p:cBhvr>
                                      <p:to>
                                        <p:strVal val="visible"/>
                                      </p:to>
                                    </p:set>
                                    <p:anim calcmode="lin" valueType="num">
                                      <p:cBhvr>
                                        <p:cTn id="24" dur="500" fill="hold"/>
                                        <p:tgtEl>
                                          <p:spTgt spid="39939">
                                            <p:txEl>
                                              <p:pRg st="3" end="3"/>
                                            </p:txEl>
                                          </p:spTgt>
                                        </p:tgtEl>
                                        <p:attrNameLst>
                                          <p:attrName>ppt_w</p:attrName>
                                        </p:attrNameLst>
                                      </p:cBhvr>
                                      <p:tavLst>
                                        <p:tav tm="0">
                                          <p:val>
                                            <p:fltVal val="0"/>
                                          </p:val>
                                        </p:tav>
                                        <p:tav tm="100000">
                                          <p:val>
                                            <p:strVal val="#ppt_w"/>
                                          </p:val>
                                        </p:tav>
                                      </p:tavLst>
                                    </p:anim>
                                    <p:anim calcmode="lin" valueType="num">
                                      <p:cBhvr>
                                        <p:cTn id="25" dur="500" fill="hold"/>
                                        <p:tgtEl>
                                          <p:spTgt spid="39939">
                                            <p:txEl>
                                              <p:pRg st="3" end="3"/>
                                            </p:txEl>
                                          </p:spTgt>
                                        </p:tgtEl>
                                        <p:attrNameLst>
                                          <p:attrName>ppt_h</p:attrName>
                                        </p:attrNameLst>
                                      </p:cBhvr>
                                      <p:tavLst>
                                        <p:tav tm="0">
                                          <p:val>
                                            <p:fltVal val="0"/>
                                          </p:val>
                                        </p:tav>
                                        <p:tav tm="100000">
                                          <p:val>
                                            <p:strVal val="#ppt_h"/>
                                          </p:val>
                                        </p:tav>
                                      </p:tavLst>
                                    </p:anim>
                                    <p:animEffect transition="in" filter="fade">
                                      <p:cBhvr>
                                        <p:cTn id="26" dur="500"/>
                                        <p:tgtEl>
                                          <p:spTgt spid="39939">
                                            <p:txEl>
                                              <p:pRg st="3" end="3"/>
                                            </p:txEl>
                                          </p:spTgt>
                                        </p:tgtEl>
                                      </p:cBhvr>
                                    </p:animEffect>
                                  </p:childTnLst>
                                </p:cTn>
                              </p:par>
                              <p:par>
                                <p:cTn id="27" presetID="53" presetClass="entr" presetSubtype="0" fill="hold" nodeType="withEffect">
                                  <p:stCondLst>
                                    <p:cond delay="0"/>
                                  </p:stCondLst>
                                  <p:childTnLst>
                                    <p:set>
                                      <p:cBhvr>
                                        <p:cTn id="28" dur="1" fill="hold">
                                          <p:stCondLst>
                                            <p:cond delay="0"/>
                                          </p:stCondLst>
                                        </p:cTn>
                                        <p:tgtEl>
                                          <p:spTgt spid="39939">
                                            <p:txEl>
                                              <p:pRg st="4" end="4"/>
                                            </p:txEl>
                                          </p:spTgt>
                                        </p:tgtEl>
                                        <p:attrNameLst>
                                          <p:attrName>style.visibility</p:attrName>
                                        </p:attrNameLst>
                                      </p:cBhvr>
                                      <p:to>
                                        <p:strVal val="visible"/>
                                      </p:to>
                                    </p:set>
                                    <p:anim calcmode="lin" valueType="num">
                                      <p:cBhvr>
                                        <p:cTn id="29" dur="500" fill="hold"/>
                                        <p:tgtEl>
                                          <p:spTgt spid="39939">
                                            <p:txEl>
                                              <p:pRg st="4" end="4"/>
                                            </p:txEl>
                                          </p:spTgt>
                                        </p:tgtEl>
                                        <p:attrNameLst>
                                          <p:attrName>ppt_w</p:attrName>
                                        </p:attrNameLst>
                                      </p:cBhvr>
                                      <p:tavLst>
                                        <p:tav tm="0">
                                          <p:val>
                                            <p:fltVal val="0"/>
                                          </p:val>
                                        </p:tav>
                                        <p:tav tm="100000">
                                          <p:val>
                                            <p:strVal val="#ppt_w"/>
                                          </p:val>
                                        </p:tav>
                                      </p:tavLst>
                                    </p:anim>
                                    <p:anim calcmode="lin" valueType="num">
                                      <p:cBhvr>
                                        <p:cTn id="30" dur="500" fill="hold"/>
                                        <p:tgtEl>
                                          <p:spTgt spid="39939">
                                            <p:txEl>
                                              <p:pRg st="4" end="4"/>
                                            </p:txEl>
                                          </p:spTgt>
                                        </p:tgtEl>
                                        <p:attrNameLst>
                                          <p:attrName>ppt_h</p:attrName>
                                        </p:attrNameLst>
                                      </p:cBhvr>
                                      <p:tavLst>
                                        <p:tav tm="0">
                                          <p:val>
                                            <p:fltVal val="0"/>
                                          </p:val>
                                        </p:tav>
                                        <p:tav tm="100000">
                                          <p:val>
                                            <p:strVal val="#ppt_h"/>
                                          </p:val>
                                        </p:tav>
                                      </p:tavLst>
                                    </p:anim>
                                    <p:animEffect transition="in" filter="fade">
                                      <p:cBhvr>
                                        <p:cTn id="31" dur="500"/>
                                        <p:tgtEl>
                                          <p:spTgt spid="39939">
                                            <p:txEl>
                                              <p:pRg st="4" end="4"/>
                                            </p:txEl>
                                          </p:spTgt>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53" presetClass="entr" presetSubtype="0" fill="hold" nodeType="clickEffect">
                                  <p:stCondLst>
                                    <p:cond delay="0"/>
                                  </p:stCondLst>
                                  <p:childTnLst>
                                    <p:set>
                                      <p:cBhvr>
                                        <p:cTn id="35" dur="1" fill="hold">
                                          <p:stCondLst>
                                            <p:cond delay="0"/>
                                          </p:stCondLst>
                                        </p:cTn>
                                        <p:tgtEl>
                                          <p:spTgt spid="39939">
                                            <p:txEl>
                                              <p:pRg st="6" end="6"/>
                                            </p:txEl>
                                          </p:spTgt>
                                        </p:tgtEl>
                                        <p:attrNameLst>
                                          <p:attrName>style.visibility</p:attrName>
                                        </p:attrNameLst>
                                      </p:cBhvr>
                                      <p:to>
                                        <p:strVal val="visible"/>
                                      </p:to>
                                    </p:set>
                                    <p:anim calcmode="lin" valueType="num">
                                      <p:cBhvr>
                                        <p:cTn id="36" dur="500" fill="hold"/>
                                        <p:tgtEl>
                                          <p:spTgt spid="39939">
                                            <p:txEl>
                                              <p:pRg st="6" end="6"/>
                                            </p:txEl>
                                          </p:spTgt>
                                        </p:tgtEl>
                                        <p:attrNameLst>
                                          <p:attrName>ppt_w</p:attrName>
                                        </p:attrNameLst>
                                      </p:cBhvr>
                                      <p:tavLst>
                                        <p:tav tm="0">
                                          <p:val>
                                            <p:fltVal val="0"/>
                                          </p:val>
                                        </p:tav>
                                        <p:tav tm="100000">
                                          <p:val>
                                            <p:strVal val="#ppt_w"/>
                                          </p:val>
                                        </p:tav>
                                      </p:tavLst>
                                    </p:anim>
                                    <p:anim calcmode="lin" valueType="num">
                                      <p:cBhvr>
                                        <p:cTn id="37" dur="500" fill="hold"/>
                                        <p:tgtEl>
                                          <p:spTgt spid="39939">
                                            <p:txEl>
                                              <p:pRg st="6" end="6"/>
                                            </p:txEl>
                                          </p:spTgt>
                                        </p:tgtEl>
                                        <p:attrNameLst>
                                          <p:attrName>ppt_h</p:attrName>
                                        </p:attrNameLst>
                                      </p:cBhvr>
                                      <p:tavLst>
                                        <p:tav tm="0">
                                          <p:val>
                                            <p:fltVal val="0"/>
                                          </p:val>
                                        </p:tav>
                                        <p:tav tm="100000">
                                          <p:val>
                                            <p:strVal val="#ppt_h"/>
                                          </p:val>
                                        </p:tav>
                                      </p:tavLst>
                                    </p:anim>
                                    <p:animEffect transition="in" filter="fade">
                                      <p:cBhvr>
                                        <p:cTn id="38" dur="500"/>
                                        <p:tgtEl>
                                          <p:spTgt spid="39939">
                                            <p:txEl>
                                              <p:pRg st="6" end="6"/>
                                            </p:txEl>
                                          </p:spTgt>
                                        </p:tgtEl>
                                      </p:cBhvr>
                                    </p:animEffect>
                                  </p:childTnLst>
                                </p:cTn>
                              </p:par>
                              <p:par>
                                <p:cTn id="39" presetID="53" presetClass="entr" presetSubtype="0" fill="hold" nodeType="withEffect">
                                  <p:stCondLst>
                                    <p:cond delay="0"/>
                                  </p:stCondLst>
                                  <p:childTnLst>
                                    <p:set>
                                      <p:cBhvr>
                                        <p:cTn id="40" dur="1" fill="hold">
                                          <p:stCondLst>
                                            <p:cond delay="0"/>
                                          </p:stCondLst>
                                        </p:cTn>
                                        <p:tgtEl>
                                          <p:spTgt spid="39939">
                                            <p:txEl>
                                              <p:pRg st="7" end="7"/>
                                            </p:txEl>
                                          </p:spTgt>
                                        </p:tgtEl>
                                        <p:attrNameLst>
                                          <p:attrName>style.visibility</p:attrName>
                                        </p:attrNameLst>
                                      </p:cBhvr>
                                      <p:to>
                                        <p:strVal val="visible"/>
                                      </p:to>
                                    </p:set>
                                    <p:anim calcmode="lin" valueType="num">
                                      <p:cBhvr>
                                        <p:cTn id="41" dur="500" fill="hold"/>
                                        <p:tgtEl>
                                          <p:spTgt spid="39939">
                                            <p:txEl>
                                              <p:pRg st="7" end="7"/>
                                            </p:txEl>
                                          </p:spTgt>
                                        </p:tgtEl>
                                        <p:attrNameLst>
                                          <p:attrName>ppt_w</p:attrName>
                                        </p:attrNameLst>
                                      </p:cBhvr>
                                      <p:tavLst>
                                        <p:tav tm="0">
                                          <p:val>
                                            <p:fltVal val="0"/>
                                          </p:val>
                                        </p:tav>
                                        <p:tav tm="100000">
                                          <p:val>
                                            <p:strVal val="#ppt_w"/>
                                          </p:val>
                                        </p:tav>
                                      </p:tavLst>
                                    </p:anim>
                                    <p:anim calcmode="lin" valueType="num">
                                      <p:cBhvr>
                                        <p:cTn id="42" dur="500" fill="hold"/>
                                        <p:tgtEl>
                                          <p:spTgt spid="39939">
                                            <p:txEl>
                                              <p:pRg st="7" end="7"/>
                                            </p:txEl>
                                          </p:spTgt>
                                        </p:tgtEl>
                                        <p:attrNameLst>
                                          <p:attrName>ppt_h</p:attrName>
                                        </p:attrNameLst>
                                      </p:cBhvr>
                                      <p:tavLst>
                                        <p:tav tm="0">
                                          <p:val>
                                            <p:fltVal val="0"/>
                                          </p:val>
                                        </p:tav>
                                        <p:tav tm="100000">
                                          <p:val>
                                            <p:strVal val="#ppt_h"/>
                                          </p:val>
                                        </p:tav>
                                      </p:tavLst>
                                    </p:anim>
                                    <p:animEffect transition="in" filter="fade">
                                      <p:cBhvr>
                                        <p:cTn id="43" dur="500"/>
                                        <p:tgtEl>
                                          <p:spTgt spid="3993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内容占位符 2"/>
          <p:cNvSpPr>
            <a:spLocks noGrp="1"/>
          </p:cNvSpPr>
          <p:nvPr>
            <p:ph idx="1"/>
          </p:nvPr>
        </p:nvSpPr>
        <p:spPr>
          <a:xfrm>
            <a:off x="428625" y="703263"/>
            <a:ext cx="5927725" cy="3225800"/>
          </a:xfrm>
        </p:spPr>
        <p:txBody>
          <a:bodyPr/>
          <a:lstStyle/>
          <a:p>
            <a:pPr eaLnBrk="1" hangingPunct="1">
              <a:buClrTx/>
              <a:buFont typeface="Wingdings" panose="05000000000000000000" pitchFamily="2" charset="2"/>
              <a:buChar char="Ø"/>
            </a:pPr>
            <a:r>
              <a:rPr lang="zh-CN" altLang="en-US" sz="2500" b="1">
                <a:solidFill>
                  <a:schemeClr val="tx1"/>
                </a:solidFill>
                <a:cs typeface="Times New Roman" panose="02020603050405020304" pitchFamily="18" charset="0"/>
              </a:rPr>
              <a:t>例</a:t>
            </a:r>
            <a:r>
              <a:rPr lang="en-US" altLang="zh-CN" sz="2500" b="1">
                <a:solidFill>
                  <a:schemeClr val="tx1"/>
                </a:solidFill>
                <a:cs typeface="Times New Roman" panose="02020603050405020304" pitchFamily="18" charset="0"/>
              </a:rPr>
              <a:t>: </a:t>
            </a:r>
            <a:r>
              <a:rPr lang="en-US" altLang="zh-CN" sz="2500" b="1" i="1">
                <a:solidFill>
                  <a:schemeClr val="tx1"/>
                </a:solidFill>
                <a:ea typeface="楷体_GB2312"/>
                <a:cs typeface="Times New Roman" panose="02020603050405020304" pitchFamily="18" charset="0"/>
              </a:rPr>
              <a:t>Pascal</a:t>
            </a:r>
            <a:endParaRPr lang="zh-CN" altLang="en-US" sz="2500" b="1" i="1">
              <a:solidFill>
                <a:schemeClr val="tx1"/>
              </a:solidFill>
              <a:ea typeface="楷体_GB2312"/>
              <a:cs typeface="Times New Roman" panose="02020603050405020304" pitchFamily="18" charset="0"/>
            </a:endParaRPr>
          </a:p>
        </p:txBody>
      </p:sp>
      <p:sp>
        <p:nvSpPr>
          <p:cNvPr id="90115" name="标题 1"/>
          <p:cNvSpPr>
            <a:spLocks noGrp="1"/>
          </p:cNvSpPr>
          <p:nvPr>
            <p:ph type="title"/>
          </p:nvPr>
        </p:nvSpPr>
        <p:spPr>
          <a:xfrm>
            <a:off x="755650" y="268288"/>
            <a:ext cx="7931150" cy="358775"/>
          </a:xfrm>
        </p:spPr>
        <p:txBody>
          <a:bodyPr/>
          <a:lstStyle/>
          <a:p>
            <a:r>
              <a:rPr lang="zh-CN" altLang="en-US" sz="300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支持过程嵌套声明的语言</a:t>
            </a:r>
          </a:p>
        </p:txBody>
      </p:sp>
      <p:sp>
        <p:nvSpPr>
          <p:cNvPr id="2" name="矩形 1"/>
          <p:cNvSpPr/>
          <p:nvPr/>
        </p:nvSpPr>
        <p:spPr>
          <a:xfrm>
            <a:off x="785813" y="1143000"/>
            <a:ext cx="7751762" cy="3857625"/>
          </a:xfrm>
          <a:prstGeom prst="rect">
            <a:avLst/>
          </a:prstGeom>
          <a:solidFill>
            <a:schemeClr val="accent2">
              <a:lumMod val="40000"/>
              <a:lumOff val="60000"/>
            </a:schemeClr>
          </a:solidFill>
          <a:ln>
            <a:solidFill>
              <a:schemeClr val="tx1"/>
            </a:solidFill>
          </a:ln>
        </p:spPr>
        <p:txBody>
          <a:bodyPr lIns="68580" tIns="34290" rIns="68580" bIns="34290">
            <a:spAutoFit/>
          </a:bodyPr>
          <a:lstStyle/>
          <a:p>
            <a:pPr marL="257175" indent="-257175" algn="just" eaLnBrk="1" hangingPunct="1">
              <a:lnSpc>
                <a:spcPct val="80000"/>
              </a:lnSpc>
              <a:spcBef>
                <a:spcPct val="12000"/>
              </a:spcBef>
              <a:buClr>
                <a:srgbClr val="3333CC"/>
              </a:buClr>
              <a:buSzPct val="60000"/>
              <a:defRPr/>
            </a:pPr>
            <a:r>
              <a:rPr lang="en-US" altLang="zh-CN" i="1" kern="0" dirty="0">
                <a:solidFill>
                  <a:srgbClr val="000000"/>
                </a:solidFill>
                <a:latin typeface="Times New Roman" panose="02020603050405020304" pitchFamily="18" charset="0"/>
                <a:ea typeface="楷体_GB2312" pitchFamily="49" charset="-122"/>
              </a:rPr>
              <a:t>program</a:t>
            </a:r>
            <a:r>
              <a:rPr lang="en-US" altLang="zh-CN" kern="0" dirty="0">
                <a:solidFill>
                  <a:srgbClr val="000000"/>
                </a:solidFill>
                <a:latin typeface="Times New Roman" panose="02020603050405020304" pitchFamily="18" charset="0"/>
                <a:ea typeface="楷体_GB2312" pitchFamily="49" charset="-122"/>
              </a:rPr>
              <a:t> </a:t>
            </a:r>
            <a:r>
              <a:rPr lang="en-US" altLang="zh-CN" i="1" kern="0" dirty="0">
                <a:solidFill>
                  <a:srgbClr val="FF0000"/>
                </a:solidFill>
                <a:latin typeface="Times New Roman" panose="02020603050405020304" pitchFamily="18" charset="0"/>
                <a:ea typeface="楷体_GB2312" pitchFamily="49" charset="-122"/>
              </a:rPr>
              <a:t>sort </a:t>
            </a:r>
            <a:r>
              <a:rPr lang="en-US" altLang="zh-CN" kern="0" dirty="0">
                <a:solidFill>
                  <a:srgbClr val="000000"/>
                </a:solidFill>
                <a:latin typeface="Times New Roman" panose="02020603050405020304" pitchFamily="18" charset="0"/>
                <a:ea typeface="楷体_GB2312" pitchFamily="49" charset="-122"/>
              </a:rPr>
              <a:t>( </a:t>
            </a:r>
            <a:r>
              <a:rPr lang="en-US" altLang="zh-CN" i="1" kern="0" dirty="0">
                <a:solidFill>
                  <a:srgbClr val="000000"/>
                </a:solidFill>
                <a:latin typeface="Times New Roman" panose="02020603050405020304" pitchFamily="18" charset="0"/>
                <a:ea typeface="楷体_GB2312" pitchFamily="49" charset="-122"/>
              </a:rPr>
              <a:t>input</a:t>
            </a:r>
            <a:r>
              <a:rPr lang="en-US" altLang="zh-CN" kern="0" dirty="0">
                <a:solidFill>
                  <a:srgbClr val="000000"/>
                </a:solidFill>
                <a:latin typeface="Times New Roman" panose="02020603050405020304" pitchFamily="18" charset="0"/>
                <a:ea typeface="楷体_GB2312" pitchFamily="49" charset="-122"/>
              </a:rPr>
              <a:t>, </a:t>
            </a:r>
            <a:r>
              <a:rPr lang="en-US" altLang="zh-CN" i="1" kern="0" dirty="0">
                <a:solidFill>
                  <a:srgbClr val="000000"/>
                </a:solidFill>
                <a:latin typeface="Times New Roman" panose="02020603050405020304" pitchFamily="18" charset="0"/>
                <a:ea typeface="楷体_GB2312" pitchFamily="49" charset="-122"/>
              </a:rPr>
              <a:t>output</a:t>
            </a:r>
            <a:r>
              <a:rPr lang="en-US" altLang="zh-CN" kern="0" dirty="0">
                <a:solidFill>
                  <a:srgbClr val="000000"/>
                </a:solidFill>
                <a:latin typeface="Times New Roman" panose="02020603050405020304" pitchFamily="18" charset="0"/>
                <a:ea typeface="楷体_GB2312" pitchFamily="49" charset="-122"/>
              </a:rPr>
              <a:t> );</a:t>
            </a:r>
          </a:p>
          <a:p>
            <a:pPr marL="257175" indent="-257175" algn="just" eaLnBrk="1" hangingPunct="1">
              <a:lnSpc>
                <a:spcPct val="80000"/>
              </a:lnSpc>
              <a:spcBef>
                <a:spcPct val="12000"/>
              </a:spcBef>
              <a:buClr>
                <a:srgbClr val="3333CC"/>
              </a:buClr>
              <a:buSzPct val="60000"/>
              <a:defRPr/>
            </a:pPr>
            <a:r>
              <a:rPr lang="en-US" altLang="zh-CN" kern="0" dirty="0">
                <a:solidFill>
                  <a:srgbClr val="000000"/>
                </a:solidFill>
                <a:latin typeface="Times New Roman" panose="02020603050405020304" pitchFamily="18" charset="0"/>
                <a:ea typeface="楷体_GB2312" pitchFamily="49" charset="-122"/>
              </a:rPr>
              <a:t>	</a:t>
            </a:r>
            <a:r>
              <a:rPr lang="en-US" altLang="zh-CN" i="1" kern="0" dirty="0" err="1">
                <a:solidFill>
                  <a:srgbClr val="000000"/>
                </a:solidFill>
                <a:latin typeface="Times New Roman" panose="02020603050405020304" pitchFamily="18" charset="0"/>
                <a:ea typeface="楷体_GB2312" pitchFamily="49" charset="-122"/>
              </a:rPr>
              <a:t>var</a:t>
            </a:r>
            <a:r>
              <a:rPr lang="en-US" altLang="zh-CN" kern="0" dirty="0">
                <a:solidFill>
                  <a:srgbClr val="000000"/>
                </a:solidFill>
                <a:latin typeface="Times New Roman" panose="02020603050405020304" pitchFamily="18" charset="0"/>
                <a:ea typeface="楷体_GB2312" pitchFamily="49" charset="-122"/>
              </a:rPr>
              <a:t> </a:t>
            </a:r>
            <a:r>
              <a:rPr lang="en-US" altLang="zh-CN" i="1" kern="0" dirty="0">
                <a:solidFill>
                  <a:srgbClr val="000000"/>
                </a:solidFill>
                <a:latin typeface="Times New Roman" panose="02020603050405020304" pitchFamily="18" charset="0"/>
                <a:ea typeface="楷体_GB2312" pitchFamily="49" charset="-122"/>
              </a:rPr>
              <a:t>a</a:t>
            </a:r>
            <a:r>
              <a:rPr lang="en-US" altLang="zh-CN" kern="0" dirty="0">
                <a:solidFill>
                  <a:srgbClr val="000000"/>
                </a:solidFill>
                <a:latin typeface="Times New Roman" panose="02020603050405020304" pitchFamily="18" charset="0"/>
                <a:ea typeface="楷体_GB2312" pitchFamily="49" charset="-122"/>
              </a:rPr>
              <a:t>: </a:t>
            </a:r>
            <a:r>
              <a:rPr lang="en-US" altLang="zh-CN" i="1" kern="0" dirty="0">
                <a:solidFill>
                  <a:srgbClr val="000000"/>
                </a:solidFill>
                <a:latin typeface="Times New Roman" panose="02020603050405020304" pitchFamily="18" charset="0"/>
                <a:ea typeface="楷体_GB2312" pitchFamily="49" charset="-122"/>
              </a:rPr>
              <a:t>array</a:t>
            </a:r>
            <a:r>
              <a:rPr lang="en-US" altLang="zh-CN" kern="0" dirty="0">
                <a:solidFill>
                  <a:srgbClr val="000000"/>
                </a:solidFill>
                <a:latin typeface="Times New Roman" panose="02020603050405020304" pitchFamily="18" charset="0"/>
                <a:ea typeface="楷体_GB2312" pitchFamily="49" charset="-122"/>
              </a:rPr>
              <a:t>[0..10] </a:t>
            </a:r>
            <a:r>
              <a:rPr lang="en-US" altLang="zh-CN" i="1" kern="0" dirty="0">
                <a:solidFill>
                  <a:srgbClr val="000000"/>
                </a:solidFill>
                <a:latin typeface="Times New Roman" panose="02020603050405020304" pitchFamily="18" charset="0"/>
                <a:ea typeface="楷体_GB2312" pitchFamily="49" charset="-122"/>
              </a:rPr>
              <a:t>of integer</a:t>
            </a:r>
            <a:r>
              <a:rPr lang="en-US" altLang="zh-CN" kern="0" dirty="0">
                <a:solidFill>
                  <a:srgbClr val="000000"/>
                </a:solidFill>
                <a:latin typeface="Times New Roman" panose="02020603050405020304" pitchFamily="18" charset="0"/>
                <a:ea typeface="楷体_GB2312" pitchFamily="49" charset="-122"/>
              </a:rPr>
              <a:t>; </a:t>
            </a:r>
          </a:p>
          <a:p>
            <a:pPr marL="257175" indent="-257175" algn="just" eaLnBrk="1" hangingPunct="1">
              <a:lnSpc>
                <a:spcPct val="80000"/>
              </a:lnSpc>
              <a:spcBef>
                <a:spcPct val="12000"/>
              </a:spcBef>
              <a:buClr>
                <a:srgbClr val="3333CC"/>
              </a:buClr>
              <a:buSzPct val="60000"/>
              <a:defRPr/>
            </a:pPr>
            <a:r>
              <a:rPr lang="en-US" altLang="zh-CN" i="1" kern="0" dirty="0">
                <a:solidFill>
                  <a:srgbClr val="000000"/>
                </a:solidFill>
                <a:latin typeface="Times New Roman" panose="02020603050405020304" pitchFamily="18" charset="0"/>
                <a:ea typeface="楷体_GB2312" pitchFamily="49" charset="-122"/>
              </a:rPr>
              <a:t>           x</a:t>
            </a:r>
            <a:r>
              <a:rPr lang="en-US" altLang="zh-CN" kern="0" dirty="0">
                <a:solidFill>
                  <a:srgbClr val="000000"/>
                </a:solidFill>
                <a:latin typeface="Times New Roman" panose="02020603050405020304" pitchFamily="18" charset="0"/>
                <a:ea typeface="楷体_GB2312" pitchFamily="49" charset="-122"/>
              </a:rPr>
              <a:t>: </a:t>
            </a:r>
            <a:r>
              <a:rPr lang="en-US" altLang="zh-CN" i="1" kern="0" dirty="0">
                <a:solidFill>
                  <a:srgbClr val="000000"/>
                </a:solidFill>
                <a:latin typeface="Times New Roman" panose="02020603050405020304" pitchFamily="18" charset="0"/>
                <a:ea typeface="楷体_GB2312" pitchFamily="49" charset="-122"/>
              </a:rPr>
              <a:t>integer</a:t>
            </a:r>
            <a:r>
              <a:rPr lang="en-US" altLang="zh-CN" kern="0" dirty="0">
                <a:solidFill>
                  <a:srgbClr val="000000"/>
                </a:solidFill>
                <a:latin typeface="Times New Roman" panose="02020603050405020304" pitchFamily="18" charset="0"/>
                <a:ea typeface="楷体_GB2312" pitchFamily="49" charset="-122"/>
              </a:rPr>
              <a:t>;</a:t>
            </a:r>
          </a:p>
          <a:p>
            <a:pPr marL="257175" indent="-257175" algn="just" eaLnBrk="1" hangingPunct="1">
              <a:lnSpc>
                <a:spcPct val="80000"/>
              </a:lnSpc>
              <a:spcBef>
                <a:spcPct val="12000"/>
              </a:spcBef>
              <a:buClr>
                <a:srgbClr val="3333CC"/>
              </a:buClr>
              <a:buSzPct val="60000"/>
              <a:defRPr/>
            </a:pPr>
            <a:r>
              <a:rPr lang="en-US" altLang="zh-CN" kern="0" dirty="0">
                <a:solidFill>
                  <a:srgbClr val="000000"/>
                </a:solidFill>
                <a:latin typeface="Times New Roman" panose="02020603050405020304" pitchFamily="18" charset="0"/>
                <a:ea typeface="楷体_GB2312" pitchFamily="49" charset="-122"/>
              </a:rPr>
              <a:t>   	</a:t>
            </a:r>
            <a:r>
              <a:rPr lang="en-US" altLang="zh-CN" i="1" kern="0" dirty="0">
                <a:solidFill>
                  <a:srgbClr val="000000"/>
                </a:solidFill>
                <a:latin typeface="Times New Roman" panose="02020603050405020304" pitchFamily="18" charset="0"/>
                <a:ea typeface="楷体_GB2312" pitchFamily="49" charset="-122"/>
              </a:rPr>
              <a:t>procedure</a:t>
            </a:r>
            <a:r>
              <a:rPr lang="en-US" altLang="zh-CN" kern="0" dirty="0">
                <a:solidFill>
                  <a:srgbClr val="000000"/>
                </a:solidFill>
                <a:latin typeface="Times New Roman" panose="02020603050405020304" pitchFamily="18" charset="0"/>
                <a:ea typeface="楷体_GB2312" pitchFamily="49" charset="-122"/>
              </a:rPr>
              <a:t> </a:t>
            </a:r>
            <a:r>
              <a:rPr lang="en-US" altLang="zh-CN" i="1" kern="0" dirty="0" err="1">
                <a:solidFill>
                  <a:srgbClr val="FF0000"/>
                </a:solidFill>
                <a:latin typeface="Times New Roman" panose="02020603050405020304" pitchFamily="18" charset="0"/>
                <a:ea typeface="楷体_GB2312" pitchFamily="49" charset="-122"/>
              </a:rPr>
              <a:t>readarray</a:t>
            </a:r>
            <a:r>
              <a:rPr lang="en-US" altLang="zh-CN" kern="0" dirty="0">
                <a:solidFill>
                  <a:srgbClr val="000000"/>
                </a:solidFill>
                <a:latin typeface="Times New Roman" panose="02020603050405020304" pitchFamily="18" charset="0"/>
                <a:ea typeface="楷体_GB2312" pitchFamily="49" charset="-122"/>
              </a:rPr>
              <a:t>;</a:t>
            </a:r>
          </a:p>
          <a:p>
            <a:pPr marL="257175" indent="-257175" algn="just" eaLnBrk="1" hangingPunct="1">
              <a:lnSpc>
                <a:spcPct val="80000"/>
              </a:lnSpc>
              <a:spcBef>
                <a:spcPct val="12000"/>
              </a:spcBef>
              <a:buClr>
                <a:srgbClr val="3333CC"/>
              </a:buClr>
              <a:buSzPct val="60000"/>
              <a:defRPr/>
            </a:pPr>
            <a:r>
              <a:rPr lang="en-US" altLang="zh-CN" kern="0" dirty="0">
                <a:solidFill>
                  <a:srgbClr val="000000"/>
                </a:solidFill>
                <a:latin typeface="Times New Roman" panose="02020603050405020304" pitchFamily="18" charset="0"/>
                <a:ea typeface="楷体_GB2312" pitchFamily="49" charset="-122"/>
              </a:rPr>
              <a:t>		</a:t>
            </a:r>
            <a:r>
              <a:rPr lang="en-US" altLang="zh-CN" i="1" kern="0" dirty="0" err="1">
                <a:solidFill>
                  <a:srgbClr val="000000"/>
                </a:solidFill>
                <a:latin typeface="Times New Roman" panose="02020603050405020304" pitchFamily="18" charset="0"/>
                <a:ea typeface="楷体_GB2312" pitchFamily="49" charset="-122"/>
              </a:rPr>
              <a:t>var</a:t>
            </a:r>
            <a:r>
              <a:rPr lang="en-US" altLang="zh-CN" kern="0" dirty="0">
                <a:solidFill>
                  <a:srgbClr val="000000"/>
                </a:solidFill>
                <a:latin typeface="Times New Roman" panose="02020603050405020304" pitchFamily="18" charset="0"/>
                <a:ea typeface="楷体_GB2312" pitchFamily="49" charset="-122"/>
              </a:rPr>
              <a:t> </a:t>
            </a:r>
            <a:r>
              <a:rPr lang="en-US" altLang="zh-CN" i="1" kern="0" dirty="0">
                <a:solidFill>
                  <a:srgbClr val="000000"/>
                </a:solidFill>
                <a:latin typeface="Times New Roman" panose="02020603050405020304" pitchFamily="18" charset="0"/>
                <a:ea typeface="楷体_GB2312" pitchFamily="49" charset="-122"/>
              </a:rPr>
              <a:t>i</a:t>
            </a:r>
            <a:r>
              <a:rPr lang="en-US" altLang="zh-CN" kern="0" dirty="0">
                <a:solidFill>
                  <a:srgbClr val="000000"/>
                </a:solidFill>
                <a:latin typeface="Times New Roman" panose="02020603050405020304" pitchFamily="18" charset="0"/>
                <a:ea typeface="楷体_GB2312" pitchFamily="49" charset="-122"/>
              </a:rPr>
              <a:t>: </a:t>
            </a:r>
            <a:r>
              <a:rPr lang="en-US" altLang="zh-CN" i="1" kern="0" dirty="0">
                <a:solidFill>
                  <a:srgbClr val="000000"/>
                </a:solidFill>
                <a:latin typeface="Times New Roman" panose="02020603050405020304" pitchFamily="18" charset="0"/>
                <a:ea typeface="楷体_GB2312" pitchFamily="49" charset="-122"/>
              </a:rPr>
              <a:t>integer</a:t>
            </a:r>
            <a:r>
              <a:rPr lang="en-US" altLang="zh-CN" kern="0" dirty="0">
                <a:solidFill>
                  <a:srgbClr val="000000"/>
                </a:solidFill>
                <a:latin typeface="Times New Roman" panose="02020603050405020304" pitchFamily="18" charset="0"/>
                <a:ea typeface="楷体_GB2312" pitchFamily="49" charset="-122"/>
              </a:rPr>
              <a:t>; </a:t>
            </a:r>
          </a:p>
          <a:p>
            <a:pPr marL="257175" indent="-257175" algn="just" eaLnBrk="1" hangingPunct="1">
              <a:lnSpc>
                <a:spcPct val="80000"/>
              </a:lnSpc>
              <a:spcBef>
                <a:spcPct val="12000"/>
              </a:spcBef>
              <a:buClr>
                <a:srgbClr val="3333CC"/>
              </a:buClr>
              <a:buSzPct val="60000"/>
              <a:defRPr/>
            </a:pPr>
            <a:r>
              <a:rPr lang="en-US" altLang="zh-CN" kern="0" dirty="0">
                <a:solidFill>
                  <a:srgbClr val="000000"/>
                </a:solidFill>
                <a:latin typeface="Times New Roman" panose="02020603050405020304" pitchFamily="18" charset="0"/>
                <a:ea typeface="楷体_GB2312" pitchFamily="49" charset="-122"/>
              </a:rPr>
              <a:t>		</a:t>
            </a:r>
            <a:r>
              <a:rPr lang="en-US" altLang="zh-CN" i="1" kern="0" dirty="0">
                <a:solidFill>
                  <a:srgbClr val="000000"/>
                </a:solidFill>
                <a:latin typeface="Times New Roman" panose="02020603050405020304" pitchFamily="18" charset="0"/>
                <a:ea typeface="楷体_GB2312" pitchFamily="49" charset="-122"/>
              </a:rPr>
              <a:t>begin</a:t>
            </a:r>
            <a:r>
              <a:rPr lang="en-US" altLang="zh-CN" kern="0" dirty="0">
                <a:solidFill>
                  <a:srgbClr val="000000"/>
                </a:solidFill>
                <a:latin typeface="Times New Roman" panose="02020603050405020304" pitchFamily="18" charset="0"/>
                <a:ea typeface="楷体_GB2312" pitchFamily="49" charset="-122"/>
              </a:rPr>
              <a:t> … </a:t>
            </a:r>
            <a:r>
              <a:rPr lang="en-US" altLang="zh-CN" i="1" kern="0" dirty="0">
                <a:solidFill>
                  <a:srgbClr val="0000FF"/>
                </a:solidFill>
                <a:latin typeface="Times New Roman" panose="02020603050405020304" pitchFamily="18" charset="0"/>
                <a:ea typeface="楷体_GB2312" pitchFamily="49" charset="-122"/>
              </a:rPr>
              <a:t>a</a:t>
            </a:r>
            <a:r>
              <a:rPr lang="en-US" altLang="zh-CN" kern="0" dirty="0">
                <a:solidFill>
                  <a:srgbClr val="000000"/>
                </a:solidFill>
                <a:latin typeface="Times New Roman" panose="02020603050405020304" pitchFamily="18" charset="0"/>
                <a:ea typeface="楷体_GB2312" pitchFamily="49" charset="-122"/>
              </a:rPr>
              <a:t> … </a:t>
            </a:r>
            <a:r>
              <a:rPr lang="en-US" altLang="zh-CN" i="1" kern="0" dirty="0">
                <a:solidFill>
                  <a:srgbClr val="000000"/>
                </a:solidFill>
                <a:latin typeface="Times New Roman" panose="02020603050405020304" pitchFamily="18" charset="0"/>
                <a:ea typeface="楷体_GB2312" pitchFamily="49" charset="-122"/>
              </a:rPr>
              <a:t>end</a:t>
            </a:r>
            <a:r>
              <a:rPr lang="en-US" altLang="zh-CN" kern="0" dirty="0">
                <a:solidFill>
                  <a:srgbClr val="000000"/>
                </a:solidFill>
                <a:latin typeface="Times New Roman" panose="02020603050405020304" pitchFamily="18" charset="0"/>
                <a:ea typeface="楷体_GB2312" pitchFamily="49" charset="-122"/>
              </a:rPr>
              <a:t> {</a:t>
            </a:r>
            <a:r>
              <a:rPr lang="en-US" altLang="zh-CN" i="1" kern="0" dirty="0" err="1">
                <a:solidFill>
                  <a:srgbClr val="0000FF"/>
                </a:solidFill>
                <a:latin typeface="Times New Roman" panose="02020603050405020304" pitchFamily="18" charset="0"/>
                <a:ea typeface="楷体_GB2312" pitchFamily="49" charset="-122"/>
              </a:rPr>
              <a:t>readarray</a:t>
            </a:r>
            <a:r>
              <a:rPr lang="en-US" altLang="zh-CN" kern="0" dirty="0">
                <a:solidFill>
                  <a:srgbClr val="000000"/>
                </a:solidFill>
                <a:latin typeface="Times New Roman" panose="02020603050405020304" pitchFamily="18" charset="0"/>
                <a:ea typeface="楷体_GB2312" pitchFamily="49" charset="-122"/>
              </a:rPr>
              <a:t>} </a:t>
            </a:r>
            <a:r>
              <a:rPr lang="zh-CN" altLang="en-US" kern="0" dirty="0">
                <a:solidFill>
                  <a:srgbClr val="000000"/>
                </a:solidFill>
                <a:latin typeface="Times New Roman" panose="02020603050405020304" pitchFamily="18" charset="0"/>
                <a:ea typeface="楷体_GB2312" pitchFamily="49" charset="-122"/>
              </a:rPr>
              <a:t>；</a:t>
            </a:r>
          </a:p>
          <a:p>
            <a:pPr marL="257175" indent="-257175" algn="just" eaLnBrk="1" hangingPunct="1">
              <a:lnSpc>
                <a:spcPct val="80000"/>
              </a:lnSpc>
              <a:spcBef>
                <a:spcPct val="12000"/>
              </a:spcBef>
              <a:buClr>
                <a:srgbClr val="3333CC"/>
              </a:buClr>
              <a:buSzPct val="60000"/>
              <a:defRPr/>
            </a:pPr>
            <a:r>
              <a:rPr lang="en-US" altLang="zh-CN" kern="0" dirty="0">
                <a:solidFill>
                  <a:srgbClr val="000000"/>
                </a:solidFill>
                <a:latin typeface="Times New Roman" panose="02020603050405020304" pitchFamily="18" charset="0"/>
                <a:ea typeface="楷体_GB2312" pitchFamily="49" charset="-122"/>
              </a:rPr>
              <a:t>	</a:t>
            </a:r>
            <a:r>
              <a:rPr lang="en-US" altLang="zh-CN" i="1" kern="0" dirty="0">
                <a:solidFill>
                  <a:srgbClr val="000000"/>
                </a:solidFill>
                <a:latin typeface="Times New Roman" panose="02020603050405020304" pitchFamily="18" charset="0"/>
                <a:ea typeface="楷体_GB2312" pitchFamily="49" charset="-122"/>
              </a:rPr>
              <a:t>procedure</a:t>
            </a:r>
            <a:r>
              <a:rPr lang="en-US" altLang="zh-CN" kern="0" dirty="0">
                <a:solidFill>
                  <a:srgbClr val="000000"/>
                </a:solidFill>
                <a:latin typeface="Times New Roman" panose="02020603050405020304" pitchFamily="18" charset="0"/>
                <a:ea typeface="楷体_GB2312" pitchFamily="49" charset="-122"/>
              </a:rPr>
              <a:t> </a:t>
            </a:r>
            <a:r>
              <a:rPr lang="en-US" altLang="zh-CN" i="1" kern="0" dirty="0">
                <a:solidFill>
                  <a:srgbClr val="FF0000"/>
                </a:solidFill>
                <a:latin typeface="Times New Roman" panose="02020603050405020304" pitchFamily="18" charset="0"/>
                <a:ea typeface="楷体_GB2312" pitchFamily="49" charset="-122"/>
              </a:rPr>
              <a:t>exchang</a:t>
            </a:r>
            <a:r>
              <a:rPr lang="en-US" altLang="zh-CN" kern="0" dirty="0">
                <a:solidFill>
                  <a:srgbClr val="FF0000"/>
                </a:solidFill>
                <a:latin typeface="Times New Roman" panose="02020603050405020304" pitchFamily="18" charset="0"/>
                <a:ea typeface="楷体_GB2312" pitchFamily="49" charset="-122"/>
              </a:rPr>
              <a:t>e</a:t>
            </a:r>
            <a:r>
              <a:rPr lang="en-US" altLang="zh-CN" kern="0" dirty="0">
                <a:solidFill>
                  <a:prstClr val="black"/>
                </a:solidFill>
                <a:latin typeface="Times New Roman" panose="02020603050405020304" pitchFamily="18" charset="0"/>
                <a:ea typeface="楷体_GB2312" pitchFamily="49" charset="-122"/>
              </a:rPr>
              <a:t>(</a:t>
            </a:r>
            <a:r>
              <a:rPr lang="en-US" altLang="zh-CN" i="1" kern="0" dirty="0" err="1">
                <a:solidFill>
                  <a:prstClr val="black"/>
                </a:solidFill>
                <a:latin typeface="Times New Roman" panose="02020603050405020304" pitchFamily="18" charset="0"/>
                <a:ea typeface="楷体_GB2312" pitchFamily="49" charset="-122"/>
              </a:rPr>
              <a:t>i</a:t>
            </a:r>
            <a:r>
              <a:rPr lang="en-US" altLang="zh-CN" kern="0" dirty="0">
                <a:solidFill>
                  <a:prstClr val="black"/>
                </a:solidFill>
                <a:latin typeface="Times New Roman" panose="02020603050405020304" pitchFamily="18" charset="0"/>
                <a:ea typeface="楷体_GB2312" pitchFamily="49" charset="-122"/>
              </a:rPr>
              <a:t>, </a:t>
            </a:r>
            <a:r>
              <a:rPr lang="en-US" altLang="zh-CN" i="1" kern="0" dirty="0">
                <a:solidFill>
                  <a:srgbClr val="000000"/>
                </a:solidFill>
                <a:latin typeface="Times New Roman" panose="02020603050405020304" pitchFamily="18" charset="0"/>
                <a:ea typeface="楷体_GB2312" pitchFamily="49" charset="-122"/>
              </a:rPr>
              <a:t>j</a:t>
            </a:r>
            <a:r>
              <a:rPr lang="en-US" altLang="zh-CN" kern="0" dirty="0">
                <a:solidFill>
                  <a:srgbClr val="000000"/>
                </a:solidFill>
                <a:latin typeface="Times New Roman" panose="02020603050405020304" pitchFamily="18" charset="0"/>
                <a:ea typeface="楷体_GB2312" pitchFamily="49" charset="-122"/>
              </a:rPr>
              <a:t>:</a:t>
            </a:r>
            <a:r>
              <a:rPr lang="en-US" altLang="zh-CN" i="1" kern="0" dirty="0">
                <a:solidFill>
                  <a:srgbClr val="000000"/>
                </a:solidFill>
                <a:latin typeface="Times New Roman" panose="02020603050405020304" pitchFamily="18" charset="0"/>
                <a:ea typeface="楷体_GB2312" pitchFamily="49" charset="-122"/>
              </a:rPr>
              <a:t>integer</a:t>
            </a:r>
            <a:r>
              <a:rPr lang="en-US" altLang="zh-CN" kern="0" dirty="0">
                <a:solidFill>
                  <a:srgbClr val="000000"/>
                </a:solidFill>
                <a:latin typeface="Times New Roman" panose="02020603050405020304" pitchFamily="18" charset="0"/>
                <a:ea typeface="楷体_GB2312" pitchFamily="49" charset="-122"/>
              </a:rPr>
              <a:t>);</a:t>
            </a:r>
          </a:p>
          <a:p>
            <a:pPr marL="257175" indent="-257175" algn="just" eaLnBrk="1" hangingPunct="1">
              <a:lnSpc>
                <a:spcPct val="80000"/>
              </a:lnSpc>
              <a:spcBef>
                <a:spcPct val="12000"/>
              </a:spcBef>
              <a:buClr>
                <a:srgbClr val="3333CC"/>
              </a:buClr>
              <a:buSzPct val="60000"/>
              <a:defRPr/>
            </a:pPr>
            <a:r>
              <a:rPr lang="en-US" altLang="zh-CN" kern="0" dirty="0">
                <a:solidFill>
                  <a:srgbClr val="000000"/>
                </a:solidFill>
                <a:latin typeface="Times New Roman" panose="02020603050405020304" pitchFamily="18" charset="0"/>
                <a:ea typeface="楷体_GB2312" pitchFamily="49" charset="-122"/>
              </a:rPr>
              <a:t>		</a:t>
            </a:r>
            <a:r>
              <a:rPr lang="en-US" altLang="zh-CN" i="1" kern="0" dirty="0">
                <a:solidFill>
                  <a:srgbClr val="000000"/>
                </a:solidFill>
                <a:latin typeface="Times New Roman" panose="02020603050405020304" pitchFamily="18" charset="0"/>
                <a:ea typeface="楷体_GB2312" pitchFamily="49" charset="-122"/>
              </a:rPr>
              <a:t>begin</a:t>
            </a:r>
            <a:r>
              <a:rPr lang="en-US" altLang="zh-CN" kern="0" dirty="0">
                <a:solidFill>
                  <a:srgbClr val="000000"/>
                </a:solidFill>
                <a:latin typeface="Times New Roman" panose="02020603050405020304" pitchFamily="18" charset="0"/>
                <a:ea typeface="楷体_GB2312" pitchFamily="49" charset="-122"/>
              </a:rPr>
              <a:t> </a:t>
            </a:r>
            <a:r>
              <a:rPr lang="en-US" altLang="zh-CN" i="1" kern="0" dirty="0">
                <a:solidFill>
                  <a:srgbClr val="0000FF"/>
                </a:solidFill>
                <a:latin typeface="Times New Roman" panose="02020603050405020304" pitchFamily="18" charset="0"/>
                <a:ea typeface="楷体_GB2312" pitchFamily="49" charset="-122"/>
              </a:rPr>
              <a:t>x</a:t>
            </a:r>
            <a:r>
              <a:rPr lang="en-US" altLang="zh-CN" kern="0" dirty="0">
                <a:solidFill>
                  <a:srgbClr val="000000"/>
                </a:solidFill>
                <a:latin typeface="Times New Roman" panose="02020603050405020304" pitchFamily="18" charset="0"/>
                <a:ea typeface="楷体_GB2312" pitchFamily="49" charset="-122"/>
              </a:rPr>
              <a:t>=</a:t>
            </a:r>
            <a:r>
              <a:rPr lang="en-US" altLang="zh-CN" i="1" kern="0" dirty="0">
                <a:solidFill>
                  <a:srgbClr val="0000FF"/>
                </a:solidFill>
                <a:latin typeface="Times New Roman" panose="02020603050405020304" pitchFamily="18" charset="0"/>
                <a:ea typeface="楷体_GB2312" pitchFamily="49" charset="-122"/>
              </a:rPr>
              <a:t>a</a:t>
            </a:r>
            <a:r>
              <a:rPr lang="en-US" altLang="zh-CN" kern="0" dirty="0">
                <a:solidFill>
                  <a:srgbClr val="000000"/>
                </a:solidFill>
                <a:latin typeface="Times New Roman" panose="02020603050405020304" pitchFamily="18" charset="0"/>
                <a:ea typeface="楷体_GB2312" pitchFamily="49" charset="-122"/>
              </a:rPr>
              <a:t>[</a:t>
            </a:r>
            <a:r>
              <a:rPr lang="en-US" altLang="zh-CN" i="1" kern="0" dirty="0">
                <a:solidFill>
                  <a:srgbClr val="000000"/>
                </a:solidFill>
                <a:latin typeface="Times New Roman" panose="02020603050405020304" pitchFamily="18" charset="0"/>
                <a:ea typeface="楷体_GB2312" pitchFamily="49" charset="-122"/>
              </a:rPr>
              <a:t>i</a:t>
            </a:r>
            <a:r>
              <a:rPr lang="en-US" altLang="zh-CN" kern="0" dirty="0">
                <a:solidFill>
                  <a:srgbClr val="000000"/>
                </a:solidFill>
                <a:latin typeface="Times New Roman" panose="02020603050405020304" pitchFamily="18" charset="0"/>
                <a:ea typeface="楷体_GB2312" pitchFamily="49" charset="-122"/>
              </a:rPr>
              <a:t>];</a:t>
            </a:r>
            <a:r>
              <a:rPr lang="en-US" altLang="zh-CN" i="1" kern="0" dirty="0">
                <a:solidFill>
                  <a:srgbClr val="0000FF"/>
                </a:solidFill>
                <a:latin typeface="Times New Roman" panose="02020603050405020304" pitchFamily="18" charset="0"/>
                <a:ea typeface="楷体_GB2312" pitchFamily="49" charset="-122"/>
              </a:rPr>
              <a:t>a</a:t>
            </a:r>
            <a:r>
              <a:rPr lang="en-US" altLang="zh-CN" kern="0" dirty="0">
                <a:solidFill>
                  <a:srgbClr val="000000"/>
                </a:solidFill>
                <a:latin typeface="Times New Roman" panose="02020603050405020304" pitchFamily="18" charset="0"/>
                <a:ea typeface="楷体_GB2312" pitchFamily="49" charset="-122"/>
              </a:rPr>
              <a:t>[</a:t>
            </a:r>
            <a:r>
              <a:rPr lang="en-US" altLang="zh-CN" i="1" kern="0" dirty="0">
                <a:solidFill>
                  <a:srgbClr val="000000"/>
                </a:solidFill>
                <a:latin typeface="Times New Roman" panose="02020603050405020304" pitchFamily="18" charset="0"/>
                <a:ea typeface="楷体_GB2312" pitchFamily="49" charset="-122"/>
              </a:rPr>
              <a:t>i</a:t>
            </a:r>
            <a:r>
              <a:rPr lang="en-US" altLang="zh-CN" kern="0" dirty="0">
                <a:solidFill>
                  <a:srgbClr val="000000"/>
                </a:solidFill>
                <a:latin typeface="Times New Roman" panose="02020603050405020304" pitchFamily="18" charset="0"/>
                <a:ea typeface="楷体_GB2312" pitchFamily="49" charset="-122"/>
              </a:rPr>
              <a:t>]=</a:t>
            </a:r>
            <a:r>
              <a:rPr lang="en-US" altLang="zh-CN" i="1" kern="0" dirty="0">
                <a:solidFill>
                  <a:srgbClr val="0000FF"/>
                </a:solidFill>
                <a:latin typeface="Times New Roman" panose="02020603050405020304" pitchFamily="18" charset="0"/>
                <a:ea typeface="楷体_GB2312" pitchFamily="49" charset="-122"/>
              </a:rPr>
              <a:t>a</a:t>
            </a:r>
            <a:r>
              <a:rPr lang="en-US" altLang="zh-CN" kern="0" dirty="0">
                <a:solidFill>
                  <a:srgbClr val="000000"/>
                </a:solidFill>
                <a:latin typeface="Times New Roman" panose="02020603050405020304" pitchFamily="18" charset="0"/>
                <a:ea typeface="楷体_GB2312" pitchFamily="49" charset="-122"/>
              </a:rPr>
              <a:t>[</a:t>
            </a:r>
            <a:r>
              <a:rPr lang="en-US" altLang="zh-CN" i="1" kern="0" dirty="0">
                <a:solidFill>
                  <a:srgbClr val="000000"/>
                </a:solidFill>
                <a:latin typeface="Times New Roman" panose="02020603050405020304" pitchFamily="18" charset="0"/>
                <a:ea typeface="楷体_GB2312" pitchFamily="49" charset="-122"/>
              </a:rPr>
              <a:t>j</a:t>
            </a:r>
            <a:r>
              <a:rPr lang="en-US" altLang="zh-CN" kern="0" dirty="0">
                <a:solidFill>
                  <a:srgbClr val="000000"/>
                </a:solidFill>
                <a:latin typeface="Times New Roman" panose="02020603050405020304" pitchFamily="18" charset="0"/>
                <a:ea typeface="楷体_GB2312" pitchFamily="49" charset="-122"/>
              </a:rPr>
              <a:t>];</a:t>
            </a:r>
            <a:r>
              <a:rPr lang="en-US" altLang="zh-CN" i="1" kern="0" dirty="0">
                <a:solidFill>
                  <a:srgbClr val="0000FF"/>
                </a:solidFill>
                <a:latin typeface="Times New Roman" panose="02020603050405020304" pitchFamily="18" charset="0"/>
                <a:ea typeface="楷体_GB2312" pitchFamily="49" charset="-122"/>
              </a:rPr>
              <a:t>a</a:t>
            </a:r>
            <a:r>
              <a:rPr lang="en-US" altLang="zh-CN" kern="0" dirty="0">
                <a:solidFill>
                  <a:srgbClr val="000000"/>
                </a:solidFill>
                <a:latin typeface="Times New Roman" panose="02020603050405020304" pitchFamily="18" charset="0"/>
                <a:ea typeface="楷体_GB2312" pitchFamily="49" charset="-122"/>
              </a:rPr>
              <a:t>[</a:t>
            </a:r>
            <a:r>
              <a:rPr lang="en-US" altLang="zh-CN" i="1" kern="0" dirty="0">
                <a:solidFill>
                  <a:srgbClr val="000000"/>
                </a:solidFill>
                <a:latin typeface="Times New Roman" panose="02020603050405020304" pitchFamily="18" charset="0"/>
                <a:ea typeface="楷体_GB2312" pitchFamily="49" charset="-122"/>
              </a:rPr>
              <a:t>j</a:t>
            </a:r>
            <a:r>
              <a:rPr lang="en-US" altLang="zh-CN" kern="0" dirty="0">
                <a:solidFill>
                  <a:srgbClr val="000000"/>
                </a:solidFill>
                <a:latin typeface="Times New Roman" panose="02020603050405020304" pitchFamily="18" charset="0"/>
                <a:ea typeface="楷体_GB2312" pitchFamily="49" charset="-122"/>
              </a:rPr>
              <a:t>]=</a:t>
            </a:r>
            <a:r>
              <a:rPr lang="en-US" altLang="zh-CN" i="1" kern="0" dirty="0">
                <a:solidFill>
                  <a:srgbClr val="0000FF"/>
                </a:solidFill>
                <a:latin typeface="Times New Roman" panose="02020603050405020304" pitchFamily="18" charset="0"/>
                <a:ea typeface="楷体_GB2312" pitchFamily="49" charset="-122"/>
              </a:rPr>
              <a:t>x</a:t>
            </a:r>
            <a:r>
              <a:rPr lang="en-US" altLang="zh-CN" kern="0" dirty="0">
                <a:solidFill>
                  <a:srgbClr val="000000"/>
                </a:solidFill>
                <a:latin typeface="Times New Roman" panose="02020603050405020304" pitchFamily="18" charset="0"/>
                <a:ea typeface="楷体_GB2312" pitchFamily="49" charset="-122"/>
              </a:rPr>
              <a:t>; </a:t>
            </a:r>
            <a:r>
              <a:rPr lang="en-US" altLang="zh-CN" i="1" kern="0" dirty="0">
                <a:solidFill>
                  <a:srgbClr val="000000"/>
                </a:solidFill>
                <a:latin typeface="Times New Roman" panose="02020603050405020304" pitchFamily="18" charset="0"/>
                <a:ea typeface="楷体_GB2312" pitchFamily="49" charset="-122"/>
              </a:rPr>
              <a:t>end</a:t>
            </a:r>
            <a:r>
              <a:rPr lang="en-US" altLang="zh-CN" kern="0" dirty="0">
                <a:solidFill>
                  <a:srgbClr val="000000"/>
                </a:solidFill>
                <a:latin typeface="Times New Roman" panose="02020603050405020304" pitchFamily="18" charset="0"/>
                <a:ea typeface="楷体_GB2312" pitchFamily="49" charset="-122"/>
              </a:rPr>
              <a:t> {</a:t>
            </a:r>
            <a:r>
              <a:rPr lang="en-US" altLang="zh-CN" i="1" kern="0" dirty="0">
                <a:solidFill>
                  <a:srgbClr val="0000FF"/>
                </a:solidFill>
                <a:latin typeface="Times New Roman" panose="02020603050405020304" pitchFamily="18" charset="0"/>
                <a:ea typeface="楷体_GB2312" pitchFamily="49" charset="-122"/>
              </a:rPr>
              <a:t>exchang</a:t>
            </a:r>
            <a:r>
              <a:rPr lang="en-US" altLang="zh-CN" kern="0" dirty="0">
                <a:solidFill>
                  <a:srgbClr val="0000FF"/>
                </a:solidFill>
                <a:latin typeface="Times New Roman" panose="02020603050405020304" pitchFamily="18" charset="0"/>
                <a:ea typeface="楷体_GB2312" pitchFamily="49" charset="-122"/>
              </a:rPr>
              <a:t>e</a:t>
            </a:r>
            <a:r>
              <a:rPr lang="en-US" altLang="zh-CN" kern="0" dirty="0">
                <a:solidFill>
                  <a:srgbClr val="000000"/>
                </a:solidFill>
                <a:latin typeface="Times New Roman" panose="02020603050405020304" pitchFamily="18" charset="0"/>
                <a:ea typeface="楷体_GB2312" pitchFamily="49" charset="-122"/>
              </a:rPr>
              <a:t>} </a:t>
            </a:r>
            <a:r>
              <a:rPr lang="zh-CN" altLang="en-US" kern="0" dirty="0">
                <a:solidFill>
                  <a:srgbClr val="000000"/>
                </a:solidFill>
                <a:latin typeface="Times New Roman" panose="02020603050405020304" pitchFamily="18" charset="0"/>
                <a:ea typeface="楷体_GB2312" pitchFamily="49" charset="-122"/>
              </a:rPr>
              <a:t>；</a:t>
            </a:r>
          </a:p>
          <a:p>
            <a:pPr marL="257175" indent="-257175" algn="just" eaLnBrk="1" hangingPunct="1">
              <a:lnSpc>
                <a:spcPct val="80000"/>
              </a:lnSpc>
              <a:spcBef>
                <a:spcPct val="12000"/>
              </a:spcBef>
              <a:buClr>
                <a:srgbClr val="3333CC"/>
              </a:buClr>
              <a:buSzPct val="60000"/>
              <a:defRPr/>
            </a:pPr>
            <a:r>
              <a:rPr lang="en-US" altLang="zh-CN" kern="0" dirty="0">
                <a:solidFill>
                  <a:srgbClr val="000000"/>
                </a:solidFill>
                <a:latin typeface="Times New Roman" panose="02020603050405020304" pitchFamily="18" charset="0"/>
                <a:ea typeface="楷体_GB2312" pitchFamily="49" charset="-122"/>
              </a:rPr>
              <a:t>	</a:t>
            </a:r>
            <a:r>
              <a:rPr lang="en-US" altLang="zh-CN" i="1" kern="0" dirty="0">
                <a:solidFill>
                  <a:srgbClr val="000000"/>
                </a:solidFill>
                <a:latin typeface="Times New Roman" panose="02020603050405020304" pitchFamily="18" charset="0"/>
                <a:ea typeface="楷体_GB2312" pitchFamily="49" charset="-122"/>
              </a:rPr>
              <a:t>procedure</a:t>
            </a:r>
            <a:r>
              <a:rPr lang="en-US" altLang="zh-CN" kern="0" dirty="0">
                <a:solidFill>
                  <a:srgbClr val="000000"/>
                </a:solidFill>
                <a:latin typeface="Times New Roman" panose="02020603050405020304" pitchFamily="18" charset="0"/>
                <a:ea typeface="楷体_GB2312" pitchFamily="49" charset="-122"/>
              </a:rPr>
              <a:t> </a:t>
            </a:r>
            <a:r>
              <a:rPr lang="en-US" altLang="zh-CN" i="1" kern="0" dirty="0">
                <a:solidFill>
                  <a:srgbClr val="FF0000"/>
                </a:solidFill>
                <a:latin typeface="Times New Roman" panose="02020603050405020304" pitchFamily="18" charset="0"/>
                <a:ea typeface="楷体_GB2312" pitchFamily="49" charset="-122"/>
              </a:rPr>
              <a:t>quicksort</a:t>
            </a:r>
            <a:r>
              <a:rPr lang="en-US" altLang="zh-CN" kern="0" dirty="0">
                <a:solidFill>
                  <a:prstClr val="black"/>
                </a:solidFill>
                <a:latin typeface="Times New Roman" panose="02020603050405020304" pitchFamily="18" charset="0"/>
                <a:ea typeface="楷体_GB2312" pitchFamily="49" charset="-122"/>
              </a:rPr>
              <a:t>(</a:t>
            </a:r>
            <a:r>
              <a:rPr lang="en-US" altLang="zh-CN" i="1" kern="0" dirty="0">
                <a:solidFill>
                  <a:prstClr val="black"/>
                </a:solidFill>
                <a:latin typeface="Times New Roman" panose="02020603050405020304" pitchFamily="18" charset="0"/>
                <a:ea typeface="楷体_GB2312" pitchFamily="49" charset="-122"/>
              </a:rPr>
              <a:t>m</a:t>
            </a:r>
            <a:r>
              <a:rPr lang="en-US" altLang="zh-CN" kern="0" dirty="0">
                <a:solidFill>
                  <a:srgbClr val="000000"/>
                </a:solidFill>
                <a:latin typeface="Times New Roman" panose="02020603050405020304" pitchFamily="18" charset="0"/>
                <a:ea typeface="楷体_GB2312" pitchFamily="49" charset="-122"/>
              </a:rPr>
              <a:t>, </a:t>
            </a:r>
            <a:r>
              <a:rPr lang="en-US" altLang="zh-CN" i="1" kern="0" dirty="0">
                <a:solidFill>
                  <a:srgbClr val="000000"/>
                </a:solidFill>
                <a:latin typeface="Times New Roman" panose="02020603050405020304" pitchFamily="18" charset="0"/>
                <a:ea typeface="楷体_GB2312" pitchFamily="49" charset="-122"/>
              </a:rPr>
              <a:t>n</a:t>
            </a:r>
            <a:r>
              <a:rPr lang="en-US" altLang="zh-CN" kern="0" dirty="0">
                <a:solidFill>
                  <a:srgbClr val="000000"/>
                </a:solidFill>
                <a:latin typeface="Times New Roman" panose="02020603050405020304" pitchFamily="18" charset="0"/>
                <a:ea typeface="楷体_GB2312" pitchFamily="49" charset="-122"/>
              </a:rPr>
              <a:t>:</a:t>
            </a:r>
            <a:r>
              <a:rPr lang="en-US" altLang="zh-CN" i="1" kern="0" dirty="0">
                <a:solidFill>
                  <a:srgbClr val="000000"/>
                </a:solidFill>
                <a:latin typeface="Times New Roman" panose="02020603050405020304" pitchFamily="18" charset="0"/>
                <a:ea typeface="楷体_GB2312" pitchFamily="49" charset="-122"/>
              </a:rPr>
              <a:t>integer</a:t>
            </a:r>
            <a:r>
              <a:rPr lang="en-US" altLang="zh-CN" kern="0" dirty="0">
                <a:solidFill>
                  <a:srgbClr val="000000"/>
                </a:solidFill>
                <a:latin typeface="Times New Roman" panose="02020603050405020304" pitchFamily="18" charset="0"/>
                <a:ea typeface="楷体_GB2312" pitchFamily="49" charset="-122"/>
              </a:rPr>
              <a:t>);</a:t>
            </a:r>
          </a:p>
          <a:p>
            <a:pPr marL="257175" indent="-257175" algn="just" eaLnBrk="1" hangingPunct="1">
              <a:lnSpc>
                <a:spcPct val="80000"/>
              </a:lnSpc>
              <a:spcBef>
                <a:spcPct val="12000"/>
              </a:spcBef>
              <a:buClr>
                <a:srgbClr val="3333CC"/>
              </a:buClr>
              <a:buSzPct val="60000"/>
              <a:defRPr/>
            </a:pPr>
            <a:r>
              <a:rPr lang="en-US" altLang="zh-CN" kern="0" dirty="0">
                <a:solidFill>
                  <a:srgbClr val="000000"/>
                </a:solidFill>
                <a:latin typeface="Times New Roman" panose="02020603050405020304" pitchFamily="18" charset="0"/>
                <a:ea typeface="楷体_GB2312" pitchFamily="49" charset="-122"/>
              </a:rPr>
              <a:t>		</a:t>
            </a:r>
            <a:r>
              <a:rPr lang="en-US" altLang="zh-CN" i="1" kern="0" dirty="0" err="1">
                <a:solidFill>
                  <a:srgbClr val="000000"/>
                </a:solidFill>
                <a:latin typeface="Times New Roman" panose="02020603050405020304" pitchFamily="18" charset="0"/>
                <a:ea typeface="楷体_GB2312" pitchFamily="49" charset="-122"/>
              </a:rPr>
              <a:t>var</a:t>
            </a:r>
            <a:r>
              <a:rPr lang="en-US" altLang="zh-CN" kern="0" dirty="0">
                <a:solidFill>
                  <a:srgbClr val="000000"/>
                </a:solidFill>
                <a:latin typeface="Times New Roman" panose="02020603050405020304" pitchFamily="18" charset="0"/>
                <a:ea typeface="楷体_GB2312" pitchFamily="49" charset="-122"/>
              </a:rPr>
              <a:t> </a:t>
            </a:r>
            <a:r>
              <a:rPr lang="en-US" altLang="zh-CN" i="1" kern="0" dirty="0">
                <a:solidFill>
                  <a:srgbClr val="000000"/>
                </a:solidFill>
                <a:latin typeface="Times New Roman" panose="02020603050405020304" pitchFamily="18" charset="0"/>
                <a:ea typeface="楷体_GB2312" pitchFamily="49" charset="-122"/>
              </a:rPr>
              <a:t>k</a:t>
            </a:r>
            <a:r>
              <a:rPr lang="en-US" altLang="zh-CN" kern="0" dirty="0">
                <a:solidFill>
                  <a:srgbClr val="000000"/>
                </a:solidFill>
                <a:latin typeface="Times New Roman" panose="02020603050405020304" pitchFamily="18" charset="0"/>
                <a:ea typeface="楷体_GB2312" pitchFamily="49" charset="-122"/>
              </a:rPr>
              <a:t>, </a:t>
            </a:r>
            <a:r>
              <a:rPr lang="en-US" altLang="zh-CN" i="1" kern="0" dirty="0">
                <a:solidFill>
                  <a:srgbClr val="000000"/>
                </a:solidFill>
                <a:latin typeface="Times New Roman" panose="02020603050405020304" pitchFamily="18" charset="0"/>
                <a:ea typeface="楷体_GB2312" pitchFamily="49" charset="-122"/>
              </a:rPr>
              <a:t>v </a:t>
            </a:r>
            <a:r>
              <a:rPr lang="en-US" altLang="zh-CN" kern="0" dirty="0">
                <a:solidFill>
                  <a:srgbClr val="000000"/>
                </a:solidFill>
                <a:latin typeface="Times New Roman" panose="02020603050405020304" pitchFamily="18" charset="0"/>
                <a:ea typeface="楷体_GB2312" pitchFamily="49" charset="-122"/>
              </a:rPr>
              <a:t>: </a:t>
            </a:r>
            <a:r>
              <a:rPr lang="en-US" altLang="zh-CN" i="1" kern="0" dirty="0">
                <a:solidFill>
                  <a:srgbClr val="000000"/>
                </a:solidFill>
                <a:latin typeface="Times New Roman" panose="02020603050405020304" pitchFamily="18" charset="0"/>
                <a:ea typeface="楷体_GB2312" pitchFamily="49" charset="-122"/>
              </a:rPr>
              <a:t>integer</a:t>
            </a:r>
            <a:r>
              <a:rPr lang="en-US" altLang="zh-CN" kern="0" dirty="0">
                <a:solidFill>
                  <a:srgbClr val="000000"/>
                </a:solidFill>
                <a:latin typeface="Times New Roman" panose="02020603050405020304" pitchFamily="18" charset="0"/>
                <a:ea typeface="楷体_GB2312" pitchFamily="49" charset="-122"/>
              </a:rPr>
              <a:t>;</a:t>
            </a:r>
          </a:p>
          <a:p>
            <a:pPr marL="257175" indent="-257175" algn="just" eaLnBrk="1" hangingPunct="1">
              <a:lnSpc>
                <a:spcPct val="80000"/>
              </a:lnSpc>
              <a:spcBef>
                <a:spcPct val="12000"/>
              </a:spcBef>
              <a:buClr>
                <a:srgbClr val="3333CC"/>
              </a:buClr>
              <a:buSzPct val="60000"/>
              <a:defRPr/>
            </a:pPr>
            <a:r>
              <a:rPr lang="en-US" altLang="zh-CN" kern="0" dirty="0">
                <a:solidFill>
                  <a:srgbClr val="000000"/>
                </a:solidFill>
                <a:latin typeface="Times New Roman" panose="02020603050405020304" pitchFamily="18" charset="0"/>
                <a:ea typeface="楷体_GB2312" pitchFamily="49" charset="-122"/>
              </a:rPr>
              <a:t>		</a:t>
            </a:r>
            <a:r>
              <a:rPr lang="en-US" altLang="zh-CN" i="1" kern="0" dirty="0">
                <a:solidFill>
                  <a:srgbClr val="000000"/>
                </a:solidFill>
                <a:latin typeface="Times New Roman" panose="02020603050405020304" pitchFamily="18" charset="0"/>
                <a:ea typeface="楷体_GB2312" pitchFamily="49" charset="-122"/>
              </a:rPr>
              <a:t>function</a:t>
            </a:r>
            <a:r>
              <a:rPr lang="en-US" altLang="zh-CN" kern="0" dirty="0">
                <a:solidFill>
                  <a:srgbClr val="000000"/>
                </a:solidFill>
                <a:latin typeface="Times New Roman" panose="02020603050405020304" pitchFamily="18" charset="0"/>
                <a:ea typeface="楷体_GB2312" pitchFamily="49" charset="-122"/>
              </a:rPr>
              <a:t> </a:t>
            </a:r>
            <a:r>
              <a:rPr lang="en-US" altLang="zh-CN" i="1" kern="0" dirty="0">
                <a:solidFill>
                  <a:srgbClr val="FF0000"/>
                </a:solidFill>
                <a:latin typeface="Times New Roman" panose="02020603050405020304" pitchFamily="18" charset="0"/>
                <a:ea typeface="楷体_GB2312" pitchFamily="49" charset="-122"/>
              </a:rPr>
              <a:t>partition</a:t>
            </a:r>
            <a:r>
              <a:rPr lang="en-US" altLang="zh-CN" kern="0" dirty="0">
                <a:solidFill>
                  <a:prstClr val="black"/>
                </a:solidFill>
                <a:latin typeface="Times New Roman" panose="02020603050405020304" pitchFamily="18" charset="0"/>
                <a:ea typeface="楷体_GB2312" pitchFamily="49" charset="-122"/>
              </a:rPr>
              <a:t>(</a:t>
            </a:r>
            <a:r>
              <a:rPr lang="en-US" altLang="zh-CN" i="1" kern="0" dirty="0">
                <a:solidFill>
                  <a:prstClr val="black"/>
                </a:solidFill>
                <a:latin typeface="Times New Roman" panose="02020603050405020304" pitchFamily="18" charset="0"/>
                <a:ea typeface="楷体_GB2312" pitchFamily="49" charset="-122"/>
              </a:rPr>
              <a:t>y</a:t>
            </a:r>
            <a:r>
              <a:rPr lang="en-US" altLang="zh-CN" kern="0" dirty="0">
                <a:solidFill>
                  <a:srgbClr val="000000"/>
                </a:solidFill>
                <a:latin typeface="Times New Roman" panose="02020603050405020304" pitchFamily="18" charset="0"/>
                <a:ea typeface="楷体_GB2312" pitchFamily="49" charset="-122"/>
              </a:rPr>
              <a:t>, </a:t>
            </a:r>
            <a:r>
              <a:rPr lang="en-US" altLang="zh-CN" i="1" kern="0" dirty="0">
                <a:solidFill>
                  <a:srgbClr val="000000"/>
                </a:solidFill>
                <a:latin typeface="Times New Roman" panose="02020603050405020304" pitchFamily="18" charset="0"/>
                <a:ea typeface="楷体_GB2312" pitchFamily="49" charset="-122"/>
              </a:rPr>
              <a:t>z</a:t>
            </a:r>
            <a:r>
              <a:rPr lang="en-US" altLang="zh-CN" kern="0" dirty="0">
                <a:solidFill>
                  <a:srgbClr val="000000"/>
                </a:solidFill>
                <a:latin typeface="Times New Roman" panose="02020603050405020304" pitchFamily="18" charset="0"/>
                <a:ea typeface="楷体_GB2312" pitchFamily="49" charset="-122"/>
              </a:rPr>
              <a:t>:</a:t>
            </a:r>
            <a:r>
              <a:rPr lang="en-US" altLang="zh-CN" i="1" kern="0" dirty="0">
                <a:solidFill>
                  <a:srgbClr val="000000"/>
                </a:solidFill>
                <a:latin typeface="Times New Roman" panose="02020603050405020304" pitchFamily="18" charset="0"/>
                <a:ea typeface="楷体_GB2312" pitchFamily="49" charset="-122"/>
              </a:rPr>
              <a:t>integer</a:t>
            </a:r>
            <a:r>
              <a:rPr lang="en-US" altLang="zh-CN" kern="0" dirty="0">
                <a:solidFill>
                  <a:srgbClr val="000000"/>
                </a:solidFill>
                <a:latin typeface="Times New Roman" panose="02020603050405020304" pitchFamily="18" charset="0"/>
                <a:ea typeface="楷体_GB2312" pitchFamily="49" charset="-122"/>
              </a:rPr>
              <a:t>):</a:t>
            </a:r>
            <a:r>
              <a:rPr lang="en-US" altLang="zh-CN" i="1" kern="0" dirty="0">
                <a:solidFill>
                  <a:srgbClr val="000000"/>
                </a:solidFill>
                <a:latin typeface="Times New Roman" panose="02020603050405020304" pitchFamily="18" charset="0"/>
                <a:ea typeface="楷体_GB2312" pitchFamily="49" charset="-122"/>
              </a:rPr>
              <a:t>intege</a:t>
            </a:r>
            <a:r>
              <a:rPr lang="en-US" altLang="zh-CN" kern="0" dirty="0">
                <a:solidFill>
                  <a:srgbClr val="000000"/>
                </a:solidFill>
                <a:latin typeface="Times New Roman" panose="02020603050405020304" pitchFamily="18" charset="0"/>
                <a:ea typeface="楷体_GB2312" pitchFamily="49" charset="-122"/>
              </a:rPr>
              <a:t>r;</a:t>
            </a:r>
          </a:p>
          <a:p>
            <a:pPr marL="257175" indent="-257175" algn="just" eaLnBrk="1" hangingPunct="1">
              <a:lnSpc>
                <a:spcPct val="80000"/>
              </a:lnSpc>
              <a:spcBef>
                <a:spcPct val="12000"/>
              </a:spcBef>
              <a:buClr>
                <a:srgbClr val="3333CC"/>
              </a:buClr>
              <a:buSzPct val="60000"/>
              <a:defRPr/>
            </a:pPr>
            <a:r>
              <a:rPr lang="en-US" altLang="zh-CN" kern="0" dirty="0">
                <a:solidFill>
                  <a:srgbClr val="000000"/>
                </a:solidFill>
                <a:latin typeface="Times New Roman" panose="02020603050405020304" pitchFamily="18" charset="0"/>
                <a:ea typeface="楷体_GB2312" pitchFamily="49" charset="-122"/>
              </a:rPr>
              <a:t>			</a:t>
            </a:r>
            <a:r>
              <a:rPr lang="en-US" altLang="zh-CN" i="1" kern="0" dirty="0" err="1">
                <a:solidFill>
                  <a:srgbClr val="000000"/>
                </a:solidFill>
                <a:latin typeface="Times New Roman" panose="02020603050405020304" pitchFamily="18" charset="0"/>
                <a:ea typeface="楷体_GB2312" pitchFamily="49" charset="-122"/>
              </a:rPr>
              <a:t>var</a:t>
            </a:r>
            <a:r>
              <a:rPr lang="en-US" altLang="zh-CN" kern="0" dirty="0">
                <a:solidFill>
                  <a:srgbClr val="000000"/>
                </a:solidFill>
                <a:latin typeface="Times New Roman" panose="02020603050405020304" pitchFamily="18" charset="0"/>
                <a:ea typeface="楷体_GB2312" pitchFamily="49" charset="-122"/>
              </a:rPr>
              <a:t> </a:t>
            </a:r>
            <a:r>
              <a:rPr lang="en-US" altLang="zh-CN" i="1" kern="0" dirty="0" err="1">
                <a:solidFill>
                  <a:srgbClr val="000000"/>
                </a:solidFill>
                <a:latin typeface="Times New Roman" panose="02020603050405020304" pitchFamily="18" charset="0"/>
                <a:ea typeface="楷体_GB2312" pitchFamily="49" charset="-122"/>
              </a:rPr>
              <a:t>i</a:t>
            </a:r>
            <a:r>
              <a:rPr lang="en-US" altLang="zh-CN" kern="0" dirty="0">
                <a:solidFill>
                  <a:srgbClr val="000000"/>
                </a:solidFill>
                <a:latin typeface="Times New Roman" panose="02020603050405020304" pitchFamily="18" charset="0"/>
                <a:ea typeface="楷体_GB2312" pitchFamily="49" charset="-122"/>
              </a:rPr>
              <a:t>, </a:t>
            </a:r>
            <a:r>
              <a:rPr lang="en-US" altLang="zh-CN" i="1" kern="0" dirty="0">
                <a:solidFill>
                  <a:srgbClr val="000000"/>
                </a:solidFill>
                <a:latin typeface="Times New Roman" panose="02020603050405020304" pitchFamily="18" charset="0"/>
                <a:ea typeface="楷体_GB2312" pitchFamily="49" charset="-122"/>
              </a:rPr>
              <a:t>j </a:t>
            </a:r>
            <a:r>
              <a:rPr lang="en-US" altLang="zh-CN" kern="0" dirty="0">
                <a:solidFill>
                  <a:srgbClr val="000000"/>
                </a:solidFill>
                <a:latin typeface="Times New Roman" panose="02020603050405020304" pitchFamily="18" charset="0"/>
                <a:ea typeface="楷体_GB2312" pitchFamily="49" charset="-122"/>
              </a:rPr>
              <a:t>: </a:t>
            </a:r>
            <a:r>
              <a:rPr lang="en-US" altLang="zh-CN" i="1" kern="0" dirty="0">
                <a:solidFill>
                  <a:srgbClr val="000000"/>
                </a:solidFill>
                <a:latin typeface="Times New Roman" panose="02020603050405020304" pitchFamily="18" charset="0"/>
                <a:ea typeface="楷体_GB2312" pitchFamily="49" charset="-122"/>
              </a:rPr>
              <a:t>integer</a:t>
            </a:r>
            <a:r>
              <a:rPr lang="en-US" altLang="zh-CN" kern="0" dirty="0">
                <a:solidFill>
                  <a:srgbClr val="000000"/>
                </a:solidFill>
                <a:latin typeface="Times New Roman" panose="02020603050405020304" pitchFamily="18" charset="0"/>
                <a:ea typeface="楷体_GB2312" pitchFamily="49" charset="-122"/>
              </a:rPr>
              <a:t>;</a:t>
            </a:r>
          </a:p>
          <a:p>
            <a:pPr marL="257175" indent="-257175" algn="just" eaLnBrk="1" hangingPunct="1">
              <a:lnSpc>
                <a:spcPct val="80000"/>
              </a:lnSpc>
              <a:spcBef>
                <a:spcPct val="12000"/>
              </a:spcBef>
              <a:buClr>
                <a:srgbClr val="3333CC"/>
              </a:buClr>
              <a:buSzPct val="60000"/>
              <a:defRPr/>
            </a:pPr>
            <a:r>
              <a:rPr lang="en-US" altLang="zh-CN" kern="0" dirty="0">
                <a:solidFill>
                  <a:srgbClr val="000000"/>
                </a:solidFill>
                <a:latin typeface="Times New Roman" panose="02020603050405020304" pitchFamily="18" charset="0"/>
                <a:ea typeface="楷体_GB2312" pitchFamily="49" charset="-122"/>
              </a:rPr>
              <a:t>			</a:t>
            </a:r>
            <a:r>
              <a:rPr lang="en-US" altLang="zh-CN" i="1" kern="0" dirty="0">
                <a:solidFill>
                  <a:srgbClr val="000000"/>
                </a:solidFill>
                <a:latin typeface="Times New Roman" panose="02020603050405020304" pitchFamily="18" charset="0"/>
                <a:ea typeface="楷体_GB2312" pitchFamily="49" charset="-122"/>
              </a:rPr>
              <a:t>begin</a:t>
            </a:r>
            <a:r>
              <a:rPr lang="en-US" altLang="zh-CN" kern="0" dirty="0">
                <a:solidFill>
                  <a:srgbClr val="000000"/>
                </a:solidFill>
                <a:latin typeface="Times New Roman" panose="02020603050405020304" pitchFamily="18" charset="0"/>
                <a:ea typeface="楷体_GB2312" pitchFamily="49" charset="-122"/>
              </a:rPr>
              <a:t> … </a:t>
            </a:r>
            <a:r>
              <a:rPr lang="en-US" altLang="zh-CN" i="1" kern="0" dirty="0">
                <a:solidFill>
                  <a:srgbClr val="0000FF"/>
                </a:solidFill>
                <a:latin typeface="Times New Roman" panose="02020603050405020304" pitchFamily="18" charset="0"/>
                <a:ea typeface="楷体_GB2312" pitchFamily="49" charset="-122"/>
              </a:rPr>
              <a:t>a</a:t>
            </a:r>
            <a:r>
              <a:rPr lang="en-US" altLang="zh-CN" kern="0" dirty="0">
                <a:solidFill>
                  <a:srgbClr val="000000"/>
                </a:solidFill>
                <a:latin typeface="Times New Roman" panose="02020603050405020304" pitchFamily="18" charset="0"/>
                <a:ea typeface="楷体_GB2312" pitchFamily="49" charset="-122"/>
              </a:rPr>
              <a:t> … </a:t>
            </a:r>
            <a:r>
              <a:rPr lang="en-US" altLang="zh-CN" i="1" kern="0" dirty="0">
                <a:solidFill>
                  <a:srgbClr val="0000FF"/>
                </a:solidFill>
                <a:latin typeface="Times New Roman" panose="02020603050405020304" pitchFamily="18" charset="0"/>
                <a:ea typeface="楷体_GB2312" pitchFamily="49" charset="-122"/>
              </a:rPr>
              <a:t>v</a:t>
            </a:r>
            <a:r>
              <a:rPr lang="en-US" altLang="zh-CN" kern="0" dirty="0">
                <a:solidFill>
                  <a:srgbClr val="0000FF"/>
                </a:solidFill>
                <a:latin typeface="Times New Roman" panose="02020603050405020304" pitchFamily="18" charset="0"/>
                <a:ea typeface="楷体_GB2312" pitchFamily="49" charset="-122"/>
              </a:rPr>
              <a:t> </a:t>
            </a:r>
            <a:r>
              <a:rPr lang="en-US" altLang="zh-CN" kern="0" dirty="0">
                <a:solidFill>
                  <a:srgbClr val="000000"/>
                </a:solidFill>
                <a:latin typeface="Times New Roman" panose="02020603050405020304" pitchFamily="18" charset="0"/>
                <a:ea typeface="楷体_GB2312" pitchFamily="49" charset="-122"/>
              </a:rPr>
              <a:t>… </a:t>
            </a:r>
            <a:r>
              <a:rPr lang="en-US" altLang="zh-CN" i="1" kern="0" dirty="0">
                <a:solidFill>
                  <a:srgbClr val="0000FF"/>
                </a:solidFill>
                <a:latin typeface="Times New Roman" panose="02020603050405020304" pitchFamily="18" charset="0"/>
                <a:ea typeface="楷体_GB2312" pitchFamily="49" charset="-122"/>
              </a:rPr>
              <a:t>exchange</a:t>
            </a:r>
            <a:r>
              <a:rPr lang="en-US" altLang="zh-CN" kern="0" dirty="0">
                <a:solidFill>
                  <a:srgbClr val="0000FF"/>
                </a:solidFill>
                <a:latin typeface="Times New Roman" panose="02020603050405020304" pitchFamily="18" charset="0"/>
                <a:ea typeface="楷体_GB2312" pitchFamily="49" charset="-122"/>
              </a:rPr>
              <a:t>(</a:t>
            </a:r>
            <a:r>
              <a:rPr lang="en-US" altLang="zh-CN" i="1" kern="0" dirty="0" err="1">
                <a:solidFill>
                  <a:srgbClr val="0000FF"/>
                </a:solidFill>
                <a:latin typeface="Times New Roman" panose="02020603050405020304" pitchFamily="18" charset="0"/>
                <a:ea typeface="楷体_GB2312" pitchFamily="49" charset="-122"/>
              </a:rPr>
              <a:t>i</a:t>
            </a:r>
            <a:r>
              <a:rPr lang="en-US" altLang="zh-CN" kern="0" dirty="0">
                <a:solidFill>
                  <a:srgbClr val="000000"/>
                </a:solidFill>
                <a:latin typeface="Times New Roman" panose="02020603050405020304" pitchFamily="18" charset="0"/>
                <a:ea typeface="楷体_GB2312" pitchFamily="49" charset="-122"/>
              </a:rPr>
              <a:t>, </a:t>
            </a:r>
            <a:r>
              <a:rPr lang="en-US" altLang="zh-CN" i="1" kern="0" dirty="0">
                <a:solidFill>
                  <a:srgbClr val="000000"/>
                </a:solidFill>
                <a:latin typeface="Times New Roman" panose="02020603050405020304" pitchFamily="18" charset="0"/>
                <a:ea typeface="楷体_GB2312" pitchFamily="49" charset="-122"/>
              </a:rPr>
              <a:t>j</a:t>
            </a:r>
            <a:r>
              <a:rPr lang="en-US" altLang="zh-CN" kern="0" dirty="0">
                <a:solidFill>
                  <a:srgbClr val="000000"/>
                </a:solidFill>
                <a:latin typeface="Times New Roman" panose="02020603050405020304" pitchFamily="18" charset="0"/>
                <a:ea typeface="楷体_GB2312" pitchFamily="49" charset="-122"/>
              </a:rPr>
              <a:t>) … </a:t>
            </a:r>
            <a:r>
              <a:rPr lang="en-US" altLang="zh-CN" i="1" kern="0" dirty="0">
                <a:solidFill>
                  <a:srgbClr val="000000"/>
                </a:solidFill>
                <a:latin typeface="Times New Roman" panose="02020603050405020304" pitchFamily="18" charset="0"/>
                <a:ea typeface="楷体_GB2312" pitchFamily="49" charset="-122"/>
              </a:rPr>
              <a:t>end </a:t>
            </a:r>
            <a:r>
              <a:rPr lang="en-US" altLang="zh-CN" kern="0" dirty="0">
                <a:solidFill>
                  <a:srgbClr val="000000"/>
                </a:solidFill>
                <a:latin typeface="Times New Roman" panose="02020603050405020304" pitchFamily="18" charset="0"/>
                <a:ea typeface="楷体_GB2312" pitchFamily="49" charset="-122"/>
              </a:rPr>
              <a:t>{</a:t>
            </a:r>
            <a:r>
              <a:rPr lang="en-US" altLang="zh-CN" i="1" kern="0" dirty="0">
                <a:solidFill>
                  <a:srgbClr val="0000FF"/>
                </a:solidFill>
                <a:latin typeface="Times New Roman" panose="02020603050405020304" pitchFamily="18" charset="0"/>
                <a:ea typeface="楷体_GB2312" pitchFamily="49" charset="-122"/>
              </a:rPr>
              <a:t>partition</a:t>
            </a:r>
            <a:r>
              <a:rPr lang="en-US" altLang="zh-CN" kern="0" dirty="0">
                <a:solidFill>
                  <a:srgbClr val="000000"/>
                </a:solidFill>
                <a:latin typeface="Times New Roman" panose="02020603050405020304" pitchFamily="18" charset="0"/>
                <a:ea typeface="楷体_GB2312" pitchFamily="49" charset="-122"/>
              </a:rPr>
              <a:t>};</a:t>
            </a:r>
          </a:p>
          <a:p>
            <a:pPr marL="257175" indent="-257175" algn="just" eaLnBrk="1" hangingPunct="1">
              <a:lnSpc>
                <a:spcPct val="80000"/>
              </a:lnSpc>
              <a:spcBef>
                <a:spcPct val="12000"/>
              </a:spcBef>
              <a:buClr>
                <a:srgbClr val="3333CC"/>
              </a:buClr>
              <a:buSzPct val="60000"/>
              <a:defRPr/>
            </a:pPr>
            <a:r>
              <a:rPr lang="en-US" altLang="zh-CN" kern="0" dirty="0">
                <a:solidFill>
                  <a:srgbClr val="000000"/>
                </a:solidFill>
                <a:latin typeface="Times New Roman" panose="02020603050405020304" pitchFamily="18" charset="0"/>
                <a:ea typeface="楷体_GB2312" pitchFamily="49" charset="-122"/>
              </a:rPr>
              <a:t>		</a:t>
            </a:r>
            <a:r>
              <a:rPr lang="en-US" altLang="zh-CN" i="1" kern="0" dirty="0">
                <a:solidFill>
                  <a:srgbClr val="000000"/>
                </a:solidFill>
                <a:latin typeface="Times New Roman" panose="02020603050405020304" pitchFamily="18" charset="0"/>
                <a:ea typeface="楷体_GB2312" pitchFamily="49" charset="-122"/>
              </a:rPr>
              <a:t>begin</a:t>
            </a:r>
            <a:r>
              <a:rPr lang="en-US" altLang="zh-CN" kern="0" dirty="0">
                <a:solidFill>
                  <a:srgbClr val="000000"/>
                </a:solidFill>
                <a:latin typeface="Times New Roman" panose="02020603050405020304" pitchFamily="18" charset="0"/>
                <a:ea typeface="楷体_GB2312" pitchFamily="49" charset="-122"/>
              </a:rPr>
              <a:t> … </a:t>
            </a:r>
            <a:r>
              <a:rPr lang="en-US" altLang="zh-CN" i="1" kern="0" dirty="0">
                <a:solidFill>
                  <a:srgbClr val="0000FF"/>
                </a:solidFill>
                <a:latin typeface="Times New Roman" panose="02020603050405020304" pitchFamily="18" charset="0"/>
                <a:ea typeface="楷体_GB2312" pitchFamily="49" charset="-122"/>
              </a:rPr>
              <a:t>a</a:t>
            </a:r>
            <a:r>
              <a:rPr lang="en-US" altLang="zh-CN" kern="0" dirty="0">
                <a:solidFill>
                  <a:srgbClr val="000000"/>
                </a:solidFill>
                <a:latin typeface="Times New Roman" panose="02020603050405020304" pitchFamily="18" charset="0"/>
                <a:ea typeface="楷体_GB2312" pitchFamily="49" charset="-122"/>
              </a:rPr>
              <a:t> … </a:t>
            </a:r>
            <a:r>
              <a:rPr lang="en-US" altLang="zh-CN" i="1" kern="0" dirty="0">
                <a:solidFill>
                  <a:srgbClr val="0000FF"/>
                </a:solidFill>
                <a:latin typeface="Times New Roman" panose="02020603050405020304" pitchFamily="18" charset="0"/>
                <a:ea typeface="楷体_GB2312" pitchFamily="49" charset="-122"/>
              </a:rPr>
              <a:t>v</a:t>
            </a:r>
            <a:r>
              <a:rPr lang="en-US" altLang="zh-CN" kern="0" dirty="0">
                <a:solidFill>
                  <a:srgbClr val="000000"/>
                </a:solidFill>
                <a:latin typeface="Times New Roman" panose="02020603050405020304" pitchFamily="18" charset="0"/>
                <a:ea typeface="楷体_GB2312" pitchFamily="49" charset="-122"/>
              </a:rPr>
              <a:t> … </a:t>
            </a:r>
            <a:r>
              <a:rPr lang="en-US" altLang="zh-CN" i="1" kern="0" dirty="0">
                <a:solidFill>
                  <a:srgbClr val="0000FF"/>
                </a:solidFill>
                <a:latin typeface="Times New Roman" panose="02020603050405020304" pitchFamily="18" charset="0"/>
                <a:ea typeface="楷体_GB2312" pitchFamily="49" charset="-122"/>
              </a:rPr>
              <a:t>partition</a:t>
            </a:r>
            <a:r>
              <a:rPr lang="en-US" altLang="zh-CN" kern="0" dirty="0">
                <a:solidFill>
                  <a:srgbClr val="0000FF"/>
                </a:solidFill>
                <a:latin typeface="Times New Roman" panose="02020603050405020304" pitchFamily="18" charset="0"/>
                <a:ea typeface="楷体_GB2312" pitchFamily="49" charset="-122"/>
              </a:rPr>
              <a:t> </a:t>
            </a:r>
            <a:r>
              <a:rPr lang="en-US" altLang="zh-CN" kern="0" dirty="0">
                <a:solidFill>
                  <a:srgbClr val="000000"/>
                </a:solidFill>
                <a:latin typeface="Times New Roman" panose="02020603050405020304" pitchFamily="18" charset="0"/>
                <a:ea typeface="楷体_GB2312" pitchFamily="49" charset="-122"/>
              </a:rPr>
              <a:t>… </a:t>
            </a:r>
            <a:r>
              <a:rPr lang="en-US" altLang="zh-CN" i="1" kern="0" dirty="0">
                <a:solidFill>
                  <a:srgbClr val="0000FF"/>
                </a:solidFill>
                <a:latin typeface="Times New Roman" panose="02020603050405020304" pitchFamily="18" charset="0"/>
                <a:ea typeface="楷体_GB2312" pitchFamily="49" charset="-122"/>
              </a:rPr>
              <a:t>quicksort</a:t>
            </a:r>
            <a:r>
              <a:rPr lang="en-US" altLang="zh-CN" kern="0" dirty="0">
                <a:solidFill>
                  <a:srgbClr val="0000FF"/>
                </a:solidFill>
                <a:latin typeface="Times New Roman" panose="02020603050405020304" pitchFamily="18" charset="0"/>
                <a:ea typeface="楷体_GB2312" pitchFamily="49" charset="-122"/>
              </a:rPr>
              <a:t> </a:t>
            </a:r>
            <a:r>
              <a:rPr lang="en-US" altLang="zh-CN" kern="0" dirty="0">
                <a:solidFill>
                  <a:srgbClr val="000000"/>
                </a:solidFill>
                <a:latin typeface="Times New Roman" panose="02020603050405020304" pitchFamily="18" charset="0"/>
                <a:ea typeface="楷体_GB2312" pitchFamily="49" charset="-122"/>
              </a:rPr>
              <a:t>… </a:t>
            </a:r>
            <a:r>
              <a:rPr lang="en-US" altLang="zh-CN" i="1" kern="0" dirty="0">
                <a:solidFill>
                  <a:srgbClr val="000000"/>
                </a:solidFill>
                <a:latin typeface="Times New Roman" panose="02020603050405020304" pitchFamily="18" charset="0"/>
                <a:ea typeface="楷体_GB2312" pitchFamily="49" charset="-122"/>
              </a:rPr>
              <a:t>end</a:t>
            </a:r>
            <a:r>
              <a:rPr lang="en-US" altLang="zh-CN" kern="0" dirty="0">
                <a:solidFill>
                  <a:srgbClr val="000000"/>
                </a:solidFill>
                <a:latin typeface="Times New Roman" panose="02020603050405020304" pitchFamily="18" charset="0"/>
                <a:ea typeface="楷体_GB2312" pitchFamily="49" charset="-122"/>
              </a:rPr>
              <a:t> {</a:t>
            </a:r>
            <a:r>
              <a:rPr lang="en-US" altLang="zh-CN" i="1" kern="0" dirty="0">
                <a:solidFill>
                  <a:srgbClr val="0000FF"/>
                </a:solidFill>
                <a:latin typeface="Times New Roman" panose="02020603050405020304" pitchFamily="18" charset="0"/>
                <a:ea typeface="楷体_GB2312" pitchFamily="49" charset="-122"/>
              </a:rPr>
              <a:t>quicksort</a:t>
            </a:r>
            <a:r>
              <a:rPr lang="en-US" altLang="zh-CN" kern="0" dirty="0">
                <a:solidFill>
                  <a:srgbClr val="000000"/>
                </a:solidFill>
                <a:latin typeface="Times New Roman" panose="02020603050405020304" pitchFamily="18" charset="0"/>
                <a:ea typeface="楷体_GB2312" pitchFamily="49" charset="-122"/>
              </a:rPr>
              <a:t>} </a:t>
            </a:r>
            <a:r>
              <a:rPr lang="zh-CN" altLang="en-US" kern="0" dirty="0">
                <a:solidFill>
                  <a:srgbClr val="000000"/>
                </a:solidFill>
                <a:latin typeface="Times New Roman" panose="02020603050405020304" pitchFamily="18" charset="0"/>
                <a:ea typeface="楷体_GB2312" pitchFamily="49" charset="-122"/>
              </a:rPr>
              <a:t>；</a:t>
            </a:r>
          </a:p>
          <a:p>
            <a:pPr marL="257175" indent="-257175" algn="just" eaLnBrk="1" hangingPunct="1">
              <a:lnSpc>
                <a:spcPct val="80000"/>
              </a:lnSpc>
              <a:spcBef>
                <a:spcPct val="12000"/>
              </a:spcBef>
              <a:buClr>
                <a:srgbClr val="3333CC"/>
              </a:buClr>
              <a:buSzPct val="60000"/>
              <a:defRPr/>
            </a:pPr>
            <a:r>
              <a:rPr lang="en-US" altLang="zh-CN" kern="0" dirty="0">
                <a:solidFill>
                  <a:srgbClr val="000000"/>
                </a:solidFill>
                <a:latin typeface="Times New Roman" panose="02020603050405020304" pitchFamily="18" charset="0"/>
                <a:ea typeface="楷体_GB2312" pitchFamily="49" charset="-122"/>
              </a:rPr>
              <a:t>	</a:t>
            </a:r>
            <a:r>
              <a:rPr lang="en-US" altLang="zh-CN" i="1" kern="0" dirty="0">
                <a:solidFill>
                  <a:srgbClr val="000000"/>
                </a:solidFill>
                <a:latin typeface="Times New Roman" panose="02020603050405020304" pitchFamily="18" charset="0"/>
                <a:ea typeface="楷体_GB2312" pitchFamily="49" charset="-122"/>
              </a:rPr>
              <a:t>begin</a:t>
            </a:r>
            <a:r>
              <a:rPr lang="en-US" altLang="zh-CN" kern="0" dirty="0">
                <a:solidFill>
                  <a:srgbClr val="000000"/>
                </a:solidFill>
                <a:latin typeface="Times New Roman" panose="02020603050405020304" pitchFamily="18" charset="0"/>
                <a:ea typeface="楷体_GB2312" pitchFamily="49" charset="-122"/>
              </a:rPr>
              <a:t> … </a:t>
            </a:r>
            <a:r>
              <a:rPr lang="en-US" altLang="zh-CN" i="1" kern="0" dirty="0">
                <a:solidFill>
                  <a:srgbClr val="000000"/>
                </a:solidFill>
                <a:latin typeface="Times New Roman" panose="02020603050405020304" pitchFamily="18" charset="0"/>
                <a:ea typeface="楷体_GB2312" pitchFamily="49" charset="-122"/>
              </a:rPr>
              <a:t>a</a:t>
            </a:r>
            <a:r>
              <a:rPr lang="en-US" altLang="zh-CN" kern="0" dirty="0">
                <a:solidFill>
                  <a:srgbClr val="000000"/>
                </a:solidFill>
                <a:latin typeface="Times New Roman" panose="02020603050405020304" pitchFamily="18" charset="0"/>
                <a:ea typeface="楷体_GB2312" pitchFamily="49" charset="-122"/>
              </a:rPr>
              <a:t> … </a:t>
            </a:r>
            <a:r>
              <a:rPr lang="en-US" altLang="zh-CN" i="1" kern="0" dirty="0" err="1">
                <a:solidFill>
                  <a:srgbClr val="0000FF"/>
                </a:solidFill>
                <a:latin typeface="Times New Roman" panose="02020603050405020304" pitchFamily="18" charset="0"/>
                <a:ea typeface="楷体_GB2312" pitchFamily="49" charset="-122"/>
              </a:rPr>
              <a:t>readarray</a:t>
            </a:r>
            <a:r>
              <a:rPr lang="en-US" altLang="zh-CN" kern="0" dirty="0">
                <a:solidFill>
                  <a:srgbClr val="0000FF"/>
                </a:solidFill>
                <a:latin typeface="Times New Roman" panose="02020603050405020304" pitchFamily="18" charset="0"/>
                <a:ea typeface="楷体_GB2312" pitchFamily="49" charset="-122"/>
              </a:rPr>
              <a:t> </a:t>
            </a:r>
            <a:r>
              <a:rPr lang="en-US" altLang="zh-CN" kern="0" dirty="0">
                <a:solidFill>
                  <a:srgbClr val="000000"/>
                </a:solidFill>
                <a:latin typeface="Times New Roman" panose="02020603050405020304" pitchFamily="18" charset="0"/>
                <a:ea typeface="楷体_GB2312" pitchFamily="49" charset="-122"/>
              </a:rPr>
              <a:t>… </a:t>
            </a:r>
            <a:r>
              <a:rPr lang="en-US" altLang="zh-CN" i="1" kern="0" dirty="0">
                <a:solidFill>
                  <a:srgbClr val="0000FF"/>
                </a:solidFill>
                <a:latin typeface="Times New Roman" panose="02020603050405020304" pitchFamily="18" charset="0"/>
                <a:ea typeface="楷体_GB2312" pitchFamily="49" charset="-122"/>
              </a:rPr>
              <a:t>quicksort</a:t>
            </a:r>
            <a:r>
              <a:rPr lang="en-US" altLang="zh-CN" kern="0" dirty="0">
                <a:solidFill>
                  <a:srgbClr val="0000FF"/>
                </a:solidFill>
                <a:latin typeface="Times New Roman" panose="02020603050405020304" pitchFamily="18" charset="0"/>
                <a:ea typeface="楷体_GB2312" pitchFamily="49" charset="-122"/>
              </a:rPr>
              <a:t> </a:t>
            </a:r>
            <a:r>
              <a:rPr lang="en-US" altLang="zh-CN" kern="0" dirty="0">
                <a:solidFill>
                  <a:srgbClr val="000000"/>
                </a:solidFill>
                <a:latin typeface="Times New Roman" panose="02020603050405020304" pitchFamily="18" charset="0"/>
                <a:ea typeface="楷体_GB2312" pitchFamily="49" charset="-122"/>
              </a:rPr>
              <a:t>… </a:t>
            </a:r>
            <a:r>
              <a:rPr lang="en-US" altLang="zh-CN" i="1" kern="0" dirty="0">
                <a:solidFill>
                  <a:srgbClr val="000000"/>
                </a:solidFill>
                <a:latin typeface="Times New Roman" panose="02020603050405020304" pitchFamily="18" charset="0"/>
                <a:ea typeface="楷体_GB2312" pitchFamily="49" charset="-122"/>
              </a:rPr>
              <a:t>end</a:t>
            </a:r>
            <a:r>
              <a:rPr lang="en-US" altLang="zh-CN" kern="0" dirty="0">
                <a:solidFill>
                  <a:srgbClr val="000000"/>
                </a:solidFill>
                <a:latin typeface="Times New Roman" panose="02020603050405020304" pitchFamily="18" charset="0"/>
                <a:ea typeface="楷体_GB2312" pitchFamily="49" charset="-122"/>
              </a:rPr>
              <a:t> {</a:t>
            </a:r>
            <a:r>
              <a:rPr lang="en-US" altLang="zh-CN" i="1" kern="0" dirty="0">
                <a:solidFill>
                  <a:srgbClr val="0000FF"/>
                </a:solidFill>
                <a:latin typeface="Times New Roman" panose="02020603050405020304" pitchFamily="18" charset="0"/>
                <a:ea typeface="楷体_GB2312" pitchFamily="49" charset="-122"/>
              </a:rPr>
              <a:t>sort</a:t>
            </a:r>
            <a:r>
              <a:rPr lang="en-US" altLang="zh-CN" kern="0" dirty="0">
                <a:solidFill>
                  <a:srgbClr val="000000"/>
                </a:solidFill>
                <a:latin typeface="Times New Roman" panose="02020603050405020304" pitchFamily="18" charset="0"/>
                <a:ea typeface="楷体_GB2312" pitchFamily="49" charset="-122"/>
              </a:rPr>
              <a:t>}</a:t>
            </a:r>
            <a:r>
              <a:rPr lang="zh-CN" altLang="en-US" kern="0" dirty="0">
                <a:solidFill>
                  <a:srgbClr val="000000"/>
                </a:solidFill>
                <a:latin typeface="Times New Roman" panose="02020603050405020304" pitchFamily="18" charset="0"/>
                <a:ea typeface="楷体_GB2312" pitchFamily="49" charset="-122"/>
              </a:rPr>
              <a:t>；</a:t>
            </a:r>
            <a:endParaRPr lang="en-US" altLang="zh-CN" kern="0" dirty="0">
              <a:solidFill>
                <a:srgbClr val="000000"/>
              </a:solidFill>
              <a:latin typeface="Times New Roman" panose="02020603050405020304" pitchFamily="18" charset="0"/>
              <a:ea typeface="楷体_GB2312" pitchFamily="49" charset="-122"/>
            </a:endParaRPr>
          </a:p>
        </p:txBody>
      </p:sp>
      <p:sp>
        <p:nvSpPr>
          <p:cNvPr id="4" name="矩形 3"/>
          <p:cNvSpPr/>
          <p:nvPr/>
        </p:nvSpPr>
        <p:spPr>
          <a:xfrm>
            <a:off x="4284663" y="1165225"/>
            <a:ext cx="4252912" cy="1016000"/>
          </a:xfrm>
          <a:prstGeom prst="rect">
            <a:avLst/>
          </a:prstGeom>
          <a:solidFill>
            <a:schemeClr val="accent5">
              <a:lumMod val="60000"/>
              <a:lumOff val="40000"/>
            </a:schemeClr>
          </a:solidFill>
          <a:ln>
            <a:solidFill>
              <a:schemeClr val="tx1"/>
            </a:solidFill>
          </a:ln>
        </p:spPr>
        <p:txBody>
          <a:bodyPr>
            <a:spAutoFit/>
          </a:bodyPr>
          <a:lstStyle/>
          <a:p>
            <a:pPr>
              <a:defRPr/>
            </a:pPr>
            <a:r>
              <a:rPr lang="zh-CN" altLang="en-US" sz="2000" dirty="0">
                <a:solidFill>
                  <a:srgbClr val="000000"/>
                </a:solidFill>
                <a:latin typeface="华文楷体" panose="02010600040101010101" pitchFamily="2" charset="-122"/>
                <a:ea typeface="华文楷体" panose="02010600040101010101" pitchFamily="2" charset="-122"/>
              </a:rPr>
              <a:t>一个过程除</a:t>
            </a:r>
            <a:r>
              <a:rPr lang="zh-CN" altLang="en-US" sz="2000" dirty="0">
                <a:solidFill>
                  <a:srgbClr val="0000FF"/>
                </a:solidFill>
                <a:latin typeface="华文楷体" panose="02010600040101010101" pitchFamily="2" charset="-122"/>
                <a:ea typeface="华文楷体" panose="02010600040101010101" pitchFamily="2" charset="-122"/>
              </a:rPr>
              <a:t>自身定义的局部数据</a:t>
            </a:r>
            <a:r>
              <a:rPr lang="zh-CN" altLang="en-US" sz="2000" dirty="0">
                <a:solidFill>
                  <a:srgbClr val="000000"/>
                </a:solidFill>
                <a:latin typeface="华文楷体" panose="02010600040101010101" pitchFamily="2" charset="-122"/>
                <a:ea typeface="华文楷体" panose="02010600040101010101" pitchFamily="2" charset="-122"/>
              </a:rPr>
              <a:t>和</a:t>
            </a:r>
            <a:r>
              <a:rPr lang="zh-CN" altLang="en-US" sz="2000" dirty="0">
                <a:solidFill>
                  <a:srgbClr val="0000FF"/>
                </a:solidFill>
                <a:latin typeface="华文楷体" panose="02010600040101010101" pitchFamily="2" charset="-122"/>
                <a:ea typeface="华文楷体" panose="02010600040101010101" pitchFamily="2" charset="-122"/>
              </a:rPr>
              <a:t>全局定义的数据</a:t>
            </a:r>
            <a:r>
              <a:rPr lang="zh-CN" altLang="en-US" sz="2000" dirty="0">
                <a:solidFill>
                  <a:srgbClr val="000000"/>
                </a:solidFill>
                <a:latin typeface="华文楷体" panose="02010600040101010101" pitchFamily="2" charset="-122"/>
                <a:ea typeface="华文楷体" panose="02010600040101010101" pitchFamily="2" charset="-122"/>
              </a:rPr>
              <a:t>以外，还可以使用</a:t>
            </a:r>
            <a:r>
              <a:rPr lang="zh-CN" altLang="en-US" sz="2000" dirty="0">
                <a:solidFill>
                  <a:srgbClr val="0000FF"/>
                </a:solidFill>
                <a:latin typeface="华文楷体" panose="02010600040101010101" pitchFamily="2" charset="-122"/>
                <a:ea typeface="华文楷体" panose="02010600040101010101" pitchFamily="2" charset="-122"/>
              </a:rPr>
              <a:t>外围过程中声明的对象</a:t>
            </a:r>
          </a:p>
        </p:txBody>
      </p:sp>
      <p:sp>
        <p:nvSpPr>
          <p:cNvPr id="3" name="灯片编号占位符 2"/>
          <p:cNvSpPr>
            <a:spLocks noGrp="1"/>
          </p:cNvSpPr>
          <p:nvPr>
            <p:ph type="sldNum" sz="quarter" idx="12"/>
          </p:nvPr>
        </p:nvSpPr>
        <p:spPr/>
        <p:txBody>
          <a:bodyPr/>
          <a:lstStyle/>
          <a:p>
            <a:pPr>
              <a:defRPr/>
            </a:pPr>
            <a:fld id="{64CF1D47-2B30-44A6-81DA-EC28584A641A}" type="slidenum">
              <a:rPr lang="zh-CN" altLang="en-US" smtClean="0"/>
              <a:pPr>
                <a:defRPr/>
              </a:pPr>
              <a:t>4</a:t>
            </a:fld>
            <a:endParaRPr lang="en-US" altLang="zh-CN" dirty="0"/>
          </a:p>
        </p:txBody>
      </p:sp>
    </p:spTree>
    <p:extLst>
      <p:ext uri="{BB962C8B-B14F-4D97-AF65-F5344CB8AC3E}">
        <p14:creationId xmlns:p14="http://schemas.microsoft.com/office/powerpoint/2010/main" val="313404969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内容占位符 2"/>
          <p:cNvSpPr>
            <a:spLocks noGrp="1"/>
          </p:cNvSpPr>
          <p:nvPr>
            <p:ph idx="1"/>
          </p:nvPr>
        </p:nvSpPr>
        <p:spPr>
          <a:xfrm>
            <a:off x="684213" y="771525"/>
            <a:ext cx="1584325" cy="647700"/>
          </a:xfrm>
        </p:spPr>
        <p:txBody>
          <a:bodyPr/>
          <a:lstStyle/>
          <a:p>
            <a:pPr eaLnBrk="1" hangingPunct="1">
              <a:buClrTx/>
              <a:buFont typeface="Wingdings" panose="05000000000000000000" pitchFamily="2" charset="2"/>
              <a:buChar char="Ø"/>
            </a:pPr>
            <a:r>
              <a:rPr lang="zh-CN" altLang="en-US" b="1">
                <a:solidFill>
                  <a:schemeClr val="tx1"/>
                </a:solidFill>
              </a:rPr>
              <a:t>例：</a:t>
            </a:r>
            <a:r>
              <a:rPr lang="en-US" altLang="zh-CN" b="1" i="1">
                <a:solidFill>
                  <a:schemeClr val="tx1"/>
                </a:solidFill>
              </a:rPr>
              <a:t>C</a:t>
            </a:r>
            <a:endParaRPr lang="zh-CN" altLang="en-US" b="1">
              <a:solidFill>
                <a:schemeClr val="tx1"/>
              </a:solidFill>
              <a:ea typeface="楷体_GB2312"/>
              <a:cs typeface="楷体_GB2312"/>
            </a:endParaRPr>
          </a:p>
        </p:txBody>
      </p:sp>
      <p:sp>
        <p:nvSpPr>
          <p:cNvPr id="92163" name="标题 1"/>
          <p:cNvSpPr>
            <a:spLocks noGrp="1"/>
          </p:cNvSpPr>
          <p:nvPr>
            <p:ph type="title"/>
          </p:nvPr>
        </p:nvSpPr>
        <p:spPr>
          <a:xfrm>
            <a:off x="755650" y="268288"/>
            <a:ext cx="7931150" cy="358775"/>
          </a:xfrm>
        </p:spPr>
        <p:txBody>
          <a:bodyPr/>
          <a:lstStyle/>
          <a:p>
            <a:r>
              <a:rPr lang="zh-CN" altLang="en-US" sz="300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不支持过程嵌套声明的语言</a:t>
            </a:r>
          </a:p>
        </p:txBody>
      </p:sp>
      <p:sp>
        <p:nvSpPr>
          <p:cNvPr id="101380" name="Rectangle 2"/>
          <p:cNvSpPr txBox="1">
            <a:spLocks noChangeArrowheads="1"/>
          </p:cNvSpPr>
          <p:nvPr/>
        </p:nvSpPr>
        <p:spPr bwMode="auto">
          <a:xfrm>
            <a:off x="2028825" y="700088"/>
            <a:ext cx="6646863" cy="4443412"/>
          </a:xfrm>
          <a:prstGeom prst="rect">
            <a:avLst/>
          </a:prstGeom>
          <a:solidFill>
            <a:schemeClr val="accent2">
              <a:lumMod val="40000"/>
              <a:lumOff val="60000"/>
            </a:schemeClr>
          </a:solidFill>
          <a:ln>
            <a:solidFill>
              <a:schemeClr val="tx1"/>
            </a:solidFill>
          </a:ln>
        </p:spPr>
        <p:txBody>
          <a:bodyPr/>
          <a:lstStyle/>
          <a:p>
            <a:pPr>
              <a:lnSpc>
                <a:spcPts val="1400"/>
              </a:lnSpc>
              <a:defRPr/>
            </a:pPr>
            <a:r>
              <a:rPr kumimoji="1" lang="en-US" altLang="zh-CN" sz="1600" i="1" dirty="0" err="1">
                <a:solidFill>
                  <a:srgbClr val="000000"/>
                </a:solidFill>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int</a:t>
            </a:r>
            <a:r>
              <a:rPr kumimoji="1" lang="en-US" altLang="zh-CN" sz="1600" i="1" dirty="0">
                <a:solidFill>
                  <a:srgbClr val="000000"/>
                </a:solidFill>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   a</a:t>
            </a:r>
            <a:r>
              <a:rPr lang="en-US" altLang="zh-CN" sz="1600" dirty="0">
                <a:solidFill>
                  <a:srgbClr val="000000"/>
                </a:solidFill>
                <a:latin typeface="Times New Roman" panose="02020603050405020304" pitchFamily="18" charset="0"/>
                <a:ea typeface="楷体_GB2312" pitchFamily="49" charset="-122"/>
                <a:cs typeface="Times New Roman" panose="02020603050405020304" pitchFamily="18" charset="0"/>
              </a:rPr>
              <a:t>[11]</a:t>
            </a:r>
            <a:r>
              <a:rPr kumimoji="1" lang="en-US" altLang="zh-CN" sz="1600" dirty="0">
                <a:solidFill>
                  <a:srgbClr val="000000"/>
                </a:solidFill>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a:t>
            </a:r>
            <a:r>
              <a:rPr kumimoji="1" lang="en-US" altLang="zh-CN" sz="1600" i="1" dirty="0">
                <a:solidFill>
                  <a:srgbClr val="000000"/>
                </a:solidFill>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    </a:t>
            </a:r>
          </a:p>
          <a:p>
            <a:pPr>
              <a:lnSpc>
                <a:spcPts val="1400"/>
              </a:lnSpc>
              <a:defRPr/>
            </a:pPr>
            <a:r>
              <a:rPr kumimoji="1" lang="en-US" altLang="zh-CN" sz="1600" i="1" dirty="0">
                <a:solidFill>
                  <a:srgbClr val="000000"/>
                </a:solidFill>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void   </a:t>
            </a:r>
            <a:r>
              <a:rPr kumimoji="1" lang="en-US" altLang="zh-CN" sz="1600" i="1" dirty="0" err="1">
                <a:solidFill>
                  <a:srgbClr val="000000"/>
                </a:solidFill>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readArray</a:t>
            </a:r>
            <a:r>
              <a:rPr kumimoji="1" lang="en-US" altLang="zh-CN" sz="1600" dirty="0">
                <a:solidFill>
                  <a:srgbClr val="000000"/>
                </a:solidFill>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 ) /</a:t>
            </a:r>
            <a:r>
              <a:rPr kumimoji="1" lang="zh-CN" altLang="en-US" sz="1600" dirty="0">
                <a:solidFill>
                  <a:srgbClr val="000000"/>
                </a:solidFill>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a:t>
            </a:r>
            <a:r>
              <a:rPr kumimoji="1" lang="zh-CN" altLang="en-US" sz="1600" dirty="0">
                <a:solidFill>
                  <a:srgbClr val="000000"/>
                </a:solidFill>
                <a:latin typeface="华文楷体" panose="02010600040101010101" pitchFamily="2" charset="-122"/>
                <a:ea typeface="华文楷体" panose="02010600040101010101" pitchFamily="2" charset="-122"/>
                <a:cs typeface="Times New Roman" panose="02020603050405020304" pitchFamily="18" charset="0"/>
                <a:sym typeface="Symbol" panose="05050102010706020507" pitchFamily="18" charset="2"/>
              </a:rPr>
              <a:t>将</a:t>
            </a:r>
            <a:r>
              <a:rPr kumimoji="1" lang="en-US" altLang="zh-CN" sz="1600" dirty="0">
                <a:solidFill>
                  <a:srgbClr val="000000"/>
                </a:solidFill>
                <a:latin typeface="华文楷体" panose="02010600040101010101" pitchFamily="2" charset="-122"/>
                <a:ea typeface="华文楷体" panose="02010600040101010101" pitchFamily="2" charset="-122"/>
                <a:cs typeface="Times New Roman" panose="02020603050405020304" pitchFamily="18" charset="0"/>
                <a:sym typeface="Symbol" panose="05050102010706020507" pitchFamily="18" charset="2"/>
              </a:rPr>
              <a:t>9</a:t>
            </a:r>
            <a:r>
              <a:rPr kumimoji="1" lang="zh-CN" altLang="en-US" sz="1600" dirty="0">
                <a:solidFill>
                  <a:srgbClr val="000000"/>
                </a:solidFill>
                <a:latin typeface="华文楷体" panose="02010600040101010101" pitchFamily="2" charset="-122"/>
                <a:ea typeface="华文楷体" panose="02010600040101010101" pitchFamily="2" charset="-122"/>
                <a:cs typeface="Times New Roman" panose="02020603050405020304" pitchFamily="18" charset="0"/>
                <a:sym typeface="Symbol" panose="05050102010706020507" pitchFamily="18" charset="2"/>
              </a:rPr>
              <a:t>个整数读入到</a:t>
            </a:r>
            <a:r>
              <a:rPr kumimoji="1" lang="en-US" altLang="zh-CN" sz="1600" i="1" dirty="0">
                <a:solidFill>
                  <a:srgbClr val="0000FF"/>
                </a:solidFill>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a</a:t>
            </a:r>
            <a:r>
              <a:rPr lang="en-US" altLang="zh-CN" sz="1600" dirty="0">
                <a:solidFill>
                  <a:srgbClr val="000000"/>
                </a:solidFill>
                <a:latin typeface="Times New Roman" panose="02020603050405020304" pitchFamily="18" charset="0"/>
                <a:ea typeface="楷体_GB2312" pitchFamily="49" charset="-122"/>
                <a:cs typeface="Times New Roman" panose="02020603050405020304" pitchFamily="18" charset="0"/>
              </a:rPr>
              <a:t>[1]</a:t>
            </a:r>
            <a:r>
              <a:rPr kumimoji="1" lang="en-US" altLang="zh-CN" sz="1600" dirty="0">
                <a:solidFill>
                  <a:srgbClr val="000000"/>
                </a:solidFill>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a:t>
            </a:r>
            <a:r>
              <a:rPr kumimoji="1" lang="en-US" altLang="zh-CN" sz="1600" i="1" dirty="0">
                <a:solidFill>
                  <a:srgbClr val="0000FF"/>
                </a:solidFill>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a</a:t>
            </a:r>
            <a:r>
              <a:rPr lang="en-US" altLang="zh-CN" sz="1600" dirty="0">
                <a:solidFill>
                  <a:srgbClr val="000000"/>
                </a:solidFill>
                <a:latin typeface="Times New Roman" panose="02020603050405020304" pitchFamily="18" charset="0"/>
                <a:ea typeface="楷体_GB2312" pitchFamily="49" charset="-122"/>
              </a:rPr>
              <a:t>[9]</a:t>
            </a:r>
            <a:r>
              <a:rPr kumimoji="1" lang="zh-CN" altLang="en-US" sz="1600" dirty="0">
                <a:solidFill>
                  <a:srgbClr val="000000"/>
                </a:solidFill>
                <a:latin typeface="华文楷体" panose="02010600040101010101" pitchFamily="2" charset="-122"/>
                <a:ea typeface="华文楷体" panose="02010600040101010101" pitchFamily="2" charset="-122"/>
              </a:rPr>
              <a:t>中</a:t>
            </a:r>
            <a:r>
              <a:rPr kumimoji="1" lang="en-US" altLang="zh-CN" sz="1600" dirty="0">
                <a:solidFill>
                  <a:srgbClr val="000000"/>
                </a:solidFill>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 </a:t>
            </a:r>
            <a:r>
              <a:rPr kumimoji="1" lang="zh-CN" altLang="en-US" sz="1600" dirty="0">
                <a:solidFill>
                  <a:srgbClr val="000000"/>
                </a:solidFill>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a:t>
            </a:r>
            <a:r>
              <a:rPr kumimoji="1" lang="en-US" altLang="zh-CN" sz="1600" dirty="0">
                <a:solidFill>
                  <a:srgbClr val="000000"/>
                </a:solidFill>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a:t>
            </a:r>
            <a:endParaRPr kumimoji="1" lang="en-US" altLang="zh-CN" sz="1600" i="1" dirty="0">
              <a:solidFill>
                <a:srgbClr val="000000"/>
              </a:solidFill>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endParaRPr>
          </a:p>
          <a:p>
            <a:pPr>
              <a:lnSpc>
                <a:spcPts val="1400"/>
              </a:lnSpc>
              <a:defRPr/>
            </a:pPr>
            <a:r>
              <a:rPr kumimoji="1" lang="en-US" altLang="zh-CN" sz="1600" dirty="0">
                <a:solidFill>
                  <a:srgbClr val="000000"/>
                </a:solidFill>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a:t>
            </a:r>
            <a:r>
              <a:rPr kumimoji="1" lang="en-US" altLang="zh-CN" sz="1600" i="1" dirty="0">
                <a:solidFill>
                  <a:srgbClr val="000000"/>
                </a:solidFill>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          </a:t>
            </a:r>
            <a:r>
              <a:rPr kumimoji="1" lang="en-US" altLang="zh-CN" sz="1600" i="1" dirty="0" err="1">
                <a:solidFill>
                  <a:srgbClr val="000000"/>
                </a:solidFill>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int</a:t>
            </a:r>
            <a:r>
              <a:rPr kumimoji="1" lang="en-US" altLang="zh-CN" sz="1600" i="1" dirty="0">
                <a:solidFill>
                  <a:srgbClr val="000000"/>
                </a:solidFill>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   </a:t>
            </a:r>
            <a:r>
              <a:rPr kumimoji="1" lang="en-US" altLang="zh-CN" sz="1600" i="1" dirty="0" err="1">
                <a:solidFill>
                  <a:srgbClr val="000000"/>
                </a:solidFill>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i</a:t>
            </a:r>
            <a:r>
              <a:rPr kumimoji="1" lang="en-US" altLang="zh-CN" sz="1600" i="1" dirty="0">
                <a:solidFill>
                  <a:srgbClr val="000000"/>
                </a:solidFill>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a:t>
            </a:r>
          </a:p>
          <a:p>
            <a:pPr>
              <a:lnSpc>
                <a:spcPts val="1400"/>
              </a:lnSpc>
              <a:defRPr/>
            </a:pPr>
            <a:r>
              <a:rPr kumimoji="1" lang="en-US" altLang="zh-CN" sz="1600" i="1" dirty="0">
                <a:solidFill>
                  <a:srgbClr val="000000"/>
                </a:solidFill>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          …</a:t>
            </a:r>
          </a:p>
          <a:p>
            <a:pPr>
              <a:lnSpc>
                <a:spcPts val="1400"/>
              </a:lnSpc>
              <a:defRPr/>
            </a:pPr>
            <a:r>
              <a:rPr kumimoji="1" lang="en-US" altLang="zh-CN" sz="1600" dirty="0">
                <a:solidFill>
                  <a:srgbClr val="000000"/>
                </a:solidFill>
                <a:latin typeface="Times New Roman" panose="02020603050405020304" pitchFamily="18" charset="0"/>
                <a:ea typeface="楷体_GB2312" pitchFamily="49" charset="-122"/>
                <a:cs typeface="Times New Roman" panose="02020603050405020304" pitchFamily="18" charset="0"/>
              </a:rPr>
              <a:t>}</a:t>
            </a:r>
          </a:p>
          <a:p>
            <a:pPr>
              <a:lnSpc>
                <a:spcPts val="1400"/>
              </a:lnSpc>
              <a:defRPr/>
            </a:pPr>
            <a:r>
              <a:rPr kumimoji="1" lang="en-US" altLang="zh-CN" sz="1600" i="1" dirty="0" err="1">
                <a:solidFill>
                  <a:srgbClr val="000000"/>
                </a:solidFill>
                <a:latin typeface="Times New Roman" panose="02020603050405020304" pitchFamily="18" charset="0"/>
                <a:ea typeface="楷体_GB2312" pitchFamily="49" charset="-122"/>
                <a:sym typeface="Symbol" panose="05050102010706020507" pitchFamily="18" charset="2"/>
              </a:rPr>
              <a:t>int</a:t>
            </a:r>
            <a:r>
              <a:rPr kumimoji="1" lang="en-US" altLang="zh-CN" sz="1600" i="1" dirty="0">
                <a:solidFill>
                  <a:srgbClr val="000000"/>
                </a:solidFill>
                <a:latin typeface="Times New Roman" panose="02020603050405020304" pitchFamily="18" charset="0"/>
                <a:ea typeface="楷体_GB2312" pitchFamily="49" charset="-122"/>
                <a:sym typeface="Symbol" panose="05050102010706020507" pitchFamily="18" charset="2"/>
              </a:rPr>
              <a:t>   partition</a:t>
            </a:r>
            <a:r>
              <a:rPr kumimoji="1" lang="en-US" altLang="zh-CN" sz="1600" dirty="0">
                <a:solidFill>
                  <a:srgbClr val="000000"/>
                </a:solidFill>
                <a:latin typeface="Times New Roman" panose="02020603050405020304" pitchFamily="18" charset="0"/>
                <a:ea typeface="楷体_GB2312" pitchFamily="49" charset="-122"/>
                <a:sym typeface="Symbol" panose="05050102010706020507" pitchFamily="18" charset="2"/>
              </a:rPr>
              <a:t>(</a:t>
            </a:r>
            <a:r>
              <a:rPr kumimoji="1" lang="en-US" altLang="zh-CN" sz="1600" i="1" dirty="0" err="1">
                <a:solidFill>
                  <a:srgbClr val="000000"/>
                </a:solidFill>
                <a:latin typeface="Times New Roman" panose="02020603050405020304" pitchFamily="18" charset="0"/>
                <a:ea typeface="楷体_GB2312" pitchFamily="49" charset="-122"/>
                <a:sym typeface="Symbol" panose="05050102010706020507" pitchFamily="18" charset="2"/>
              </a:rPr>
              <a:t>int</a:t>
            </a:r>
            <a:r>
              <a:rPr kumimoji="1" lang="en-US" altLang="zh-CN" sz="1600" i="1" dirty="0">
                <a:solidFill>
                  <a:srgbClr val="000000"/>
                </a:solidFill>
                <a:latin typeface="Times New Roman" panose="02020603050405020304" pitchFamily="18" charset="0"/>
                <a:ea typeface="楷体_GB2312" pitchFamily="49" charset="-122"/>
                <a:sym typeface="Symbol" panose="05050102010706020507" pitchFamily="18" charset="2"/>
              </a:rPr>
              <a:t>  m,  </a:t>
            </a:r>
            <a:r>
              <a:rPr kumimoji="1" lang="en-US" altLang="zh-CN" sz="1600" i="1" dirty="0" err="1">
                <a:solidFill>
                  <a:srgbClr val="000000"/>
                </a:solidFill>
                <a:latin typeface="Times New Roman" panose="02020603050405020304" pitchFamily="18" charset="0"/>
                <a:ea typeface="楷体_GB2312" pitchFamily="49" charset="-122"/>
                <a:sym typeface="Symbol" panose="05050102010706020507" pitchFamily="18" charset="2"/>
              </a:rPr>
              <a:t>int</a:t>
            </a:r>
            <a:r>
              <a:rPr kumimoji="1" lang="en-US" altLang="zh-CN" sz="1600" i="1" dirty="0">
                <a:solidFill>
                  <a:srgbClr val="000000"/>
                </a:solidFill>
                <a:latin typeface="Times New Roman" panose="02020603050405020304" pitchFamily="18" charset="0"/>
                <a:ea typeface="楷体_GB2312" pitchFamily="49" charset="-122"/>
                <a:sym typeface="Symbol" panose="05050102010706020507" pitchFamily="18" charset="2"/>
              </a:rPr>
              <a:t>  n</a:t>
            </a:r>
            <a:r>
              <a:rPr kumimoji="1" lang="en-US" altLang="zh-CN" sz="1600" dirty="0">
                <a:solidFill>
                  <a:srgbClr val="000000"/>
                </a:solidFill>
                <a:latin typeface="Times New Roman" panose="02020603050405020304" pitchFamily="18" charset="0"/>
                <a:ea typeface="楷体_GB2312" pitchFamily="49" charset="-122"/>
                <a:sym typeface="Symbol" panose="05050102010706020507" pitchFamily="18" charset="2"/>
              </a:rPr>
              <a:t>) </a:t>
            </a:r>
            <a:endParaRPr kumimoji="1" lang="en-US" altLang="zh-CN" sz="1600" i="1" dirty="0">
              <a:solidFill>
                <a:srgbClr val="000000"/>
              </a:solidFill>
              <a:latin typeface="Times New Roman" panose="02020603050405020304" pitchFamily="18" charset="0"/>
              <a:ea typeface="楷体_GB2312" pitchFamily="49" charset="-122"/>
              <a:sym typeface="Symbol" panose="05050102010706020507" pitchFamily="18" charset="2"/>
            </a:endParaRPr>
          </a:p>
          <a:p>
            <a:pPr>
              <a:lnSpc>
                <a:spcPts val="1400"/>
              </a:lnSpc>
              <a:defRPr/>
            </a:pPr>
            <a:r>
              <a:rPr kumimoji="1" lang="en-US" altLang="zh-CN" sz="1600" dirty="0">
                <a:solidFill>
                  <a:srgbClr val="000000"/>
                </a:solidFill>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         </a:t>
            </a:r>
            <a:r>
              <a:rPr kumimoji="1" lang="en-US" altLang="zh-CN" sz="1600" dirty="0">
                <a:solidFill>
                  <a:srgbClr val="000000"/>
                </a:solidFill>
                <a:latin typeface="Times New Roman" panose="02020603050405020304" pitchFamily="18" charset="0"/>
                <a:ea typeface="楷体_GB2312" pitchFamily="49" charset="-122"/>
                <a:sym typeface="Symbol" panose="05050102010706020507" pitchFamily="18" charset="2"/>
              </a:rPr>
              <a:t>/</a:t>
            </a:r>
            <a:r>
              <a:rPr kumimoji="1" lang="zh-CN" altLang="en-US" sz="1600" dirty="0">
                <a:solidFill>
                  <a:srgbClr val="000000"/>
                </a:solidFill>
                <a:latin typeface="Times New Roman" panose="02020603050405020304" pitchFamily="18" charset="0"/>
                <a:ea typeface="楷体_GB2312" pitchFamily="49" charset="-122"/>
                <a:sym typeface="Symbol" panose="05050102010706020507" pitchFamily="18" charset="2"/>
              </a:rPr>
              <a:t>*</a:t>
            </a:r>
            <a:r>
              <a:rPr kumimoji="1" lang="zh-CN" altLang="en-US" sz="1600" dirty="0">
                <a:solidFill>
                  <a:srgbClr val="000000"/>
                </a:solidFill>
                <a:latin typeface="华文楷体" panose="02010600040101010101" pitchFamily="2" charset="-122"/>
                <a:ea typeface="华文楷体" panose="02010600040101010101" pitchFamily="2" charset="-122"/>
                <a:sym typeface="Symbol" panose="05050102010706020507" pitchFamily="18" charset="2"/>
              </a:rPr>
              <a:t>选择一个分割值</a:t>
            </a:r>
            <a:r>
              <a:rPr kumimoji="1" lang="en-US" altLang="zh-CN" sz="1600" i="1" dirty="0">
                <a:solidFill>
                  <a:srgbClr val="000000"/>
                </a:solidFill>
                <a:latin typeface="Times New Roman" panose="02020603050405020304" pitchFamily="18" charset="0"/>
                <a:ea typeface="华文楷体" panose="02010600040101010101" pitchFamily="2" charset="-122"/>
                <a:sym typeface="Symbol" panose="05050102010706020507" pitchFamily="18" charset="2"/>
              </a:rPr>
              <a:t>v</a:t>
            </a:r>
            <a:r>
              <a:rPr kumimoji="1" lang="zh-CN" altLang="en-US" sz="1600" i="1" dirty="0">
                <a:solidFill>
                  <a:srgbClr val="000000"/>
                </a:solidFill>
                <a:latin typeface="华文楷体" panose="02010600040101010101" pitchFamily="2" charset="-122"/>
                <a:ea typeface="华文楷体" panose="02010600040101010101" pitchFamily="2" charset="-122"/>
                <a:sym typeface="Symbol" panose="05050102010706020507" pitchFamily="18" charset="2"/>
              </a:rPr>
              <a:t>，</a:t>
            </a:r>
            <a:r>
              <a:rPr kumimoji="1" lang="zh-CN" altLang="en-US" sz="1600" dirty="0">
                <a:solidFill>
                  <a:srgbClr val="000000"/>
                </a:solidFill>
                <a:latin typeface="华文楷体" panose="02010600040101010101" pitchFamily="2" charset="-122"/>
                <a:ea typeface="华文楷体" panose="02010600040101010101" pitchFamily="2" charset="-122"/>
                <a:sym typeface="Symbol" panose="05050102010706020507" pitchFamily="18" charset="2"/>
              </a:rPr>
              <a:t>划分</a:t>
            </a:r>
            <a:r>
              <a:rPr kumimoji="1" lang="en-US" altLang="zh-CN" sz="1600" i="1" dirty="0">
                <a:solidFill>
                  <a:srgbClr val="0000FF"/>
                </a:solidFill>
                <a:latin typeface="Times New Roman" panose="02020603050405020304" pitchFamily="18" charset="0"/>
                <a:ea typeface="楷体_GB2312" pitchFamily="49" charset="-122"/>
                <a:sym typeface="Symbol" panose="05050102010706020507" pitchFamily="18" charset="2"/>
              </a:rPr>
              <a:t>a</a:t>
            </a:r>
            <a:r>
              <a:rPr lang="en-US" altLang="zh-CN" sz="1600" dirty="0">
                <a:solidFill>
                  <a:srgbClr val="000000"/>
                </a:solidFill>
                <a:latin typeface="Times New Roman" panose="02020603050405020304" pitchFamily="18" charset="0"/>
                <a:ea typeface="楷体_GB2312" pitchFamily="49" charset="-122"/>
              </a:rPr>
              <a:t>[</a:t>
            </a:r>
            <a:r>
              <a:rPr lang="en-US" altLang="zh-CN" sz="1600" i="1" dirty="0">
                <a:solidFill>
                  <a:srgbClr val="000000"/>
                </a:solidFill>
                <a:latin typeface="Times New Roman" panose="02020603050405020304" pitchFamily="18" charset="0"/>
                <a:ea typeface="楷体_GB2312" pitchFamily="49" charset="-122"/>
              </a:rPr>
              <a:t>m…n</a:t>
            </a:r>
            <a:r>
              <a:rPr lang="en-US" altLang="zh-CN" sz="1600" dirty="0">
                <a:solidFill>
                  <a:srgbClr val="000000"/>
                </a:solidFill>
                <a:latin typeface="Times New Roman" panose="02020603050405020304" pitchFamily="18" charset="0"/>
                <a:ea typeface="楷体_GB2312" pitchFamily="49" charset="-122"/>
              </a:rPr>
              <a:t>]</a:t>
            </a:r>
            <a:r>
              <a:rPr kumimoji="1" lang="zh-CN" altLang="en-US" sz="1600" dirty="0">
                <a:solidFill>
                  <a:srgbClr val="000000"/>
                </a:solidFill>
                <a:latin typeface="Times New Roman" panose="02020603050405020304" pitchFamily="18" charset="0"/>
                <a:ea typeface="楷体_GB2312" pitchFamily="49" charset="-122"/>
              </a:rPr>
              <a:t>，</a:t>
            </a:r>
            <a:r>
              <a:rPr kumimoji="1" lang="zh-CN" altLang="en-US" sz="1600" dirty="0">
                <a:solidFill>
                  <a:srgbClr val="000000"/>
                </a:solidFill>
                <a:latin typeface="华文楷体" panose="02010600040101010101" pitchFamily="2" charset="-122"/>
                <a:ea typeface="华文楷体" panose="02010600040101010101" pitchFamily="2" charset="-122"/>
              </a:rPr>
              <a:t>使得</a:t>
            </a:r>
            <a:r>
              <a:rPr kumimoji="1" lang="en-US" altLang="zh-CN" sz="1600" i="1" dirty="0">
                <a:solidFill>
                  <a:srgbClr val="0000FF"/>
                </a:solidFill>
                <a:latin typeface="Times New Roman" panose="02020603050405020304" pitchFamily="18" charset="0"/>
                <a:ea typeface="楷体_GB2312" pitchFamily="49" charset="-122"/>
                <a:sym typeface="Symbol" panose="05050102010706020507" pitchFamily="18" charset="2"/>
              </a:rPr>
              <a:t>a</a:t>
            </a:r>
            <a:r>
              <a:rPr lang="en-US" altLang="zh-CN" sz="1600" dirty="0">
                <a:solidFill>
                  <a:srgbClr val="000000"/>
                </a:solidFill>
                <a:latin typeface="Times New Roman" panose="02020603050405020304" pitchFamily="18" charset="0"/>
                <a:ea typeface="楷体_GB2312" pitchFamily="49" charset="-122"/>
              </a:rPr>
              <a:t>[</a:t>
            </a:r>
            <a:r>
              <a:rPr lang="en-US" altLang="zh-CN" sz="1600" i="1" dirty="0">
                <a:solidFill>
                  <a:srgbClr val="000000"/>
                </a:solidFill>
                <a:latin typeface="Times New Roman" panose="02020603050405020304" pitchFamily="18" charset="0"/>
                <a:ea typeface="楷体_GB2312" pitchFamily="49" charset="-122"/>
              </a:rPr>
              <a:t>m…p-</a:t>
            </a:r>
            <a:r>
              <a:rPr lang="en-US" altLang="zh-CN" sz="1600" dirty="0">
                <a:solidFill>
                  <a:srgbClr val="000000"/>
                </a:solidFill>
                <a:latin typeface="Times New Roman" panose="02020603050405020304" pitchFamily="18" charset="0"/>
                <a:ea typeface="楷体_GB2312" pitchFamily="49" charset="-122"/>
              </a:rPr>
              <a:t>1]</a:t>
            </a:r>
            <a:r>
              <a:rPr kumimoji="1" lang="zh-CN" altLang="en-US" sz="1600" dirty="0">
                <a:solidFill>
                  <a:srgbClr val="000000"/>
                </a:solidFill>
                <a:latin typeface="华文楷体" panose="02010600040101010101" pitchFamily="2" charset="-122"/>
                <a:ea typeface="华文楷体" panose="02010600040101010101" pitchFamily="2" charset="-122"/>
              </a:rPr>
              <a:t>小于</a:t>
            </a:r>
            <a:r>
              <a:rPr lang="en-US" altLang="zh-CN" sz="1600" i="1" dirty="0">
                <a:solidFill>
                  <a:srgbClr val="000000"/>
                </a:solidFill>
                <a:latin typeface="Times New Roman" panose="02020603050405020304" pitchFamily="18" charset="0"/>
                <a:ea typeface="楷体_GB2312" pitchFamily="49" charset="-122"/>
              </a:rPr>
              <a:t>v,  </a:t>
            </a:r>
            <a:r>
              <a:rPr lang="en-US" altLang="zh-CN" sz="1600" i="1" dirty="0">
                <a:solidFill>
                  <a:srgbClr val="0000FF"/>
                </a:solidFill>
                <a:latin typeface="Times New Roman" panose="02020603050405020304" pitchFamily="18" charset="0"/>
                <a:ea typeface="楷体_GB2312" pitchFamily="49" charset="-122"/>
              </a:rPr>
              <a:t>a</a:t>
            </a:r>
            <a:r>
              <a:rPr lang="en-US" altLang="zh-CN" sz="1600" dirty="0">
                <a:solidFill>
                  <a:srgbClr val="000000"/>
                </a:solidFill>
                <a:latin typeface="Times New Roman" panose="02020603050405020304" pitchFamily="18" charset="0"/>
                <a:ea typeface="楷体_GB2312" pitchFamily="49" charset="-122"/>
              </a:rPr>
              <a:t>[</a:t>
            </a:r>
            <a:r>
              <a:rPr lang="en-US" altLang="zh-CN" sz="1600" i="1" dirty="0">
                <a:solidFill>
                  <a:srgbClr val="000000"/>
                </a:solidFill>
                <a:latin typeface="Times New Roman" panose="02020603050405020304" pitchFamily="18" charset="0"/>
                <a:ea typeface="楷体_GB2312" pitchFamily="49" charset="-122"/>
              </a:rPr>
              <a:t>p</a:t>
            </a:r>
            <a:r>
              <a:rPr lang="en-US" altLang="zh-CN" sz="1600" dirty="0">
                <a:solidFill>
                  <a:srgbClr val="000000"/>
                </a:solidFill>
                <a:latin typeface="Times New Roman" panose="02020603050405020304" pitchFamily="18" charset="0"/>
                <a:ea typeface="楷体_GB2312" pitchFamily="49" charset="-122"/>
              </a:rPr>
              <a:t>]=</a:t>
            </a:r>
            <a:r>
              <a:rPr lang="en-US" altLang="zh-CN" sz="1600" i="1" dirty="0">
                <a:solidFill>
                  <a:srgbClr val="000000"/>
                </a:solidFill>
                <a:latin typeface="Times New Roman" panose="02020603050405020304" pitchFamily="18" charset="0"/>
                <a:ea typeface="楷体_GB2312" pitchFamily="49" charset="-122"/>
              </a:rPr>
              <a:t> v , </a:t>
            </a:r>
          </a:p>
          <a:p>
            <a:pPr>
              <a:lnSpc>
                <a:spcPts val="1400"/>
              </a:lnSpc>
              <a:defRPr/>
            </a:pPr>
            <a:r>
              <a:rPr lang="en-US" altLang="zh-CN" sz="1600" i="1" dirty="0">
                <a:solidFill>
                  <a:srgbClr val="000000"/>
                </a:solidFill>
                <a:latin typeface="Times New Roman" panose="02020603050405020304" pitchFamily="18" charset="0"/>
                <a:ea typeface="楷体_GB2312" pitchFamily="49" charset="-122"/>
              </a:rPr>
              <a:t>               a</a:t>
            </a:r>
            <a:r>
              <a:rPr lang="en-US" altLang="zh-CN" sz="1600" dirty="0">
                <a:solidFill>
                  <a:srgbClr val="000000"/>
                </a:solidFill>
                <a:latin typeface="Times New Roman" panose="02020603050405020304" pitchFamily="18" charset="0"/>
                <a:ea typeface="楷体_GB2312" pitchFamily="49" charset="-122"/>
              </a:rPr>
              <a:t>[</a:t>
            </a:r>
            <a:r>
              <a:rPr lang="en-US" altLang="zh-CN" sz="1600" i="1" dirty="0">
                <a:solidFill>
                  <a:srgbClr val="000000"/>
                </a:solidFill>
                <a:latin typeface="Times New Roman" panose="02020603050405020304" pitchFamily="18" charset="0"/>
                <a:ea typeface="楷体_GB2312" pitchFamily="49" charset="-122"/>
              </a:rPr>
              <a:t>p+</a:t>
            </a:r>
            <a:r>
              <a:rPr lang="en-US" altLang="zh-CN" sz="1600" dirty="0">
                <a:solidFill>
                  <a:srgbClr val="000000"/>
                </a:solidFill>
                <a:latin typeface="Times New Roman" panose="02020603050405020304" pitchFamily="18" charset="0"/>
                <a:ea typeface="楷体_GB2312" pitchFamily="49" charset="-122"/>
              </a:rPr>
              <a:t>1</a:t>
            </a:r>
            <a:r>
              <a:rPr lang="en-US" altLang="zh-CN" sz="1600" i="1" dirty="0">
                <a:solidFill>
                  <a:srgbClr val="000000"/>
                </a:solidFill>
                <a:latin typeface="Times New Roman" panose="02020603050405020304" pitchFamily="18" charset="0"/>
                <a:ea typeface="楷体_GB2312" pitchFamily="49" charset="-122"/>
              </a:rPr>
              <a:t>…n</a:t>
            </a:r>
            <a:r>
              <a:rPr lang="en-US" altLang="zh-CN" sz="1600" dirty="0">
                <a:solidFill>
                  <a:srgbClr val="000000"/>
                </a:solidFill>
                <a:latin typeface="Times New Roman" panose="02020603050405020304" pitchFamily="18" charset="0"/>
                <a:ea typeface="楷体_GB2312" pitchFamily="49" charset="-122"/>
              </a:rPr>
              <a:t>]</a:t>
            </a:r>
            <a:r>
              <a:rPr kumimoji="1" lang="zh-CN" altLang="en-US" sz="1600" dirty="0">
                <a:solidFill>
                  <a:srgbClr val="000000"/>
                </a:solidFill>
                <a:latin typeface="华文楷体" panose="02010600040101010101" pitchFamily="2" charset="-122"/>
                <a:ea typeface="华文楷体" panose="02010600040101010101" pitchFamily="2" charset="-122"/>
              </a:rPr>
              <a:t>大于等于</a:t>
            </a:r>
            <a:r>
              <a:rPr kumimoji="1" lang="en-US" altLang="zh-CN" sz="1600" i="1" dirty="0">
                <a:solidFill>
                  <a:srgbClr val="000000"/>
                </a:solidFill>
                <a:latin typeface="Times New Roman" panose="02020603050405020304" pitchFamily="18" charset="0"/>
                <a:ea typeface="楷体_GB2312" pitchFamily="49" charset="-122"/>
                <a:sym typeface="Symbol" panose="05050102010706020507" pitchFamily="18" charset="2"/>
              </a:rPr>
              <a:t>v</a:t>
            </a:r>
            <a:r>
              <a:rPr kumimoji="1" lang="zh-CN" altLang="en-US" sz="1600" dirty="0">
                <a:solidFill>
                  <a:srgbClr val="000000"/>
                </a:solidFill>
                <a:latin typeface="华文楷体" panose="02010600040101010101" pitchFamily="2" charset="-122"/>
                <a:ea typeface="华文楷体" panose="02010600040101010101" pitchFamily="2" charset="-122"/>
                <a:sym typeface="Symbol" panose="05050102010706020507" pitchFamily="18" charset="2"/>
              </a:rPr>
              <a:t>。返回</a:t>
            </a:r>
            <a:r>
              <a:rPr kumimoji="1" lang="en-US" altLang="zh-CN" sz="1600" i="1" dirty="0">
                <a:solidFill>
                  <a:srgbClr val="000000"/>
                </a:solidFill>
                <a:latin typeface="华文楷体" panose="02010600040101010101" pitchFamily="2" charset="-122"/>
                <a:ea typeface="华文楷体" panose="02010600040101010101" pitchFamily="2" charset="-122"/>
                <a:sym typeface="Symbol" panose="05050102010706020507" pitchFamily="18" charset="2"/>
              </a:rPr>
              <a:t> </a:t>
            </a:r>
            <a:r>
              <a:rPr kumimoji="1" lang="en-US" altLang="zh-CN" sz="1600" i="1" dirty="0">
                <a:solidFill>
                  <a:srgbClr val="000000"/>
                </a:solidFill>
                <a:latin typeface="Times New Roman" panose="02020603050405020304" pitchFamily="18" charset="0"/>
                <a:ea typeface="楷体_GB2312" pitchFamily="49" charset="-122"/>
                <a:sym typeface="Symbol" panose="05050102010706020507" pitchFamily="18" charset="2"/>
              </a:rPr>
              <a:t>p </a:t>
            </a:r>
            <a:r>
              <a:rPr kumimoji="1" lang="zh-CN" altLang="en-US" sz="1600" dirty="0">
                <a:solidFill>
                  <a:srgbClr val="000000"/>
                </a:solidFill>
                <a:latin typeface="Times New Roman" panose="02020603050405020304" pitchFamily="18" charset="0"/>
                <a:ea typeface="楷体_GB2312" pitchFamily="49" charset="-122"/>
                <a:sym typeface="Symbol" panose="05050102010706020507" pitchFamily="18" charset="2"/>
              </a:rPr>
              <a:t>*</a:t>
            </a:r>
            <a:r>
              <a:rPr kumimoji="1" lang="en-US" altLang="zh-CN" sz="1600" dirty="0">
                <a:solidFill>
                  <a:srgbClr val="000000"/>
                </a:solidFill>
                <a:latin typeface="Times New Roman" panose="02020603050405020304" pitchFamily="18" charset="0"/>
                <a:ea typeface="楷体_GB2312" pitchFamily="49" charset="-122"/>
                <a:sym typeface="Symbol" panose="05050102010706020507" pitchFamily="18" charset="2"/>
              </a:rPr>
              <a:t>/</a:t>
            </a:r>
          </a:p>
          <a:p>
            <a:pPr>
              <a:lnSpc>
                <a:spcPts val="1400"/>
              </a:lnSpc>
              <a:defRPr/>
            </a:pPr>
            <a:r>
              <a:rPr kumimoji="1" lang="en-US" altLang="zh-CN" sz="1600" i="1" dirty="0">
                <a:solidFill>
                  <a:srgbClr val="000000"/>
                </a:solidFill>
                <a:latin typeface="Times New Roman" panose="02020603050405020304" pitchFamily="18" charset="0"/>
                <a:ea typeface="楷体_GB2312" pitchFamily="49" charset="-122"/>
                <a:sym typeface="Symbol" panose="05050102010706020507" pitchFamily="18" charset="2"/>
              </a:rPr>
              <a:t>           …</a:t>
            </a:r>
            <a:r>
              <a:rPr kumimoji="1" lang="en-US" altLang="zh-CN" sz="1600" dirty="0">
                <a:solidFill>
                  <a:srgbClr val="000000"/>
                </a:solidFill>
                <a:latin typeface="Times New Roman" panose="02020603050405020304" pitchFamily="18" charset="0"/>
                <a:ea typeface="楷体_GB2312" pitchFamily="49" charset="-122"/>
                <a:sym typeface="Symbol" panose="05050102010706020507" pitchFamily="18" charset="2"/>
              </a:rPr>
              <a:t>           </a:t>
            </a:r>
          </a:p>
          <a:p>
            <a:pPr>
              <a:lnSpc>
                <a:spcPts val="1400"/>
              </a:lnSpc>
              <a:defRPr/>
            </a:pPr>
            <a:r>
              <a:rPr kumimoji="1" lang="en-US" altLang="zh-CN" sz="1600" dirty="0">
                <a:solidFill>
                  <a:srgbClr val="000000"/>
                </a:solidFill>
                <a:latin typeface="Times New Roman" panose="02020603050405020304" pitchFamily="18" charset="0"/>
                <a:ea typeface="楷体_GB2312" pitchFamily="49" charset="-122"/>
              </a:rPr>
              <a:t>} </a:t>
            </a:r>
          </a:p>
          <a:p>
            <a:pPr>
              <a:lnSpc>
                <a:spcPts val="1400"/>
              </a:lnSpc>
              <a:defRPr/>
            </a:pPr>
            <a:r>
              <a:rPr kumimoji="1" lang="en-US" altLang="zh-CN" sz="1600" i="1" dirty="0">
                <a:solidFill>
                  <a:srgbClr val="000000"/>
                </a:solidFill>
                <a:latin typeface="Times New Roman" panose="02020603050405020304" pitchFamily="18" charset="0"/>
                <a:ea typeface="楷体_GB2312" pitchFamily="49" charset="-122"/>
                <a:sym typeface="Symbol" panose="05050102010706020507" pitchFamily="18" charset="2"/>
              </a:rPr>
              <a:t>void   quicksort</a:t>
            </a:r>
            <a:r>
              <a:rPr kumimoji="1" lang="en-US" altLang="zh-CN" sz="1600" dirty="0">
                <a:solidFill>
                  <a:srgbClr val="000000"/>
                </a:solidFill>
                <a:latin typeface="Times New Roman" panose="02020603050405020304" pitchFamily="18" charset="0"/>
                <a:ea typeface="楷体_GB2312" pitchFamily="49" charset="-122"/>
                <a:sym typeface="Symbol" panose="05050102010706020507" pitchFamily="18" charset="2"/>
              </a:rPr>
              <a:t>(</a:t>
            </a:r>
            <a:r>
              <a:rPr kumimoji="1" lang="en-US" altLang="zh-CN" sz="1600" i="1" dirty="0" err="1">
                <a:solidFill>
                  <a:srgbClr val="000000"/>
                </a:solidFill>
                <a:latin typeface="Times New Roman" panose="02020603050405020304" pitchFamily="18" charset="0"/>
                <a:ea typeface="楷体_GB2312" pitchFamily="49" charset="-122"/>
                <a:sym typeface="Symbol" panose="05050102010706020507" pitchFamily="18" charset="2"/>
              </a:rPr>
              <a:t>int</a:t>
            </a:r>
            <a:r>
              <a:rPr kumimoji="1" lang="en-US" altLang="zh-CN" sz="1600" i="1" dirty="0">
                <a:solidFill>
                  <a:srgbClr val="000000"/>
                </a:solidFill>
                <a:latin typeface="Times New Roman" panose="02020603050405020304" pitchFamily="18" charset="0"/>
                <a:ea typeface="楷体_GB2312" pitchFamily="49" charset="-122"/>
                <a:sym typeface="Symbol" panose="05050102010706020507" pitchFamily="18" charset="2"/>
              </a:rPr>
              <a:t>  m,  </a:t>
            </a:r>
            <a:r>
              <a:rPr kumimoji="1" lang="en-US" altLang="zh-CN" sz="1600" i="1" dirty="0" err="1">
                <a:solidFill>
                  <a:srgbClr val="000000"/>
                </a:solidFill>
                <a:latin typeface="Times New Roman" panose="02020603050405020304" pitchFamily="18" charset="0"/>
                <a:ea typeface="楷体_GB2312" pitchFamily="49" charset="-122"/>
                <a:sym typeface="Symbol" panose="05050102010706020507" pitchFamily="18" charset="2"/>
              </a:rPr>
              <a:t>int</a:t>
            </a:r>
            <a:r>
              <a:rPr kumimoji="1" lang="en-US" altLang="zh-CN" sz="1600" i="1" dirty="0">
                <a:solidFill>
                  <a:srgbClr val="000000"/>
                </a:solidFill>
                <a:latin typeface="Times New Roman" panose="02020603050405020304" pitchFamily="18" charset="0"/>
                <a:ea typeface="楷体_GB2312" pitchFamily="49" charset="-122"/>
                <a:sym typeface="Symbol" panose="05050102010706020507" pitchFamily="18" charset="2"/>
              </a:rPr>
              <a:t>  n</a:t>
            </a:r>
            <a:r>
              <a:rPr kumimoji="1" lang="en-US" altLang="zh-CN" sz="1600" dirty="0">
                <a:solidFill>
                  <a:srgbClr val="000000"/>
                </a:solidFill>
                <a:latin typeface="Times New Roman" panose="02020603050405020304" pitchFamily="18" charset="0"/>
                <a:ea typeface="楷体_GB2312" pitchFamily="49" charset="-122"/>
                <a:sym typeface="Symbol" panose="05050102010706020507" pitchFamily="18" charset="2"/>
              </a:rPr>
              <a:t>) </a:t>
            </a:r>
            <a:endParaRPr kumimoji="1" lang="en-US" altLang="zh-CN" sz="1600" i="1" dirty="0">
              <a:solidFill>
                <a:srgbClr val="000000"/>
              </a:solidFill>
              <a:latin typeface="Times New Roman" panose="02020603050405020304" pitchFamily="18" charset="0"/>
              <a:ea typeface="楷体_GB2312" pitchFamily="49" charset="-122"/>
              <a:sym typeface="Symbol" panose="05050102010706020507" pitchFamily="18" charset="2"/>
            </a:endParaRPr>
          </a:p>
          <a:p>
            <a:pPr>
              <a:lnSpc>
                <a:spcPts val="1400"/>
              </a:lnSpc>
              <a:defRPr/>
            </a:pPr>
            <a:r>
              <a:rPr kumimoji="1" lang="en-US" altLang="zh-CN" sz="1600" dirty="0">
                <a:solidFill>
                  <a:srgbClr val="000000"/>
                </a:solidFill>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a:t>
            </a:r>
            <a:r>
              <a:rPr lang="en-US" altLang="zh-CN" sz="1600" i="1" dirty="0">
                <a:solidFill>
                  <a:srgbClr val="000000"/>
                </a:solidFill>
                <a:latin typeface="Times New Roman" panose="02020603050405020304" pitchFamily="18" charset="0"/>
                <a:ea typeface="楷体_GB2312" pitchFamily="49" charset="-122"/>
              </a:rPr>
              <a:t>          </a:t>
            </a:r>
            <a:r>
              <a:rPr lang="en-US" altLang="zh-CN" sz="1600" i="1" dirty="0" err="1">
                <a:solidFill>
                  <a:srgbClr val="000000"/>
                </a:solidFill>
                <a:latin typeface="Times New Roman" panose="02020603050405020304" pitchFamily="18" charset="0"/>
                <a:ea typeface="楷体_GB2312" pitchFamily="49" charset="-122"/>
              </a:rPr>
              <a:t>int</a:t>
            </a:r>
            <a:r>
              <a:rPr lang="en-US" altLang="zh-CN" sz="1600" i="1" dirty="0">
                <a:solidFill>
                  <a:srgbClr val="000000"/>
                </a:solidFill>
                <a:latin typeface="Times New Roman" panose="02020603050405020304" pitchFamily="18" charset="0"/>
                <a:ea typeface="楷体_GB2312" pitchFamily="49" charset="-122"/>
              </a:rPr>
              <a:t>   </a:t>
            </a:r>
            <a:r>
              <a:rPr lang="en-US" altLang="zh-CN" sz="1600" i="1" dirty="0" err="1">
                <a:solidFill>
                  <a:srgbClr val="000000"/>
                </a:solidFill>
                <a:latin typeface="Times New Roman" panose="02020603050405020304" pitchFamily="18" charset="0"/>
                <a:ea typeface="楷体_GB2312" pitchFamily="49" charset="-122"/>
              </a:rPr>
              <a:t>i</a:t>
            </a:r>
            <a:r>
              <a:rPr lang="en-US" altLang="zh-CN" sz="1600" i="1" dirty="0">
                <a:solidFill>
                  <a:srgbClr val="000000"/>
                </a:solidFill>
                <a:latin typeface="Times New Roman" panose="02020603050405020304" pitchFamily="18" charset="0"/>
                <a:ea typeface="楷体_GB2312" pitchFamily="49" charset="-122"/>
              </a:rPr>
              <a:t>;           </a:t>
            </a:r>
            <a:endParaRPr kumimoji="1" lang="en-US" altLang="zh-CN" sz="1600" i="1" dirty="0">
              <a:solidFill>
                <a:srgbClr val="000000"/>
              </a:solidFill>
              <a:latin typeface="Times New Roman" panose="02020603050405020304" pitchFamily="18" charset="0"/>
              <a:ea typeface="楷体_GB2312" pitchFamily="49" charset="-122"/>
              <a:sym typeface="Symbol" panose="05050102010706020507" pitchFamily="18" charset="2"/>
            </a:endParaRPr>
          </a:p>
          <a:p>
            <a:pPr>
              <a:lnSpc>
                <a:spcPts val="1400"/>
              </a:lnSpc>
              <a:defRPr/>
            </a:pPr>
            <a:r>
              <a:rPr kumimoji="1" lang="en-US" altLang="zh-CN" sz="1600" i="1" dirty="0">
                <a:solidFill>
                  <a:srgbClr val="000000"/>
                </a:solidFill>
                <a:latin typeface="Times New Roman" panose="02020603050405020304" pitchFamily="18" charset="0"/>
                <a:ea typeface="楷体_GB2312" pitchFamily="49" charset="-122"/>
                <a:sym typeface="Symbol" panose="05050102010706020507" pitchFamily="18" charset="2"/>
              </a:rPr>
              <a:t>           if </a:t>
            </a:r>
            <a:r>
              <a:rPr kumimoji="1" lang="en-US" altLang="zh-CN" sz="1600" dirty="0">
                <a:solidFill>
                  <a:srgbClr val="000000"/>
                </a:solidFill>
                <a:latin typeface="Times New Roman" panose="02020603050405020304" pitchFamily="18" charset="0"/>
                <a:ea typeface="楷体_GB2312" pitchFamily="49" charset="-122"/>
                <a:sym typeface="Symbol" panose="05050102010706020507" pitchFamily="18" charset="2"/>
              </a:rPr>
              <a:t>(</a:t>
            </a:r>
            <a:r>
              <a:rPr kumimoji="1" lang="en-US" altLang="zh-CN" sz="1600" i="1" dirty="0">
                <a:solidFill>
                  <a:srgbClr val="000000"/>
                </a:solidFill>
                <a:latin typeface="Times New Roman" panose="02020603050405020304" pitchFamily="18" charset="0"/>
                <a:ea typeface="楷体_GB2312" pitchFamily="49" charset="-122"/>
                <a:sym typeface="Symbol" panose="05050102010706020507" pitchFamily="18" charset="2"/>
              </a:rPr>
              <a:t>n</a:t>
            </a:r>
            <a:r>
              <a:rPr kumimoji="1" lang="zh-CN" altLang="en-US" sz="1600" dirty="0">
                <a:solidFill>
                  <a:srgbClr val="000000"/>
                </a:solidFill>
                <a:latin typeface="Times New Roman" panose="02020603050405020304" pitchFamily="18" charset="0"/>
                <a:ea typeface="楷体_GB2312" pitchFamily="49" charset="-122"/>
                <a:sym typeface="Symbol" panose="05050102010706020507" pitchFamily="18" charset="2"/>
              </a:rPr>
              <a:t>＞</a:t>
            </a:r>
            <a:r>
              <a:rPr kumimoji="1" lang="en-US" altLang="zh-CN" sz="1600" i="1" dirty="0">
                <a:solidFill>
                  <a:srgbClr val="000000"/>
                </a:solidFill>
                <a:latin typeface="Times New Roman" panose="02020603050405020304" pitchFamily="18" charset="0"/>
                <a:ea typeface="楷体_GB2312" pitchFamily="49" charset="-122"/>
                <a:sym typeface="Symbol" panose="05050102010706020507" pitchFamily="18" charset="2"/>
              </a:rPr>
              <a:t>m</a:t>
            </a:r>
            <a:r>
              <a:rPr kumimoji="1" lang="en-US" altLang="zh-CN" sz="1600" dirty="0">
                <a:solidFill>
                  <a:srgbClr val="000000"/>
                </a:solidFill>
                <a:latin typeface="Times New Roman" panose="02020603050405020304" pitchFamily="18" charset="0"/>
                <a:ea typeface="楷体_GB2312" pitchFamily="49" charset="-122"/>
                <a:sym typeface="Symbol" panose="05050102010706020507" pitchFamily="18" charset="2"/>
              </a:rPr>
              <a:t>) { </a:t>
            </a:r>
          </a:p>
          <a:p>
            <a:pPr>
              <a:lnSpc>
                <a:spcPts val="1400"/>
              </a:lnSpc>
              <a:defRPr/>
            </a:pPr>
            <a:r>
              <a:rPr kumimoji="1" lang="en-US" altLang="zh-CN" sz="1600" i="1" dirty="0">
                <a:solidFill>
                  <a:srgbClr val="000000"/>
                </a:solidFill>
                <a:latin typeface="Times New Roman" panose="02020603050405020304" pitchFamily="18" charset="0"/>
                <a:ea typeface="楷体_GB2312" pitchFamily="49" charset="-122"/>
                <a:sym typeface="Symbol" panose="05050102010706020507" pitchFamily="18" charset="2"/>
              </a:rPr>
              <a:t>                </a:t>
            </a:r>
            <a:r>
              <a:rPr kumimoji="1" lang="en-US" altLang="zh-CN" sz="1600" i="1" dirty="0" err="1">
                <a:solidFill>
                  <a:srgbClr val="000000"/>
                </a:solidFill>
                <a:latin typeface="Times New Roman" panose="02020603050405020304" pitchFamily="18" charset="0"/>
                <a:ea typeface="楷体_GB2312" pitchFamily="49" charset="-122"/>
                <a:sym typeface="Symbol" panose="05050102010706020507" pitchFamily="18" charset="2"/>
              </a:rPr>
              <a:t>i</a:t>
            </a:r>
            <a:r>
              <a:rPr kumimoji="1" lang="en-US" altLang="zh-CN" sz="1600" i="1" dirty="0">
                <a:solidFill>
                  <a:srgbClr val="000000"/>
                </a:solidFill>
                <a:latin typeface="Times New Roman" panose="02020603050405020304" pitchFamily="18" charset="0"/>
                <a:ea typeface="楷体_GB2312" pitchFamily="49" charset="-122"/>
                <a:sym typeface="Symbol" panose="05050102010706020507" pitchFamily="18" charset="2"/>
              </a:rPr>
              <a:t>=partition</a:t>
            </a:r>
            <a:r>
              <a:rPr kumimoji="1" lang="en-US" altLang="zh-CN" sz="1600" dirty="0">
                <a:solidFill>
                  <a:srgbClr val="000000"/>
                </a:solidFill>
                <a:latin typeface="Times New Roman" panose="02020603050405020304" pitchFamily="18" charset="0"/>
                <a:ea typeface="楷体_GB2312" pitchFamily="49" charset="-122"/>
                <a:sym typeface="Symbol" panose="05050102010706020507" pitchFamily="18" charset="2"/>
              </a:rPr>
              <a:t> (</a:t>
            </a:r>
            <a:r>
              <a:rPr kumimoji="1" lang="en-US" altLang="zh-CN" sz="1600" i="1" dirty="0">
                <a:solidFill>
                  <a:srgbClr val="000000"/>
                </a:solidFill>
                <a:latin typeface="Times New Roman" panose="02020603050405020304" pitchFamily="18" charset="0"/>
                <a:ea typeface="楷体_GB2312" pitchFamily="49" charset="-122"/>
                <a:sym typeface="Symbol" panose="05050102010706020507" pitchFamily="18" charset="2"/>
              </a:rPr>
              <a:t>m,  n</a:t>
            </a:r>
            <a:r>
              <a:rPr kumimoji="1" lang="en-US" altLang="zh-CN" sz="1600" dirty="0">
                <a:solidFill>
                  <a:srgbClr val="000000"/>
                </a:solidFill>
                <a:latin typeface="Times New Roman" panose="02020603050405020304" pitchFamily="18" charset="0"/>
                <a:ea typeface="楷体_GB2312" pitchFamily="49" charset="-122"/>
                <a:sym typeface="Symbol" panose="05050102010706020507" pitchFamily="18" charset="2"/>
              </a:rPr>
              <a:t>);</a:t>
            </a:r>
            <a:endParaRPr kumimoji="1" lang="en-US" altLang="zh-CN" sz="1600" i="1" dirty="0">
              <a:solidFill>
                <a:srgbClr val="000000"/>
              </a:solidFill>
              <a:latin typeface="Times New Roman" panose="02020603050405020304" pitchFamily="18" charset="0"/>
              <a:ea typeface="楷体_GB2312" pitchFamily="49" charset="-122"/>
              <a:sym typeface="Symbol" panose="05050102010706020507" pitchFamily="18" charset="2"/>
            </a:endParaRPr>
          </a:p>
          <a:p>
            <a:pPr>
              <a:lnSpc>
                <a:spcPts val="1400"/>
              </a:lnSpc>
              <a:defRPr/>
            </a:pPr>
            <a:r>
              <a:rPr kumimoji="1" lang="en-US" altLang="zh-CN" sz="1600" i="1" dirty="0">
                <a:solidFill>
                  <a:srgbClr val="000000"/>
                </a:solidFill>
                <a:latin typeface="Times New Roman" panose="02020603050405020304" pitchFamily="18" charset="0"/>
                <a:ea typeface="楷体_GB2312" pitchFamily="49" charset="-122"/>
                <a:sym typeface="Symbol" panose="05050102010706020507" pitchFamily="18" charset="2"/>
              </a:rPr>
              <a:t>                quicksort</a:t>
            </a:r>
            <a:r>
              <a:rPr kumimoji="1" lang="en-US" altLang="zh-CN" sz="1600" dirty="0">
                <a:solidFill>
                  <a:srgbClr val="000000"/>
                </a:solidFill>
                <a:latin typeface="Times New Roman" panose="02020603050405020304" pitchFamily="18" charset="0"/>
                <a:ea typeface="楷体_GB2312" pitchFamily="49" charset="-122"/>
                <a:sym typeface="Symbol" panose="05050102010706020507" pitchFamily="18" charset="2"/>
              </a:rPr>
              <a:t> (</a:t>
            </a:r>
            <a:r>
              <a:rPr kumimoji="1" lang="en-US" altLang="zh-CN" sz="1600" i="1" dirty="0">
                <a:solidFill>
                  <a:srgbClr val="000000"/>
                </a:solidFill>
                <a:latin typeface="Times New Roman" panose="02020603050405020304" pitchFamily="18" charset="0"/>
                <a:ea typeface="楷体_GB2312" pitchFamily="49" charset="-122"/>
                <a:sym typeface="Symbol" panose="05050102010706020507" pitchFamily="18" charset="2"/>
              </a:rPr>
              <a:t>m</a:t>
            </a:r>
            <a:r>
              <a:rPr kumimoji="1" lang="en-US" altLang="zh-CN" sz="1600" dirty="0">
                <a:solidFill>
                  <a:srgbClr val="000000"/>
                </a:solidFill>
                <a:latin typeface="Times New Roman" panose="02020603050405020304" pitchFamily="18" charset="0"/>
                <a:ea typeface="楷体_GB2312" pitchFamily="49" charset="-122"/>
                <a:sym typeface="Symbol" panose="05050102010706020507" pitchFamily="18" charset="2"/>
              </a:rPr>
              <a:t>,  </a:t>
            </a:r>
            <a:r>
              <a:rPr kumimoji="1" lang="en-US" altLang="zh-CN" sz="1600" i="1" dirty="0">
                <a:solidFill>
                  <a:srgbClr val="000000"/>
                </a:solidFill>
                <a:latin typeface="Times New Roman" panose="02020603050405020304" pitchFamily="18" charset="0"/>
                <a:ea typeface="楷体_GB2312" pitchFamily="49" charset="-122"/>
                <a:sym typeface="Symbol" panose="05050102010706020507" pitchFamily="18" charset="2"/>
              </a:rPr>
              <a:t>i</a:t>
            </a:r>
            <a:r>
              <a:rPr kumimoji="1" lang="en-US" altLang="zh-CN" sz="1600" dirty="0">
                <a:solidFill>
                  <a:srgbClr val="000000"/>
                </a:solidFill>
                <a:latin typeface="Times New Roman" panose="02020603050405020304" pitchFamily="18" charset="0"/>
                <a:ea typeface="楷体_GB2312" pitchFamily="49" charset="-122"/>
                <a:sym typeface="Symbol" panose="05050102010706020507" pitchFamily="18" charset="2"/>
              </a:rPr>
              <a:t>-1);</a:t>
            </a:r>
          </a:p>
          <a:p>
            <a:pPr>
              <a:lnSpc>
                <a:spcPts val="1400"/>
              </a:lnSpc>
              <a:defRPr/>
            </a:pPr>
            <a:r>
              <a:rPr kumimoji="1" lang="en-US" altLang="zh-CN" sz="1600" i="1" dirty="0">
                <a:solidFill>
                  <a:srgbClr val="000000"/>
                </a:solidFill>
                <a:latin typeface="Times New Roman" panose="02020603050405020304" pitchFamily="18" charset="0"/>
                <a:ea typeface="楷体_GB2312" pitchFamily="49" charset="-122"/>
                <a:sym typeface="Symbol" panose="05050102010706020507" pitchFamily="18" charset="2"/>
              </a:rPr>
              <a:t>                quicksort</a:t>
            </a:r>
            <a:r>
              <a:rPr kumimoji="1" lang="en-US" altLang="zh-CN" sz="1600" dirty="0">
                <a:solidFill>
                  <a:srgbClr val="000000"/>
                </a:solidFill>
                <a:latin typeface="Times New Roman" panose="02020603050405020304" pitchFamily="18" charset="0"/>
                <a:ea typeface="楷体_GB2312" pitchFamily="49" charset="-122"/>
                <a:sym typeface="Symbol" panose="05050102010706020507" pitchFamily="18" charset="2"/>
              </a:rPr>
              <a:t> (</a:t>
            </a:r>
            <a:r>
              <a:rPr kumimoji="1" lang="en-US" altLang="zh-CN" sz="1600" i="1" dirty="0">
                <a:solidFill>
                  <a:srgbClr val="000000"/>
                </a:solidFill>
                <a:latin typeface="Times New Roman" panose="02020603050405020304" pitchFamily="18" charset="0"/>
                <a:ea typeface="楷体_GB2312" pitchFamily="49" charset="-122"/>
                <a:sym typeface="Symbol" panose="05050102010706020507" pitchFamily="18" charset="2"/>
              </a:rPr>
              <a:t>i</a:t>
            </a:r>
            <a:r>
              <a:rPr kumimoji="1" lang="en-US" altLang="zh-CN" sz="1600" dirty="0">
                <a:solidFill>
                  <a:srgbClr val="000000"/>
                </a:solidFill>
                <a:latin typeface="Times New Roman" panose="02020603050405020304" pitchFamily="18" charset="0"/>
                <a:ea typeface="楷体_GB2312" pitchFamily="49" charset="-122"/>
                <a:sym typeface="Symbol" panose="05050102010706020507" pitchFamily="18" charset="2"/>
              </a:rPr>
              <a:t>+1,</a:t>
            </a:r>
            <a:r>
              <a:rPr kumimoji="1" lang="en-US" altLang="zh-CN" sz="1600" i="1" dirty="0">
                <a:solidFill>
                  <a:srgbClr val="000000"/>
                </a:solidFill>
                <a:latin typeface="Times New Roman" panose="02020603050405020304" pitchFamily="18" charset="0"/>
                <a:ea typeface="楷体_GB2312" pitchFamily="49" charset="-122"/>
                <a:sym typeface="Symbol" panose="05050102010706020507" pitchFamily="18" charset="2"/>
              </a:rPr>
              <a:t>  n</a:t>
            </a:r>
            <a:r>
              <a:rPr kumimoji="1" lang="en-US" altLang="zh-CN" sz="1600" dirty="0">
                <a:solidFill>
                  <a:srgbClr val="000000"/>
                </a:solidFill>
                <a:latin typeface="Times New Roman" panose="02020603050405020304" pitchFamily="18" charset="0"/>
                <a:ea typeface="楷体_GB2312" pitchFamily="49" charset="-122"/>
                <a:sym typeface="Symbol" panose="05050102010706020507" pitchFamily="18" charset="2"/>
              </a:rPr>
              <a:t>);</a:t>
            </a:r>
          </a:p>
          <a:p>
            <a:pPr>
              <a:lnSpc>
                <a:spcPts val="1400"/>
              </a:lnSpc>
              <a:defRPr/>
            </a:pPr>
            <a:r>
              <a:rPr kumimoji="1" lang="en-US" altLang="zh-CN" sz="1600" dirty="0">
                <a:solidFill>
                  <a:srgbClr val="000000"/>
                </a:solidFill>
                <a:latin typeface="Times New Roman" panose="02020603050405020304" pitchFamily="18" charset="0"/>
                <a:ea typeface="楷体_GB2312" pitchFamily="49" charset="-122"/>
              </a:rPr>
              <a:t>          }</a:t>
            </a:r>
          </a:p>
          <a:p>
            <a:pPr>
              <a:lnSpc>
                <a:spcPts val="1400"/>
              </a:lnSpc>
              <a:defRPr/>
            </a:pPr>
            <a:r>
              <a:rPr kumimoji="1" lang="en-US" altLang="zh-CN" sz="1600" dirty="0">
                <a:solidFill>
                  <a:srgbClr val="000000"/>
                </a:solidFill>
                <a:latin typeface="Times New Roman" panose="02020603050405020304" pitchFamily="18" charset="0"/>
                <a:ea typeface="楷体_GB2312" pitchFamily="49" charset="-122"/>
              </a:rPr>
              <a:t>}</a:t>
            </a:r>
          </a:p>
          <a:p>
            <a:pPr>
              <a:lnSpc>
                <a:spcPts val="1400"/>
              </a:lnSpc>
              <a:defRPr/>
            </a:pPr>
            <a:r>
              <a:rPr kumimoji="1" lang="en-US" altLang="zh-CN" sz="1600" i="1" dirty="0">
                <a:solidFill>
                  <a:srgbClr val="000000"/>
                </a:solidFill>
                <a:latin typeface="Times New Roman" panose="02020603050405020304" pitchFamily="18" charset="0"/>
                <a:ea typeface="楷体_GB2312" pitchFamily="49" charset="-122"/>
                <a:sym typeface="Symbol" panose="05050102010706020507" pitchFamily="18" charset="2"/>
              </a:rPr>
              <a:t>main</a:t>
            </a:r>
            <a:r>
              <a:rPr kumimoji="1" lang="en-US" altLang="zh-CN" sz="1600" dirty="0">
                <a:solidFill>
                  <a:srgbClr val="000000"/>
                </a:solidFill>
                <a:latin typeface="Times New Roman" panose="02020603050405020304" pitchFamily="18" charset="0"/>
                <a:ea typeface="楷体_GB2312" pitchFamily="49" charset="-122"/>
                <a:sym typeface="Symbol" panose="05050102010706020507" pitchFamily="18" charset="2"/>
              </a:rPr>
              <a:t>( )  </a:t>
            </a:r>
          </a:p>
          <a:p>
            <a:pPr>
              <a:lnSpc>
                <a:spcPts val="1400"/>
              </a:lnSpc>
              <a:defRPr/>
            </a:pPr>
            <a:r>
              <a:rPr kumimoji="1" lang="en-US" altLang="zh-CN" sz="1600" dirty="0">
                <a:solidFill>
                  <a:srgbClr val="000000"/>
                </a:solidFill>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a:t>
            </a:r>
            <a:r>
              <a:rPr kumimoji="1" lang="en-US" altLang="zh-CN" sz="1600" i="1" dirty="0">
                <a:solidFill>
                  <a:srgbClr val="000000"/>
                </a:solidFill>
                <a:latin typeface="Times New Roman" panose="02020603050405020304" pitchFamily="18" charset="0"/>
                <a:ea typeface="楷体_GB2312" pitchFamily="49" charset="-122"/>
                <a:sym typeface="Symbol" panose="05050102010706020507" pitchFamily="18" charset="2"/>
              </a:rPr>
              <a:t>          </a:t>
            </a:r>
            <a:r>
              <a:rPr kumimoji="1" lang="en-US" altLang="zh-CN" sz="1600" i="1" dirty="0" err="1">
                <a:solidFill>
                  <a:srgbClr val="000000"/>
                </a:solidFill>
                <a:latin typeface="Times New Roman" panose="02020603050405020304" pitchFamily="18" charset="0"/>
                <a:ea typeface="楷体_GB2312" pitchFamily="49" charset="-122"/>
                <a:sym typeface="Symbol" panose="05050102010706020507" pitchFamily="18" charset="2"/>
              </a:rPr>
              <a:t>readArray</a:t>
            </a:r>
            <a:r>
              <a:rPr kumimoji="1" lang="en-US" altLang="zh-CN" sz="1600" dirty="0">
                <a:solidFill>
                  <a:srgbClr val="000000"/>
                </a:solidFill>
                <a:latin typeface="Times New Roman" panose="02020603050405020304" pitchFamily="18" charset="0"/>
                <a:ea typeface="楷体_GB2312" pitchFamily="49" charset="-122"/>
                <a:sym typeface="Symbol" panose="05050102010706020507" pitchFamily="18" charset="2"/>
              </a:rPr>
              <a:t> ( );</a:t>
            </a:r>
          </a:p>
          <a:p>
            <a:pPr>
              <a:lnSpc>
                <a:spcPts val="1400"/>
              </a:lnSpc>
              <a:defRPr/>
            </a:pPr>
            <a:r>
              <a:rPr kumimoji="1" lang="en-US" altLang="zh-CN" sz="1600" i="1" dirty="0">
                <a:solidFill>
                  <a:srgbClr val="000000"/>
                </a:solidFill>
                <a:latin typeface="Times New Roman" panose="02020603050405020304" pitchFamily="18" charset="0"/>
                <a:ea typeface="楷体_GB2312" pitchFamily="49" charset="-122"/>
                <a:sym typeface="Symbol" panose="05050102010706020507" pitchFamily="18" charset="2"/>
              </a:rPr>
              <a:t>           </a:t>
            </a:r>
            <a:r>
              <a:rPr kumimoji="1" lang="en-US" altLang="zh-CN" sz="1600" i="1" dirty="0">
                <a:solidFill>
                  <a:srgbClr val="0000FF"/>
                </a:solidFill>
                <a:latin typeface="Times New Roman" panose="02020603050405020304" pitchFamily="18" charset="0"/>
                <a:ea typeface="楷体_GB2312" pitchFamily="49" charset="-122"/>
                <a:sym typeface="Symbol" panose="05050102010706020507" pitchFamily="18" charset="2"/>
              </a:rPr>
              <a:t>a</a:t>
            </a:r>
            <a:r>
              <a:rPr lang="en-US" altLang="zh-CN" sz="1600" dirty="0">
                <a:solidFill>
                  <a:prstClr val="black"/>
                </a:solidFill>
                <a:latin typeface="Times New Roman" panose="02020603050405020304" pitchFamily="18" charset="0"/>
                <a:ea typeface="楷体_GB2312" pitchFamily="49" charset="-122"/>
              </a:rPr>
              <a:t>[0] = -9999;</a:t>
            </a:r>
          </a:p>
          <a:p>
            <a:pPr>
              <a:lnSpc>
                <a:spcPts val="1400"/>
              </a:lnSpc>
              <a:defRPr/>
            </a:pPr>
            <a:r>
              <a:rPr kumimoji="1" lang="en-US" altLang="zh-CN" sz="1600" i="1" dirty="0">
                <a:solidFill>
                  <a:srgbClr val="0000FF"/>
                </a:solidFill>
                <a:latin typeface="Times New Roman" panose="02020603050405020304" pitchFamily="18" charset="0"/>
                <a:ea typeface="楷体_GB2312" pitchFamily="49" charset="-122"/>
                <a:sym typeface="Symbol" panose="05050102010706020507" pitchFamily="18" charset="2"/>
              </a:rPr>
              <a:t>           a</a:t>
            </a:r>
            <a:r>
              <a:rPr lang="en-US" altLang="zh-CN" sz="1600" dirty="0">
                <a:solidFill>
                  <a:srgbClr val="000000"/>
                </a:solidFill>
                <a:latin typeface="Times New Roman" panose="02020603050405020304" pitchFamily="18" charset="0"/>
                <a:ea typeface="楷体_GB2312" pitchFamily="49" charset="-122"/>
              </a:rPr>
              <a:t>[10] = 9999;</a:t>
            </a:r>
          </a:p>
          <a:p>
            <a:pPr>
              <a:lnSpc>
                <a:spcPts val="1400"/>
              </a:lnSpc>
              <a:defRPr/>
            </a:pPr>
            <a:r>
              <a:rPr kumimoji="1" lang="en-US" altLang="zh-CN" sz="1600" i="1" dirty="0">
                <a:solidFill>
                  <a:srgbClr val="000000"/>
                </a:solidFill>
                <a:latin typeface="Times New Roman" panose="02020603050405020304" pitchFamily="18" charset="0"/>
                <a:ea typeface="楷体_GB2312" pitchFamily="49" charset="-122"/>
                <a:sym typeface="Symbol" panose="05050102010706020507" pitchFamily="18" charset="2"/>
              </a:rPr>
              <a:t>           quicksort</a:t>
            </a:r>
            <a:r>
              <a:rPr kumimoji="1" lang="en-US" altLang="zh-CN" sz="1600" dirty="0">
                <a:solidFill>
                  <a:srgbClr val="000000"/>
                </a:solidFill>
                <a:latin typeface="Times New Roman" panose="02020603050405020304" pitchFamily="18" charset="0"/>
                <a:ea typeface="楷体_GB2312" pitchFamily="49" charset="-122"/>
                <a:sym typeface="Symbol" panose="05050102010706020507" pitchFamily="18" charset="2"/>
              </a:rPr>
              <a:t> (1, 9);</a:t>
            </a:r>
          </a:p>
          <a:p>
            <a:pPr>
              <a:lnSpc>
                <a:spcPts val="1400"/>
              </a:lnSpc>
              <a:defRPr/>
            </a:pPr>
            <a:r>
              <a:rPr kumimoji="1" lang="en-US" altLang="zh-CN" sz="1600" dirty="0">
                <a:solidFill>
                  <a:srgbClr val="000000"/>
                </a:solidFill>
                <a:latin typeface="Times New Roman" panose="02020603050405020304" pitchFamily="18" charset="0"/>
                <a:ea typeface="楷体_GB2312" pitchFamily="49" charset="-122"/>
              </a:rPr>
              <a:t>}</a:t>
            </a:r>
          </a:p>
        </p:txBody>
      </p:sp>
      <p:sp>
        <p:nvSpPr>
          <p:cNvPr id="2" name="矩形 1"/>
          <p:cNvSpPr/>
          <p:nvPr/>
        </p:nvSpPr>
        <p:spPr>
          <a:xfrm>
            <a:off x="5126038" y="4108450"/>
            <a:ext cx="3529012" cy="1016000"/>
          </a:xfrm>
          <a:prstGeom prst="rect">
            <a:avLst/>
          </a:prstGeom>
          <a:solidFill>
            <a:schemeClr val="accent5">
              <a:lumMod val="60000"/>
              <a:lumOff val="40000"/>
            </a:schemeClr>
          </a:solidFill>
          <a:ln>
            <a:solidFill>
              <a:schemeClr val="tx1"/>
            </a:solidFill>
          </a:ln>
        </p:spPr>
        <p:txBody>
          <a:bodyPr>
            <a:spAutoFit/>
          </a:bodyPr>
          <a:lstStyle/>
          <a:p>
            <a:pPr>
              <a:defRPr/>
            </a:pPr>
            <a:r>
              <a:rPr lang="zh-CN" altLang="en-US" sz="2000" dirty="0">
                <a:solidFill>
                  <a:srgbClr val="000000"/>
                </a:solidFill>
                <a:latin typeface="华文楷体" panose="02010600040101010101" pitchFamily="2" charset="-122"/>
                <a:ea typeface="华文楷体" panose="02010600040101010101" pitchFamily="2" charset="-122"/>
              </a:rPr>
              <a:t>过程中使用的数据要么是自身定义的</a:t>
            </a:r>
            <a:r>
              <a:rPr lang="zh-CN" altLang="en-US" sz="2000" dirty="0">
                <a:solidFill>
                  <a:srgbClr val="0000FF"/>
                </a:solidFill>
                <a:latin typeface="华文楷体" panose="02010600040101010101" pitchFamily="2" charset="-122"/>
                <a:ea typeface="华文楷体" panose="02010600040101010101" pitchFamily="2" charset="-122"/>
              </a:rPr>
              <a:t>局部数据</a:t>
            </a:r>
            <a:r>
              <a:rPr lang="zh-CN" altLang="en-US" sz="2000" dirty="0">
                <a:solidFill>
                  <a:srgbClr val="000000"/>
                </a:solidFill>
                <a:latin typeface="华文楷体" panose="02010600040101010101" pitchFamily="2" charset="-122"/>
                <a:ea typeface="华文楷体" panose="02010600040101010101" pitchFamily="2" charset="-122"/>
              </a:rPr>
              <a:t>，要么是在所有过程之外定义的</a:t>
            </a:r>
            <a:r>
              <a:rPr lang="zh-CN" altLang="en-US" sz="2000" dirty="0">
                <a:solidFill>
                  <a:srgbClr val="0000FF"/>
                </a:solidFill>
                <a:latin typeface="华文楷体" panose="02010600040101010101" pitchFamily="2" charset="-122"/>
                <a:ea typeface="华文楷体" panose="02010600040101010101" pitchFamily="2" charset="-122"/>
              </a:rPr>
              <a:t>全局数据</a:t>
            </a:r>
          </a:p>
        </p:txBody>
      </p:sp>
      <p:sp>
        <p:nvSpPr>
          <p:cNvPr id="3" name="灯片编号占位符 2"/>
          <p:cNvSpPr>
            <a:spLocks noGrp="1"/>
          </p:cNvSpPr>
          <p:nvPr>
            <p:ph type="sldNum" sz="quarter" idx="12"/>
          </p:nvPr>
        </p:nvSpPr>
        <p:spPr/>
        <p:txBody>
          <a:bodyPr/>
          <a:lstStyle/>
          <a:p>
            <a:pPr>
              <a:defRPr/>
            </a:pPr>
            <a:fld id="{64CF1D47-2B30-44A6-81DA-EC28584A641A}" type="slidenum">
              <a:rPr lang="zh-CN" altLang="en-US" smtClean="0"/>
              <a:pPr>
                <a:defRPr/>
              </a:pPr>
              <a:t>5</a:t>
            </a:fld>
            <a:endParaRPr lang="en-US" altLang="zh-CN" dirty="0"/>
          </a:p>
        </p:txBody>
      </p:sp>
    </p:spTree>
    <p:extLst>
      <p:ext uri="{BB962C8B-B14F-4D97-AF65-F5344CB8AC3E}">
        <p14:creationId xmlns:p14="http://schemas.microsoft.com/office/powerpoint/2010/main" val="50995228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内容占位符 2"/>
          <p:cNvSpPr>
            <a:spLocks noGrp="1"/>
          </p:cNvSpPr>
          <p:nvPr>
            <p:ph idx="1"/>
          </p:nvPr>
        </p:nvSpPr>
        <p:spPr>
          <a:xfrm>
            <a:off x="644525" y="785813"/>
            <a:ext cx="7642225" cy="3225800"/>
          </a:xfrm>
        </p:spPr>
        <p:txBody>
          <a:bodyPr/>
          <a:lstStyle/>
          <a:p>
            <a:pPr algn="just" eaLnBrk="1" hangingPunct="1">
              <a:lnSpc>
                <a:spcPts val="3500"/>
              </a:lnSpc>
              <a:buClrTx/>
              <a:buFont typeface="Wingdings" pitchFamily="2" charset="2"/>
              <a:buChar char="Ø"/>
              <a:defRPr/>
            </a:pPr>
            <a:r>
              <a:rPr lang="zh-CN" altLang="en-US" sz="2800" b="1" dirty="0">
                <a:solidFill>
                  <a:schemeClr val="tx1"/>
                </a:solidFill>
                <a:cs typeface="Times New Roman" pitchFamily="18" charset="0"/>
              </a:rPr>
              <a:t>变量的存储分配和访问</a:t>
            </a:r>
            <a:endParaRPr lang="zh-CN" altLang="en-US" sz="2800" b="1" dirty="0">
              <a:solidFill>
                <a:schemeClr val="tx1"/>
              </a:solidFill>
              <a:ea typeface="楷体_GB2312"/>
              <a:cs typeface="Times New Roman" pitchFamily="18" charset="0"/>
            </a:endParaRPr>
          </a:p>
          <a:p>
            <a:pPr lvl="1" algn="just" eaLnBrk="1" hangingPunct="1">
              <a:lnSpc>
                <a:spcPts val="3500"/>
              </a:lnSpc>
              <a:buClrTx/>
              <a:buFont typeface="Wingdings" pitchFamily="2" charset="2"/>
              <a:buChar char="Ø"/>
              <a:defRPr/>
            </a:pPr>
            <a:r>
              <a:rPr lang="zh-CN" altLang="en-US" sz="2500" b="1" dirty="0">
                <a:solidFill>
                  <a:schemeClr val="tx1"/>
                </a:solidFill>
                <a:cs typeface="Times New Roman" pitchFamily="18" charset="0"/>
              </a:rPr>
              <a:t>全局变量被分配在静态区，使用</a:t>
            </a:r>
            <a:r>
              <a:rPr lang="zh-CN" altLang="en-US" sz="2500" b="1" dirty="0">
                <a:solidFill>
                  <a:schemeClr val="tx2">
                    <a:lumMod val="60000"/>
                    <a:lumOff val="40000"/>
                  </a:schemeClr>
                </a:solidFill>
                <a:cs typeface="Times New Roman" pitchFamily="18" charset="0"/>
              </a:rPr>
              <a:t>静态确定的地址</a:t>
            </a:r>
            <a:r>
              <a:rPr lang="zh-CN" altLang="en-US" sz="2500" b="1" dirty="0">
                <a:solidFill>
                  <a:schemeClr val="tx1"/>
                </a:solidFill>
                <a:cs typeface="Times New Roman" pitchFamily="18" charset="0"/>
              </a:rPr>
              <a:t>访问它们</a:t>
            </a:r>
            <a:endParaRPr lang="en-US" altLang="zh-CN" sz="2500" b="1" dirty="0">
              <a:solidFill>
                <a:schemeClr val="tx1"/>
              </a:solidFill>
              <a:cs typeface="Times New Roman" pitchFamily="18" charset="0"/>
            </a:endParaRPr>
          </a:p>
          <a:p>
            <a:pPr lvl="1">
              <a:lnSpc>
                <a:spcPts val="3500"/>
              </a:lnSpc>
              <a:buClrTx/>
              <a:buFont typeface="Wingdings" pitchFamily="2" charset="2"/>
              <a:buChar char="Ø"/>
              <a:defRPr/>
            </a:pPr>
            <a:r>
              <a:rPr lang="zh-CN" altLang="en-US" sz="2500" b="1" dirty="0">
                <a:solidFill>
                  <a:schemeClr val="tx1"/>
                </a:solidFill>
                <a:cs typeface="Times New Roman" pitchFamily="18" charset="0"/>
              </a:rPr>
              <a:t>其它变量一定是栈顶活动的局部变量。可以通过运行时刻栈的</a:t>
            </a:r>
            <a:r>
              <a:rPr lang="en-US" altLang="zh-CN" sz="2500" b="1" i="1" dirty="0" err="1">
                <a:solidFill>
                  <a:schemeClr val="tx2">
                    <a:lumMod val="60000"/>
                    <a:lumOff val="40000"/>
                  </a:schemeClr>
                </a:solidFill>
                <a:cs typeface="Times New Roman" pitchFamily="18" charset="0"/>
              </a:rPr>
              <a:t>top</a:t>
            </a:r>
            <a:r>
              <a:rPr lang="en-US" altLang="zh-CN" sz="2500" b="1" dirty="0" err="1">
                <a:solidFill>
                  <a:schemeClr val="tx2">
                    <a:lumMod val="60000"/>
                    <a:lumOff val="40000"/>
                  </a:schemeClr>
                </a:solidFill>
                <a:cs typeface="Times New Roman" pitchFamily="18" charset="0"/>
              </a:rPr>
              <a:t>_</a:t>
            </a:r>
            <a:r>
              <a:rPr lang="en-US" altLang="zh-CN" sz="2500" b="1" i="1" dirty="0" err="1">
                <a:solidFill>
                  <a:schemeClr val="tx2">
                    <a:lumMod val="60000"/>
                    <a:lumOff val="40000"/>
                  </a:schemeClr>
                </a:solidFill>
                <a:cs typeface="Times New Roman" pitchFamily="18" charset="0"/>
              </a:rPr>
              <a:t>sp</a:t>
            </a:r>
            <a:r>
              <a:rPr lang="zh-CN" altLang="en-US" sz="2500" b="1" dirty="0">
                <a:solidFill>
                  <a:schemeClr val="tx1"/>
                </a:solidFill>
                <a:cs typeface="Times New Roman" pitchFamily="18" charset="0"/>
              </a:rPr>
              <a:t>指针访问它们</a:t>
            </a:r>
            <a:endParaRPr lang="en-US" altLang="zh-CN" sz="2500" b="1" dirty="0">
              <a:solidFill>
                <a:schemeClr val="tx1"/>
              </a:solidFill>
              <a:cs typeface="Times New Roman" pitchFamily="18" charset="0"/>
            </a:endParaRPr>
          </a:p>
          <a:p>
            <a:pPr>
              <a:defRPr/>
            </a:pPr>
            <a:endParaRPr lang="zh-CN" altLang="en-US" sz="2500" b="1" dirty="0">
              <a:solidFill>
                <a:schemeClr val="tx1"/>
              </a:solidFill>
            </a:endParaRPr>
          </a:p>
        </p:txBody>
      </p:sp>
      <p:sp>
        <p:nvSpPr>
          <p:cNvPr id="94211" name="Rectangle 2"/>
          <p:cNvSpPr>
            <a:spLocks noGrp="1" noChangeArrowheads="1"/>
          </p:cNvSpPr>
          <p:nvPr>
            <p:ph type="title"/>
          </p:nvPr>
        </p:nvSpPr>
        <p:spPr>
          <a:xfrm>
            <a:off x="755650" y="268288"/>
            <a:ext cx="7931150" cy="358775"/>
          </a:xfrm>
        </p:spPr>
        <p:txBody>
          <a:bodyPr/>
          <a:lstStyle/>
          <a:p>
            <a:pPr eaLnBrk="1" hangingPunct="1"/>
            <a:r>
              <a:rPr lang="zh-CN" altLang="en-US" sz="300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无过程嵌套声明时的数据访问</a:t>
            </a:r>
          </a:p>
        </p:txBody>
      </p:sp>
      <p:sp>
        <p:nvSpPr>
          <p:cNvPr id="2" name="灯片编号占位符 1"/>
          <p:cNvSpPr>
            <a:spLocks noGrp="1"/>
          </p:cNvSpPr>
          <p:nvPr>
            <p:ph type="sldNum" sz="quarter" idx="12"/>
          </p:nvPr>
        </p:nvSpPr>
        <p:spPr/>
        <p:txBody>
          <a:bodyPr/>
          <a:lstStyle/>
          <a:p>
            <a:pPr>
              <a:defRPr/>
            </a:pPr>
            <a:fld id="{64CF1D47-2B30-44A6-81DA-EC28584A641A}" type="slidenum">
              <a:rPr lang="zh-CN" altLang="en-US" smtClean="0"/>
              <a:pPr>
                <a:defRPr/>
              </a:pPr>
              <a:t>6</a:t>
            </a:fld>
            <a:endParaRPr lang="en-US" altLang="zh-CN" dirty="0"/>
          </a:p>
        </p:txBody>
      </p:sp>
    </p:spTree>
    <p:extLst>
      <p:ext uri="{BB962C8B-B14F-4D97-AF65-F5344CB8AC3E}">
        <p14:creationId xmlns:p14="http://schemas.microsoft.com/office/powerpoint/2010/main" val="9624364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4275" name="Rectangle 3"/>
          <p:cNvSpPr>
            <a:spLocks noGrp="1" noChangeArrowheads="1"/>
          </p:cNvSpPr>
          <p:nvPr>
            <p:ph idx="1"/>
          </p:nvPr>
        </p:nvSpPr>
        <p:spPr>
          <a:xfrm>
            <a:off x="430213" y="858838"/>
            <a:ext cx="8428037" cy="3729037"/>
          </a:xfrm>
        </p:spPr>
        <p:txBody>
          <a:bodyPr/>
          <a:lstStyle/>
          <a:p>
            <a:pPr eaLnBrk="1" hangingPunct="1">
              <a:lnSpc>
                <a:spcPts val="3500"/>
              </a:lnSpc>
              <a:buClrTx/>
              <a:buFont typeface="Wingdings" panose="05000000000000000000" pitchFamily="2" charset="2"/>
              <a:buChar char="Ø"/>
            </a:pPr>
            <a:r>
              <a:rPr lang="zh-CN" altLang="en-US" sz="2800" b="1">
                <a:solidFill>
                  <a:schemeClr val="tx1"/>
                </a:solidFill>
                <a:ea typeface="楷体" panose="02010609060101010101" pitchFamily="49" charset="-122"/>
                <a:cs typeface="Times New Roman" panose="02020603050405020304" pitchFamily="18" charset="0"/>
              </a:rPr>
              <a:t>嵌套深度</a:t>
            </a:r>
            <a:endParaRPr lang="en-US" altLang="zh-CN" sz="2800" b="1">
              <a:solidFill>
                <a:schemeClr val="tx1"/>
              </a:solidFill>
              <a:ea typeface="楷体" panose="02010609060101010101" pitchFamily="49" charset="-122"/>
              <a:cs typeface="Times New Roman" panose="02020603050405020304" pitchFamily="18" charset="0"/>
            </a:endParaRPr>
          </a:p>
          <a:p>
            <a:pPr lvl="1" eaLnBrk="1" hangingPunct="1">
              <a:lnSpc>
                <a:spcPts val="3500"/>
              </a:lnSpc>
              <a:buClrTx/>
              <a:buFont typeface="Wingdings" panose="05000000000000000000" pitchFamily="2" charset="2"/>
              <a:buChar char="Ø"/>
            </a:pPr>
            <a:r>
              <a:rPr lang="zh-CN" altLang="en-US" sz="2600" b="1">
                <a:solidFill>
                  <a:schemeClr val="tx1"/>
                </a:solidFill>
                <a:ea typeface="楷体" panose="02010609060101010101" pitchFamily="49" charset="-122"/>
                <a:cs typeface="Times New Roman" panose="02020603050405020304" pitchFamily="18" charset="0"/>
              </a:rPr>
              <a:t>过程的嵌套深度</a:t>
            </a:r>
          </a:p>
          <a:p>
            <a:pPr lvl="2">
              <a:lnSpc>
                <a:spcPts val="3500"/>
              </a:lnSpc>
              <a:buClrTx/>
              <a:buFont typeface="Wingdings" panose="05000000000000000000" pitchFamily="2" charset="2"/>
              <a:buChar char="Ø"/>
            </a:pPr>
            <a:r>
              <a:rPr lang="zh-CN" altLang="en-US" sz="2300" b="1">
                <a:solidFill>
                  <a:schemeClr val="tx1"/>
                </a:solidFill>
                <a:ea typeface="楷体" panose="02010609060101010101" pitchFamily="49" charset="-122"/>
                <a:cs typeface="Times New Roman" panose="02020603050405020304" pitchFamily="18" charset="0"/>
              </a:rPr>
              <a:t>不内嵌在任何其它过程中的过程，设其嵌套深度为</a:t>
            </a:r>
            <a:r>
              <a:rPr lang="en-US" altLang="zh-CN" sz="2300" b="1">
                <a:solidFill>
                  <a:schemeClr val="tx1"/>
                </a:solidFill>
                <a:ea typeface="楷体" panose="02010609060101010101" pitchFamily="49" charset="-122"/>
                <a:cs typeface="Times New Roman" panose="02020603050405020304" pitchFamily="18" charset="0"/>
              </a:rPr>
              <a:t>1</a:t>
            </a:r>
          </a:p>
          <a:p>
            <a:pPr lvl="2">
              <a:lnSpc>
                <a:spcPts val="3500"/>
              </a:lnSpc>
              <a:buClrTx/>
              <a:buFont typeface="Wingdings" panose="05000000000000000000" pitchFamily="2" charset="2"/>
              <a:buChar char="Ø"/>
            </a:pPr>
            <a:r>
              <a:rPr lang="zh-CN" altLang="en-US" sz="2300" b="1">
                <a:solidFill>
                  <a:schemeClr val="tx1"/>
                </a:solidFill>
                <a:ea typeface="楷体" panose="02010609060101010101" pitchFamily="49" charset="-122"/>
                <a:cs typeface="Times New Roman" panose="02020603050405020304" pitchFamily="18" charset="0"/>
              </a:rPr>
              <a:t>如果一个过程</a:t>
            </a:r>
            <a:r>
              <a:rPr lang="en-US" altLang="zh-CN" sz="2300" b="1" i="1">
                <a:solidFill>
                  <a:schemeClr val="tx1"/>
                </a:solidFill>
                <a:ea typeface="楷体" panose="02010609060101010101" pitchFamily="49" charset="-122"/>
                <a:cs typeface="Times New Roman" panose="02020603050405020304" pitchFamily="18" charset="0"/>
              </a:rPr>
              <a:t>p</a:t>
            </a:r>
            <a:r>
              <a:rPr lang="zh-CN" altLang="en-US" sz="2300" b="1">
                <a:solidFill>
                  <a:schemeClr val="tx1"/>
                </a:solidFill>
                <a:ea typeface="楷体" panose="02010609060101010101" pitchFamily="49" charset="-122"/>
                <a:cs typeface="Times New Roman" panose="02020603050405020304" pitchFamily="18" charset="0"/>
              </a:rPr>
              <a:t>在一个嵌套深度为</a:t>
            </a:r>
            <a:r>
              <a:rPr lang="en-US" altLang="zh-CN" sz="2300" b="1" i="1">
                <a:solidFill>
                  <a:schemeClr val="tx1"/>
                </a:solidFill>
                <a:ea typeface="楷体" panose="02010609060101010101" pitchFamily="49" charset="-122"/>
                <a:cs typeface="Times New Roman" panose="02020603050405020304" pitchFamily="18" charset="0"/>
              </a:rPr>
              <a:t>i</a:t>
            </a:r>
            <a:r>
              <a:rPr lang="zh-CN" altLang="en-US" sz="2300" b="1">
                <a:solidFill>
                  <a:schemeClr val="tx1"/>
                </a:solidFill>
                <a:ea typeface="楷体" panose="02010609060101010101" pitchFamily="49" charset="-122"/>
                <a:cs typeface="Times New Roman" panose="02020603050405020304" pitchFamily="18" charset="0"/>
              </a:rPr>
              <a:t>的过程中定义，则设定</a:t>
            </a:r>
            <a:r>
              <a:rPr lang="en-US" altLang="zh-CN" sz="2300" b="1" i="1">
                <a:solidFill>
                  <a:schemeClr val="tx1"/>
                </a:solidFill>
                <a:ea typeface="楷体" panose="02010609060101010101" pitchFamily="49" charset="-122"/>
                <a:cs typeface="Times New Roman" panose="02020603050405020304" pitchFamily="18" charset="0"/>
              </a:rPr>
              <a:t>p</a:t>
            </a:r>
            <a:r>
              <a:rPr lang="zh-CN" altLang="en-US" sz="2300" b="1">
                <a:solidFill>
                  <a:schemeClr val="tx1"/>
                </a:solidFill>
                <a:ea typeface="楷体" panose="02010609060101010101" pitchFamily="49" charset="-122"/>
                <a:cs typeface="Times New Roman" panose="02020603050405020304" pitchFamily="18" charset="0"/>
              </a:rPr>
              <a:t>的嵌套深度为</a:t>
            </a:r>
            <a:r>
              <a:rPr lang="en-US" altLang="zh-CN" sz="2300" b="1" i="1">
                <a:solidFill>
                  <a:schemeClr val="tx1"/>
                </a:solidFill>
                <a:ea typeface="楷体" panose="02010609060101010101" pitchFamily="49" charset="-122"/>
                <a:cs typeface="Times New Roman" panose="02020603050405020304" pitchFamily="18" charset="0"/>
              </a:rPr>
              <a:t>i</a:t>
            </a:r>
            <a:r>
              <a:rPr lang="en-US" altLang="zh-CN" sz="2300" b="1">
                <a:solidFill>
                  <a:schemeClr val="tx1"/>
                </a:solidFill>
                <a:ea typeface="楷体" panose="02010609060101010101" pitchFamily="49" charset="-122"/>
                <a:cs typeface="Times New Roman" panose="02020603050405020304" pitchFamily="18" charset="0"/>
              </a:rPr>
              <a:t> +1</a:t>
            </a:r>
          </a:p>
          <a:p>
            <a:pPr lvl="1" eaLnBrk="1" hangingPunct="1">
              <a:lnSpc>
                <a:spcPts val="3500"/>
              </a:lnSpc>
              <a:buClrTx/>
              <a:buFont typeface="Wingdings" panose="05000000000000000000" pitchFamily="2" charset="2"/>
              <a:buChar char="Ø"/>
            </a:pPr>
            <a:r>
              <a:rPr lang="zh-CN" altLang="en-US" sz="2600" b="1">
                <a:solidFill>
                  <a:schemeClr val="tx1"/>
                </a:solidFill>
                <a:ea typeface="楷体" panose="02010609060101010101" pitchFamily="49" charset="-122"/>
                <a:cs typeface="Times New Roman" panose="02020603050405020304" pitchFamily="18" charset="0"/>
              </a:rPr>
              <a:t>变量的嵌套深度</a:t>
            </a:r>
          </a:p>
          <a:p>
            <a:pPr lvl="2" eaLnBrk="1" hangingPunct="1">
              <a:lnSpc>
                <a:spcPts val="3500"/>
              </a:lnSpc>
              <a:buClrTx/>
              <a:buFont typeface="Wingdings" panose="05000000000000000000" pitchFamily="2" charset="2"/>
              <a:buChar char="Ø"/>
            </a:pPr>
            <a:r>
              <a:rPr lang="zh-CN" altLang="en-US" sz="2300" b="1">
                <a:solidFill>
                  <a:schemeClr val="tx1"/>
                </a:solidFill>
                <a:ea typeface="楷体" panose="02010609060101010101" pitchFamily="49" charset="-122"/>
                <a:cs typeface="Times New Roman" panose="02020603050405020304" pitchFamily="18" charset="0"/>
              </a:rPr>
              <a:t>将变量声明所在过程的嵌套深度作为该变量的嵌套深度</a:t>
            </a:r>
          </a:p>
        </p:txBody>
      </p:sp>
      <p:sp>
        <p:nvSpPr>
          <p:cNvPr id="96259" name="Rectangle 2"/>
          <p:cNvSpPr>
            <a:spLocks noGrp="1" noChangeArrowheads="1"/>
          </p:cNvSpPr>
          <p:nvPr>
            <p:ph type="title"/>
          </p:nvPr>
        </p:nvSpPr>
        <p:spPr>
          <a:xfrm>
            <a:off x="755650" y="268288"/>
            <a:ext cx="7931150" cy="358775"/>
          </a:xfrm>
        </p:spPr>
        <p:txBody>
          <a:bodyPr/>
          <a:lstStyle/>
          <a:p>
            <a:pPr eaLnBrk="1" hangingPunct="1"/>
            <a:r>
              <a:rPr lang="zh-CN" altLang="en-US" sz="300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有过程嵌套声明时的数据访问</a:t>
            </a:r>
            <a:endParaRPr lang="zh-CN" altLang="en-US" sz="300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灯片编号占位符 1"/>
          <p:cNvSpPr>
            <a:spLocks noGrp="1"/>
          </p:cNvSpPr>
          <p:nvPr>
            <p:ph type="sldNum" sz="quarter" idx="12"/>
          </p:nvPr>
        </p:nvSpPr>
        <p:spPr/>
        <p:txBody>
          <a:bodyPr/>
          <a:lstStyle/>
          <a:p>
            <a:pPr>
              <a:defRPr/>
            </a:pPr>
            <a:fld id="{64CF1D47-2B30-44A6-81DA-EC28584A641A}" type="slidenum">
              <a:rPr lang="zh-CN" altLang="en-US" smtClean="0"/>
              <a:pPr>
                <a:defRPr/>
              </a:pPr>
              <a:t>7</a:t>
            </a:fld>
            <a:endParaRPr lang="en-US" altLang="zh-CN" dirty="0"/>
          </a:p>
        </p:txBody>
      </p:sp>
    </p:spTree>
    <p:extLst>
      <p:ext uri="{BB962C8B-B14F-4D97-AF65-F5344CB8AC3E}">
        <p14:creationId xmlns:p14="http://schemas.microsoft.com/office/powerpoint/2010/main" val="739235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nodeType="clickEffect">
                                  <p:stCondLst>
                                    <p:cond delay="0"/>
                                  </p:stCondLst>
                                  <p:childTnLst>
                                    <p:set>
                                      <p:cBhvr>
                                        <p:cTn id="6" dur="1" fill="hold">
                                          <p:stCondLst>
                                            <p:cond delay="0"/>
                                          </p:stCondLst>
                                        </p:cTn>
                                        <p:tgtEl>
                                          <p:spTgt spid="694275">
                                            <p:txEl>
                                              <p:pRg st="0" end="0"/>
                                            </p:txEl>
                                          </p:spTgt>
                                        </p:tgtEl>
                                        <p:attrNameLst>
                                          <p:attrName>style.visibility</p:attrName>
                                        </p:attrNameLst>
                                      </p:cBhvr>
                                      <p:to>
                                        <p:strVal val="visible"/>
                                      </p:to>
                                    </p:set>
                                    <p:anim calcmode="lin" valueType="num">
                                      <p:cBhvr>
                                        <p:cTn id="7" dur="500" fill="hold"/>
                                        <p:tgtEl>
                                          <p:spTgt spid="694275">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694275">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694275">
                                            <p:txEl>
                                              <p:pRg st="0" end="0"/>
                                            </p:txEl>
                                          </p:spTgt>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0" fill="hold" nodeType="clickEffect">
                                  <p:stCondLst>
                                    <p:cond delay="0"/>
                                  </p:stCondLst>
                                  <p:childTnLst>
                                    <p:set>
                                      <p:cBhvr>
                                        <p:cTn id="13" dur="1" fill="hold">
                                          <p:stCondLst>
                                            <p:cond delay="0"/>
                                          </p:stCondLst>
                                        </p:cTn>
                                        <p:tgtEl>
                                          <p:spTgt spid="694275">
                                            <p:txEl>
                                              <p:pRg st="1" end="1"/>
                                            </p:txEl>
                                          </p:spTgt>
                                        </p:tgtEl>
                                        <p:attrNameLst>
                                          <p:attrName>style.visibility</p:attrName>
                                        </p:attrNameLst>
                                      </p:cBhvr>
                                      <p:to>
                                        <p:strVal val="visible"/>
                                      </p:to>
                                    </p:set>
                                    <p:anim calcmode="lin" valueType="num">
                                      <p:cBhvr>
                                        <p:cTn id="14" dur="500" fill="hold"/>
                                        <p:tgtEl>
                                          <p:spTgt spid="694275">
                                            <p:txEl>
                                              <p:pRg st="1" end="1"/>
                                            </p:txEl>
                                          </p:spTgt>
                                        </p:tgtEl>
                                        <p:attrNameLst>
                                          <p:attrName>ppt_w</p:attrName>
                                        </p:attrNameLst>
                                      </p:cBhvr>
                                      <p:tavLst>
                                        <p:tav tm="0">
                                          <p:val>
                                            <p:fltVal val="0"/>
                                          </p:val>
                                        </p:tav>
                                        <p:tav tm="100000">
                                          <p:val>
                                            <p:strVal val="#ppt_w"/>
                                          </p:val>
                                        </p:tav>
                                      </p:tavLst>
                                    </p:anim>
                                    <p:anim calcmode="lin" valueType="num">
                                      <p:cBhvr>
                                        <p:cTn id="15" dur="500" fill="hold"/>
                                        <p:tgtEl>
                                          <p:spTgt spid="694275">
                                            <p:txEl>
                                              <p:pRg st="1" end="1"/>
                                            </p:txEl>
                                          </p:spTgt>
                                        </p:tgtEl>
                                        <p:attrNameLst>
                                          <p:attrName>ppt_h</p:attrName>
                                        </p:attrNameLst>
                                      </p:cBhvr>
                                      <p:tavLst>
                                        <p:tav tm="0">
                                          <p:val>
                                            <p:fltVal val="0"/>
                                          </p:val>
                                        </p:tav>
                                        <p:tav tm="100000">
                                          <p:val>
                                            <p:strVal val="#ppt_h"/>
                                          </p:val>
                                        </p:tav>
                                      </p:tavLst>
                                    </p:anim>
                                    <p:animEffect transition="in" filter="fade">
                                      <p:cBhvr>
                                        <p:cTn id="16" dur="500"/>
                                        <p:tgtEl>
                                          <p:spTgt spid="694275">
                                            <p:txEl>
                                              <p:pRg st="1" end="1"/>
                                            </p:txEl>
                                          </p:spTgt>
                                        </p:tgtEl>
                                      </p:cBhvr>
                                    </p:animEffect>
                                  </p:childTnLst>
                                </p:cTn>
                              </p:par>
                              <p:par>
                                <p:cTn id="17" presetID="53" presetClass="entr" presetSubtype="0" fill="hold" nodeType="withEffect">
                                  <p:stCondLst>
                                    <p:cond delay="0"/>
                                  </p:stCondLst>
                                  <p:childTnLst>
                                    <p:set>
                                      <p:cBhvr>
                                        <p:cTn id="18" dur="1" fill="hold">
                                          <p:stCondLst>
                                            <p:cond delay="0"/>
                                          </p:stCondLst>
                                        </p:cTn>
                                        <p:tgtEl>
                                          <p:spTgt spid="694275">
                                            <p:txEl>
                                              <p:pRg st="2" end="2"/>
                                            </p:txEl>
                                          </p:spTgt>
                                        </p:tgtEl>
                                        <p:attrNameLst>
                                          <p:attrName>style.visibility</p:attrName>
                                        </p:attrNameLst>
                                      </p:cBhvr>
                                      <p:to>
                                        <p:strVal val="visible"/>
                                      </p:to>
                                    </p:set>
                                    <p:anim calcmode="lin" valueType="num">
                                      <p:cBhvr>
                                        <p:cTn id="19" dur="500" fill="hold"/>
                                        <p:tgtEl>
                                          <p:spTgt spid="694275">
                                            <p:txEl>
                                              <p:pRg st="2" end="2"/>
                                            </p:txEl>
                                          </p:spTgt>
                                        </p:tgtEl>
                                        <p:attrNameLst>
                                          <p:attrName>ppt_w</p:attrName>
                                        </p:attrNameLst>
                                      </p:cBhvr>
                                      <p:tavLst>
                                        <p:tav tm="0">
                                          <p:val>
                                            <p:fltVal val="0"/>
                                          </p:val>
                                        </p:tav>
                                        <p:tav tm="100000">
                                          <p:val>
                                            <p:strVal val="#ppt_w"/>
                                          </p:val>
                                        </p:tav>
                                      </p:tavLst>
                                    </p:anim>
                                    <p:anim calcmode="lin" valueType="num">
                                      <p:cBhvr>
                                        <p:cTn id="20" dur="500" fill="hold"/>
                                        <p:tgtEl>
                                          <p:spTgt spid="694275">
                                            <p:txEl>
                                              <p:pRg st="2" end="2"/>
                                            </p:txEl>
                                          </p:spTgt>
                                        </p:tgtEl>
                                        <p:attrNameLst>
                                          <p:attrName>ppt_h</p:attrName>
                                        </p:attrNameLst>
                                      </p:cBhvr>
                                      <p:tavLst>
                                        <p:tav tm="0">
                                          <p:val>
                                            <p:fltVal val="0"/>
                                          </p:val>
                                        </p:tav>
                                        <p:tav tm="100000">
                                          <p:val>
                                            <p:strVal val="#ppt_h"/>
                                          </p:val>
                                        </p:tav>
                                      </p:tavLst>
                                    </p:anim>
                                    <p:animEffect transition="in" filter="fade">
                                      <p:cBhvr>
                                        <p:cTn id="21" dur="500"/>
                                        <p:tgtEl>
                                          <p:spTgt spid="694275">
                                            <p:txEl>
                                              <p:pRg st="2" end="2"/>
                                            </p:txEl>
                                          </p:spTgt>
                                        </p:tgtEl>
                                      </p:cBhvr>
                                    </p:animEffect>
                                  </p:childTnLst>
                                </p:cTn>
                              </p:par>
                              <p:par>
                                <p:cTn id="22" presetID="53" presetClass="entr" presetSubtype="0" fill="hold" nodeType="withEffect">
                                  <p:stCondLst>
                                    <p:cond delay="0"/>
                                  </p:stCondLst>
                                  <p:childTnLst>
                                    <p:set>
                                      <p:cBhvr>
                                        <p:cTn id="23" dur="1" fill="hold">
                                          <p:stCondLst>
                                            <p:cond delay="0"/>
                                          </p:stCondLst>
                                        </p:cTn>
                                        <p:tgtEl>
                                          <p:spTgt spid="694275">
                                            <p:txEl>
                                              <p:pRg st="3" end="3"/>
                                            </p:txEl>
                                          </p:spTgt>
                                        </p:tgtEl>
                                        <p:attrNameLst>
                                          <p:attrName>style.visibility</p:attrName>
                                        </p:attrNameLst>
                                      </p:cBhvr>
                                      <p:to>
                                        <p:strVal val="visible"/>
                                      </p:to>
                                    </p:set>
                                    <p:anim calcmode="lin" valueType="num">
                                      <p:cBhvr>
                                        <p:cTn id="24" dur="500" fill="hold"/>
                                        <p:tgtEl>
                                          <p:spTgt spid="694275">
                                            <p:txEl>
                                              <p:pRg st="3" end="3"/>
                                            </p:txEl>
                                          </p:spTgt>
                                        </p:tgtEl>
                                        <p:attrNameLst>
                                          <p:attrName>ppt_w</p:attrName>
                                        </p:attrNameLst>
                                      </p:cBhvr>
                                      <p:tavLst>
                                        <p:tav tm="0">
                                          <p:val>
                                            <p:fltVal val="0"/>
                                          </p:val>
                                        </p:tav>
                                        <p:tav tm="100000">
                                          <p:val>
                                            <p:strVal val="#ppt_w"/>
                                          </p:val>
                                        </p:tav>
                                      </p:tavLst>
                                    </p:anim>
                                    <p:anim calcmode="lin" valueType="num">
                                      <p:cBhvr>
                                        <p:cTn id="25" dur="500" fill="hold"/>
                                        <p:tgtEl>
                                          <p:spTgt spid="694275">
                                            <p:txEl>
                                              <p:pRg st="3" end="3"/>
                                            </p:txEl>
                                          </p:spTgt>
                                        </p:tgtEl>
                                        <p:attrNameLst>
                                          <p:attrName>ppt_h</p:attrName>
                                        </p:attrNameLst>
                                      </p:cBhvr>
                                      <p:tavLst>
                                        <p:tav tm="0">
                                          <p:val>
                                            <p:fltVal val="0"/>
                                          </p:val>
                                        </p:tav>
                                        <p:tav tm="100000">
                                          <p:val>
                                            <p:strVal val="#ppt_h"/>
                                          </p:val>
                                        </p:tav>
                                      </p:tavLst>
                                    </p:anim>
                                    <p:animEffect transition="in" filter="fade">
                                      <p:cBhvr>
                                        <p:cTn id="26" dur="500"/>
                                        <p:tgtEl>
                                          <p:spTgt spid="694275">
                                            <p:txEl>
                                              <p:pRg st="3" end="3"/>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53" presetClass="entr" presetSubtype="0" fill="hold" nodeType="clickEffect">
                                  <p:stCondLst>
                                    <p:cond delay="0"/>
                                  </p:stCondLst>
                                  <p:childTnLst>
                                    <p:set>
                                      <p:cBhvr>
                                        <p:cTn id="30" dur="1" fill="hold">
                                          <p:stCondLst>
                                            <p:cond delay="0"/>
                                          </p:stCondLst>
                                        </p:cTn>
                                        <p:tgtEl>
                                          <p:spTgt spid="694275">
                                            <p:txEl>
                                              <p:pRg st="4" end="4"/>
                                            </p:txEl>
                                          </p:spTgt>
                                        </p:tgtEl>
                                        <p:attrNameLst>
                                          <p:attrName>style.visibility</p:attrName>
                                        </p:attrNameLst>
                                      </p:cBhvr>
                                      <p:to>
                                        <p:strVal val="visible"/>
                                      </p:to>
                                    </p:set>
                                    <p:anim calcmode="lin" valueType="num">
                                      <p:cBhvr>
                                        <p:cTn id="31" dur="500" fill="hold"/>
                                        <p:tgtEl>
                                          <p:spTgt spid="694275">
                                            <p:txEl>
                                              <p:pRg st="4" end="4"/>
                                            </p:txEl>
                                          </p:spTgt>
                                        </p:tgtEl>
                                        <p:attrNameLst>
                                          <p:attrName>ppt_w</p:attrName>
                                        </p:attrNameLst>
                                      </p:cBhvr>
                                      <p:tavLst>
                                        <p:tav tm="0">
                                          <p:val>
                                            <p:fltVal val="0"/>
                                          </p:val>
                                        </p:tav>
                                        <p:tav tm="100000">
                                          <p:val>
                                            <p:strVal val="#ppt_w"/>
                                          </p:val>
                                        </p:tav>
                                      </p:tavLst>
                                    </p:anim>
                                    <p:anim calcmode="lin" valueType="num">
                                      <p:cBhvr>
                                        <p:cTn id="32" dur="500" fill="hold"/>
                                        <p:tgtEl>
                                          <p:spTgt spid="694275">
                                            <p:txEl>
                                              <p:pRg st="4" end="4"/>
                                            </p:txEl>
                                          </p:spTgt>
                                        </p:tgtEl>
                                        <p:attrNameLst>
                                          <p:attrName>ppt_h</p:attrName>
                                        </p:attrNameLst>
                                      </p:cBhvr>
                                      <p:tavLst>
                                        <p:tav tm="0">
                                          <p:val>
                                            <p:fltVal val="0"/>
                                          </p:val>
                                        </p:tav>
                                        <p:tav tm="100000">
                                          <p:val>
                                            <p:strVal val="#ppt_h"/>
                                          </p:val>
                                        </p:tav>
                                      </p:tavLst>
                                    </p:anim>
                                    <p:animEffect transition="in" filter="fade">
                                      <p:cBhvr>
                                        <p:cTn id="33" dur="500"/>
                                        <p:tgtEl>
                                          <p:spTgt spid="694275">
                                            <p:txEl>
                                              <p:pRg st="4" end="4"/>
                                            </p:txEl>
                                          </p:spTgt>
                                        </p:tgtEl>
                                      </p:cBhvr>
                                    </p:animEffect>
                                  </p:childTnLst>
                                </p:cTn>
                              </p:par>
                              <p:par>
                                <p:cTn id="34" presetID="53" presetClass="entr" presetSubtype="0" fill="hold" nodeType="withEffect">
                                  <p:stCondLst>
                                    <p:cond delay="0"/>
                                  </p:stCondLst>
                                  <p:childTnLst>
                                    <p:set>
                                      <p:cBhvr>
                                        <p:cTn id="35" dur="1" fill="hold">
                                          <p:stCondLst>
                                            <p:cond delay="0"/>
                                          </p:stCondLst>
                                        </p:cTn>
                                        <p:tgtEl>
                                          <p:spTgt spid="694275">
                                            <p:txEl>
                                              <p:pRg st="5" end="5"/>
                                            </p:txEl>
                                          </p:spTgt>
                                        </p:tgtEl>
                                        <p:attrNameLst>
                                          <p:attrName>style.visibility</p:attrName>
                                        </p:attrNameLst>
                                      </p:cBhvr>
                                      <p:to>
                                        <p:strVal val="visible"/>
                                      </p:to>
                                    </p:set>
                                    <p:anim calcmode="lin" valueType="num">
                                      <p:cBhvr>
                                        <p:cTn id="36" dur="500" fill="hold"/>
                                        <p:tgtEl>
                                          <p:spTgt spid="694275">
                                            <p:txEl>
                                              <p:pRg st="5" end="5"/>
                                            </p:txEl>
                                          </p:spTgt>
                                        </p:tgtEl>
                                        <p:attrNameLst>
                                          <p:attrName>ppt_w</p:attrName>
                                        </p:attrNameLst>
                                      </p:cBhvr>
                                      <p:tavLst>
                                        <p:tav tm="0">
                                          <p:val>
                                            <p:fltVal val="0"/>
                                          </p:val>
                                        </p:tav>
                                        <p:tav tm="100000">
                                          <p:val>
                                            <p:strVal val="#ppt_w"/>
                                          </p:val>
                                        </p:tav>
                                      </p:tavLst>
                                    </p:anim>
                                    <p:anim calcmode="lin" valueType="num">
                                      <p:cBhvr>
                                        <p:cTn id="37" dur="500" fill="hold"/>
                                        <p:tgtEl>
                                          <p:spTgt spid="694275">
                                            <p:txEl>
                                              <p:pRg st="5" end="5"/>
                                            </p:txEl>
                                          </p:spTgt>
                                        </p:tgtEl>
                                        <p:attrNameLst>
                                          <p:attrName>ppt_h</p:attrName>
                                        </p:attrNameLst>
                                      </p:cBhvr>
                                      <p:tavLst>
                                        <p:tav tm="0">
                                          <p:val>
                                            <p:fltVal val="0"/>
                                          </p:val>
                                        </p:tav>
                                        <p:tav tm="100000">
                                          <p:val>
                                            <p:strVal val="#ppt_h"/>
                                          </p:val>
                                        </p:tav>
                                      </p:tavLst>
                                    </p:anim>
                                    <p:animEffect transition="in" filter="fade">
                                      <p:cBhvr>
                                        <p:cTn id="38" dur="500"/>
                                        <p:tgtEl>
                                          <p:spTgt spid="69427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ChangeArrowheads="1"/>
          </p:cNvSpPr>
          <p:nvPr>
            <p:ph type="title"/>
          </p:nvPr>
        </p:nvSpPr>
        <p:spPr>
          <a:xfrm>
            <a:off x="755650" y="268288"/>
            <a:ext cx="7931150" cy="358775"/>
          </a:xfrm>
        </p:spPr>
        <p:txBody>
          <a:bodyPr/>
          <a:lstStyle/>
          <a:p>
            <a:pPr eaLnBrk="1" hangingPunct="1"/>
            <a:r>
              <a:rPr lang="zh-CN" altLang="en-US" sz="300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例</a:t>
            </a:r>
            <a:endParaRPr lang="en-US" altLang="zh-CN" sz="300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2" name="组合 1"/>
          <p:cNvGrpSpPr>
            <a:grpSpLocks/>
          </p:cNvGrpSpPr>
          <p:nvPr/>
        </p:nvGrpSpPr>
        <p:grpSpPr bwMode="auto">
          <a:xfrm>
            <a:off x="4427538" y="123825"/>
            <a:ext cx="3282950" cy="2087563"/>
            <a:chOff x="4500563" y="500063"/>
            <a:chExt cx="3282950" cy="2087562"/>
          </a:xfrm>
        </p:grpSpPr>
        <p:sp>
          <p:nvSpPr>
            <p:cNvPr id="696324" name="Rectangle 4"/>
            <p:cNvSpPr>
              <a:spLocks noChangeArrowheads="1"/>
            </p:cNvSpPr>
            <p:nvPr/>
          </p:nvSpPr>
          <p:spPr bwMode="auto">
            <a:xfrm>
              <a:off x="4500563" y="500063"/>
              <a:ext cx="3282950" cy="2071687"/>
            </a:xfrm>
            <a:prstGeom prst="rect">
              <a:avLst/>
            </a:prstGeom>
            <a:solidFill>
              <a:schemeClr val="accent5">
                <a:lumMod val="60000"/>
                <a:lumOff val="40000"/>
              </a:schemeClr>
            </a:solidFill>
            <a:ln w="9525">
              <a:solidFill>
                <a:schemeClr val="tx1"/>
              </a:solidFill>
              <a:miter lim="800000"/>
              <a:headEnd/>
              <a:tailEnd/>
            </a:ln>
          </p:spPr>
          <p:txBody>
            <a:bodyPr lIns="68580" tIns="34290" rIns="68580" bIns="34290"/>
            <a:lstStyle/>
            <a:p>
              <a:pPr marL="257175" indent="-257175" eaLnBrk="1" hangingPunct="1">
                <a:spcBef>
                  <a:spcPct val="20000"/>
                </a:spcBef>
                <a:buClr>
                  <a:srgbClr val="5EAEFF"/>
                </a:buClr>
                <a:buSzPct val="60000"/>
                <a:defRPr/>
              </a:pPr>
              <a:r>
                <a:rPr lang="zh-CN" altLang="en-US" sz="1200" dirty="0">
                  <a:solidFill>
                    <a:prstClr val="black"/>
                  </a:solidFill>
                  <a:latin typeface="楷体_GB2312"/>
                  <a:ea typeface="楷体_GB2312"/>
                </a:rPr>
                <a:t>	</a:t>
              </a:r>
              <a:r>
                <a:rPr lang="en-US" altLang="zh-CN" dirty="0">
                  <a:solidFill>
                    <a:srgbClr val="0000FF"/>
                  </a:solidFill>
                  <a:latin typeface="Times New Roman" panose="02020603050405020304" pitchFamily="18" charset="0"/>
                  <a:ea typeface="楷体_GB2312"/>
                  <a:cs typeface="Times New Roman" pitchFamily="18" charset="0"/>
                </a:rPr>
                <a:t>        </a:t>
              </a:r>
              <a:r>
                <a:rPr lang="zh-CN" altLang="en-US" dirty="0">
                  <a:solidFill>
                    <a:srgbClr val="0000FF"/>
                  </a:solidFill>
                  <a:latin typeface="楷体" pitchFamily="49" charset="-122"/>
                  <a:ea typeface="楷体" pitchFamily="49" charset="-122"/>
                  <a:cs typeface="Times New Roman" pitchFamily="18" charset="0"/>
                </a:rPr>
                <a:t>过程	   嵌套深度</a:t>
              </a:r>
              <a:endParaRPr lang="en-US" altLang="zh-CN" dirty="0">
                <a:solidFill>
                  <a:srgbClr val="0000FF"/>
                </a:solidFill>
                <a:latin typeface="楷体" pitchFamily="49" charset="-122"/>
                <a:ea typeface="楷体" pitchFamily="49" charset="-122"/>
                <a:cs typeface="Times New Roman" pitchFamily="18" charset="0"/>
              </a:endParaRPr>
            </a:p>
            <a:p>
              <a:pPr marL="257175" indent="-257175" algn="just" eaLnBrk="1" hangingPunct="1">
                <a:spcBef>
                  <a:spcPct val="20000"/>
                </a:spcBef>
                <a:buClr>
                  <a:srgbClr val="5EAEFF"/>
                </a:buClr>
                <a:buSzPct val="60000"/>
                <a:defRPr/>
              </a:pPr>
              <a:r>
                <a:rPr lang="en-US" altLang="zh-CN" i="1" dirty="0">
                  <a:solidFill>
                    <a:prstClr val="black"/>
                  </a:solidFill>
                  <a:latin typeface="Times New Roman" panose="02020603050405020304" pitchFamily="18" charset="0"/>
                  <a:ea typeface="楷体_GB2312"/>
                  <a:cs typeface="Times New Roman" pitchFamily="18" charset="0"/>
                </a:rPr>
                <a:t>sort</a:t>
              </a:r>
              <a:r>
                <a:rPr lang="en-US" altLang="zh-CN" dirty="0">
                  <a:solidFill>
                    <a:prstClr val="black"/>
                  </a:solidFill>
                  <a:latin typeface="Times New Roman" panose="02020603050405020304" pitchFamily="18" charset="0"/>
                  <a:ea typeface="楷体_GB2312"/>
                  <a:cs typeface="Times New Roman" pitchFamily="18" charset="0"/>
                </a:rPr>
                <a:t>		             1</a:t>
              </a:r>
            </a:p>
            <a:p>
              <a:pPr marL="257175" indent="-257175" algn="just" eaLnBrk="1" hangingPunct="1">
                <a:spcBef>
                  <a:spcPct val="20000"/>
                </a:spcBef>
                <a:buClr>
                  <a:srgbClr val="5EAEFF"/>
                </a:buClr>
                <a:buSzPct val="60000"/>
                <a:defRPr/>
              </a:pPr>
              <a:r>
                <a:rPr lang="en-US" altLang="zh-CN" dirty="0">
                  <a:solidFill>
                    <a:prstClr val="black"/>
                  </a:solidFill>
                  <a:latin typeface="Times New Roman" panose="02020603050405020304" pitchFamily="18" charset="0"/>
                  <a:ea typeface="楷体_GB2312"/>
                  <a:cs typeface="Times New Roman" pitchFamily="18" charset="0"/>
                </a:rPr>
                <a:t>	</a:t>
              </a:r>
              <a:r>
                <a:rPr lang="en-US" altLang="zh-CN" i="1" dirty="0" err="1">
                  <a:solidFill>
                    <a:prstClr val="black"/>
                  </a:solidFill>
                  <a:latin typeface="Times New Roman" panose="02020603050405020304" pitchFamily="18" charset="0"/>
                  <a:ea typeface="楷体_GB2312"/>
                  <a:cs typeface="Times New Roman" pitchFamily="18" charset="0"/>
                </a:rPr>
                <a:t>readarray</a:t>
              </a:r>
              <a:r>
                <a:rPr lang="en-US" altLang="zh-CN" dirty="0">
                  <a:solidFill>
                    <a:prstClr val="black"/>
                  </a:solidFill>
                  <a:latin typeface="Times New Roman" panose="02020603050405020304" pitchFamily="18" charset="0"/>
                  <a:ea typeface="楷体_GB2312"/>
                  <a:cs typeface="Times New Roman" pitchFamily="18" charset="0"/>
                </a:rPr>
                <a:t>	             2</a:t>
              </a:r>
            </a:p>
            <a:p>
              <a:pPr marL="257175" indent="-257175" algn="just" eaLnBrk="1" hangingPunct="1">
                <a:spcBef>
                  <a:spcPct val="20000"/>
                </a:spcBef>
                <a:buClr>
                  <a:srgbClr val="5EAEFF"/>
                </a:buClr>
                <a:buSzPct val="60000"/>
                <a:defRPr/>
              </a:pPr>
              <a:r>
                <a:rPr lang="en-US" altLang="zh-CN" dirty="0">
                  <a:solidFill>
                    <a:prstClr val="black"/>
                  </a:solidFill>
                  <a:latin typeface="Times New Roman" panose="02020603050405020304" pitchFamily="18" charset="0"/>
                  <a:ea typeface="楷体_GB2312"/>
                  <a:cs typeface="Times New Roman" pitchFamily="18" charset="0"/>
                </a:rPr>
                <a:t>	</a:t>
              </a:r>
              <a:r>
                <a:rPr lang="en-US" altLang="zh-CN" i="1" dirty="0">
                  <a:solidFill>
                    <a:prstClr val="black"/>
                  </a:solidFill>
                  <a:latin typeface="Times New Roman" panose="02020603050405020304" pitchFamily="18" charset="0"/>
                  <a:ea typeface="楷体_GB2312"/>
                  <a:cs typeface="Times New Roman" pitchFamily="18" charset="0"/>
                </a:rPr>
                <a:t>exchange</a:t>
              </a:r>
              <a:r>
                <a:rPr lang="en-US" altLang="zh-CN" dirty="0">
                  <a:solidFill>
                    <a:prstClr val="black"/>
                  </a:solidFill>
                  <a:latin typeface="Times New Roman" panose="02020603050405020304" pitchFamily="18" charset="0"/>
                  <a:ea typeface="楷体_GB2312"/>
                  <a:cs typeface="Times New Roman" pitchFamily="18" charset="0"/>
                </a:rPr>
                <a:t>	             2</a:t>
              </a:r>
            </a:p>
            <a:p>
              <a:pPr marL="257175" indent="-257175" algn="just" eaLnBrk="1" hangingPunct="1">
                <a:spcBef>
                  <a:spcPct val="20000"/>
                </a:spcBef>
                <a:buClr>
                  <a:srgbClr val="5EAEFF"/>
                </a:buClr>
                <a:buSzPct val="60000"/>
                <a:defRPr/>
              </a:pPr>
              <a:r>
                <a:rPr lang="en-US" altLang="zh-CN" dirty="0">
                  <a:solidFill>
                    <a:prstClr val="black"/>
                  </a:solidFill>
                  <a:latin typeface="Times New Roman" panose="02020603050405020304" pitchFamily="18" charset="0"/>
                  <a:ea typeface="楷体_GB2312"/>
                  <a:cs typeface="Times New Roman" pitchFamily="18" charset="0"/>
                </a:rPr>
                <a:t>	</a:t>
              </a:r>
              <a:r>
                <a:rPr lang="en-US" altLang="zh-CN" i="1" dirty="0" err="1">
                  <a:solidFill>
                    <a:prstClr val="black"/>
                  </a:solidFill>
                  <a:latin typeface="Times New Roman" panose="02020603050405020304" pitchFamily="18" charset="0"/>
                  <a:ea typeface="楷体_GB2312"/>
                  <a:cs typeface="Times New Roman" pitchFamily="18" charset="0"/>
                </a:rPr>
                <a:t>quicksort</a:t>
              </a:r>
              <a:r>
                <a:rPr lang="en-US" altLang="zh-CN" dirty="0">
                  <a:solidFill>
                    <a:prstClr val="black"/>
                  </a:solidFill>
                  <a:latin typeface="Times New Roman" panose="02020603050405020304" pitchFamily="18" charset="0"/>
                  <a:ea typeface="楷体_GB2312"/>
                  <a:cs typeface="Times New Roman" pitchFamily="18" charset="0"/>
                </a:rPr>
                <a:t>	             2</a:t>
              </a:r>
            </a:p>
            <a:p>
              <a:pPr marL="257175" indent="-257175" algn="just" eaLnBrk="1" hangingPunct="1">
                <a:spcBef>
                  <a:spcPct val="20000"/>
                </a:spcBef>
                <a:buClr>
                  <a:srgbClr val="5EAEFF"/>
                </a:buClr>
                <a:buSzPct val="60000"/>
                <a:defRPr/>
              </a:pPr>
              <a:r>
                <a:rPr lang="en-US" altLang="zh-CN" dirty="0">
                  <a:solidFill>
                    <a:prstClr val="black"/>
                  </a:solidFill>
                  <a:latin typeface="Times New Roman" panose="02020603050405020304" pitchFamily="18" charset="0"/>
                  <a:ea typeface="楷体_GB2312"/>
                  <a:cs typeface="Times New Roman" pitchFamily="18" charset="0"/>
                </a:rPr>
                <a:t>		</a:t>
              </a:r>
              <a:r>
                <a:rPr lang="en-US" altLang="zh-CN" i="1" dirty="0">
                  <a:solidFill>
                    <a:prstClr val="black"/>
                  </a:solidFill>
                  <a:latin typeface="Times New Roman" panose="02020603050405020304" pitchFamily="18" charset="0"/>
                  <a:ea typeface="楷体_GB2312"/>
                  <a:cs typeface="Times New Roman" pitchFamily="18" charset="0"/>
                </a:rPr>
                <a:t>partition</a:t>
              </a:r>
              <a:r>
                <a:rPr lang="en-US" altLang="zh-CN" dirty="0">
                  <a:solidFill>
                    <a:prstClr val="black"/>
                  </a:solidFill>
                  <a:latin typeface="Times New Roman" panose="02020603050405020304" pitchFamily="18" charset="0"/>
                  <a:ea typeface="楷体_GB2312"/>
                  <a:cs typeface="Times New Roman" pitchFamily="18" charset="0"/>
                </a:rPr>
                <a:t>	             3</a:t>
              </a:r>
            </a:p>
          </p:txBody>
        </p:sp>
        <p:cxnSp>
          <p:nvCxnSpPr>
            <p:cNvPr id="3" name="直接连接符 2"/>
            <p:cNvCxnSpPr/>
            <p:nvPr/>
          </p:nvCxnSpPr>
          <p:spPr>
            <a:xfrm>
              <a:off x="4500563" y="857251"/>
              <a:ext cx="3276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a:xfrm>
              <a:off x="6640513" y="500063"/>
              <a:ext cx="0" cy="208756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9" name="矩形 8"/>
          <p:cNvSpPr/>
          <p:nvPr/>
        </p:nvSpPr>
        <p:spPr>
          <a:xfrm>
            <a:off x="155575" y="828675"/>
            <a:ext cx="8177213" cy="4279900"/>
          </a:xfrm>
          <a:prstGeom prst="rect">
            <a:avLst/>
          </a:prstGeom>
          <a:noFill/>
          <a:ln>
            <a:noFill/>
          </a:ln>
        </p:spPr>
        <p:txBody>
          <a:bodyPr lIns="68580" tIns="34290" rIns="68580" bIns="34290">
            <a:spAutoFit/>
          </a:bodyPr>
          <a:lstStyle/>
          <a:p>
            <a:pPr marL="257175" indent="-257175" algn="just" eaLnBrk="1" hangingPunct="1">
              <a:lnSpc>
                <a:spcPct val="80000"/>
              </a:lnSpc>
              <a:spcBef>
                <a:spcPct val="12000"/>
              </a:spcBef>
              <a:buClr>
                <a:srgbClr val="3333CC"/>
              </a:buClr>
              <a:buSzPct val="60000"/>
              <a:defRPr/>
            </a:pPr>
            <a:r>
              <a:rPr lang="en-US" altLang="zh-CN" sz="2000" i="1" kern="0" dirty="0">
                <a:solidFill>
                  <a:srgbClr val="000000"/>
                </a:solidFill>
                <a:latin typeface="Times New Roman" panose="02020603050405020304" pitchFamily="18" charset="0"/>
                <a:ea typeface="楷体_GB2312" pitchFamily="49" charset="-122"/>
              </a:rPr>
              <a:t>program</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FF0000"/>
                </a:solidFill>
                <a:latin typeface="Times New Roman" panose="02020603050405020304" pitchFamily="18" charset="0"/>
                <a:ea typeface="楷体_GB2312" pitchFamily="49" charset="-122"/>
              </a:rPr>
              <a:t>sort </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input</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output</a:t>
            </a:r>
            <a:r>
              <a:rPr lang="en-US" altLang="zh-CN" sz="2000" kern="0" dirty="0">
                <a:solidFill>
                  <a:srgbClr val="000000"/>
                </a:solidFill>
                <a:latin typeface="Times New Roman" panose="02020603050405020304" pitchFamily="18" charset="0"/>
                <a:ea typeface="楷体_GB2312" pitchFamily="49" charset="-122"/>
              </a:rPr>
              <a:t> );</a:t>
            </a:r>
          </a:p>
          <a:p>
            <a:pPr marL="257175" indent="-257175" algn="just" eaLnBrk="1" hangingPunct="1">
              <a:lnSpc>
                <a:spcPct val="80000"/>
              </a:lnSpc>
              <a:spcBef>
                <a:spcPct val="12000"/>
              </a:spcBef>
              <a:buClr>
                <a:srgbClr val="3333CC"/>
              </a:buClr>
              <a:buSzPct val="60000"/>
              <a:defRPr/>
            </a:pP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err="1">
                <a:solidFill>
                  <a:srgbClr val="000000"/>
                </a:solidFill>
                <a:latin typeface="Times New Roman" panose="02020603050405020304" pitchFamily="18" charset="0"/>
                <a:ea typeface="楷体_GB2312" pitchFamily="49" charset="-122"/>
              </a:rPr>
              <a:t>var</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a</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array</a:t>
            </a:r>
            <a:r>
              <a:rPr lang="en-US" altLang="zh-CN" sz="2000" kern="0" dirty="0">
                <a:solidFill>
                  <a:srgbClr val="000000"/>
                </a:solidFill>
                <a:latin typeface="Times New Roman" panose="02020603050405020304" pitchFamily="18" charset="0"/>
                <a:ea typeface="楷体_GB2312" pitchFamily="49" charset="-122"/>
              </a:rPr>
              <a:t>[0..10] </a:t>
            </a:r>
            <a:r>
              <a:rPr lang="en-US" altLang="zh-CN" sz="2000" i="1" kern="0" dirty="0">
                <a:solidFill>
                  <a:srgbClr val="000000"/>
                </a:solidFill>
                <a:latin typeface="Times New Roman" panose="02020603050405020304" pitchFamily="18" charset="0"/>
                <a:ea typeface="楷体_GB2312" pitchFamily="49" charset="-122"/>
              </a:rPr>
              <a:t>of integer</a:t>
            </a:r>
            <a:r>
              <a:rPr lang="en-US" altLang="zh-CN" sz="2000" kern="0" dirty="0">
                <a:solidFill>
                  <a:srgbClr val="000000"/>
                </a:solidFill>
                <a:latin typeface="Times New Roman" panose="02020603050405020304" pitchFamily="18" charset="0"/>
                <a:ea typeface="楷体_GB2312" pitchFamily="49" charset="-122"/>
              </a:rPr>
              <a:t>; </a:t>
            </a:r>
          </a:p>
          <a:p>
            <a:pPr marL="257175" indent="-257175" algn="just" eaLnBrk="1" hangingPunct="1">
              <a:lnSpc>
                <a:spcPct val="80000"/>
              </a:lnSpc>
              <a:spcBef>
                <a:spcPct val="12000"/>
              </a:spcBef>
              <a:buClr>
                <a:srgbClr val="3333CC"/>
              </a:buClr>
              <a:buSzPct val="60000"/>
              <a:defRPr/>
            </a:pPr>
            <a:r>
              <a:rPr lang="en-US" altLang="zh-CN" sz="2000" i="1" kern="0" dirty="0">
                <a:solidFill>
                  <a:srgbClr val="000000"/>
                </a:solidFill>
                <a:latin typeface="Times New Roman" panose="02020603050405020304" pitchFamily="18" charset="0"/>
                <a:ea typeface="楷体_GB2312" pitchFamily="49" charset="-122"/>
              </a:rPr>
              <a:t>           x</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integer</a:t>
            </a:r>
            <a:r>
              <a:rPr lang="en-US" altLang="zh-CN" sz="2000" kern="0" dirty="0">
                <a:solidFill>
                  <a:srgbClr val="000000"/>
                </a:solidFill>
                <a:latin typeface="Times New Roman" panose="02020603050405020304" pitchFamily="18" charset="0"/>
                <a:ea typeface="楷体_GB2312" pitchFamily="49" charset="-122"/>
              </a:rPr>
              <a:t>;</a:t>
            </a:r>
          </a:p>
          <a:p>
            <a:pPr marL="257175" indent="-257175" algn="just" eaLnBrk="1" hangingPunct="1">
              <a:lnSpc>
                <a:spcPct val="80000"/>
              </a:lnSpc>
              <a:spcBef>
                <a:spcPct val="12000"/>
              </a:spcBef>
              <a:buClr>
                <a:srgbClr val="3333CC"/>
              </a:buClr>
              <a:buSzPct val="60000"/>
              <a:defRPr/>
            </a:pP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procedure</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err="1">
                <a:solidFill>
                  <a:srgbClr val="FF0000"/>
                </a:solidFill>
                <a:latin typeface="Times New Roman" panose="02020603050405020304" pitchFamily="18" charset="0"/>
                <a:ea typeface="楷体_GB2312" pitchFamily="49" charset="-122"/>
              </a:rPr>
              <a:t>readarray</a:t>
            </a:r>
            <a:r>
              <a:rPr lang="en-US" altLang="zh-CN" sz="2000" kern="0" dirty="0">
                <a:solidFill>
                  <a:srgbClr val="000000"/>
                </a:solidFill>
                <a:latin typeface="Times New Roman" panose="02020603050405020304" pitchFamily="18" charset="0"/>
                <a:ea typeface="楷体_GB2312" pitchFamily="49" charset="-122"/>
              </a:rPr>
              <a:t>;</a:t>
            </a:r>
          </a:p>
          <a:p>
            <a:pPr marL="257175" indent="-257175" algn="just" eaLnBrk="1" hangingPunct="1">
              <a:lnSpc>
                <a:spcPct val="80000"/>
              </a:lnSpc>
              <a:spcBef>
                <a:spcPct val="12000"/>
              </a:spcBef>
              <a:buClr>
                <a:srgbClr val="3333CC"/>
              </a:buClr>
              <a:buSzPct val="60000"/>
              <a:defRPr/>
            </a:pP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err="1">
                <a:solidFill>
                  <a:srgbClr val="000000"/>
                </a:solidFill>
                <a:latin typeface="Times New Roman" panose="02020603050405020304" pitchFamily="18" charset="0"/>
                <a:ea typeface="楷体_GB2312" pitchFamily="49" charset="-122"/>
              </a:rPr>
              <a:t>var</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i</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integer</a:t>
            </a:r>
            <a:r>
              <a:rPr lang="en-US" altLang="zh-CN" sz="2000" kern="0" dirty="0">
                <a:solidFill>
                  <a:srgbClr val="000000"/>
                </a:solidFill>
                <a:latin typeface="Times New Roman" panose="02020603050405020304" pitchFamily="18" charset="0"/>
                <a:ea typeface="楷体_GB2312" pitchFamily="49" charset="-122"/>
              </a:rPr>
              <a:t>; </a:t>
            </a:r>
          </a:p>
          <a:p>
            <a:pPr marL="257175" indent="-257175" algn="just" eaLnBrk="1" hangingPunct="1">
              <a:lnSpc>
                <a:spcPct val="80000"/>
              </a:lnSpc>
              <a:spcBef>
                <a:spcPct val="12000"/>
              </a:spcBef>
              <a:buClr>
                <a:srgbClr val="3333CC"/>
              </a:buClr>
              <a:buSzPct val="60000"/>
              <a:defRPr/>
            </a:pP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begin</a:t>
            </a:r>
            <a:r>
              <a:rPr lang="en-US" altLang="zh-CN" sz="2000" kern="0" dirty="0">
                <a:solidFill>
                  <a:srgbClr val="000000"/>
                </a:solidFill>
                <a:latin typeface="Times New Roman" panose="02020603050405020304" pitchFamily="18" charset="0"/>
                <a:ea typeface="楷体_GB2312" pitchFamily="49" charset="-122"/>
              </a:rPr>
              <a:t> … </a:t>
            </a:r>
            <a:r>
              <a:rPr lang="en-US" altLang="zh-CN" sz="2000" i="1" kern="0" dirty="0">
                <a:solidFill>
                  <a:srgbClr val="0000FF"/>
                </a:solidFill>
                <a:latin typeface="Times New Roman" panose="02020603050405020304" pitchFamily="18" charset="0"/>
                <a:ea typeface="楷体_GB2312" pitchFamily="49" charset="-122"/>
              </a:rPr>
              <a:t>a</a:t>
            </a:r>
            <a:r>
              <a:rPr lang="en-US" altLang="zh-CN" sz="2000" kern="0" dirty="0">
                <a:solidFill>
                  <a:srgbClr val="000000"/>
                </a:solidFill>
                <a:latin typeface="Times New Roman" panose="02020603050405020304" pitchFamily="18" charset="0"/>
                <a:ea typeface="楷体_GB2312" pitchFamily="49" charset="-122"/>
              </a:rPr>
              <a:t> … </a:t>
            </a:r>
            <a:r>
              <a:rPr lang="en-US" altLang="zh-CN" sz="2000" i="1" kern="0" dirty="0">
                <a:solidFill>
                  <a:srgbClr val="000000"/>
                </a:solidFill>
                <a:latin typeface="Times New Roman" panose="02020603050405020304" pitchFamily="18" charset="0"/>
                <a:ea typeface="楷体_GB2312" pitchFamily="49" charset="-122"/>
              </a:rPr>
              <a:t>end</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err="1">
                <a:solidFill>
                  <a:srgbClr val="0000FF"/>
                </a:solidFill>
                <a:latin typeface="Times New Roman" panose="02020603050405020304" pitchFamily="18" charset="0"/>
                <a:ea typeface="楷体_GB2312" pitchFamily="49" charset="-122"/>
              </a:rPr>
              <a:t>readarray</a:t>
            </a:r>
            <a:r>
              <a:rPr lang="en-US" altLang="zh-CN" sz="2000" kern="0" dirty="0">
                <a:solidFill>
                  <a:srgbClr val="000000"/>
                </a:solidFill>
                <a:latin typeface="Times New Roman" panose="02020603050405020304" pitchFamily="18" charset="0"/>
                <a:ea typeface="楷体_GB2312" pitchFamily="49" charset="-122"/>
              </a:rPr>
              <a:t>} </a:t>
            </a:r>
            <a:r>
              <a:rPr lang="zh-CN" altLang="en-US" sz="2000" kern="0" dirty="0">
                <a:solidFill>
                  <a:srgbClr val="000000"/>
                </a:solidFill>
                <a:latin typeface="Times New Roman" panose="02020603050405020304" pitchFamily="18" charset="0"/>
                <a:ea typeface="楷体_GB2312" pitchFamily="49" charset="-122"/>
              </a:rPr>
              <a:t>；</a:t>
            </a:r>
          </a:p>
          <a:p>
            <a:pPr marL="257175" indent="-257175" algn="just" eaLnBrk="1" hangingPunct="1">
              <a:lnSpc>
                <a:spcPct val="80000"/>
              </a:lnSpc>
              <a:spcBef>
                <a:spcPct val="12000"/>
              </a:spcBef>
              <a:buClr>
                <a:srgbClr val="3333CC"/>
              </a:buClr>
              <a:buSzPct val="60000"/>
              <a:defRPr/>
            </a:pP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procedure</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FF0000"/>
                </a:solidFill>
                <a:latin typeface="Times New Roman" panose="02020603050405020304" pitchFamily="18" charset="0"/>
                <a:ea typeface="楷体_GB2312" pitchFamily="49" charset="-122"/>
              </a:rPr>
              <a:t>exchang</a:t>
            </a:r>
            <a:r>
              <a:rPr lang="en-US" altLang="zh-CN" sz="2000" kern="0" dirty="0">
                <a:solidFill>
                  <a:srgbClr val="FF0000"/>
                </a:solidFill>
                <a:latin typeface="Times New Roman" panose="02020603050405020304" pitchFamily="18" charset="0"/>
                <a:ea typeface="楷体_GB2312" pitchFamily="49" charset="-122"/>
              </a:rPr>
              <a:t>e</a:t>
            </a:r>
            <a:r>
              <a:rPr lang="en-US" altLang="zh-CN" sz="2000" kern="0" dirty="0">
                <a:solidFill>
                  <a:prstClr val="black"/>
                </a:solidFill>
                <a:latin typeface="Times New Roman" panose="02020603050405020304" pitchFamily="18" charset="0"/>
                <a:ea typeface="楷体_GB2312" pitchFamily="49" charset="-122"/>
              </a:rPr>
              <a:t>(</a:t>
            </a:r>
            <a:r>
              <a:rPr lang="en-US" altLang="zh-CN" sz="2000" i="1" kern="0" dirty="0" err="1">
                <a:solidFill>
                  <a:prstClr val="black"/>
                </a:solidFill>
                <a:latin typeface="Times New Roman" panose="02020603050405020304" pitchFamily="18" charset="0"/>
                <a:ea typeface="楷体_GB2312" pitchFamily="49" charset="-122"/>
              </a:rPr>
              <a:t>i</a:t>
            </a:r>
            <a:r>
              <a:rPr lang="en-US" altLang="zh-CN" sz="2000" kern="0" dirty="0">
                <a:solidFill>
                  <a:prstClr val="black"/>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j</a:t>
            </a:r>
            <a:r>
              <a:rPr lang="en-US" altLang="zh-CN" sz="2000" kern="0" dirty="0">
                <a:solidFill>
                  <a:srgbClr val="000000"/>
                </a:solidFill>
                <a:latin typeface="Times New Roman" panose="02020603050405020304" pitchFamily="18" charset="0"/>
                <a:ea typeface="楷体_GB2312" pitchFamily="49" charset="-122"/>
              </a:rPr>
              <a:t>:</a:t>
            </a:r>
            <a:r>
              <a:rPr lang="en-US" altLang="zh-CN" sz="2000" i="1" kern="0" dirty="0">
                <a:solidFill>
                  <a:srgbClr val="000000"/>
                </a:solidFill>
                <a:latin typeface="Times New Roman" panose="02020603050405020304" pitchFamily="18" charset="0"/>
                <a:ea typeface="楷体_GB2312" pitchFamily="49" charset="-122"/>
              </a:rPr>
              <a:t>integer</a:t>
            </a:r>
            <a:r>
              <a:rPr lang="en-US" altLang="zh-CN" sz="2000" kern="0" dirty="0">
                <a:solidFill>
                  <a:srgbClr val="000000"/>
                </a:solidFill>
                <a:latin typeface="Times New Roman" panose="02020603050405020304" pitchFamily="18" charset="0"/>
                <a:ea typeface="楷体_GB2312" pitchFamily="49" charset="-122"/>
              </a:rPr>
              <a:t>);</a:t>
            </a:r>
          </a:p>
          <a:p>
            <a:pPr marL="257175" indent="-257175" algn="just" eaLnBrk="1" hangingPunct="1">
              <a:lnSpc>
                <a:spcPct val="80000"/>
              </a:lnSpc>
              <a:spcBef>
                <a:spcPct val="12000"/>
              </a:spcBef>
              <a:buClr>
                <a:srgbClr val="3333CC"/>
              </a:buClr>
              <a:buSzPct val="60000"/>
              <a:defRPr/>
            </a:pP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begin</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FF"/>
                </a:solidFill>
                <a:latin typeface="Times New Roman" panose="02020603050405020304" pitchFamily="18" charset="0"/>
                <a:ea typeface="楷体_GB2312" pitchFamily="49" charset="-122"/>
              </a:rPr>
              <a:t>x</a:t>
            </a:r>
            <a:r>
              <a:rPr lang="en-US" altLang="zh-CN" sz="2000" kern="0" dirty="0">
                <a:solidFill>
                  <a:srgbClr val="000000"/>
                </a:solidFill>
                <a:latin typeface="Times New Roman" panose="02020603050405020304" pitchFamily="18" charset="0"/>
                <a:ea typeface="楷体_GB2312" pitchFamily="49" charset="-122"/>
              </a:rPr>
              <a:t>=</a:t>
            </a:r>
            <a:r>
              <a:rPr lang="en-US" altLang="zh-CN" sz="2000" i="1" kern="0" dirty="0">
                <a:solidFill>
                  <a:srgbClr val="000000"/>
                </a:solidFill>
                <a:latin typeface="Times New Roman" panose="02020603050405020304" pitchFamily="18" charset="0"/>
                <a:ea typeface="楷体_GB2312" pitchFamily="49" charset="-122"/>
              </a:rPr>
              <a:t>a</a:t>
            </a:r>
            <a:r>
              <a:rPr lang="en-US" altLang="zh-CN" sz="2000" kern="0" dirty="0">
                <a:solidFill>
                  <a:srgbClr val="000000"/>
                </a:solidFill>
                <a:latin typeface="Times New Roman" panose="02020603050405020304" pitchFamily="18" charset="0"/>
                <a:ea typeface="楷体_GB2312" pitchFamily="49" charset="-122"/>
              </a:rPr>
              <a:t>[</a:t>
            </a:r>
            <a:r>
              <a:rPr lang="en-US" altLang="zh-CN" sz="2000" i="1" kern="0" dirty="0">
                <a:solidFill>
                  <a:srgbClr val="000000"/>
                </a:solidFill>
                <a:latin typeface="Times New Roman" panose="02020603050405020304" pitchFamily="18" charset="0"/>
                <a:ea typeface="楷体_GB2312" pitchFamily="49" charset="-122"/>
              </a:rPr>
              <a:t>i</a:t>
            </a:r>
            <a:r>
              <a:rPr lang="en-US" altLang="zh-CN" sz="2000" kern="0" dirty="0">
                <a:solidFill>
                  <a:srgbClr val="000000"/>
                </a:solidFill>
                <a:latin typeface="Times New Roman" panose="02020603050405020304" pitchFamily="18" charset="0"/>
                <a:ea typeface="楷体_GB2312" pitchFamily="49" charset="-122"/>
              </a:rPr>
              <a:t>];</a:t>
            </a:r>
            <a:r>
              <a:rPr lang="en-US" altLang="zh-CN" sz="2000" i="1" kern="0" dirty="0">
                <a:solidFill>
                  <a:srgbClr val="000000"/>
                </a:solidFill>
                <a:latin typeface="Times New Roman" panose="02020603050405020304" pitchFamily="18" charset="0"/>
                <a:ea typeface="楷体_GB2312" pitchFamily="49" charset="-122"/>
              </a:rPr>
              <a:t>a</a:t>
            </a:r>
            <a:r>
              <a:rPr lang="en-US" altLang="zh-CN" sz="2000" kern="0" dirty="0">
                <a:solidFill>
                  <a:srgbClr val="000000"/>
                </a:solidFill>
                <a:latin typeface="Times New Roman" panose="02020603050405020304" pitchFamily="18" charset="0"/>
                <a:ea typeface="楷体_GB2312" pitchFamily="49" charset="-122"/>
              </a:rPr>
              <a:t>[</a:t>
            </a:r>
            <a:r>
              <a:rPr lang="en-US" altLang="zh-CN" sz="2000" i="1" kern="0" dirty="0">
                <a:solidFill>
                  <a:srgbClr val="000000"/>
                </a:solidFill>
                <a:latin typeface="Times New Roman" panose="02020603050405020304" pitchFamily="18" charset="0"/>
                <a:ea typeface="楷体_GB2312" pitchFamily="49" charset="-122"/>
              </a:rPr>
              <a:t>i</a:t>
            </a:r>
            <a:r>
              <a:rPr lang="en-US" altLang="zh-CN" sz="2000" kern="0" dirty="0">
                <a:solidFill>
                  <a:srgbClr val="000000"/>
                </a:solidFill>
                <a:latin typeface="Times New Roman" panose="02020603050405020304" pitchFamily="18" charset="0"/>
                <a:ea typeface="楷体_GB2312" pitchFamily="49" charset="-122"/>
              </a:rPr>
              <a:t>]=</a:t>
            </a:r>
            <a:r>
              <a:rPr lang="en-US" altLang="zh-CN" sz="2000" i="1" kern="0" dirty="0">
                <a:solidFill>
                  <a:srgbClr val="000000"/>
                </a:solidFill>
                <a:latin typeface="Times New Roman" panose="02020603050405020304" pitchFamily="18" charset="0"/>
                <a:ea typeface="楷体_GB2312" pitchFamily="49" charset="-122"/>
              </a:rPr>
              <a:t>a</a:t>
            </a:r>
            <a:r>
              <a:rPr lang="en-US" altLang="zh-CN" sz="2000" kern="0" dirty="0">
                <a:solidFill>
                  <a:srgbClr val="000000"/>
                </a:solidFill>
                <a:latin typeface="Times New Roman" panose="02020603050405020304" pitchFamily="18" charset="0"/>
                <a:ea typeface="楷体_GB2312" pitchFamily="49" charset="-122"/>
              </a:rPr>
              <a:t>[</a:t>
            </a:r>
            <a:r>
              <a:rPr lang="en-US" altLang="zh-CN" sz="2000" i="1" kern="0" dirty="0">
                <a:solidFill>
                  <a:srgbClr val="000000"/>
                </a:solidFill>
                <a:latin typeface="Times New Roman" panose="02020603050405020304" pitchFamily="18" charset="0"/>
                <a:ea typeface="楷体_GB2312" pitchFamily="49" charset="-122"/>
              </a:rPr>
              <a:t>j</a:t>
            </a:r>
            <a:r>
              <a:rPr lang="en-US" altLang="zh-CN" sz="2000" kern="0" dirty="0">
                <a:solidFill>
                  <a:srgbClr val="000000"/>
                </a:solidFill>
                <a:latin typeface="Times New Roman" panose="02020603050405020304" pitchFamily="18" charset="0"/>
                <a:ea typeface="楷体_GB2312" pitchFamily="49" charset="-122"/>
              </a:rPr>
              <a:t>];</a:t>
            </a:r>
            <a:r>
              <a:rPr lang="en-US" altLang="zh-CN" sz="2000" i="1" kern="0" dirty="0">
                <a:solidFill>
                  <a:srgbClr val="000000"/>
                </a:solidFill>
                <a:latin typeface="Times New Roman" panose="02020603050405020304" pitchFamily="18" charset="0"/>
                <a:ea typeface="楷体_GB2312" pitchFamily="49" charset="-122"/>
              </a:rPr>
              <a:t>a</a:t>
            </a:r>
            <a:r>
              <a:rPr lang="en-US" altLang="zh-CN" sz="2000" kern="0" dirty="0">
                <a:solidFill>
                  <a:srgbClr val="000000"/>
                </a:solidFill>
                <a:latin typeface="Times New Roman" panose="02020603050405020304" pitchFamily="18" charset="0"/>
                <a:ea typeface="楷体_GB2312" pitchFamily="49" charset="-122"/>
              </a:rPr>
              <a:t>[</a:t>
            </a:r>
            <a:r>
              <a:rPr lang="en-US" altLang="zh-CN" sz="2000" i="1" kern="0" dirty="0">
                <a:solidFill>
                  <a:srgbClr val="000000"/>
                </a:solidFill>
                <a:latin typeface="Times New Roman" panose="02020603050405020304" pitchFamily="18" charset="0"/>
                <a:ea typeface="楷体_GB2312" pitchFamily="49" charset="-122"/>
              </a:rPr>
              <a:t>j</a:t>
            </a:r>
            <a:r>
              <a:rPr lang="en-US" altLang="zh-CN" sz="2000" kern="0" dirty="0">
                <a:solidFill>
                  <a:srgbClr val="000000"/>
                </a:solidFill>
                <a:latin typeface="Times New Roman" panose="02020603050405020304" pitchFamily="18" charset="0"/>
                <a:ea typeface="楷体_GB2312" pitchFamily="49" charset="-122"/>
              </a:rPr>
              <a:t>]=</a:t>
            </a:r>
            <a:r>
              <a:rPr lang="en-US" altLang="zh-CN" sz="2000" i="1" kern="0" dirty="0">
                <a:solidFill>
                  <a:srgbClr val="000000"/>
                </a:solidFill>
                <a:latin typeface="Times New Roman" panose="02020603050405020304" pitchFamily="18" charset="0"/>
                <a:ea typeface="楷体_GB2312" pitchFamily="49" charset="-122"/>
              </a:rPr>
              <a:t>x</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end</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FF"/>
                </a:solidFill>
                <a:latin typeface="Times New Roman" panose="02020603050405020304" pitchFamily="18" charset="0"/>
                <a:ea typeface="楷体_GB2312" pitchFamily="49" charset="-122"/>
              </a:rPr>
              <a:t>exchang</a:t>
            </a:r>
            <a:r>
              <a:rPr lang="en-US" altLang="zh-CN" sz="2000" kern="0" dirty="0">
                <a:solidFill>
                  <a:srgbClr val="0000FF"/>
                </a:solidFill>
                <a:latin typeface="Times New Roman" panose="02020603050405020304" pitchFamily="18" charset="0"/>
                <a:ea typeface="楷体_GB2312" pitchFamily="49" charset="-122"/>
              </a:rPr>
              <a:t>e</a:t>
            </a:r>
            <a:r>
              <a:rPr lang="en-US" altLang="zh-CN" sz="2000" kern="0" dirty="0">
                <a:solidFill>
                  <a:srgbClr val="000000"/>
                </a:solidFill>
                <a:latin typeface="Times New Roman" panose="02020603050405020304" pitchFamily="18" charset="0"/>
                <a:ea typeface="楷体_GB2312" pitchFamily="49" charset="-122"/>
              </a:rPr>
              <a:t>} </a:t>
            </a:r>
            <a:r>
              <a:rPr lang="zh-CN" altLang="en-US" sz="2000" kern="0" dirty="0">
                <a:solidFill>
                  <a:srgbClr val="000000"/>
                </a:solidFill>
                <a:latin typeface="Times New Roman" panose="02020603050405020304" pitchFamily="18" charset="0"/>
                <a:ea typeface="楷体_GB2312" pitchFamily="49" charset="-122"/>
              </a:rPr>
              <a:t>；</a:t>
            </a:r>
          </a:p>
          <a:p>
            <a:pPr marL="257175" indent="-257175" algn="just" eaLnBrk="1" hangingPunct="1">
              <a:lnSpc>
                <a:spcPct val="80000"/>
              </a:lnSpc>
              <a:spcBef>
                <a:spcPct val="12000"/>
              </a:spcBef>
              <a:buClr>
                <a:srgbClr val="3333CC"/>
              </a:buClr>
              <a:buSzPct val="60000"/>
              <a:defRPr/>
            </a:pP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procedure</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FF0000"/>
                </a:solidFill>
                <a:latin typeface="Times New Roman" panose="02020603050405020304" pitchFamily="18" charset="0"/>
                <a:ea typeface="楷体_GB2312" pitchFamily="49" charset="-122"/>
              </a:rPr>
              <a:t>quicksort</a:t>
            </a:r>
            <a:r>
              <a:rPr lang="en-US" altLang="zh-CN" sz="2000" kern="0" dirty="0">
                <a:solidFill>
                  <a:prstClr val="black"/>
                </a:solidFill>
                <a:latin typeface="Times New Roman" panose="02020603050405020304" pitchFamily="18" charset="0"/>
                <a:ea typeface="楷体_GB2312" pitchFamily="49" charset="-122"/>
              </a:rPr>
              <a:t>(</a:t>
            </a:r>
            <a:r>
              <a:rPr lang="en-US" altLang="zh-CN" sz="2000" i="1" kern="0" dirty="0">
                <a:solidFill>
                  <a:prstClr val="black"/>
                </a:solidFill>
                <a:latin typeface="Times New Roman" panose="02020603050405020304" pitchFamily="18" charset="0"/>
                <a:ea typeface="楷体_GB2312" pitchFamily="49" charset="-122"/>
              </a:rPr>
              <a:t>m</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n</a:t>
            </a:r>
            <a:r>
              <a:rPr lang="en-US" altLang="zh-CN" sz="2000" kern="0" dirty="0">
                <a:solidFill>
                  <a:srgbClr val="000000"/>
                </a:solidFill>
                <a:latin typeface="Times New Roman" panose="02020603050405020304" pitchFamily="18" charset="0"/>
                <a:ea typeface="楷体_GB2312" pitchFamily="49" charset="-122"/>
              </a:rPr>
              <a:t>:</a:t>
            </a:r>
            <a:r>
              <a:rPr lang="en-US" altLang="zh-CN" sz="2000" i="1" kern="0" dirty="0">
                <a:solidFill>
                  <a:srgbClr val="000000"/>
                </a:solidFill>
                <a:latin typeface="Times New Roman" panose="02020603050405020304" pitchFamily="18" charset="0"/>
                <a:ea typeface="楷体_GB2312" pitchFamily="49" charset="-122"/>
              </a:rPr>
              <a:t>integer</a:t>
            </a:r>
            <a:r>
              <a:rPr lang="en-US" altLang="zh-CN" sz="2000" kern="0" dirty="0">
                <a:solidFill>
                  <a:srgbClr val="000000"/>
                </a:solidFill>
                <a:latin typeface="Times New Roman" panose="02020603050405020304" pitchFamily="18" charset="0"/>
                <a:ea typeface="楷体_GB2312" pitchFamily="49" charset="-122"/>
              </a:rPr>
              <a:t>);</a:t>
            </a:r>
          </a:p>
          <a:p>
            <a:pPr marL="257175" indent="-257175" algn="just" eaLnBrk="1" hangingPunct="1">
              <a:lnSpc>
                <a:spcPct val="80000"/>
              </a:lnSpc>
              <a:spcBef>
                <a:spcPct val="12000"/>
              </a:spcBef>
              <a:buClr>
                <a:srgbClr val="3333CC"/>
              </a:buClr>
              <a:buSzPct val="60000"/>
              <a:defRPr/>
            </a:pP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err="1">
                <a:solidFill>
                  <a:srgbClr val="000000"/>
                </a:solidFill>
                <a:latin typeface="Times New Roman" panose="02020603050405020304" pitchFamily="18" charset="0"/>
                <a:ea typeface="楷体_GB2312" pitchFamily="49" charset="-122"/>
              </a:rPr>
              <a:t>var</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k</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v </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integer</a:t>
            </a:r>
            <a:r>
              <a:rPr lang="en-US" altLang="zh-CN" sz="2000" kern="0" dirty="0">
                <a:solidFill>
                  <a:srgbClr val="000000"/>
                </a:solidFill>
                <a:latin typeface="Times New Roman" panose="02020603050405020304" pitchFamily="18" charset="0"/>
                <a:ea typeface="楷体_GB2312" pitchFamily="49" charset="-122"/>
              </a:rPr>
              <a:t>;</a:t>
            </a:r>
          </a:p>
          <a:p>
            <a:pPr marL="257175" indent="-257175" algn="just" eaLnBrk="1" hangingPunct="1">
              <a:lnSpc>
                <a:spcPct val="80000"/>
              </a:lnSpc>
              <a:spcBef>
                <a:spcPct val="12000"/>
              </a:spcBef>
              <a:buClr>
                <a:srgbClr val="3333CC"/>
              </a:buClr>
              <a:buSzPct val="60000"/>
              <a:defRPr/>
            </a:pP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function</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FF0000"/>
                </a:solidFill>
                <a:latin typeface="Times New Roman" panose="02020603050405020304" pitchFamily="18" charset="0"/>
                <a:ea typeface="楷体_GB2312" pitchFamily="49" charset="-122"/>
              </a:rPr>
              <a:t>partition</a:t>
            </a:r>
            <a:r>
              <a:rPr lang="en-US" altLang="zh-CN" sz="2000" kern="0" dirty="0">
                <a:solidFill>
                  <a:prstClr val="black"/>
                </a:solidFill>
                <a:latin typeface="Times New Roman" panose="02020603050405020304" pitchFamily="18" charset="0"/>
                <a:ea typeface="楷体_GB2312" pitchFamily="49" charset="-122"/>
              </a:rPr>
              <a:t>(</a:t>
            </a:r>
            <a:r>
              <a:rPr lang="en-US" altLang="zh-CN" sz="2000" i="1" kern="0" dirty="0">
                <a:solidFill>
                  <a:prstClr val="black"/>
                </a:solidFill>
                <a:latin typeface="Times New Roman" panose="02020603050405020304" pitchFamily="18" charset="0"/>
                <a:ea typeface="楷体_GB2312" pitchFamily="49" charset="-122"/>
              </a:rPr>
              <a:t>y</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z</a:t>
            </a:r>
            <a:r>
              <a:rPr lang="en-US" altLang="zh-CN" sz="2000" kern="0" dirty="0">
                <a:solidFill>
                  <a:srgbClr val="000000"/>
                </a:solidFill>
                <a:latin typeface="Times New Roman" panose="02020603050405020304" pitchFamily="18" charset="0"/>
                <a:ea typeface="楷体_GB2312" pitchFamily="49" charset="-122"/>
              </a:rPr>
              <a:t>:</a:t>
            </a:r>
            <a:r>
              <a:rPr lang="en-US" altLang="zh-CN" sz="2000" i="1" kern="0" dirty="0">
                <a:solidFill>
                  <a:srgbClr val="000000"/>
                </a:solidFill>
                <a:latin typeface="Times New Roman" panose="02020603050405020304" pitchFamily="18" charset="0"/>
                <a:ea typeface="楷体_GB2312" pitchFamily="49" charset="-122"/>
              </a:rPr>
              <a:t>integer</a:t>
            </a:r>
            <a:r>
              <a:rPr lang="en-US" altLang="zh-CN" sz="2000" kern="0" dirty="0">
                <a:solidFill>
                  <a:srgbClr val="000000"/>
                </a:solidFill>
                <a:latin typeface="Times New Roman" panose="02020603050405020304" pitchFamily="18" charset="0"/>
                <a:ea typeface="楷体_GB2312" pitchFamily="49" charset="-122"/>
              </a:rPr>
              <a:t>):</a:t>
            </a:r>
            <a:r>
              <a:rPr lang="en-US" altLang="zh-CN" sz="2000" i="1" kern="0" dirty="0">
                <a:solidFill>
                  <a:srgbClr val="000000"/>
                </a:solidFill>
                <a:latin typeface="Times New Roman" panose="02020603050405020304" pitchFamily="18" charset="0"/>
                <a:ea typeface="楷体_GB2312" pitchFamily="49" charset="-122"/>
              </a:rPr>
              <a:t>intege</a:t>
            </a:r>
            <a:r>
              <a:rPr lang="en-US" altLang="zh-CN" sz="2000" kern="0" dirty="0">
                <a:solidFill>
                  <a:srgbClr val="000000"/>
                </a:solidFill>
                <a:latin typeface="Times New Roman" panose="02020603050405020304" pitchFamily="18" charset="0"/>
                <a:ea typeface="楷体_GB2312" pitchFamily="49" charset="-122"/>
              </a:rPr>
              <a:t>r;</a:t>
            </a:r>
          </a:p>
          <a:p>
            <a:pPr marL="257175" indent="-257175" algn="just" eaLnBrk="1" hangingPunct="1">
              <a:lnSpc>
                <a:spcPct val="80000"/>
              </a:lnSpc>
              <a:spcBef>
                <a:spcPct val="12000"/>
              </a:spcBef>
              <a:buClr>
                <a:srgbClr val="3333CC"/>
              </a:buClr>
              <a:buSzPct val="60000"/>
              <a:defRPr/>
            </a:pP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err="1">
                <a:solidFill>
                  <a:srgbClr val="000000"/>
                </a:solidFill>
                <a:latin typeface="Times New Roman" panose="02020603050405020304" pitchFamily="18" charset="0"/>
                <a:ea typeface="楷体_GB2312" pitchFamily="49" charset="-122"/>
              </a:rPr>
              <a:t>var</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err="1">
                <a:solidFill>
                  <a:srgbClr val="000000"/>
                </a:solidFill>
                <a:latin typeface="Times New Roman" panose="02020603050405020304" pitchFamily="18" charset="0"/>
                <a:ea typeface="楷体_GB2312" pitchFamily="49" charset="-122"/>
              </a:rPr>
              <a:t>i</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j </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integer</a:t>
            </a:r>
            <a:r>
              <a:rPr lang="en-US" altLang="zh-CN" sz="2000" kern="0" dirty="0">
                <a:solidFill>
                  <a:srgbClr val="000000"/>
                </a:solidFill>
                <a:latin typeface="Times New Roman" panose="02020603050405020304" pitchFamily="18" charset="0"/>
                <a:ea typeface="楷体_GB2312" pitchFamily="49" charset="-122"/>
              </a:rPr>
              <a:t>;</a:t>
            </a:r>
          </a:p>
          <a:p>
            <a:pPr marL="257175" indent="-257175" algn="just" eaLnBrk="1" hangingPunct="1">
              <a:lnSpc>
                <a:spcPct val="80000"/>
              </a:lnSpc>
              <a:spcBef>
                <a:spcPct val="12000"/>
              </a:spcBef>
              <a:buClr>
                <a:srgbClr val="3333CC"/>
              </a:buClr>
              <a:buSzPct val="60000"/>
              <a:defRPr/>
            </a:pP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begin</a:t>
            </a:r>
            <a:r>
              <a:rPr lang="en-US" altLang="zh-CN" sz="2000" kern="0" dirty="0">
                <a:solidFill>
                  <a:srgbClr val="000000"/>
                </a:solidFill>
                <a:latin typeface="Times New Roman" panose="02020603050405020304" pitchFamily="18" charset="0"/>
                <a:ea typeface="楷体_GB2312" pitchFamily="49" charset="-122"/>
              </a:rPr>
              <a:t> … </a:t>
            </a:r>
            <a:r>
              <a:rPr lang="en-US" altLang="zh-CN" sz="2000" i="1" kern="0" dirty="0">
                <a:solidFill>
                  <a:srgbClr val="0000FF"/>
                </a:solidFill>
                <a:latin typeface="Times New Roman" panose="02020603050405020304" pitchFamily="18" charset="0"/>
                <a:ea typeface="楷体_GB2312" pitchFamily="49" charset="-122"/>
              </a:rPr>
              <a:t>a</a:t>
            </a:r>
            <a:r>
              <a:rPr lang="en-US" altLang="zh-CN" sz="2000" kern="0" dirty="0">
                <a:solidFill>
                  <a:srgbClr val="000000"/>
                </a:solidFill>
                <a:latin typeface="Times New Roman" panose="02020603050405020304" pitchFamily="18" charset="0"/>
                <a:ea typeface="楷体_GB2312" pitchFamily="49" charset="-122"/>
              </a:rPr>
              <a:t> … </a:t>
            </a:r>
            <a:r>
              <a:rPr lang="en-US" altLang="zh-CN" sz="2000" i="1" kern="0" dirty="0">
                <a:solidFill>
                  <a:srgbClr val="0000FF"/>
                </a:solidFill>
                <a:latin typeface="Times New Roman" panose="02020603050405020304" pitchFamily="18" charset="0"/>
                <a:ea typeface="楷体_GB2312" pitchFamily="49" charset="-122"/>
              </a:rPr>
              <a:t>v</a:t>
            </a:r>
            <a:r>
              <a:rPr lang="en-US" altLang="zh-CN" sz="2000" kern="0" dirty="0">
                <a:solidFill>
                  <a:srgbClr val="0000FF"/>
                </a:solidFill>
                <a:latin typeface="Times New Roman" panose="02020603050405020304" pitchFamily="18" charset="0"/>
                <a:ea typeface="楷体_GB2312" pitchFamily="49" charset="-122"/>
              </a:rPr>
              <a:t> </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FF"/>
                </a:solidFill>
                <a:latin typeface="Times New Roman" panose="02020603050405020304" pitchFamily="18" charset="0"/>
                <a:ea typeface="楷体_GB2312" pitchFamily="49" charset="-122"/>
              </a:rPr>
              <a:t>exchange</a:t>
            </a:r>
            <a:r>
              <a:rPr lang="en-US" altLang="zh-CN" sz="2000" kern="0" dirty="0">
                <a:solidFill>
                  <a:srgbClr val="0000FF"/>
                </a:solidFill>
                <a:latin typeface="Times New Roman" panose="02020603050405020304" pitchFamily="18" charset="0"/>
                <a:ea typeface="楷体_GB2312" pitchFamily="49" charset="-122"/>
              </a:rPr>
              <a:t>(</a:t>
            </a:r>
            <a:r>
              <a:rPr lang="en-US" altLang="zh-CN" sz="2000" i="1" kern="0" dirty="0" err="1">
                <a:solidFill>
                  <a:srgbClr val="0000FF"/>
                </a:solidFill>
                <a:latin typeface="Times New Roman" panose="02020603050405020304" pitchFamily="18" charset="0"/>
                <a:ea typeface="楷体_GB2312" pitchFamily="49" charset="-122"/>
              </a:rPr>
              <a:t>i</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j</a:t>
            </a:r>
            <a:r>
              <a:rPr lang="en-US" altLang="zh-CN" sz="2000" kern="0" dirty="0">
                <a:solidFill>
                  <a:srgbClr val="000000"/>
                </a:solidFill>
                <a:latin typeface="Times New Roman" panose="02020603050405020304" pitchFamily="18" charset="0"/>
                <a:ea typeface="楷体_GB2312" pitchFamily="49" charset="-122"/>
              </a:rPr>
              <a:t>) … </a:t>
            </a:r>
            <a:r>
              <a:rPr lang="en-US" altLang="zh-CN" sz="2000" i="1" kern="0" dirty="0">
                <a:solidFill>
                  <a:srgbClr val="000000"/>
                </a:solidFill>
                <a:latin typeface="Times New Roman" panose="02020603050405020304" pitchFamily="18" charset="0"/>
                <a:ea typeface="楷体_GB2312" pitchFamily="49" charset="-122"/>
              </a:rPr>
              <a:t>end </a:t>
            </a:r>
            <a:r>
              <a:rPr lang="en-US" altLang="zh-CN" sz="2000" kern="0" dirty="0">
                <a:solidFill>
                  <a:srgbClr val="000000"/>
                </a:solidFill>
                <a:latin typeface="Times New Roman" panose="02020603050405020304" pitchFamily="18" charset="0"/>
                <a:ea typeface="楷体_GB2312" pitchFamily="49" charset="-122"/>
              </a:rPr>
              <a:t>{</a:t>
            </a:r>
            <a:r>
              <a:rPr lang="en-US" altLang="zh-CN" sz="2000" i="1" kern="0" dirty="0">
                <a:solidFill>
                  <a:srgbClr val="0000FF"/>
                </a:solidFill>
                <a:latin typeface="Times New Roman" panose="02020603050405020304" pitchFamily="18" charset="0"/>
                <a:ea typeface="楷体_GB2312" pitchFamily="49" charset="-122"/>
              </a:rPr>
              <a:t>partition</a:t>
            </a:r>
            <a:r>
              <a:rPr lang="en-US" altLang="zh-CN" sz="2000" kern="0" dirty="0">
                <a:solidFill>
                  <a:srgbClr val="000000"/>
                </a:solidFill>
                <a:latin typeface="Times New Roman" panose="02020603050405020304" pitchFamily="18" charset="0"/>
                <a:ea typeface="楷体_GB2312" pitchFamily="49" charset="-122"/>
              </a:rPr>
              <a:t>};</a:t>
            </a:r>
          </a:p>
          <a:p>
            <a:pPr marL="257175" indent="-257175" algn="just" eaLnBrk="1" hangingPunct="1">
              <a:lnSpc>
                <a:spcPct val="80000"/>
              </a:lnSpc>
              <a:spcBef>
                <a:spcPct val="12000"/>
              </a:spcBef>
              <a:buClr>
                <a:srgbClr val="3333CC"/>
              </a:buClr>
              <a:buSzPct val="60000"/>
              <a:defRPr/>
            </a:pP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begin</a:t>
            </a:r>
            <a:r>
              <a:rPr lang="en-US" altLang="zh-CN" sz="2000" kern="0" dirty="0">
                <a:solidFill>
                  <a:srgbClr val="000000"/>
                </a:solidFill>
                <a:latin typeface="Times New Roman" panose="02020603050405020304" pitchFamily="18" charset="0"/>
                <a:ea typeface="楷体_GB2312" pitchFamily="49" charset="-122"/>
              </a:rPr>
              <a:t> … </a:t>
            </a:r>
            <a:r>
              <a:rPr lang="en-US" altLang="zh-CN" sz="2000" i="1" kern="0" dirty="0">
                <a:solidFill>
                  <a:srgbClr val="0000FF"/>
                </a:solidFill>
                <a:latin typeface="Times New Roman" panose="02020603050405020304" pitchFamily="18" charset="0"/>
                <a:ea typeface="楷体_GB2312" pitchFamily="49" charset="-122"/>
              </a:rPr>
              <a:t>a</a:t>
            </a:r>
            <a:r>
              <a:rPr lang="en-US" altLang="zh-CN" sz="2000" kern="0" dirty="0">
                <a:solidFill>
                  <a:srgbClr val="000000"/>
                </a:solidFill>
                <a:latin typeface="Times New Roman" panose="02020603050405020304" pitchFamily="18" charset="0"/>
                <a:ea typeface="楷体_GB2312" pitchFamily="49" charset="-122"/>
              </a:rPr>
              <a:t> … </a:t>
            </a:r>
            <a:r>
              <a:rPr lang="en-US" altLang="zh-CN" sz="2000" i="1" kern="0" dirty="0">
                <a:solidFill>
                  <a:srgbClr val="0000FF"/>
                </a:solidFill>
                <a:latin typeface="Times New Roman" panose="02020603050405020304" pitchFamily="18" charset="0"/>
                <a:ea typeface="楷体_GB2312" pitchFamily="49" charset="-122"/>
              </a:rPr>
              <a:t>v</a:t>
            </a:r>
            <a:r>
              <a:rPr lang="en-US" altLang="zh-CN" sz="2000" kern="0" dirty="0">
                <a:solidFill>
                  <a:srgbClr val="000000"/>
                </a:solidFill>
                <a:latin typeface="Times New Roman" panose="02020603050405020304" pitchFamily="18" charset="0"/>
                <a:ea typeface="楷体_GB2312" pitchFamily="49" charset="-122"/>
              </a:rPr>
              <a:t> … </a:t>
            </a:r>
            <a:r>
              <a:rPr lang="en-US" altLang="zh-CN" sz="2000" i="1" kern="0" dirty="0">
                <a:solidFill>
                  <a:srgbClr val="0000FF"/>
                </a:solidFill>
                <a:latin typeface="Times New Roman" panose="02020603050405020304" pitchFamily="18" charset="0"/>
                <a:ea typeface="楷体_GB2312" pitchFamily="49" charset="-122"/>
              </a:rPr>
              <a:t>partition</a:t>
            </a:r>
            <a:r>
              <a:rPr lang="en-US" altLang="zh-CN" sz="2000" kern="0" dirty="0">
                <a:solidFill>
                  <a:srgbClr val="0000FF"/>
                </a:solidFill>
                <a:latin typeface="Times New Roman" panose="02020603050405020304" pitchFamily="18" charset="0"/>
                <a:ea typeface="楷体_GB2312" pitchFamily="49" charset="-122"/>
              </a:rPr>
              <a:t> </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FF"/>
                </a:solidFill>
                <a:latin typeface="Times New Roman" panose="02020603050405020304" pitchFamily="18" charset="0"/>
                <a:ea typeface="楷体_GB2312" pitchFamily="49" charset="-122"/>
              </a:rPr>
              <a:t>quicksort</a:t>
            </a:r>
            <a:r>
              <a:rPr lang="en-US" altLang="zh-CN" sz="2000" kern="0" dirty="0">
                <a:solidFill>
                  <a:srgbClr val="0000FF"/>
                </a:solidFill>
                <a:latin typeface="Times New Roman" panose="02020603050405020304" pitchFamily="18" charset="0"/>
                <a:ea typeface="楷体_GB2312" pitchFamily="49" charset="-122"/>
              </a:rPr>
              <a:t> </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end</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FF"/>
                </a:solidFill>
                <a:latin typeface="Times New Roman" panose="02020603050405020304" pitchFamily="18" charset="0"/>
                <a:ea typeface="楷体_GB2312" pitchFamily="49" charset="-122"/>
              </a:rPr>
              <a:t>quicksort</a:t>
            </a:r>
            <a:r>
              <a:rPr lang="en-US" altLang="zh-CN" sz="2000" kern="0" dirty="0">
                <a:solidFill>
                  <a:srgbClr val="000000"/>
                </a:solidFill>
                <a:latin typeface="Times New Roman" panose="02020603050405020304" pitchFamily="18" charset="0"/>
                <a:ea typeface="楷体_GB2312" pitchFamily="49" charset="-122"/>
              </a:rPr>
              <a:t>} </a:t>
            </a:r>
            <a:r>
              <a:rPr lang="zh-CN" altLang="en-US" sz="2000" kern="0" dirty="0">
                <a:solidFill>
                  <a:srgbClr val="000000"/>
                </a:solidFill>
                <a:latin typeface="Times New Roman" panose="02020603050405020304" pitchFamily="18" charset="0"/>
                <a:ea typeface="楷体_GB2312" pitchFamily="49" charset="-122"/>
              </a:rPr>
              <a:t>；</a:t>
            </a:r>
          </a:p>
          <a:p>
            <a:pPr marL="257175" indent="-257175" algn="just" eaLnBrk="1" hangingPunct="1">
              <a:lnSpc>
                <a:spcPct val="80000"/>
              </a:lnSpc>
              <a:spcBef>
                <a:spcPct val="12000"/>
              </a:spcBef>
              <a:buClr>
                <a:srgbClr val="3333CC"/>
              </a:buClr>
              <a:buSzPct val="60000"/>
              <a:defRPr/>
            </a:pP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begin</a:t>
            </a:r>
            <a:r>
              <a:rPr lang="en-US" altLang="zh-CN" sz="2000" kern="0" dirty="0">
                <a:solidFill>
                  <a:srgbClr val="000000"/>
                </a:solidFill>
                <a:latin typeface="Times New Roman" panose="02020603050405020304" pitchFamily="18" charset="0"/>
                <a:ea typeface="楷体_GB2312" pitchFamily="49" charset="-122"/>
              </a:rPr>
              <a:t> … </a:t>
            </a:r>
            <a:r>
              <a:rPr lang="en-US" altLang="zh-CN" sz="2000" i="1" kern="0" dirty="0">
                <a:solidFill>
                  <a:srgbClr val="000000"/>
                </a:solidFill>
                <a:latin typeface="Times New Roman" panose="02020603050405020304" pitchFamily="18" charset="0"/>
                <a:ea typeface="楷体_GB2312" pitchFamily="49" charset="-122"/>
              </a:rPr>
              <a:t>a</a:t>
            </a:r>
            <a:r>
              <a:rPr lang="en-US" altLang="zh-CN" sz="2000" kern="0" dirty="0">
                <a:solidFill>
                  <a:srgbClr val="000000"/>
                </a:solidFill>
                <a:latin typeface="Times New Roman" panose="02020603050405020304" pitchFamily="18" charset="0"/>
                <a:ea typeface="楷体_GB2312" pitchFamily="49" charset="-122"/>
              </a:rPr>
              <a:t> … </a:t>
            </a:r>
            <a:r>
              <a:rPr lang="en-US" altLang="zh-CN" sz="2000" i="1" kern="0" dirty="0" err="1">
                <a:solidFill>
                  <a:srgbClr val="0000FF"/>
                </a:solidFill>
                <a:latin typeface="Times New Roman" panose="02020603050405020304" pitchFamily="18" charset="0"/>
                <a:ea typeface="楷体_GB2312" pitchFamily="49" charset="-122"/>
              </a:rPr>
              <a:t>readarray</a:t>
            </a:r>
            <a:r>
              <a:rPr lang="en-US" altLang="zh-CN" sz="2000" kern="0" dirty="0">
                <a:solidFill>
                  <a:srgbClr val="0000FF"/>
                </a:solidFill>
                <a:latin typeface="Times New Roman" panose="02020603050405020304" pitchFamily="18" charset="0"/>
                <a:ea typeface="楷体_GB2312" pitchFamily="49" charset="-122"/>
              </a:rPr>
              <a:t> </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FF"/>
                </a:solidFill>
                <a:latin typeface="Times New Roman" panose="02020603050405020304" pitchFamily="18" charset="0"/>
                <a:ea typeface="楷体_GB2312" pitchFamily="49" charset="-122"/>
              </a:rPr>
              <a:t>quicksort</a:t>
            </a:r>
            <a:r>
              <a:rPr lang="en-US" altLang="zh-CN" sz="2000" kern="0" dirty="0">
                <a:solidFill>
                  <a:srgbClr val="0000FF"/>
                </a:solidFill>
                <a:latin typeface="Times New Roman" panose="02020603050405020304" pitchFamily="18" charset="0"/>
                <a:ea typeface="楷体_GB2312" pitchFamily="49" charset="-122"/>
              </a:rPr>
              <a:t> </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end</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FF"/>
                </a:solidFill>
                <a:latin typeface="Times New Roman" panose="02020603050405020304" pitchFamily="18" charset="0"/>
                <a:ea typeface="楷体_GB2312" pitchFamily="49" charset="-122"/>
              </a:rPr>
              <a:t>sort</a:t>
            </a:r>
            <a:r>
              <a:rPr lang="en-US" altLang="zh-CN" sz="2000" kern="0" dirty="0">
                <a:solidFill>
                  <a:srgbClr val="000000"/>
                </a:solidFill>
                <a:latin typeface="Times New Roman" panose="02020603050405020304" pitchFamily="18" charset="0"/>
                <a:ea typeface="楷体_GB2312" pitchFamily="49" charset="-122"/>
              </a:rPr>
              <a:t>}</a:t>
            </a:r>
            <a:r>
              <a:rPr lang="zh-CN" altLang="en-US" sz="2000" kern="0" dirty="0">
                <a:solidFill>
                  <a:srgbClr val="000000"/>
                </a:solidFill>
                <a:latin typeface="Times New Roman" panose="02020603050405020304" pitchFamily="18" charset="0"/>
                <a:ea typeface="楷体_GB2312" pitchFamily="49" charset="-122"/>
              </a:rPr>
              <a:t>；</a:t>
            </a:r>
            <a:endParaRPr lang="en-US" altLang="zh-CN" sz="2000" kern="0" dirty="0">
              <a:solidFill>
                <a:srgbClr val="000000"/>
              </a:solidFill>
              <a:latin typeface="Times New Roman" panose="02020603050405020304" pitchFamily="18" charset="0"/>
              <a:ea typeface="楷体_GB2312" pitchFamily="49" charset="-122"/>
            </a:endParaRPr>
          </a:p>
        </p:txBody>
      </p:sp>
      <p:sp>
        <p:nvSpPr>
          <p:cNvPr id="4" name="灯片编号占位符 3"/>
          <p:cNvSpPr>
            <a:spLocks noGrp="1"/>
          </p:cNvSpPr>
          <p:nvPr>
            <p:ph type="sldNum" sz="quarter" idx="12"/>
          </p:nvPr>
        </p:nvSpPr>
        <p:spPr/>
        <p:txBody>
          <a:bodyPr/>
          <a:lstStyle/>
          <a:p>
            <a:pPr>
              <a:defRPr/>
            </a:pPr>
            <a:fld id="{64CF1D47-2B30-44A6-81DA-EC28584A641A}" type="slidenum">
              <a:rPr lang="zh-CN" altLang="en-US" smtClean="0"/>
              <a:pPr>
                <a:defRPr/>
              </a:pPr>
              <a:t>8</a:t>
            </a:fld>
            <a:endParaRPr lang="en-US" altLang="zh-CN" dirty="0"/>
          </a:p>
        </p:txBody>
      </p:sp>
    </p:spTree>
    <p:extLst>
      <p:ext uri="{BB962C8B-B14F-4D97-AF65-F5344CB8AC3E}">
        <p14:creationId xmlns:p14="http://schemas.microsoft.com/office/powerpoint/2010/main" val="49462907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ChangeArrowheads="1"/>
          </p:cNvSpPr>
          <p:nvPr>
            <p:ph type="title"/>
          </p:nvPr>
        </p:nvSpPr>
        <p:spPr>
          <a:xfrm>
            <a:off x="755650" y="268288"/>
            <a:ext cx="7931150" cy="358775"/>
          </a:xfrm>
        </p:spPr>
        <p:txBody>
          <a:bodyPr/>
          <a:lstStyle/>
          <a:p>
            <a:pPr eaLnBrk="1" hangingPunct="1"/>
            <a:r>
              <a:rPr lang="zh-CN" altLang="en-US" sz="300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例</a:t>
            </a:r>
            <a:endParaRPr lang="en-US" altLang="zh-CN" sz="300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2" name="组合 1"/>
          <p:cNvGrpSpPr>
            <a:grpSpLocks/>
          </p:cNvGrpSpPr>
          <p:nvPr/>
        </p:nvGrpSpPr>
        <p:grpSpPr bwMode="auto">
          <a:xfrm>
            <a:off x="5219700" y="123825"/>
            <a:ext cx="3582988" cy="2517775"/>
            <a:chOff x="4667922" y="165101"/>
            <a:chExt cx="4777897" cy="3357562"/>
          </a:xfrm>
        </p:grpSpPr>
        <p:sp>
          <p:nvSpPr>
            <p:cNvPr id="102405" name="Rectangle 4"/>
            <p:cNvSpPr>
              <a:spLocks noChangeArrowheads="1"/>
            </p:cNvSpPr>
            <p:nvPr/>
          </p:nvSpPr>
          <p:spPr bwMode="auto">
            <a:xfrm>
              <a:off x="6712870" y="165101"/>
              <a:ext cx="378930" cy="3323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just"/>
              <a:r>
                <a:rPr lang="en-US" altLang="zh-CN" sz="2000" i="1">
                  <a:solidFill>
                    <a:srgbClr val="2D83F4"/>
                  </a:solidFill>
                  <a:ea typeface="宋体" panose="02010600030101010101" pitchFamily="2" charset="-122"/>
                </a:rPr>
                <a:t>s</a:t>
              </a:r>
            </a:p>
          </p:txBody>
        </p:sp>
        <p:sp>
          <p:nvSpPr>
            <p:cNvPr id="75783" name="Rectangle 5"/>
            <p:cNvSpPr>
              <a:spLocks noChangeArrowheads="1"/>
            </p:cNvSpPr>
            <p:nvPr/>
          </p:nvSpPr>
          <p:spPr bwMode="auto">
            <a:xfrm>
              <a:off x="6285252" y="823489"/>
              <a:ext cx="1062696" cy="414932"/>
            </a:xfrm>
            <a:prstGeom prst="rect">
              <a:avLst/>
            </a:prstGeom>
            <a:noFill/>
            <a:ln w="9525">
              <a:noFill/>
              <a:miter lim="800000"/>
              <a:headEnd/>
              <a:tailEnd/>
            </a:ln>
          </p:spPr>
          <p:txBody>
            <a:bodyPr/>
            <a:lstStyle/>
            <a:p>
              <a:pPr algn="just">
                <a:defRPr/>
              </a:pPr>
              <a:r>
                <a:rPr lang="en-US" altLang="zh-CN" sz="2000" i="1" dirty="0">
                  <a:solidFill>
                    <a:srgbClr val="073E87">
                      <a:lumMod val="60000"/>
                      <a:lumOff val="40000"/>
                    </a:srgbClr>
                  </a:solidFill>
                  <a:latin typeface="Times New Roman" panose="02020603050405020304" pitchFamily="18" charset="0"/>
                </a:rPr>
                <a:t>q</a:t>
              </a:r>
              <a:r>
                <a:rPr lang="en-US" altLang="zh-CN" sz="2000" dirty="0">
                  <a:solidFill>
                    <a:srgbClr val="073E87">
                      <a:lumMod val="60000"/>
                      <a:lumOff val="40000"/>
                    </a:srgbClr>
                  </a:solidFill>
                  <a:latin typeface="Times New Roman" panose="02020603050405020304" pitchFamily="18" charset="0"/>
                </a:rPr>
                <a:t>(1,9)</a:t>
              </a:r>
            </a:p>
          </p:txBody>
        </p:sp>
        <p:sp>
          <p:nvSpPr>
            <p:cNvPr id="102407" name="Rectangle 6"/>
            <p:cNvSpPr>
              <a:spLocks noChangeArrowheads="1"/>
            </p:cNvSpPr>
            <p:nvPr/>
          </p:nvSpPr>
          <p:spPr bwMode="auto">
            <a:xfrm>
              <a:off x="5012981" y="1001317"/>
              <a:ext cx="580037" cy="601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just"/>
              <a:r>
                <a:rPr lang="en-US" altLang="zh-CN" sz="2000" i="1">
                  <a:solidFill>
                    <a:srgbClr val="2D83F4"/>
                  </a:solidFill>
                  <a:ea typeface="宋体" panose="02010600030101010101" pitchFamily="2" charset="-122"/>
                </a:rPr>
                <a:t>r</a:t>
              </a:r>
            </a:p>
          </p:txBody>
        </p:sp>
        <p:sp>
          <p:nvSpPr>
            <p:cNvPr id="102408" name="Line 7"/>
            <p:cNvSpPr>
              <a:spLocks noChangeShapeType="1"/>
            </p:cNvSpPr>
            <p:nvPr/>
          </p:nvSpPr>
          <p:spPr bwMode="auto">
            <a:xfrm flipH="1">
              <a:off x="6894114" y="631826"/>
              <a:ext cx="1" cy="3302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100">
                <a:solidFill>
                  <a:prstClr val="black"/>
                </a:solidFill>
                <a:latin typeface="Times New Roman" panose="02020603050405020304" pitchFamily="18" charset="0"/>
                <a:ea typeface="楷体_GB2312"/>
              </a:endParaRPr>
            </a:p>
          </p:txBody>
        </p:sp>
        <p:sp>
          <p:nvSpPr>
            <p:cNvPr id="102409" name="Line 8"/>
            <p:cNvSpPr>
              <a:spLocks noChangeShapeType="1"/>
            </p:cNvSpPr>
            <p:nvPr/>
          </p:nvSpPr>
          <p:spPr bwMode="auto">
            <a:xfrm flipH="1">
              <a:off x="5333080" y="640588"/>
              <a:ext cx="1571625" cy="54610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100">
                <a:solidFill>
                  <a:prstClr val="black"/>
                </a:solidFill>
                <a:latin typeface="Times New Roman" panose="02020603050405020304" pitchFamily="18" charset="0"/>
                <a:ea typeface="楷体_GB2312"/>
              </a:endParaRPr>
            </a:p>
          </p:txBody>
        </p:sp>
        <p:sp>
          <p:nvSpPr>
            <p:cNvPr id="102410" name="Line 9"/>
            <p:cNvSpPr>
              <a:spLocks noChangeShapeType="1"/>
            </p:cNvSpPr>
            <p:nvPr/>
          </p:nvSpPr>
          <p:spPr bwMode="auto">
            <a:xfrm flipH="1">
              <a:off x="5219303" y="1292226"/>
              <a:ext cx="1728788" cy="50323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100">
                <a:solidFill>
                  <a:prstClr val="black"/>
                </a:solidFill>
                <a:latin typeface="Times New Roman" panose="02020603050405020304" pitchFamily="18" charset="0"/>
                <a:ea typeface="楷体_GB2312"/>
              </a:endParaRPr>
            </a:p>
          </p:txBody>
        </p:sp>
        <p:sp>
          <p:nvSpPr>
            <p:cNvPr id="102411" name="Line 10"/>
            <p:cNvSpPr>
              <a:spLocks noChangeShapeType="1"/>
            </p:cNvSpPr>
            <p:nvPr/>
          </p:nvSpPr>
          <p:spPr bwMode="auto">
            <a:xfrm flipH="1">
              <a:off x="6894116" y="1322388"/>
              <a:ext cx="0" cy="3603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100">
                <a:solidFill>
                  <a:prstClr val="black"/>
                </a:solidFill>
                <a:latin typeface="Times New Roman" panose="02020603050405020304" pitchFamily="18" charset="0"/>
                <a:ea typeface="楷体_GB2312"/>
              </a:endParaRPr>
            </a:p>
          </p:txBody>
        </p:sp>
        <p:sp>
          <p:nvSpPr>
            <p:cNvPr id="75789" name="Rectangle 11"/>
            <p:cNvSpPr>
              <a:spLocks noChangeArrowheads="1"/>
            </p:cNvSpPr>
            <p:nvPr/>
          </p:nvSpPr>
          <p:spPr bwMode="auto">
            <a:xfrm>
              <a:off x="4667922" y="1714745"/>
              <a:ext cx="1141022" cy="694376"/>
            </a:xfrm>
            <a:prstGeom prst="rect">
              <a:avLst/>
            </a:prstGeom>
            <a:noFill/>
            <a:ln w="9525">
              <a:noFill/>
              <a:miter lim="800000"/>
              <a:headEnd/>
              <a:tailEnd/>
            </a:ln>
          </p:spPr>
          <p:txBody>
            <a:bodyPr/>
            <a:lstStyle/>
            <a:p>
              <a:pPr algn="just">
                <a:defRPr/>
              </a:pPr>
              <a:r>
                <a:rPr lang="en-US" altLang="zh-CN" sz="2000" i="1" dirty="0">
                  <a:solidFill>
                    <a:srgbClr val="073E87">
                      <a:lumMod val="60000"/>
                      <a:lumOff val="40000"/>
                    </a:srgbClr>
                  </a:solidFill>
                  <a:latin typeface="Times New Roman" panose="02020603050405020304" pitchFamily="18" charset="0"/>
                </a:rPr>
                <a:t>p</a:t>
              </a:r>
              <a:r>
                <a:rPr lang="en-US" altLang="zh-CN" sz="2000" dirty="0">
                  <a:solidFill>
                    <a:srgbClr val="073E87">
                      <a:lumMod val="60000"/>
                      <a:lumOff val="40000"/>
                    </a:srgbClr>
                  </a:solidFill>
                  <a:latin typeface="Times New Roman" panose="02020603050405020304" pitchFamily="18" charset="0"/>
                </a:rPr>
                <a:t>(1,9)</a:t>
              </a:r>
            </a:p>
          </p:txBody>
        </p:sp>
        <p:sp>
          <p:nvSpPr>
            <p:cNvPr id="75790" name="Rectangle 13"/>
            <p:cNvSpPr>
              <a:spLocks noChangeArrowheads="1"/>
            </p:cNvSpPr>
            <p:nvPr/>
          </p:nvSpPr>
          <p:spPr bwMode="auto">
            <a:xfrm>
              <a:off x="6285252" y="1619481"/>
              <a:ext cx="1253219" cy="359890"/>
            </a:xfrm>
            <a:prstGeom prst="rect">
              <a:avLst/>
            </a:prstGeom>
            <a:noFill/>
            <a:ln w="9525">
              <a:noFill/>
              <a:miter lim="800000"/>
              <a:headEnd/>
              <a:tailEnd/>
            </a:ln>
          </p:spPr>
          <p:txBody>
            <a:bodyPr/>
            <a:lstStyle/>
            <a:p>
              <a:pPr algn="just">
                <a:defRPr/>
              </a:pPr>
              <a:r>
                <a:rPr lang="en-US" altLang="zh-CN" sz="2000" i="1" dirty="0">
                  <a:solidFill>
                    <a:srgbClr val="073E87">
                      <a:lumMod val="60000"/>
                      <a:lumOff val="40000"/>
                    </a:srgbClr>
                  </a:solidFill>
                  <a:latin typeface="Times New Roman" panose="02020603050405020304" pitchFamily="18" charset="0"/>
                </a:rPr>
                <a:t>q</a:t>
              </a:r>
              <a:r>
                <a:rPr lang="en-US" altLang="zh-CN" sz="2000" dirty="0">
                  <a:solidFill>
                    <a:srgbClr val="073E87">
                      <a:lumMod val="60000"/>
                      <a:lumOff val="40000"/>
                    </a:srgbClr>
                  </a:solidFill>
                  <a:latin typeface="Times New Roman" panose="02020603050405020304" pitchFamily="18" charset="0"/>
                </a:rPr>
                <a:t>(1,3)</a:t>
              </a:r>
            </a:p>
          </p:txBody>
        </p:sp>
        <p:sp>
          <p:nvSpPr>
            <p:cNvPr id="102414" name="Line 14"/>
            <p:cNvSpPr>
              <a:spLocks noChangeShapeType="1"/>
            </p:cNvSpPr>
            <p:nvPr/>
          </p:nvSpPr>
          <p:spPr bwMode="auto">
            <a:xfrm flipH="1">
              <a:off x="6894116" y="2114551"/>
              <a:ext cx="0" cy="28733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100">
                <a:solidFill>
                  <a:prstClr val="black"/>
                </a:solidFill>
                <a:latin typeface="Times New Roman" panose="02020603050405020304" pitchFamily="18" charset="0"/>
                <a:ea typeface="楷体_GB2312"/>
              </a:endParaRPr>
            </a:p>
          </p:txBody>
        </p:sp>
        <p:sp>
          <p:nvSpPr>
            <p:cNvPr id="75792" name="Rectangle 15"/>
            <p:cNvSpPr>
              <a:spLocks noChangeArrowheads="1"/>
            </p:cNvSpPr>
            <p:nvPr/>
          </p:nvSpPr>
          <p:spPr bwMode="auto">
            <a:xfrm>
              <a:off x="6367812" y="2330793"/>
              <a:ext cx="1170658" cy="414932"/>
            </a:xfrm>
            <a:prstGeom prst="rect">
              <a:avLst/>
            </a:prstGeom>
            <a:noFill/>
            <a:ln w="9525">
              <a:noFill/>
              <a:miter lim="800000"/>
              <a:headEnd/>
              <a:tailEnd/>
            </a:ln>
          </p:spPr>
          <p:txBody>
            <a:bodyPr/>
            <a:lstStyle/>
            <a:p>
              <a:pPr algn="just">
                <a:defRPr/>
              </a:pPr>
              <a:r>
                <a:rPr lang="en-US" altLang="zh-CN" sz="2000" i="1" dirty="0">
                  <a:solidFill>
                    <a:srgbClr val="073E87">
                      <a:lumMod val="60000"/>
                      <a:lumOff val="40000"/>
                    </a:srgbClr>
                  </a:solidFill>
                  <a:latin typeface="Times New Roman" panose="02020603050405020304" pitchFamily="18" charset="0"/>
                </a:rPr>
                <a:t>q</a:t>
              </a:r>
              <a:r>
                <a:rPr lang="en-US" altLang="zh-CN" sz="2000" dirty="0">
                  <a:solidFill>
                    <a:srgbClr val="073E87">
                      <a:lumMod val="60000"/>
                      <a:lumOff val="40000"/>
                    </a:srgbClr>
                  </a:solidFill>
                  <a:latin typeface="Times New Roman" panose="02020603050405020304" pitchFamily="18" charset="0"/>
                </a:rPr>
                <a:t>(1,0)</a:t>
              </a:r>
            </a:p>
          </p:txBody>
        </p:sp>
        <p:sp>
          <p:nvSpPr>
            <p:cNvPr id="75793" name="Rectangle 16"/>
            <p:cNvSpPr>
              <a:spLocks noChangeArrowheads="1"/>
            </p:cNvSpPr>
            <p:nvPr/>
          </p:nvSpPr>
          <p:spPr bwMode="auto">
            <a:xfrm>
              <a:off x="5434248" y="2351963"/>
              <a:ext cx="1136789" cy="410698"/>
            </a:xfrm>
            <a:prstGeom prst="rect">
              <a:avLst/>
            </a:prstGeom>
            <a:noFill/>
            <a:ln w="9525">
              <a:noFill/>
              <a:miter lim="800000"/>
              <a:headEnd/>
              <a:tailEnd/>
            </a:ln>
          </p:spPr>
          <p:txBody>
            <a:bodyPr/>
            <a:lstStyle/>
            <a:p>
              <a:pPr algn="just">
                <a:defRPr/>
              </a:pPr>
              <a:r>
                <a:rPr lang="en-US" altLang="zh-CN" sz="2000" i="1" dirty="0">
                  <a:solidFill>
                    <a:srgbClr val="073E87">
                      <a:lumMod val="60000"/>
                      <a:lumOff val="40000"/>
                    </a:srgbClr>
                  </a:solidFill>
                  <a:latin typeface="Times New Roman" panose="02020603050405020304" pitchFamily="18" charset="0"/>
                </a:rPr>
                <a:t>p</a:t>
              </a:r>
              <a:r>
                <a:rPr lang="en-US" altLang="zh-CN" sz="2000" dirty="0">
                  <a:solidFill>
                    <a:srgbClr val="073E87">
                      <a:lumMod val="60000"/>
                      <a:lumOff val="40000"/>
                    </a:srgbClr>
                  </a:solidFill>
                  <a:latin typeface="Times New Roman" panose="02020603050405020304" pitchFamily="18" charset="0"/>
                </a:rPr>
                <a:t>(1,3)</a:t>
              </a:r>
            </a:p>
          </p:txBody>
        </p:sp>
        <p:sp>
          <p:nvSpPr>
            <p:cNvPr id="102417" name="Line 17"/>
            <p:cNvSpPr>
              <a:spLocks noChangeShapeType="1"/>
            </p:cNvSpPr>
            <p:nvPr/>
          </p:nvSpPr>
          <p:spPr bwMode="auto">
            <a:xfrm flipH="1">
              <a:off x="6190335" y="2095796"/>
              <a:ext cx="712787" cy="3603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100">
                <a:solidFill>
                  <a:prstClr val="black"/>
                </a:solidFill>
                <a:latin typeface="Times New Roman" panose="02020603050405020304" pitchFamily="18" charset="0"/>
                <a:ea typeface="楷体_GB2312"/>
              </a:endParaRPr>
            </a:p>
          </p:txBody>
        </p:sp>
        <p:sp>
          <p:nvSpPr>
            <p:cNvPr id="75795" name="Rectangle 18"/>
            <p:cNvSpPr>
              <a:spLocks noChangeArrowheads="1"/>
            </p:cNvSpPr>
            <p:nvPr/>
          </p:nvSpPr>
          <p:spPr bwMode="auto">
            <a:xfrm>
              <a:off x="7428390" y="2286335"/>
              <a:ext cx="1143139" cy="357774"/>
            </a:xfrm>
            <a:prstGeom prst="rect">
              <a:avLst/>
            </a:prstGeom>
            <a:noFill/>
            <a:ln w="9525">
              <a:noFill/>
              <a:miter lim="800000"/>
              <a:headEnd/>
              <a:tailEnd/>
            </a:ln>
          </p:spPr>
          <p:txBody>
            <a:bodyPr/>
            <a:lstStyle/>
            <a:p>
              <a:pPr algn="just">
                <a:defRPr/>
              </a:pPr>
              <a:r>
                <a:rPr lang="en-US" altLang="zh-CN" sz="2000" i="1" dirty="0">
                  <a:solidFill>
                    <a:srgbClr val="073E87">
                      <a:lumMod val="60000"/>
                      <a:lumOff val="40000"/>
                    </a:srgbClr>
                  </a:solidFill>
                  <a:latin typeface="Times New Roman" panose="02020603050405020304" pitchFamily="18" charset="0"/>
                </a:rPr>
                <a:t>q</a:t>
              </a:r>
              <a:r>
                <a:rPr lang="en-US" altLang="zh-CN" sz="2000" dirty="0">
                  <a:solidFill>
                    <a:srgbClr val="073E87">
                      <a:lumMod val="60000"/>
                      <a:lumOff val="40000"/>
                    </a:srgbClr>
                  </a:solidFill>
                  <a:latin typeface="Times New Roman" panose="02020603050405020304" pitchFamily="18" charset="0"/>
                </a:rPr>
                <a:t>(2,3)</a:t>
              </a:r>
            </a:p>
          </p:txBody>
        </p:sp>
        <p:sp>
          <p:nvSpPr>
            <p:cNvPr id="102419" name="Line 19"/>
            <p:cNvSpPr>
              <a:spLocks noChangeShapeType="1"/>
            </p:cNvSpPr>
            <p:nvPr/>
          </p:nvSpPr>
          <p:spPr bwMode="auto">
            <a:xfrm>
              <a:off x="6899903" y="2095796"/>
              <a:ext cx="731839" cy="32067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100">
                <a:solidFill>
                  <a:prstClr val="black"/>
                </a:solidFill>
                <a:latin typeface="Times New Roman" panose="02020603050405020304" pitchFamily="18" charset="0"/>
                <a:ea typeface="楷体_GB2312"/>
              </a:endParaRPr>
            </a:p>
          </p:txBody>
        </p:sp>
        <p:sp>
          <p:nvSpPr>
            <p:cNvPr id="75797" name="Rectangle 26"/>
            <p:cNvSpPr>
              <a:spLocks noChangeArrowheads="1"/>
            </p:cNvSpPr>
            <p:nvPr/>
          </p:nvSpPr>
          <p:spPr bwMode="auto">
            <a:xfrm>
              <a:off x="8285745" y="1714745"/>
              <a:ext cx="1160074" cy="395880"/>
            </a:xfrm>
            <a:prstGeom prst="rect">
              <a:avLst/>
            </a:prstGeom>
            <a:noFill/>
            <a:ln w="9525">
              <a:noFill/>
              <a:miter lim="800000"/>
              <a:headEnd/>
              <a:tailEnd/>
            </a:ln>
          </p:spPr>
          <p:txBody>
            <a:bodyPr/>
            <a:lstStyle/>
            <a:p>
              <a:pPr algn="just">
                <a:defRPr/>
              </a:pPr>
              <a:r>
                <a:rPr lang="en-US" altLang="zh-CN" sz="2000" i="1" dirty="0">
                  <a:solidFill>
                    <a:srgbClr val="073E87">
                      <a:lumMod val="60000"/>
                      <a:lumOff val="40000"/>
                    </a:srgbClr>
                  </a:solidFill>
                  <a:latin typeface="Times New Roman" panose="02020603050405020304" pitchFamily="18" charset="0"/>
                </a:rPr>
                <a:t>q</a:t>
              </a:r>
              <a:r>
                <a:rPr lang="en-US" altLang="zh-CN" sz="2000" dirty="0">
                  <a:solidFill>
                    <a:srgbClr val="073E87">
                      <a:lumMod val="60000"/>
                      <a:lumOff val="40000"/>
                    </a:srgbClr>
                  </a:solidFill>
                  <a:latin typeface="Times New Roman" panose="02020603050405020304" pitchFamily="18" charset="0"/>
                </a:rPr>
                <a:t>(5,9)</a:t>
              </a:r>
            </a:p>
          </p:txBody>
        </p:sp>
        <p:sp>
          <p:nvSpPr>
            <p:cNvPr id="102421" name="Line 38"/>
            <p:cNvSpPr>
              <a:spLocks noChangeShapeType="1"/>
            </p:cNvSpPr>
            <p:nvPr/>
          </p:nvSpPr>
          <p:spPr bwMode="auto">
            <a:xfrm>
              <a:off x="6875066" y="1292226"/>
              <a:ext cx="1944687" cy="50323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100">
                <a:solidFill>
                  <a:prstClr val="black"/>
                </a:solidFill>
                <a:latin typeface="Times New Roman" panose="02020603050405020304" pitchFamily="18" charset="0"/>
                <a:ea typeface="楷体_GB2312"/>
              </a:endParaRPr>
            </a:p>
          </p:txBody>
        </p:sp>
        <p:sp>
          <p:nvSpPr>
            <p:cNvPr id="102422" name="Line 12"/>
            <p:cNvSpPr>
              <a:spLocks noChangeShapeType="1"/>
            </p:cNvSpPr>
            <p:nvPr/>
          </p:nvSpPr>
          <p:spPr bwMode="auto">
            <a:xfrm flipH="1">
              <a:off x="5265341" y="2204864"/>
              <a:ext cx="0" cy="39211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100">
                <a:solidFill>
                  <a:prstClr val="black"/>
                </a:solidFill>
                <a:latin typeface="Times New Roman" panose="02020603050405020304" pitchFamily="18" charset="0"/>
                <a:ea typeface="楷体_GB2312"/>
              </a:endParaRPr>
            </a:p>
          </p:txBody>
        </p:sp>
        <p:sp>
          <p:nvSpPr>
            <p:cNvPr id="102423" name="Rectangle 22"/>
            <p:cNvSpPr>
              <a:spLocks noChangeArrowheads="1"/>
            </p:cNvSpPr>
            <p:nvPr/>
          </p:nvSpPr>
          <p:spPr bwMode="auto">
            <a:xfrm>
              <a:off x="5046852" y="2404887"/>
              <a:ext cx="359877" cy="357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just"/>
              <a:r>
                <a:rPr lang="en-US" altLang="zh-CN" sz="2000" i="1">
                  <a:solidFill>
                    <a:srgbClr val="2D83F4"/>
                  </a:solidFill>
                  <a:ea typeface="宋体" panose="02010600030101010101" pitchFamily="2" charset="-122"/>
                </a:rPr>
                <a:t>e</a:t>
              </a:r>
            </a:p>
          </p:txBody>
        </p:sp>
        <p:sp>
          <p:nvSpPr>
            <p:cNvPr id="102424" name="Line 12"/>
            <p:cNvSpPr>
              <a:spLocks noChangeShapeType="1"/>
            </p:cNvSpPr>
            <p:nvPr/>
          </p:nvSpPr>
          <p:spPr bwMode="auto">
            <a:xfrm flipH="1">
              <a:off x="5895578" y="2841626"/>
              <a:ext cx="0" cy="39211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100">
                <a:solidFill>
                  <a:prstClr val="black"/>
                </a:solidFill>
                <a:latin typeface="Times New Roman" panose="02020603050405020304" pitchFamily="18" charset="0"/>
                <a:ea typeface="楷体_GB2312"/>
              </a:endParaRPr>
            </a:p>
          </p:txBody>
        </p:sp>
        <p:sp>
          <p:nvSpPr>
            <p:cNvPr id="102425" name="Rectangle 22"/>
            <p:cNvSpPr>
              <a:spLocks noChangeArrowheads="1"/>
            </p:cNvSpPr>
            <p:nvPr/>
          </p:nvSpPr>
          <p:spPr bwMode="auto">
            <a:xfrm>
              <a:off x="5724267" y="3164891"/>
              <a:ext cx="359877" cy="3577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just"/>
              <a:r>
                <a:rPr lang="en-US" altLang="zh-CN" sz="2000" i="1">
                  <a:solidFill>
                    <a:srgbClr val="2D83F4"/>
                  </a:solidFill>
                  <a:ea typeface="宋体" panose="02010600030101010101" pitchFamily="2" charset="-122"/>
                </a:rPr>
                <a:t>e</a:t>
              </a:r>
            </a:p>
          </p:txBody>
        </p:sp>
      </p:grpSp>
      <p:sp>
        <p:nvSpPr>
          <p:cNvPr id="30" name="矩形 29"/>
          <p:cNvSpPr/>
          <p:nvPr/>
        </p:nvSpPr>
        <p:spPr>
          <a:xfrm>
            <a:off x="155575" y="828675"/>
            <a:ext cx="8177213" cy="4279900"/>
          </a:xfrm>
          <a:prstGeom prst="rect">
            <a:avLst/>
          </a:prstGeom>
          <a:noFill/>
          <a:ln>
            <a:noFill/>
          </a:ln>
        </p:spPr>
        <p:txBody>
          <a:bodyPr lIns="68580" tIns="34290" rIns="68580" bIns="34290">
            <a:spAutoFit/>
          </a:bodyPr>
          <a:lstStyle/>
          <a:p>
            <a:pPr marL="257175" indent="-257175" algn="just" eaLnBrk="1" hangingPunct="1">
              <a:lnSpc>
                <a:spcPct val="80000"/>
              </a:lnSpc>
              <a:spcBef>
                <a:spcPct val="12000"/>
              </a:spcBef>
              <a:buClr>
                <a:srgbClr val="3333CC"/>
              </a:buClr>
              <a:buSzPct val="60000"/>
              <a:defRPr/>
            </a:pPr>
            <a:r>
              <a:rPr lang="en-US" altLang="zh-CN" sz="2000" i="1" kern="0" dirty="0">
                <a:solidFill>
                  <a:srgbClr val="000000"/>
                </a:solidFill>
                <a:latin typeface="Times New Roman" panose="02020603050405020304" pitchFamily="18" charset="0"/>
                <a:ea typeface="楷体_GB2312" pitchFamily="49" charset="-122"/>
              </a:rPr>
              <a:t>program</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FF0000"/>
                </a:solidFill>
                <a:latin typeface="Times New Roman" panose="02020603050405020304" pitchFamily="18" charset="0"/>
                <a:ea typeface="楷体_GB2312" pitchFamily="49" charset="-122"/>
              </a:rPr>
              <a:t>sort </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input</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output</a:t>
            </a:r>
            <a:r>
              <a:rPr lang="en-US" altLang="zh-CN" sz="2000" kern="0" dirty="0">
                <a:solidFill>
                  <a:srgbClr val="000000"/>
                </a:solidFill>
                <a:latin typeface="Times New Roman" panose="02020603050405020304" pitchFamily="18" charset="0"/>
                <a:ea typeface="楷体_GB2312" pitchFamily="49" charset="-122"/>
              </a:rPr>
              <a:t> );</a:t>
            </a:r>
          </a:p>
          <a:p>
            <a:pPr marL="257175" indent="-257175" algn="just" eaLnBrk="1" hangingPunct="1">
              <a:lnSpc>
                <a:spcPct val="80000"/>
              </a:lnSpc>
              <a:spcBef>
                <a:spcPct val="12000"/>
              </a:spcBef>
              <a:buClr>
                <a:srgbClr val="3333CC"/>
              </a:buClr>
              <a:buSzPct val="60000"/>
              <a:defRPr/>
            </a:pP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err="1">
                <a:solidFill>
                  <a:srgbClr val="000000"/>
                </a:solidFill>
                <a:latin typeface="Times New Roman" panose="02020603050405020304" pitchFamily="18" charset="0"/>
                <a:ea typeface="楷体_GB2312" pitchFamily="49" charset="-122"/>
              </a:rPr>
              <a:t>var</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a</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array</a:t>
            </a:r>
            <a:r>
              <a:rPr lang="en-US" altLang="zh-CN" sz="2000" kern="0" dirty="0">
                <a:solidFill>
                  <a:srgbClr val="000000"/>
                </a:solidFill>
                <a:latin typeface="Times New Roman" panose="02020603050405020304" pitchFamily="18" charset="0"/>
                <a:ea typeface="楷体_GB2312" pitchFamily="49" charset="-122"/>
              </a:rPr>
              <a:t>[0..10] </a:t>
            </a:r>
            <a:r>
              <a:rPr lang="en-US" altLang="zh-CN" sz="2000" i="1" kern="0" dirty="0">
                <a:solidFill>
                  <a:srgbClr val="000000"/>
                </a:solidFill>
                <a:latin typeface="Times New Roman" panose="02020603050405020304" pitchFamily="18" charset="0"/>
                <a:ea typeface="楷体_GB2312" pitchFamily="49" charset="-122"/>
              </a:rPr>
              <a:t>of integer</a:t>
            </a:r>
            <a:r>
              <a:rPr lang="en-US" altLang="zh-CN" sz="2000" kern="0" dirty="0">
                <a:solidFill>
                  <a:srgbClr val="000000"/>
                </a:solidFill>
                <a:latin typeface="Times New Roman" panose="02020603050405020304" pitchFamily="18" charset="0"/>
                <a:ea typeface="楷体_GB2312" pitchFamily="49" charset="-122"/>
              </a:rPr>
              <a:t>; </a:t>
            </a:r>
          </a:p>
          <a:p>
            <a:pPr marL="257175" indent="-257175" algn="just" eaLnBrk="1" hangingPunct="1">
              <a:lnSpc>
                <a:spcPct val="80000"/>
              </a:lnSpc>
              <a:spcBef>
                <a:spcPct val="12000"/>
              </a:spcBef>
              <a:buClr>
                <a:srgbClr val="3333CC"/>
              </a:buClr>
              <a:buSzPct val="60000"/>
              <a:defRPr/>
            </a:pPr>
            <a:r>
              <a:rPr lang="en-US" altLang="zh-CN" sz="2000" i="1" kern="0" dirty="0">
                <a:solidFill>
                  <a:srgbClr val="000000"/>
                </a:solidFill>
                <a:latin typeface="Times New Roman" panose="02020603050405020304" pitchFamily="18" charset="0"/>
                <a:ea typeface="楷体_GB2312" pitchFamily="49" charset="-122"/>
              </a:rPr>
              <a:t>           x</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integer</a:t>
            </a:r>
            <a:r>
              <a:rPr lang="en-US" altLang="zh-CN" sz="2000" kern="0" dirty="0">
                <a:solidFill>
                  <a:srgbClr val="000000"/>
                </a:solidFill>
                <a:latin typeface="Times New Roman" panose="02020603050405020304" pitchFamily="18" charset="0"/>
                <a:ea typeface="楷体_GB2312" pitchFamily="49" charset="-122"/>
              </a:rPr>
              <a:t>;</a:t>
            </a:r>
          </a:p>
          <a:p>
            <a:pPr marL="257175" indent="-257175" algn="just" eaLnBrk="1" hangingPunct="1">
              <a:lnSpc>
                <a:spcPct val="80000"/>
              </a:lnSpc>
              <a:spcBef>
                <a:spcPct val="12000"/>
              </a:spcBef>
              <a:buClr>
                <a:srgbClr val="3333CC"/>
              </a:buClr>
              <a:buSzPct val="60000"/>
              <a:defRPr/>
            </a:pP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procedure</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err="1">
                <a:solidFill>
                  <a:srgbClr val="FF0000"/>
                </a:solidFill>
                <a:latin typeface="Times New Roman" panose="02020603050405020304" pitchFamily="18" charset="0"/>
                <a:ea typeface="楷体_GB2312" pitchFamily="49" charset="-122"/>
              </a:rPr>
              <a:t>readarray</a:t>
            </a:r>
            <a:r>
              <a:rPr lang="en-US" altLang="zh-CN" sz="2000" kern="0" dirty="0">
                <a:solidFill>
                  <a:srgbClr val="000000"/>
                </a:solidFill>
                <a:latin typeface="Times New Roman" panose="02020603050405020304" pitchFamily="18" charset="0"/>
                <a:ea typeface="楷体_GB2312" pitchFamily="49" charset="-122"/>
              </a:rPr>
              <a:t>;</a:t>
            </a:r>
          </a:p>
          <a:p>
            <a:pPr marL="257175" indent="-257175" algn="just" eaLnBrk="1" hangingPunct="1">
              <a:lnSpc>
                <a:spcPct val="80000"/>
              </a:lnSpc>
              <a:spcBef>
                <a:spcPct val="12000"/>
              </a:spcBef>
              <a:buClr>
                <a:srgbClr val="3333CC"/>
              </a:buClr>
              <a:buSzPct val="60000"/>
              <a:defRPr/>
            </a:pP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err="1">
                <a:solidFill>
                  <a:srgbClr val="000000"/>
                </a:solidFill>
                <a:latin typeface="Times New Roman" panose="02020603050405020304" pitchFamily="18" charset="0"/>
                <a:ea typeface="楷体_GB2312" pitchFamily="49" charset="-122"/>
              </a:rPr>
              <a:t>var</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i</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integer</a:t>
            </a:r>
            <a:r>
              <a:rPr lang="en-US" altLang="zh-CN" sz="2000" kern="0" dirty="0">
                <a:solidFill>
                  <a:srgbClr val="000000"/>
                </a:solidFill>
                <a:latin typeface="Times New Roman" panose="02020603050405020304" pitchFamily="18" charset="0"/>
                <a:ea typeface="楷体_GB2312" pitchFamily="49" charset="-122"/>
              </a:rPr>
              <a:t>; </a:t>
            </a:r>
          </a:p>
          <a:p>
            <a:pPr marL="257175" indent="-257175" algn="just" eaLnBrk="1" hangingPunct="1">
              <a:lnSpc>
                <a:spcPct val="80000"/>
              </a:lnSpc>
              <a:spcBef>
                <a:spcPct val="12000"/>
              </a:spcBef>
              <a:buClr>
                <a:srgbClr val="3333CC"/>
              </a:buClr>
              <a:buSzPct val="60000"/>
              <a:defRPr/>
            </a:pP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begin</a:t>
            </a:r>
            <a:r>
              <a:rPr lang="en-US" altLang="zh-CN" sz="2000" kern="0" dirty="0">
                <a:solidFill>
                  <a:srgbClr val="000000"/>
                </a:solidFill>
                <a:latin typeface="Times New Roman" panose="02020603050405020304" pitchFamily="18" charset="0"/>
                <a:ea typeface="楷体_GB2312" pitchFamily="49" charset="-122"/>
              </a:rPr>
              <a:t> … </a:t>
            </a:r>
            <a:r>
              <a:rPr lang="en-US" altLang="zh-CN" sz="2000" i="1" kern="0" dirty="0">
                <a:solidFill>
                  <a:srgbClr val="0000FF"/>
                </a:solidFill>
                <a:latin typeface="Times New Roman" panose="02020603050405020304" pitchFamily="18" charset="0"/>
                <a:ea typeface="楷体_GB2312" pitchFamily="49" charset="-122"/>
              </a:rPr>
              <a:t>a</a:t>
            </a:r>
            <a:r>
              <a:rPr lang="en-US" altLang="zh-CN" sz="2000" kern="0" dirty="0">
                <a:solidFill>
                  <a:srgbClr val="000000"/>
                </a:solidFill>
                <a:latin typeface="Times New Roman" panose="02020603050405020304" pitchFamily="18" charset="0"/>
                <a:ea typeface="楷体_GB2312" pitchFamily="49" charset="-122"/>
              </a:rPr>
              <a:t> … </a:t>
            </a:r>
            <a:r>
              <a:rPr lang="en-US" altLang="zh-CN" sz="2000" i="1" kern="0" dirty="0">
                <a:solidFill>
                  <a:srgbClr val="000000"/>
                </a:solidFill>
                <a:latin typeface="Times New Roman" panose="02020603050405020304" pitchFamily="18" charset="0"/>
                <a:ea typeface="楷体_GB2312" pitchFamily="49" charset="-122"/>
              </a:rPr>
              <a:t>end</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err="1">
                <a:solidFill>
                  <a:srgbClr val="0000FF"/>
                </a:solidFill>
                <a:latin typeface="Times New Roman" panose="02020603050405020304" pitchFamily="18" charset="0"/>
                <a:ea typeface="楷体_GB2312" pitchFamily="49" charset="-122"/>
              </a:rPr>
              <a:t>readarray</a:t>
            </a:r>
            <a:r>
              <a:rPr lang="en-US" altLang="zh-CN" sz="2000" kern="0" dirty="0">
                <a:solidFill>
                  <a:srgbClr val="000000"/>
                </a:solidFill>
                <a:latin typeface="Times New Roman" panose="02020603050405020304" pitchFamily="18" charset="0"/>
                <a:ea typeface="楷体_GB2312" pitchFamily="49" charset="-122"/>
              </a:rPr>
              <a:t>} </a:t>
            </a:r>
            <a:r>
              <a:rPr lang="zh-CN" altLang="en-US" sz="2000" kern="0" dirty="0">
                <a:solidFill>
                  <a:srgbClr val="000000"/>
                </a:solidFill>
                <a:latin typeface="Times New Roman" panose="02020603050405020304" pitchFamily="18" charset="0"/>
                <a:ea typeface="楷体_GB2312" pitchFamily="49" charset="-122"/>
              </a:rPr>
              <a:t>；</a:t>
            </a:r>
          </a:p>
          <a:p>
            <a:pPr marL="257175" indent="-257175" algn="just" eaLnBrk="1" hangingPunct="1">
              <a:lnSpc>
                <a:spcPct val="80000"/>
              </a:lnSpc>
              <a:spcBef>
                <a:spcPct val="12000"/>
              </a:spcBef>
              <a:buClr>
                <a:srgbClr val="3333CC"/>
              </a:buClr>
              <a:buSzPct val="60000"/>
              <a:defRPr/>
            </a:pP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procedure</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FF0000"/>
                </a:solidFill>
                <a:latin typeface="Times New Roman" panose="02020603050405020304" pitchFamily="18" charset="0"/>
                <a:ea typeface="楷体_GB2312" pitchFamily="49" charset="-122"/>
              </a:rPr>
              <a:t>exchang</a:t>
            </a:r>
            <a:r>
              <a:rPr lang="en-US" altLang="zh-CN" sz="2000" kern="0" dirty="0">
                <a:solidFill>
                  <a:srgbClr val="FF0000"/>
                </a:solidFill>
                <a:latin typeface="Times New Roman" panose="02020603050405020304" pitchFamily="18" charset="0"/>
                <a:ea typeface="楷体_GB2312" pitchFamily="49" charset="-122"/>
              </a:rPr>
              <a:t>e</a:t>
            </a:r>
            <a:r>
              <a:rPr lang="en-US" altLang="zh-CN" sz="2000" kern="0" dirty="0">
                <a:solidFill>
                  <a:prstClr val="black"/>
                </a:solidFill>
                <a:latin typeface="Times New Roman" panose="02020603050405020304" pitchFamily="18" charset="0"/>
                <a:ea typeface="楷体_GB2312" pitchFamily="49" charset="-122"/>
              </a:rPr>
              <a:t>(</a:t>
            </a:r>
            <a:r>
              <a:rPr lang="en-US" altLang="zh-CN" sz="2000" i="1" kern="0" dirty="0" err="1">
                <a:solidFill>
                  <a:prstClr val="black"/>
                </a:solidFill>
                <a:latin typeface="Times New Roman" panose="02020603050405020304" pitchFamily="18" charset="0"/>
                <a:ea typeface="楷体_GB2312" pitchFamily="49" charset="-122"/>
              </a:rPr>
              <a:t>i</a:t>
            </a:r>
            <a:r>
              <a:rPr lang="en-US" altLang="zh-CN" sz="2000" kern="0" dirty="0">
                <a:solidFill>
                  <a:prstClr val="black"/>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j</a:t>
            </a:r>
            <a:r>
              <a:rPr lang="en-US" altLang="zh-CN" sz="2000" kern="0" dirty="0">
                <a:solidFill>
                  <a:srgbClr val="000000"/>
                </a:solidFill>
                <a:latin typeface="Times New Roman" panose="02020603050405020304" pitchFamily="18" charset="0"/>
                <a:ea typeface="楷体_GB2312" pitchFamily="49" charset="-122"/>
              </a:rPr>
              <a:t>:</a:t>
            </a:r>
            <a:r>
              <a:rPr lang="en-US" altLang="zh-CN" sz="2000" i="1" kern="0" dirty="0">
                <a:solidFill>
                  <a:srgbClr val="000000"/>
                </a:solidFill>
                <a:latin typeface="Times New Roman" panose="02020603050405020304" pitchFamily="18" charset="0"/>
                <a:ea typeface="楷体_GB2312" pitchFamily="49" charset="-122"/>
              </a:rPr>
              <a:t>integer</a:t>
            </a:r>
            <a:r>
              <a:rPr lang="en-US" altLang="zh-CN" sz="2000" kern="0" dirty="0">
                <a:solidFill>
                  <a:srgbClr val="000000"/>
                </a:solidFill>
                <a:latin typeface="Times New Roman" panose="02020603050405020304" pitchFamily="18" charset="0"/>
                <a:ea typeface="楷体_GB2312" pitchFamily="49" charset="-122"/>
              </a:rPr>
              <a:t>);</a:t>
            </a:r>
          </a:p>
          <a:p>
            <a:pPr marL="257175" indent="-257175" algn="just" eaLnBrk="1" hangingPunct="1">
              <a:lnSpc>
                <a:spcPct val="80000"/>
              </a:lnSpc>
              <a:spcBef>
                <a:spcPct val="12000"/>
              </a:spcBef>
              <a:buClr>
                <a:srgbClr val="3333CC"/>
              </a:buClr>
              <a:buSzPct val="60000"/>
              <a:defRPr/>
            </a:pP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begin</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FF"/>
                </a:solidFill>
                <a:latin typeface="Times New Roman" panose="02020603050405020304" pitchFamily="18" charset="0"/>
                <a:ea typeface="楷体_GB2312" pitchFamily="49" charset="-122"/>
              </a:rPr>
              <a:t>x</a:t>
            </a:r>
            <a:r>
              <a:rPr lang="en-US" altLang="zh-CN" sz="2000" kern="0" dirty="0">
                <a:solidFill>
                  <a:srgbClr val="000000"/>
                </a:solidFill>
                <a:latin typeface="Times New Roman" panose="02020603050405020304" pitchFamily="18" charset="0"/>
                <a:ea typeface="楷体_GB2312" pitchFamily="49" charset="-122"/>
              </a:rPr>
              <a:t>=</a:t>
            </a:r>
            <a:r>
              <a:rPr lang="en-US" altLang="zh-CN" sz="2000" i="1" kern="0" dirty="0">
                <a:solidFill>
                  <a:srgbClr val="000000"/>
                </a:solidFill>
                <a:latin typeface="Times New Roman" panose="02020603050405020304" pitchFamily="18" charset="0"/>
                <a:ea typeface="楷体_GB2312" pitchFamily="49" charset="-122"/>
              </a:rPr>
              <a:t>a</a:t>
            </a:r>
            <a:r>
              <a:rPr lang="en-US" altLang="zh-CN" sz="2000" kern="0" dirty="0">
                <a:solidFill>
                  <a:srgbClr val="000000"/>
                </a:solidFill>
                <a:latin typeface="Times New Roman" panose="02020603050405020304" pitchFamily="18" charset="0"/>
                <a:ea typeface="楷体_GB2312" pitchFamily="49" charset="-122"/>
              </a:rPr>
              <a:t>[</a:t>
            </a:r>
            <a:r>
              <a:rPr lang="en-US" altLang="zh-CN" sz="2000" i="1" kern="0" dirty="0">
                <a:solidFill>
                  <a:srgbClr val="000000"/>
                </a:solidFill>
                <a:latin typeface="Times New Roman" panose="02020603050405020304" pitchFamily="18" charset="0"/>
                <a:ea typeface="楷体_GB2312" pitchFamily="49" charset="-122"/>
              </a:rPr>
              <a:t>i</a:t>
            </a:r>
            <a:r>
              <a:rPr lang="en-US" altLang="zh-CN" sz="2000" kern="0" dirty="0">
                <a:solidFill>
                  <a:srgbClr val="000000"/>
                </a:solidFill>
                <a:latin typeface="Times New Roman" panose="02020603050405020304" pitchFamily="18" charset="0"/>
                <a:ea typeface="楷体_GB2312" pitchFamily="49" charset="-122"/>
              </a:rPr>
              <a:t>];</a:t>
            </a:r>
            <a:r>
              <a:rPr lang="en-US" altLang="zh-CN" sz="2000" i="1" kern="0" dirty="0">
                <a:solidFill>
                  <a:srgbClr val="000000"/>
                </a:solidFill>
                <a:latin typeface="Times New Roman" panose="02020603050405020304" pitchFamily="18" charset="0"/>
                <a:ea typeface="楷体_GB2312" pitchFamily="49" charset="-122"/>
              </a:rPr>
              <a:t>a</a:t>
            </a:r>
            <a:r>
              <a:rPr lang="en-US" altLang="zh-CN" sz="2000" kern="0" dirty="0">
                <a:solidFill>
                  <a:srgbClr val="000000"/>
                </a:solidFill>
                <a:latin typeface="Times New Roman" panose="02020603050405020304" pitchFamily="18" charset="0"/>
                <a:ea typeface="楷体_GB2312" pitchFamily="49" charset="-122"/>
              </a:rPr>
              <a:t>[</a:t>
            </a:r>
            <a:r>
              <a:rPr lang="en-US" altLang="zh-CN" sz="2000" i="1" kern="0" dirty="0">
                <a:solidFill>
                  <a:srgbClr val="000000"/>
                </a:solidFill>
                <a:latin typeface="Times New Roman" panose="02020603050405020304" pitchFamily="18" charset="0"/>
                <a:ea typeface="楷体_GB2312" pitchFamily="49" charset="-122"/>
              </a:rPr>
              <a:t>i</a:t>
            </a:r>
            <a:r>
              <a:rPr lang="en-US" altLang="zh-CN" sz="2000" kern="0" dirty="0">
                <a:solidFill>
                  <a:srgbClr val="000000"/>
                </a:solidFill>
                <a:latin typeface="Times New Roman" panose="02020603050405020304" pitchFamily="18" charset="0"/>
                <a:ea typeface="楷体_GB2312" pitchFamily="49" charset="-122"/>
              </a:rPr>
              <a:t>]=</a:t>
            </a:r>
            <a:r>
              <a:rPr lang="en-US" altLang="zh-CN" sz="2000" i="1" kern="0" dirty="0">
                <a:solidFill>
                  <a:srgbClr val="000000"/>
                </a:solidFill>
                <a:latin typeface="Times New Roman" panose="02020603050405020304" pitchFamily="18" charset="0"/>
                <a:ea typeface="楷体_GB2312" pitchFamily="49" charset="-122"/>
              </a:rPr>
              <a:t>a</a:t>
            </a:r>
            <a:r>
              <a:rPr lang="en-US" altLang="zh-CN" sz="2000" kern="0" dirty="0">
                <a:solidFill>
                  <a:srgbClr val="000000"/>
                </a:solidFill>
                <a:latin typeface="Times New Roman" panose="02020603050405020304" pitchFamily="18" charset="0"/>
                <a:ea typeface="楷体_GB2312" pitchFamily="49" charset="-122"/>
              </a:rPr>
              <a:t>[</a:t>
            </a:r>
            <a:r>
              <a:rPr lang="en-US" altLang="zh-CN" sz="2000" i="1" kern="0" dirty="0">
                <a:solidFill>
                  <a:srgbClr val="000000"/>
                </a:solidFill>
                <a:latin typeface="Times New Roman" panose="02020603050405020304" pitchFamily="18" charset="0"/>
                <a:ea typeface="楷体_GB2312" pitchFamily="49" charset="-122"/>
              </a:rPr>
              <a:t>j</a:t>
            </a:r>
            <a:r>
              <a:rPr lang="en-US" altLang="zh-CN" sz="2000" kern="0" dirty="0">
                <a:solidFill>
                  <a:srgbClr val="000000"/>
                </a:solidFill>
                <a:latin typeface="Times New Roman" panose="02020603050405020304" pitchFamily="18" charset="0"/>
                <a:ea typeface="楷体_GB2312" pitchFamily="49" charset="-122"/>
              </a:rPr>
              <a:t>];</a:t>
            </a:r>
            <a:r>
              <a:rPr lang="en-US" altLang="zh-CN" sz="2000" i="1" kern="0" dirty="0">
                <a:solidFill>
                  <a:srgbClr val="000000"/>
                </a:solidFill>
                <a:latin typeface="Times New Roman" panose="02020603050405020304" pitchFamily="18" charset="0"/>
                <a:ea typeface="楷体_GB2312" pitchFamily="49" charset="-122"/>
              </a:rPr>
              <a:t>a</a:t>
            </a:r>
            <a:r>
              <a:rPr lang="en-US" altLang="zh-CN" sz="2000" kern="0" dirty="0">
                <a:solidFill>
                  <a:srgbClr val="000000"/>
                </a:solidFill>
                <a:latin typeface="Times New Roman" panose="02020603050405020304" pitchFamily="18" charset="0"/>
                <a:ea typeface="楷体_GB2312" pitchFamily="49" charset="-122"/>
              </a:rPr>
              <a:t>[</a:t>
            </a:r>
            <a:r>
              <a:rPr lang="en-US" altLang="zh-CN" sz="2000" i="1" kern="0" dirty="0">
                <a:solidFill>
                  <a:srgbClr val="000000"/>
                </a:solidFill>
                <a:latin typeface="Times New Roman" panose="02020603050405020304" pitchFamily="18" charset="0"/>
                <a:ea typeface="楷体_GB2312" pitchFamily="49" charset="-122"/>
              </a:rPr>
              <a:t>j</a:t>
            </a:r>
            <a:r>
              <a:rPr lang="en-US" altLang="zh-CN" sz="2000" kern="0" dirty="0">
                <a:solidFill>
                  <a:srgbClr val="000000"/>
                </a:solidFill>
                <a:latin typeface="Times New Roman" panose="02020603050405020304" pitchFamily="18" charset="0"/>
                <a:ea typeface="楷体_GB2312" pitchFamily="49" charset="-122"/>
              </a:rPr>
              <a:t>]=</a:t>
            </a:r>
            <a:r>
              <a:rPr lang="en-US" altLang="zh-CN" sz="2000" i="1" kern="0" dirty="0">
                <a:solidFill>
                  <a:srgbClr val="000000"/>
                </a:solidFill>
                <a:latin typeface="Times New Roman" panose="02020603050405020304" pitchFamily="18" charset="0"/>
                <a:ea typeface="楷体_GB2312" pitchFamily="49" charset="-122"/>
              </a:rPr>
              <a:t>x</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end</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FF"/>
                </a:solidFill>
                <a:latin typeface="Times New Roman" panose="02020603050405020304" pitchFamily="18" charset="0"/>
                <a:ea typeface="楷体_GB2312" pitchFamily="49" charset="-122"/>
              </a:rPr>
              <a:t>exchang</a:t>
            </a:r>
            <a:r>
              <a:rPr lang="en-US" altLang="zh-CN" sz="2000" kern="0" dirty="0">
                <a:solidFill>
                  <a:srgbClr val="0000FF"/>
                </a:solidFill>
                <a:latin typeface="Times New Roman" panose="02020603050405020304" pitchFamily="18" charset="0"/>
                <a:ea typeface="楷体_GB2312" pitchFamily="49" charset="-122"/>
              </a:rPr>
              <a:t>e</a:t>
            </a:r>
            <a:r>
              <a:rPr lang="en-US" altLang="zh-CN" sz="2000" kern="0" dirty="0">
                <a:solidFill>
                  <a:srgbClr val="000000"/>
                </a:solidFill>
                <a:latin typeface="Times New Roman" panose="02020603050405020304" pitchFamily="18" charset="0"/>
                <a:ea typeface="楷体_GB2312" pitchFamily="49" charset="-122"/>
              </a:rPr>
              <a:t>} </a:t>
            </a:r>
            <a:r>
              <a:rPr lang="zh-CN" altLang="en-US" sz="2000" kern="0" dirty="0">
                <a:solidFill>
                  <a:srgbClr val="000000"/>
                </a:solidFill>
                <a:latin typeface="Times New Roman" panose="02020603050405020304" pitchFamily="18" charset="0"/>
                <a:ea typeface="楷体_GB2312" pitchFamily="49" charset="-122"/>
              </a:rPr>
              <a:t>；</a:t>
            </a:r>
          </a:p>
          <a:p>
            <a:pPr marL="257175" indent="-257175" algn="just" eaLnBrk="1" hangingPunct="1">
              <a:lnSpc>
                <a:spcPct val="80000"/>
              </a:lnSpc>
              <a:spcBef>
                <a:spcPct val="12000"/>
              </a:spcBef>
              <a:buClr>
                <a:srgbClr val="3333CC"/>
              </a:buClr>
              <a:buSzPct val="60000"/>
              <a:defRPr/>
            </a:pP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procedure</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FF0000"/>
                </a:solidFill>
                <a:latin typeface="Times New Roman" panose="02020603050405020304" pitchFamily="18" charset="0"/>
                <a:ea typeface="楷体_GB2312" pitchFamily="49" charset="-122"/>
              </a:rPr>
              <a:t>quicksort</a:t>
            </a:r>
            <a:r>
              <a:rPr lang="en-US" altLang="zh-CN" sz="2000" kern="0" dirty="0">
                <a:solidFill>
                  <a:prstClr val="black"/>
                </a:solidFill>
                <a:latin typeface="Times New Roman" panose="02020603050405020304" pitchFamily="18" charset="0"/>
                <a:ea typeface="楷体_GB2312" pitchFamily="49" charset="-122"/>
              </a:rPr>
              <a:t>(</a:t>
            </a:r>
            <a:r>
              <a:rPr lang="en-US" altLang="zh-CN" sz="2000" i="1" kern="0" dirty="0">
                <a:solidFill>
                  <a:prstClr val="black"/>
                </a:solidFill>
                <a:latin typeface="Times New Roman" panose="02020603050405020304" pitchFamily="18" charset="0"/>
                <a:ea typeface="楷体_GB2312" pitchFamily="49" charset="-122"/>
              </a:rPr>
              <a:t>m</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n</a:t>
            </a:r>
            <a:r>
              <a:rPr lang="en-US" altLang="zh-CN" sz="2000" kern="0" dirty="0">
                <a:solidFill>
                  <a:srgbClr val="000000"/>
                </a:solidFill>
                <a:latin typeface="Times New Roman" panose="02020603050405020304" pitchFamily="18" charset="0"/>
                <a:ea typeface="楷体_GB2312" pitchFamily="49" charset="-122"/>
              </a:rPr>
              <a:t>:</a:t>
            </a:r>
            <a:r>
              <a:rPr lang="en-US" altLang="zh-CN" sz="2000" i="1" kern="0" dirty="0">
                <a:solidFill>
                  <a:srgbClr val="000000"/>
                </a:solidFill>
                <a:latin typeface="Times New Roman" panose="02020603050405020304" pitchFamily="18" charset="0"/>
                <a:ea typeface="楷体_GB2312" pitchFamily="49" charset="-122"/>
              </a:rPr>
              <a:t>integer</a:t>
            </a:r>
            <a:r>
              <a:rPr lang="en-US" altLang="zh-CN" sz="2000" kern="0" dirty="0">
                <a:solidFill>
                  <a:srgbClr val="000000"/>
                </a:solidFill>
                <a:latin typeface="Times New Roman" panose="02020603050405020304" pitchFamily="18" charset="0"/>
                <a:ea typeface="楷体_GB2312" pitchFamily="49" charset="-122"/>
              </a:rPr>
              <a:t>);</a:t>
            </a:r>
          </a:p>
          <a:p>
            <a:pPr marL="257175" indent="-257175" algn="just" eaLnBrk="1" hangingPunct="1">
              <a:lnSpc>
                <a:spcPct val="80000"/>
              </a:lnSpc>
              <a:spcBef>
                <a:spcPct val="12000"/>
              </a:spcBef>
              <a:buClr>
                <a:srgbClr val="3333CC"/>
              </a:buClr>
              <a:buSzPct val="60000"/>
              <a:defRPr/>
            </a:pP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err="1">
                <a:solidFill>
                  <a:srgbClr val="000000"/>
                </a:solidFill>
                <a:latin typeface="Times New Roman" panose="02020603050405020304" pitchFamily="18" charset="0"/>
                <a:ea typeface="楷体_GB2312" pitchFamily="49" charset="-122"/>
              </a:rPr>
              <a:t>var</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k</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v </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integer</a:t>
            </a:r>
            <a:r>
              <a:rPr lang="en-US" altLang="zh-CN" sz="2000" kern="0" dirty="0">
                <a:solidFill>
                  <a:srgbClr val="000000"/>
                </a:solidFill>
                <a:latin typeface="Times New Roman" panose="02020603050405020304" pitchFamily="18" charset="0"/>
                <a:ea typeface="楷体_GB2312" pitchFamily="49" charset="-122"/>
              </a:rPr>
              <a:t>;</a:t>
            </a:r>
          </a:p>
          <a:p>
            <a:pPr marL="257175" indent="-257175" algn="just" eaLnBrk="1" hangingPunct="1">
              <a:lnSpc>
                <a:spcPct val="80000"/>
              </a:lnSpc>
              <a:spcBef>
                <a:spcPct val="12000"/>
              </a:spcBef>
              <a:buClr>
                <a:srgbClr val="3333CC"/>
              </a:buClr>
              <a:buSzPct val="60000"/>
              <a:defRPr/>
            </a:pP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function</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FF0000"/>
                </a:solidFill>
                <a:latin typeface="Times New Roman" panose="02020603050405020304" pitchFamily="18" charset="0"/>
                <a:ea typeface="楷体_GB2312" pitchFamily="49" charset="-122"/>
              </a:rPr>
              <a:t>partition</a:t>
            </a:r>
            <a:r>
              <a:rPr lang="en-US" altLang="zh-CN" sz="2000" kern="0" dirty="0">
                <a:solidFill>
                  <a:prstClr val="black"/>
                </a:solidFill>
                <a:latin typeface="Times New Roman" panose="02020603050405020304" pitchFamily="18" charset="0"/>
                <a:ea typeface="楷体_GB2312" pitchFamily="49" charset="-122"/>
              </a:rPr>
              <a:t>(</a:t>
            </a:r>
            <a:r>
              <a:rPr lang="en-US" altLang="zh-CN" sz="2000" i="1" kern="0" dirty="0">
                <a:solidFill>
                  <a:prstClr val="black"/>
                </a:solidFill>
                <a:latin typeface="Times New Roman" panose="02020603050405020304" pitchFamily="18" charset="0"/>
                <a:ea typeface="楷体_GB2312" pitchFamily="49" charset="-122"/>
              </a:rPr>
              <a:t>y</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z</a:t>
            </a:r>
            <a:r>
              <a:rPr lang="en-US" altLang="zh-CN" sz="2000" kern="0" dirty="0">
                <a:solidFill>
                  <a:srgbClr val="000000"/>
                </a:solidFill>
                <a:latin typeface="Times New Roman" panose="02020603050405020304" pitchFamily="18" charset="0"/>
                <a:ea typeface="楷体_GB2312" pitchFamily="49" charset="-122"/>
              </a:rPr>
              <a:t>:</a:t>
            </a:r>
            <a:r>
              <a:rPr lang="en-US" altLang="zh-CN" sz="2000" i="1" kern="0" dirty="0">
                <a:solidFill>
                  <a:srgbClr val="000000"/>
                </a:solidFill>
                <a:latin typeface="Times New Roman" panose="02020603050405020304" pitchFamily="18" charset="0"/>
                <a:ea typeface="楷体_GB2312" pitchFamily="49" charset="-122"/>
              </a:rPr>
              <a:t>integer</a:t>
            </a:r>
            <a:r>
              <a:rPr lang="en-US" altLang="zh-CN" sz="2000" kern="0" dirty="0">
                <a:solidFill>
                  <a:srgbClr val="000000"/>
                </a:solidFill>
                <a:latin typeface="Times New Roman" panose="02020603050405020304" pitchFamily="18" charset="0"/>
                <a:ea typeface="楷体_GB2312" pitchFamily="49" charset="-122"/>
              </a:rPr>
              <a:t>):</a:t>
            </a:r>
            <a:r>
              <a:rPr lang="en-US" altLang="zh-CN" sz="2000" i="1" kern="0" dirty="0">
                <a:solidFill>
                  <a:srgbClr val="000000"/>
                </a:solidFill>
                <a:latin typeface="Times New Roman" panose="02020603050405020304" pitchFamily="18" charset="0"/>
                <a:ea typeface="楷体_GB2312" pitchFamily="49" charset="-122"/>
              </a:rPr>
              <a:t>intege</a:t>
            </a:r>
            <a:r>
              <a:rPr lang="en-US" altLang="zh-CN" sz="2000" kern="0" dirty="0">
                <a:solidFill>
                  <a:srgbClr val="000000"/>
                </a:solidFill>
                <a:latin typeface="Times New Roman" panose="02020603050405020304" pitchFamily="18" charset="0"/>
                <a:ea typeface="楷体_GB2312" pitchFamily="49" charset="-122"/>
              </a:rPr>
              <a:t>r;</a:t>
            </a:r>
          </a:p>
          <a:p>
            <a:pPr marL="257175" indent="-257175" algn="just" eaLnBrk="1" hangingPunct="1">
              <a:lnSpc>
                <a:spcPct val="80000"/>
              </a:lnSpc>
              <a:spcBef>
                <a:spcPct val="12000"/>
              </a:spcBef>
              <a:buClr>
                <a:srgbClr val="3333CC"/>
              </a:buClr>
              <a:buSzPct val="60000"/>
              <a:defRPr/>
            </a:pP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err="1">
                <a:solidFill>
                  <a:srgbClr val="000000"/>
                </a:solidFill>
                <a:latin typeface="Times New Roman" panose="02020603050405020304" pitchFamily="18" charset="0"/>
                <a:ea typeface="楷体_GB2312" pitchFamily="49" charset="-122"/>
              </a:rPr>
              <a:t>var</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err="1">
                <a:solidFill>
                  <a:srgbClr val="000000"/>
                </a:solidFill>
                <a:latin typeface="Times New Roman" panose="02020603050405020304" pitchFamily="18" charset="0"/>
                <a:ea typeface="楷体_GB2312" pitchFamily="49" charset="-122"/>
              </a:rPr>
              <a:t>i</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j </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integer</a:t>
            </a:r>
            <a:r>
              <a:rPr lang="en-US" altLang="zh-CN" sz="2000" kern="0" dirty="0">
                <a:solidFill>
                  <a:srgbClr val="000000"/>
                </a:solidFill>
                <a:latin typeface="Times New Roman" panose="02020603050405020304" pitchFamily="18" charset="0"/>
                <a:ea typeface="楷体_GB2312" pitchFamily="49" charset="-122"/>
              </a:rPr>
              <a:t>;</a:t>
            </a:r>
          </a:p>
          <a:p>
            <a:pPr marL="257175" indent="-257175" algn="just" eaLnBrk="1" hangingPunct="1">
              <a:lnSpc>
                <a:spcPct val="80000"/>
              </a:lnSpc>
              <a:spcBef>
                <a:spcPct val="12000"/>
              </a:spcBef>
              <a:buClr>
                <a:srgbClr val="3333CC"/>
              </a:buClr>
              <a:buSzPct val="60000"/>
              <a:defRPr/>
            </a:pP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begin</a:t>
            </a:r>
            <a:r>
              <a:rPr lang="en-US" altLang="zh-CN" sz="2000" kern="0" dirty="0">
                <a:solidFill>
                  <a:srgbClr val="000000"/>
                </a:solidFill>
                <a:latin typeface="Times New Roman" panose="02020603050405020304" pitchFamily="18" charset="0"/>
                <a:ea typeface="楷体_GB2312" pitchFamily="49" charset="-122"/>
              </a:rPr>
              <a:t> … </a:t>
            </a:r>
            <a:r>
              <a:rPr lang="en-US" altLang="zh-CN" sz="2000" i="1" kern="0" dirty="0">
                <a:solidFill>
                  <a:srgbClr val="0000FF"/>
                </a:solidFill>
                <a:latin typeface="Times New Roman" panose="02020603050405020304" pitchFamily="18" charset="0"/>
                <a:ea typeface="楷体_GB2312" pitchFamily="49" charset="-122"/>
              </a:rPr>
              <a:t>a</a:t>
            </a:r>
            <a:r>
              <a:rPr lang="en-US" altLang="zh-CN" sz="2000" kern="0" dirty="0">
                <a:solidFill>
                  <a:srgbClr val="000000"/>
                </a:solidFill>
                <a:latin typeface="Times New Roman" panose="02020603050405020304" pitchFamily="18" charset="0"/>
                <a:ea typeface="楷体_GB2312" pitchFamily="49" charset="-122"/>
              </a:rPr>
              <a:t> … </a:t>
            </a:r>
            <a:r>
              <a:rPr lang="en-US" altLang="zh-CN" sz="2000" i="1" kern="0" dirty="0">
                <a:solidFill>
                  <a:srgbClr val="0000FF"/>
                </a:solidFill>
                <a:latin typeface="Times New Roman" panose="02020603050405020304" pitchFamily="18" charset="0"/>
                <a:ea typeface="楷体_GB2312" pitchFamily="49" charset="-122"/>
              </a:rPr>
              <a:t>v</a:t>
            </a:r>
            <a:r>
              <a:rPr lang="en-US" altLang="zh-CN" sz="2000" kern="0" dirty="0">
                <a:solidFill>
                  <a:srgbClr val="0000FF"/>
                </a:solidFill>
                <a:latin typeface="Times New Roman" panose="02020603050405020304" pitchFamily="18" charset="0"/>
                <a:ea typeface="楷体_GB2312" pitchFamily="49" charset="-122"/>
              </a:rPr>
              <a:t> </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FF"/>
                </a:solidFill>
                <a:latin typeface="Times New Roman" panose="02020603050405020304" pitchFamily="18" charset="0"/>
                <a:ea typeface="楷体_GB2312" pitchFamily="49" charset="-122"/>
              </a:rPr>
              <a:t>exchange</a:t>
            </a:r>
            <a:r>
              <a:rPr lang="en-US" altLang="zh-CN" sz="2000" kern="0" dirty="0">
                <a:solidFill>
                  <a:srgbClr val="0000FF"/>
                </a:solidFill>
                <a:latin typeface="Times New Roman" panose="02020603050405020304" pitchFamily="18" charset="0"/>
                <a:ea typeface="楷体_GB2312" pitchFamily="49" charset="-122"/>
              </a:rPr>
              <a:t>(</a:t>
            </a:r>
            <a:r>
              <a:rPr lang="en-US" altLang="zh-CN" sz="2000" i="1" kern="0" dirty="0" err="1">
                <a:solidFill>
                  <a:srgbClr val="0000FF"/>
                </a:solidFill>
                <a:latin typeface="Times New Roman" panose="02020603050405020304" pitchFamily="18" charset="0"/>
                <a:ea typeface="楷体_GB2312" pitchFamily="49" charset="-122"/>
              </a:rPr>
              <a:t>i</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j</a:t>
            </a:r>
            <a:r>
              <a:rPr lang="en-US" altLang="zh-CN" sz="2000" kern="0" dirty="0">
                <a:solidFill>
                  <a:srgbClr val="000000"/>
                </a:solidFill>
                <a:latin typeface="Times New Roman" panose="02020603050405020304" pitchFamily="18" charset="0"/>
                <a:ea typeface="楷体_GB2312" pitchFamily="49" charset="-122"/>
              </a:rPr>
              <a:t>) … </a:t>
            </a:r>
            <a:r>
              <a:rPr lang="en-US" altLang="zh-CN" sz="2000" i="1" kern="0" dirty="0">
                <a:solidFill>
                  <a:srgbClr val="000000"/>
                </a:solidFill>
                <a:latin typeface="Times New Roman" panose="02020603050405020304" pitchFamily="18" charset="0"/>
                <a:ea typeface="楷体_GB2312" pitchFamily="49" charset="-122"/>
              </a:rPr>
              <a:t>end </a:t>
            </a:r>
            <a:r>
              <a:rPr lang="en-US" altLang="zh-CN" sz="2000" kern="0" dirty="0">
                <a:solidFill>
                  <a:srgbClr val="000000"/>
                </a:solidFill>
                <a:latin typeface="Times New Roman" panose="02020603050405020304" pitchFamily="18" charset="0"/>
                <a:ea typeface="楷体_GB2312" pitchFamily="49" charset="-122"/>
              </a:rPr>
              <a:t>{</a:t>
            </a:r>
            <a:r>
              <a:rPr lang="en-US" altLang="zh-CN" sz="2000" i="1" kern="0" dirty="0">
                <a:solidFill>
                  <a:srgbClr val="0000FF"/>
                </a:solidFill>
                <a:latin typeface="Times New Roman" panose="02020603050405020304" pitchFamily="18" charset="0"/>
                <a:ea typeface="楷体_GB2312" pitchFamily="49" charset="-122"/>
              </a:rPr>
              <a:t>partition</a:t>
            </a:r>
            <a:r>
              <a:rPr lang="en-US" altLang="zh-CN" sz="2000" kern="0" dirty="0">
                <a:solidFill>
                  <a:srgbClr val="000000"/>
                </a:solidFill>
                <a:latin typeface="Times New Roman" panose="02020603050405020304" pitchFamily="18" charset="0"/>
                <a:ea typeface="楷体_GB2312" pitchFamily="49" charset="-122"/>
              </a:rPr>
              <a:t>};</a:t>
            </a:r>
          </a:p>
          <a:p>
            <a:pPr marL="257175" indent="-257175" algn="just" eaLnBrk="1" hangingPunct="1">
              <a:lnSpc>
                <a:spcPct val="80000"/>
              </a:lnSpc>
              <a:spcBef>
                <a:spcPct val="12000"/>
              </a:spcBef>
              <a:buClr>
                <a:srgbClr val="3333CC"/>
              </a:buClr>
              <a:buSzPct val="60000"/>
              <a:defRPr/>
            </a:pP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begin</a:t>
            </a:r>
            <a:r>
              <a:rPr lang="en-US" altLang="zh-CN" sz="2000" kern="0" dirty="0">
                <a:solidFill>
                  <a:srgbClr val="000000"/>
                </a:solidFill>
                <a:latin typeface="Times New Roman" panose="02020603050405020304" pitchFamily="18" charset="0"/>
                <a:ea typeface="楷体_GB2312" pitchFamily="49" charset="-122"/>
              </a:rPr>
              <a:t> … </a:t>
            </a:r>
            <a:r>
              <a:rPr lang="en-US" altLang="zh-CN" sz="2000" i="1" kern="0" dirty="0">
                <a:solidFill>
                  <a:srgbClr val="0000FF"/>
                </a:solidFill>
                <a:latin typeface="Times New Roman" panose="02020603050405020304" pitchFamily="18" charset="0"/>
                <a:ea typeface="楷体_GB2312" pitchFamily="49" charset="-122"/>
              </a:rPr>
              <a:t>a</a:t>
            </a:r>
            <a:r>
              <a:rPr lang="en-US" altLang="zh-CN" sz="2000" kern="0" dirty="0">
                <a:solidFill>
                  <a:srgbClr val="000000"/>
                </a:solidFill>
                <a:latin typeface="Times New Roman" panose="02020603050405020304" pitchFamily="18" charset="0"/>
                <a:ea typeface="楷体_GB2312" pitchFamily="49" charset="-122"/>
              </a:rPr>
              <a:t> … </a:t>
            </a:r>
            <a:r>
              <a:rPr lang="en-US" altLang="zh-CN" sz="2000" i="1" kern="0" dirty="0">
                <a:solidFill>
                  <a:srgbClr val="0000FF"/>
                </a:solidFill>
                <a:latin typeface="Times New Roman" panose="02020603050405020304" pitchFamily="18" charset="0"/>
                <a:ea typeface="楷体_GB2312" pitchFamily="49" charset="-122"/>
              </a:rPr>
              <a:t>v</a:t>
            </a:r>
            <a:r>
              <a:rPr lang="en-US" altLang="zh-CN" sz="2000" kern="0" dirty="0">
                <a:solidFill>
                  <a:srgbClr val="000000"/>
                </a:solidFill>
                <a:latin typeface="Times New Roman" panose="02020603050405020304" pitchFamily="18" charset="0"/>
                <a:ea typeface="楷体_GB2312" pitchFamily="49" charset="-122"/>
              </a:rPr>
              <a:t> … </a:t>
            </a:r>
            <a:r>
              <a:rPr lang="en-US" altLang="zh-CN" sz="2000" i="1" kern="0" dirty="0">
                <a:solidFill>
                  <a:srgbClr val="0000FF"/>
                </a:solidFill>
                <a:latin typeface="Times New Roman" panose="02020603050405020304" pitchFamily="18" charset="0"/>
                <a:ea typeface="楷体_GB2312" pitchFamily="49" charset="-122"/>
              </a:rPr>
              <a:t>partition</a:t>
            </a:r>
            <a:r>
              <a:rPr lang="en-US" altLang="zh-CN" sz="2000" kern="0" dirty="0">
                <a:solidFill>
                  <a:srgbClr val="0000FF"/>
                </a:solidFill>
                <a:latin typeface="Times New Roman" panose="02020603050405020304" pitchFamily="18" charset="0"/>
                <a:ea typeface="楷体_GB2312" pitchFamily="49" charset="-122"/>
              </a:rPr>
              <a:t> </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FF"/>
                </a:solidFill>
                <a:latin typeface="Times New Roman" panose="02020603050405020304" pitchFamily="18" charset="0"/>
                <a:ea typeface="楷体_GB2312" pitchFamily="49" charset="-122"/>
              </a:rPr>
              <a:t>quicksort</a:t>
            </a:r>
            <a:r>
              <a:rPr lang="en-US" altLang="zh-CN" sz="2000" kern="0" dirty="0">
                <a:solidFill>
                  <a:srgbClr val="0000FF"/>
                </a:solidFill>
                <a:latin typeface="Times New Roman" panose="02020603050405020304" pitchFamily="18" charset="0"/>
                <a:ea typeface="楷体_GB2312" pitchFamily="49" charset="-122"/>
              </a:rPr>
              <a:t> </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end</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FF"/>
                </a:solidFill>
                <a:latin typeface="Times New Roman" panose="02020603050405020304" pitchFamily="18" charset="0"/>
                <a:ea typeface="楷体_GB2312" pitchFamily="49" charset="-122"/>
              </a:rPr>
              <a:t>quicksort</a:t>
            </a:r>
            <a:r>
              <a:rPr lang="en-US" altLang="zh-CN" sz="2000" kern="0" dirty="0">
                <a:solidFill>
                  <a:srgbClr val="000000"/>
                </a:solidFill>
                <a:latin typeface="Times New Roman" panose="02020603050405020304" pitchFamily="18" charset="0"/>
                <a:ea typeface="楷体_GB2312" pitchFamily="49" charset="-122"/>
              </a:rPr>
              <a:t>} </a:t>
            </a:r>
            <a:r>
              <a:rPr lang="zh-CN" altLang="en-US" sz="2000" kern="0" dirty="0">
                <a:solidFill>
                  <a:srgbClr val="000000"/>
                </a:solidFill>
                <a:latin typeface="Times New Roman" panose="02020603050405020304" pitchFamily="18" charset="0"/>
                <a:ea typeface="楷体_GB2312" pitchFamily="49" charset="-122"/>
              </a:rPr>
              <a:t>；</a:t>
            </a:r>
          </a:p>
          <a:p>
            <a:pPr marL="257175" indent="-257175" algn="just" eaLnBrk="1" hangingPunct="1">
              <a:lnSpc>
                <a:spcPct val="80000"/>
              </a:lnSpc>
              <a:spcBef>
                <a:spcPct val="12000"/>
              </a:spcBef>
              <a:buClr>
                <a:srgbClr val="3333CC"/>
              </a:buClr>
              <a:buSzPct val="60000"/>
              <a:defRPr/>
            </a:pP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begin</a:t>
            </a:r>
            <a:r>
              <a:rPr lang="en-US" altLang="zh-CN" sz="2000" kern="0" dirty="0">
                <a:solidFill>
                  <a:srgbClr val="000000"/>
                </a:solidFill>
                <a:latin typeface="Times New Roman" panose="02020603050405020304" pitchFamily="18" charset="0"/>
                <a:ea typeface="楷体_GB2312" pitchFamily="49" charset="-122"/>
              </a:rPr>
              <a:t> … </a:t>
            </a:r>
            <a:r>
              <a:rPr lang="en-US" altLang="zh-CN" sz="2000" i="1" kern="0" dirty="0">
                <a:solidFill>
                  <a:srgbClr val="000000"/>
                </a:solidFill>
                <a:latin typeface="Times New Roman" panose="02020603050405020304" pitchFamily="18" charset="0"/>
                <a:ea typeface="楷体_GB2312" pitchFamily="49" charset="-122"/>
              </a:rPr>
              <a:t>a</a:t>
            </a:r>
            <a:r>
              <a:rPr lang="en-US" altLang="zh-CN" sz="2000" kern="0" dirty="0">
                <a:solidFill>
                  <a:srgbClr val="000000"/>
                </a:solidFill>
                <a:latin typeface="Times New Roman" panose="02020603050405020304" pitchFamily="18" charset="0"/>
                <a:ea typeface="楷体_GB2312" pitchFamily="49" charset="-122"/>
              </a:rPr>
              <a:t> … </a:t>
            </a:r>
            <a:r>
              <a:rPr lang="en-US" altLang="zh-CN" sz="2000" i="1" kern="0" dirty="0" err="1">
                <a:solidFill>
                  <a:srgbClr val="0000FF"/>
                </a:solidFill>
                <a:latin typeface="Times New Roman" panose="02020603050405020304" pitchFamily="18" charset="0"/>
                <a:ea typeface="楷体_GB2312" pitchFamily="49" charset="-122"/>
              </a:rPr>
              <a:t>readarray</a:t>
            </a:r>
            <a:r>
              <a:rPr lang="en-US" altLang="zh-CN" sz="2000" kern="0" dirty="0">
                <a:solidFill>
                  <a:srgbClr val="0000FF"/>
                </a:solidFill>
                <a:latin typeface="Times New Roman" panose="02020603050405020304" pitchFamily="18" charset="0"/>
                <a:ea typeface="楷体_GB2312" pitchFamily="49" charset="-122"/>
              </a:rPr>
              <a:t> </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FF"/>
                </a:solidFill>
                <a:latin typeface="Times New Roman" panose="02020603050405020304" pitchFamily="18" charset="0"/>
                <a:ea typeface="楷体_GB2312" pitchFamily="49" charset="-122"/>
              </a:rPr>
              <a:t>quicksort</a:t>
            </a:r>
            <a:r>
              <a:rPr lang="en-US" altLang="zh-CN" sz="2000" kern="0" dirty="0">
                <a:solidFill>
                  <a:srgbClr val="0000FF"/>
                </a:solidFill>
                <a:latin typeface="Times New Roman" panose="02020603050405020304" pitchFamily="18" charset="0"/>
                <a:ea typeface="楷体_GB2312" pitchFamily="49" charset="-122"/>
              </a:rPr>
              <a:t> </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end</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FF"/>
                </a:solidFill>
                <a:latin typeface="Times New Roman" panose="02020603050405020304" pitchFamily="18" charset="0"/>
                <a:ea typeface="楷体_GB2312" pitchFamily="49" charset="-122"/>
              </a:rPr>
              <a:t>sort</a:t>
            </a:r>
            <a:r>
              <a:rPr lang="en-US" altLang="zh-CN" sz="2000" kern="0" dirty="0">
                <a:solidFill>
                  <a:srgbClr val="000000"/>
                </a:solidFill>
                <a:latin typeface="Times New Roman" panose="02020603050405020304" pitchFamily="18" charset="0"/>
                <a:ea typeface="楷体_GB2312" pitchFamily="49" charset="-122"/>
              </a:rPr>
              <a:t>}</a:t>
            </a:r>
            <a:r>
              <a:rPr lang="zh-CN" altLang="en-US" sz="2000" kern="0" dirty="0">
                <a:solidFill>
                  <a:srgbClr val="000000"/>
                </a:solidFill>
                <a:latin typeface="Times New Roman" panose="02020603050405020304" pitchFamily="18" charset="0"/>
                <a:ea typeface="楷体_GB2312" pitchFamily="49" charset="-122"/>
              </a:rPr>
              <a:t>；</a:t>
            </a:r>
            <a:endParaRPr lang="en-US" altLang="zh-CN" sz="2000" kern="0" dirty="0">
              <a:solidFill>
                <a:srgbClr val="000000"/>
              </a:solidFill>
              <a:latin typeface="Times New Roman" panose="02020603050405020304" pitchFamily="18" charset="0"/>
              <a:ea typeface="楷体_GB2312" pitchFamily="49" charset="-122"/>
            </a:endParaRPr>
          </a:p>
        </p:txBody>
      </p:sp>
      <p:sp>
        <p:nvSpPr>
          <p:cNvPr id="3" name="灯片编号占位符 2"/>
          <p:cNvSpPr>
            <a:spLocks noGrp="1"/>
          </p:cNvSpPr>
          <p:nvPr>
            <p:ph type="sldNum" sz="quarter" idx="12"/>
          </p:nvPr>
        </p:nvSpPr>
        <p:spPr/>
        <p:txBody>
          <a:bodyPr/>
          <a:lstStyle/>
          <a:p>
            <a:pPr>
              <a:defRPr/>
            </a:pPr>
            <a:fld id="{64CF1D47-2B30-44A6-81DA-EC28584A641A}" type="slidenum">
              <a:rPr lang="zh-CN" altLang="en-US" smtClean="0"/>
              <a:pPr>
                <a:defRPr/>
              </a:pPr>
              <a:t>9</a:t>
            </a:fld>
            <a:endParaRPr lang="en-US" altLang="zh-CN" dirty="0"/>
          </a:p>
        </p:txBody>
      </p:sp>
    </p:spTree>
    <p:extLst>
      <p:ext uri="{BB962C8B-B14F-4D97-AF65-F5344CB8AC3E}">
        <p14:creationId xmlns:p14="http://schemas.microsoft.com/office/powerpoint/2010/main" val="339090965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3"/>
          <p:cNvSpPr>
            <a:spLocks noGrp="1" noChangeArrowheads="1"/>
          </p:cNvSpPr>
          <p:nvPr>
            <p:ph idx="1"/>
          </p:nvPr>
        </p:nvSpPr>
        <p:spPr>
          <a:xfrm>
            <a:off x="376237" y="555526"/>
            <a:ext cx="8391525" cy="4368800"/>
          </a:xfrm>
        </p:spPr>
        <p:txBody>
          <a:bodyPr/>
          <a:lstStyle/>
          <a:p>
            <a:pPr>
              <a:lnSpc>
                <a:spcPts val="3800"/>
              </a:lnSpc>
              <a:buClrTx/>
              <a:buFont typeface="Wingdings" pitchFamily="2" charset="2"/>
              <a:buChar char="Ø"/>
              <a:defRPr/>
            </a:pPr>
            <a:r>
              <a:rPr lang="zh-CN" altLang="en-US" sz="2000" b="1" dirty="0">
                <a:solidFill>
                  <a:schemeClr val="tx1"/>
                </a:solidFill>
                <a:cs typeface="Times New Roman" pitchFamily="18" charset="0"/>
              </a:rPr>
              <a:t>静态作用域规则：规定了程序中变量的作用范围在</a:t>
            </a:r>
            <a:r>
              <a:rPr lang="zh-CN" altLang="en-US" sz="2000" b="1" dirty="0">
                <a:solidFill>
                  <a:srgbClr val="FF0000"/>
                </a:solidFill>
                <a:cs typeface="Times New Roman" pitchFamily="18" charset="0"/>
              </a:rPr>
              <a:t>编译</a:t>
            </a:r>
            <a:r>
              <a:rPr lang="zh-CN" altLang="en-US" sz="2000" b="1" dirty="0">
                <a:solidFill>
                  <a:schemeClr val="tx1"/>
                </a:solidFill>
                <a:cs typeface="Times New Roman" pitchFamily="18" charset="0"/>
              </a:rPr>
              <a:t>时确定，这种作用范围不随着程序运行而改变</a:t>
            </a:r>
            <a:r>
              <a:rPr lang="zh-CN" altLang="en-US" sz="2000" dirty="0"/>
              <a:t>。</a:t>
            </a:r>
            <a:r>
              <a:rPr lang="zh-CN" altLang="en-US" sz="2000" b="1" dirty="0">
                <a:solidFill>
                  <a:schemeClr val="tx1"/>
                </a:solidFill>
                <a:cs typeface="Times New Roman" pitchFamily="18" charset="0"/>
              </a:rPr>
              <a:t>外层作用域优先级：如果在内层作用域中没有定义某个变量，则会向外层作用域查找，直到全局作用域为止。</a:t>
            </a:r>
            <a:endParaRPr lang="en-US" altLang="zh-CN" sz="2000" b="1" dirty="0">
              <a:solidFill>
                <a:schemeClr val="tx1"/>
              </a:solidFill>
              <a:cs typeface="Times New Roman" pitchFamily="18" charset="0"/>
            </a:endParaRPr>
          </a:p>
          <a:p>
            <a:pPr>
              <a:lnSpc>
                <a:spcPts val="3800"/>
              </a:lnSpc>
              <a:buClrTx/>
              <a:buFont typeface="Wingdings" pitchFamily="2" charset="2"/>
              <a:buChar char="Ø"/>
              <a:defRPr/>
            </a:pPr>
            <a:r>
              <a:rPr lang="zh-CN" altLang="en-US" sz="2000" b="1" dirty="0">
                <a:solidFill>
                  <a:schemeClr val="tx1"/>
                </a:solidFill>
                <a:cs typeface="Times New Roman" pitchFamily="18" charset="0"/>
              </a:rPr>
              <a:t>访问链负责在运行时支持静态作用域规则，支持变量在嵌套作用域间的查找和绑定</a:t>
            </a:r>
            <a:endParaRPr lang="en-US" altLang="zh-CN" sz="2000" b="1" dirty="0">
              <a:solidFill>
                <a:schemeClr val="tx1"/>
              </a:solidFill>
              <a:cs typeface="Times New Roman" pitchFamily="18" charset="0"/>
            </a:endParaRPr>
          </a:p>
          <a:p>
            <a:pPr>
              <a:lnSpc>
                <a:spcPts val="3800"/>
              </a:lnSpc>
              <a:buClrTx/>
              <a:buFont typeface="Wingdings" pitchFamily="2" charset="2"/>
              <a:buChar char="Ø"/>
              <a:defRPr/>
            </a:pPr>
            <a:r>
              <a:rPr lang="zh-CN" altLang="en-US" sz="2000" b="1" dirty="0">
                <a:solidFill>
                  <a:schemeClr val="tx1"/>
                </a:solidFill>
                <a:cs typeface="Times New Roman" pitchFamily="18" charset="0"/>
              </a:rPr>
              <a:t>可以在相互嵌套的过程的活动记录之间建立一种称为</a:t>
            </a:r>
            <a:r>
              <a:rPr lang="zh-CN" altLang="en-US" sz="2000" b="1" dirty="0">
                <a:solidFill>
                  <a:srgbClr val="FF0000"/>
                </a:solidFill>
                <a:cs typeface="Times New Roman" pitchFamily="18" charset="0"/>
              </a:rPr>
              <a:t>访问链</a:t>
            </a:r>
            <a:r>
              <a:rPr lang="en-US" altLang="zh-CN" sz="1600" b="1" dirty="0">
                <a:solidFill>
                  <a:prstClr val="black"/>
                </a:solidFill>
                <a:cs typeface="Times New Roman" pitchFamily="18" charset="0"/>
              </a:rPr>
              <a:t>(</a:t>
            </a:r>
            <a:r>
              <a:rPr lang="en-US" altLang="zh-CN" sz="1600" b="1" i="1" dirty="0">
                <a:solidFill>
                  <a:prstClr val="black"/>
                </a:solidFill>
                <a:cs typeface="Times New Roman" pitchFamily="18" charset="0"/>
              </a:rPr>
              <a:t>Access link</a:t>
            </a:r>
            <a:r>
              <a:rPr lang="en-US" altLang="zh-CN" sz="1600" b="1" dirty="0">
                <a:solidFill>
                  <a:prstClr val="black"/>
                </a:solidFill>
                <a:ea typeface="楷体_GB2312"/>
                <a:cs typeface="Times New Roman" pitchFamily="18" charset="0"/>
              </a:rPr>
              <a:t>)</a:t>
            </a:r>
            <a:r>
              <a:rPr lang="zh-CN" altLang="en-US" sz="2000" b="1" dirty="0">
                <a:solidFill>
                  <a:schemeClr val="tx1"/>
                </a:solidFill>
                <a:cs typeface="Times New Roman" pitchFamily="18" charset="0"/>
              </a:rPr>
              <a:t>的指针，使得内嵌的过程可以访问外层过程中声明的对象</a:t>
            </a:r>
            <a:endParaRPr lang="en-US" altLang="zh-CN" sz="2000" b="1" dirty="0">
              <a:solidFill>
                <a:schemeClr val="tx1"/>
              </a:solidFill>
              <a:cs typeface="Times New Roman" pitchFamily="18" charset="0"/>
            </a:endParaRPr>
          </a:p>
          <a:p>
            <a:pPr lvl="1">
              <a:lnSpc>
                <a:spcPts val="3800"/>
              </a:lnSpc>
              <a:buClrTx/>
              <a:buFont typeface="Wingdings" pitchFamily="2" charset="2"/>
              <a:buChar char="Ø"/>
              <a:defRPr/>
            </a:pPr>
            <a:r>
              <a:rPr lang="zh-CN" altLang="en-US" sz="2000" b="1" dirty="0">
                <a:solidFill>
                  <a:schemeClr val="tx1"/>
                </a:solidFill>
                <a:cs typeface="Times New Roman" pitchFamily="18" charset="0"/>
              </a:rPr>
              <a:t>如果过程</a:t>
            </a:r>
            <a:r>
              <a:rPr lang="en-US" altLang="zh-CN" sz="2000" b="1" i="1" dirty="0">
                <a:solidFill>
                  <a:schemeClr val="tx1"/>
                </a:solidFill>
                <a:cs typeface="Times New Roman" pitchFamily="18" charset="0"/>
              </a:rPr>
              <a:t>b</a:t>
            </a:r>
            <a:r>
              <a:rPr lang="zh-CN" altLang="en-US" sz="2000" b="1" dirty="0">
                <a:solidFill>
                  <a:schemeClr val="tx1"/>
                </a:solidFill>
                <a:cs typeface="Times New Roman" pitchFamily="18" charset="0"/>
              </a:rPr>
              <a:t>在源代码中</a:t>
            </a:r>
            <a:r>
              <a:rPr lang="zh-CN" altLang="en-US" sz="2000" b="1" dirty="0">
                <a:solidFill>
                  <a:schemeClr val="tx2">
                    <a:lumMod val="60000"/>
                    <a:lumOff val="40000"/>
                  </a:schemeClr>
                </a:solidFill>
                <a:cs typeface="Times New Roman" pitchFamily="18" charset="0"/>
              </a:rPr>
              <a:t>直接嵌套</a:t>
            </a:r>
            <a:r>
              <a:rPr lang="zh-CN" altLang="en-US" sz="2000" b="1" dirty="0">
                <a:solidFill>
                  <a:schemeClr val="tx1"/>
                </a:solidFill>
                <a:cs typeface="Times New Roman" pitchFamily="18" charset="0"/>
              </a:rPr>
              <a:t>在过程</a:t>
            </a:r>
            <a:r>
              <a:rPr lang="en-US" altLang="zh-CN" sz="2000" b="1" i="1" dirty="0">
                <a:solidFill>
                  <a:schemeClr val="tx1"/>
                </a:solidFill>
                <a:cs typeface="Times New Roman" pitchFamily="18" charset="0"/>
              </a:rPr>
              <a:t>a</a:t>
            </a:r>
            <a:r>
              <a:rPr lang="zh-CN" altLang="en-US" sz="2000" b="1" dirty="0">
                <a:solidFill>
                  <a:schemeClr val="tx1"/>
                </a:solidFill>
                <a:cs typeface="Times New Roman" pitchFamily="18" charset="0"/>
              </a:rPr>
              <a:t>中</a:t>
            </a:r>
            <a:r>
              <a:rPr lang="en-US" altLang="zh-CN" sz="2000" b="1" dirty="0">
                <a:solidFill>
                  <a:schemeClr val="tx1"/>
                </a:solidFill>
                <a:cs typeface="Times New Roman" pitchFamily="18" charset="0"/>
              </a:rPr>
              <a:t>(</a:t>
            </a:r>
            <a:r>
              <a:rPr lang="en-US" altLang="zh-CN" sz="2000" b="1" i="1" dirty="0">
                <a:solidFill>
                  <a:schemeClr val="tx1"/>
                </a:solidFill>
                <a:cs typeface="Times New Roman" pitchFamily="18" charset="0"/>
              </a:rPr>
              <a:t>b</a:t>
            </a:r>
            <a:r>
              <a:rPr lang="zh-CN" altLang="en-US" sz="2000" b="1" dirty="0">
                <a:solidFill>
                  <a:schemeClr val="tx1"/>
                </a:solidFill>
                <a:cs typeface="Times New Roman" pitchFamily="18" charset="0"/>
              </a:rPr>
              <a:t>的嵌套深度比</a:t>
            </a:r>
            <a:r>
              <a:rPr lang="en-US" altLang="zh-CN" sz="2000" b="1" i="1" dirty="0">
                <a:solidFill>
                  <a:schemeClr val="tx1"/>
                </a:solidFill>
                <a:cs typeface="Times New Roman" pitchFamily="18" charset="0"/>
              </a:rPr>
              <a:t>a</a:t>
            </a:r>
            <a:r>
              <a:rPr lang="zh-CN" altLang="en-US" sz="2000" b="1" dirty="0">
                <a:solidFill>
                  <a:schemeClr val="tx1"/>
                </a:solidFill>
                <a:cs typeface="Times New Roman" pitchFamily="18" charset="0"/>
              </a:rPr>
              <a:t>的嵌套深度多</a:t>
            </a:r>
            <a:r>
              <a:rPr lang="en-US" altLang="zh-CN" sz="2000" b="1" dirty="0">
                <a:solidFill>
                  <a:schemeClr val="tx1"/>
                </a:solidFill>
                <a:cs typeface="Times New Roman" pitchFamily="18" charset="0"/>
              </a:rPr>
              <a:t>1)</a:t>
            </a:r>
            <a:r>
              <a:rPr lang="zh-CN" altLang="en-US" sz="2000" b="1" dirty="0">
                <a:solidFill>
                  <a:schemeClr val="tx1"/>
                </a:solidFill>
                <a:cs typeface="Times New Roman" pitchFamily="18" charset="0"/>
              </a:rPr>
              <a:t>，那么</a:t>
            </a:r>
            <a:r>
              <a:rPr lang="en-US" altLang="zh-CN" sz="2000" b="1" i="1" dirty="0">
                <a:solidFill>
                  <a:schemeClr val="tx1"/>
                </a:solidFill>
                <a:cs typeface="Times New Roman" pitchFamily="18" charset="0"/>
              </a:rPr>
              <a:t>b</a:t>
            </a:r>
            <a:r>
              <a:rPr lang="zh-CN" altLang="en-US" sz="2000" b="1" dirty="0">
                <a:solidFill>
                  <a:schemeClr val="tx1"/>
                </a:solidFill>
                <a:cs typeface="Times New Roman" pitchFamily="18" charset="0"/>
              </a:rPr>
              <a:t>的</a:t>
            </a:r>
            <a:r>
              <a:rPr lang="zh-CN" altLang="en-US" sz="2000" b="1" dirty="0">
                <a:solidFill>
                  <a:schemeClr val="tx2">
                    <a:lumMod val="60000"/>
                    <a:lumOff val="40000"/>
                  </a:schemeClr>
                </a:solidFill>
                <a:cs typeface="Times New Roman" pitchFamily="18" charset="0"/>
              </a:rPr>
              <a:t>任何</a:t>
            </a:r>
            <a:r>
              <a:rPr lang="zh-CN" altLang="en-US" sz="2000" b="1" dirty="0">
                <a:solidFill>
                  <a:schemeClr val="tx1"/>
                </a:solidFill>
                <a:cs typeface="Times New Roman" pitchFamily="18" charset="0"/>
              </a:rPr>
              <a:t>活动中的访问链都指向</a:t>
            </a:r>
            <a:r>
              <a:rPr lang="zh-CN" altLang="en-US" sz="2000" b="1" dirty="0">
                <a:solidFill>
                  <a:schemeClr val="tx2">
                    <a:lumMod val="60000"/>
                    <a:lumOff val="40000"/>
                  </a:schemeClr>
                </a:solidFill>
                <a:cs typeface="Times New Roman" pitchFamily="18" charset="0"/>
              </a:rPr>
              <a:t>最近的</a:t>
            </a:r>
            <a:r>
              <a:rPr lang="en-US" altLang="zh-CN" sz="2000" b="1" i="1" dirty="0">
                <a:solidFill>
                  <a:schemeClr val="tx1"/>
                </a:solidFill>
                <a:cs typeface="Times New Roman" pitchFamily="18" charset="0"/>
              </a:rPr>
              <a:t>a</a:t>
            </a:r>
            <a:r>
              <a:rPr lang="zh-CN" altLang="en-US" sz="2000" b="1" dirty="0">
                <a:solidFill>
                  <a:schemeClr val="tx1"/>
                </a:solidFill>
                <a:cs typeface="Times New Roman" pitchFamily="18" charset="0"/>
              </a:rPr>
              <a:t>的活动</a:t>
            </a:r>
            <a:endParaRPr lang="en-US" altLang="zh-CN" sz="2000" b="1" dirty="0">
              <a:solidFill>
                <a:schemeClr val="tx1"/>
              </a:solidFill>
              <a:cs typeface="Times New Roman" pitchFamily="18" charset="0"/>
            </a:endParaRPr>
          </a:p>
          <a:p>
            <a:pPr lvl="1">
              <a:lnSpc>
                <a:spcPts val="4000"/>
              </a:lnSpc>
              <a:buClrTx/>
              <a:buFont typeface="Wingdings" pitchFamily="2" charset="2"/>
              <a:buChar char="Ø"/>
              <a:defRPr/>
            </a:pPr>
            <a:endParaRPr lang="en-US" altLang="zh-CN" sz="2000" b="1" dirty="0">
              <a:solidFill>
                <a:schemeClr val="tx1"/>
              </a:solidFill>
              <a:cs typeface="Times New Roman" pitchFamily="18" charset="0"/>
            </a:endParaRPr>
          </a:p>
        </p:txBody>
      </p:sp>
      <p:sp>
        <p:nvSpPr>
          <p:cNvPr id="100355" name="Rectangle 2"/>
          <p:cNvSpPr>
            <a:spLocks noGrp="1" noChangeArrowheads="1"/>
          </p:cNvSpPr>
          <p:nvPr>
            <p:ph type="title"/>
          </p:nvPr>
        </p:nvSpPr>
        <p:spPr>
          <a:xfrm>
            <a:off x="755650" y="195486"/>
            <a:ext cx="7931150" cy="358775"/>
          </a:xfrm>
        </p:spPr>
        <p:txBody>
          <a:bodyPr/>
          <a:lstStyle/>
          <a:p>
            <a:pPr eaLnBrk="1" hangingPunct="1"/>
            <a:r>
              <a:rPr lang="zh-CN" altLang="en-US" sz="30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访问链</a:t>
            </a:r>
            <a:r>
              <a:rPr lang="en-US" altLang="zh-CN" sz="30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500" dirty="0">
                <a:solidFill>
                  <a:schemeClr val="tx1"/>
                </a:solidFill>
                <a:ea typeface="微软雅黑" panose="020B0503020204020204" pitchFamily="34" charset="-122"/>
                <a:cs typeface="Times New Roman" panose="02020603050405020304" pitchFamily="18" charset="0"/>
              </a:rPr>
              <a:t>(</a:t>
            </a:r>
            <a:r>
              <a:rPr lang="en-US" altLang="zh-CN" sz="2500" i="1" dirty="0">
                <a:solidFill>
                  <a:schemeClr val="tx1"/>
                </a:solidFill>
                <a:ea typeface="微软雅黑" panose="020B0503020204020204" pitchFamily="34" charset="-122"/>
                <a:cs typeface="Times New Roman" panose="02020603050405020304" pitchFamily="18" charset="0"/>
              </a:rPr>
              <a:t>Access Links</a:t>
            </a:r>
            <a:r>
              <a:rPr lang="en-US" altLang="zh-CN" sz="2500" dirty="0">
                <a:solidFill>
                  <a:schemeClr val="tx1"/>
                </a:solidFill>
                <a:ea typeface="楷体_GB2312"/>
                <a:cs typeface="Times New Roman" panose="02020603050405020304" pitchFamily="18" charset="0"/>
              </a:rPr>
              <a:t>)</a:t>
            </a:r>
            <a:endParaRPr lang="zh-CN" altLang="en-US" sz="2500" dirty="0">
              <a:solidFill>
                <a:schemeClr val="tx1"/>
              </a:solidFill>
              <a:ea typeface="楷体_GB2312"/>
              <a:cs typeface="Times New Roman" panose="02020603050405020304" pitchFamily="18" charset="0"/>
            </a:endParaRPr>
          </a:p>
        </p:txBody>
      </p:sp>
      <p:sp>
        <p:nvSpPr>
          <p:cNvPr id="2" name="灯片编号占位符 1"/>
          <p:cNvSpPr>
            <a:spLocks noGrp="1"/>
          </p:cNvSpPr>
          <p:nvPr>
            <p:ph type="sldNum" sz="quarter" idx="12"/>
          </p:nvPr>
        </p:nvSpPr>
        <p:spPr/>
        <p:txBody>
          <a:bodyPr/>
          <a:lstStyle/>
          <a:p>
            <a:pPr>
              <a:defRPr/>
            </a:pPr>
            <a:fld id="{64CF1D47-2B30-44A6-81DA-EC28584A641A}" type="slidenum">
              <a:rPr lang="zh-CN" altLang="en-US" smtClean="0"/>
              <a:pPr>
                <a:defRPr/>
              </a:pPr>
              <a:t>10</a:t>
            </a:fld>
            <a:endParaRPr lang="en-US" altLang="zh-CN" dirty="0"/>
          </a:p>
        </p:txBody>
      </p:sp>
    </p:spTree>
    <p:extLst>
      <p:ext uri="{BB962C8B-B14F-4D97-AF65-F5344CB8AC3E}">
        <p14:creationId xmlns:p14="http://schemas.microsoft.com/office/powerpoint/2010/main" val="212017326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nodeType="clickEffect">
                                  <p:stCondLst>
                                    <p:cond delay="0"/>
                                  </p:stCondLst>
                                  <p:childTnLst>
                                    <p:set>
                                      <p:cBhvr>
                                        <p:cTn id="6" dur="1" fill="hold">
                                          <p:stCondLst>
                                            <p:cond delay="0"/>
                                          </p:stCondLst>
                                        </p:cTn>
                                        <p:tgtEl>
                                          <p:spTgt spid="45059">
                                            <p:txEl>
                                              <p:pRg st="2" end="2"/>
                                            </p:txEl>
                                          </p:spTgt>
                                        </p:tgtEl>
                                        <p:attrNameLst>
                                          <p:attrName>style.visibility</p:attrName>
                                        </p:attrNameLst>
                                      </p:cBhvr>
                                      <p:to>
                                        <p:strVal val="visible"/>
                                      </p:to>
                                    </p:set>
                                    <p:anim calcmode="lin" valueType="num">
                                      <p:cBhvr>
                                        <p:cTn id="7" dur="500" fill="hold"/>
                                        <p:tgtEl>
                                          <p:spTgt spid="45059">
                                            <p:txEl>
                                              <p:pRg st="2" end="2"/>
                                            </p:txEl>
                                          </p:spTgt>
                                        </p:tgtEl>
                                        <p:attrNameLst>
                                          <p:attrName>ppt_w</p:attrName>
                                        </p:attrNameLst>
                                      </p:cBhvr>
                                      <p:tavLst>
                                        <p:tav tm="0">
                                          <p:val>
                                            <p:fltVal val="0"/>
                                          </p:val>
                                        </p:tav>
                                        <p:tav tm="100000">
                                          <p:val>
                                            <p:strVal val="#ppt_w"/>
                                          </p:val>
                                        </p:tav>
                                      </p:tavLst>
                                    </p:anim>
                                    <p:anim calcmode="lin" valueType="num">
                                      <p:cBhvr>
                                        <p:cTn id="8" dur="500" fill="hold"/>
                                        <p:tgtEl>
                                          <p:spTgt spid="45059">
                                            <p:txEl>
                                              <p:pRg st="2" end="2"/>
                                            </p:txEl>
                                          </p:spTgt>
                                        </p:tgtEl>
                                        <p:attrNameLst>
                                          <p:attrName>ppt_h</p:attrName>
                                        </p:attrNameLst>
                                      </p:cBhvr>
                                      <p:tavLst>
                                        <p:tav tm="0">
                                          <p:val>
                                            <p:fltVal val="0"/>
                                          </p:val>
                                        </p:tav>
                                        <p:tav tm="100000">
                                          <p:val>
                                            <p:strVal val="#ppt_h"/>
                                          </p:val>
                                        </p:tav>
                                      </p:tavLst>
                                    </p:anim>
                                    <p:animEffect transition="in" filter="fade">
                                      <p:cBhvr>
                                        <p:cTn id="9" dur="500"/>
                                        <p:tgtEl>
                                          <p:spTgt spid="45059">
                                            <p:txEl>
                                              <p:pRg st="2" end="2"/>
                                            </p:txEl>
                                          </p:spTgt>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0" fill="hold" nodeType="clickEffect">
                                  <p:stCondLst>
                                    <p:cond delay="0"/>
                                  </p:stCondLst>
                                  <p:childTnLst>
                                    <p:set>
                                      <p:cBhvr>
                                        <p:cTn id="13" dur="1" fill="hold">
                                          <p:stCondLst>
                                            <p:cond delay="0"/>
                                          </p:stCondLst>
                                        </p:cTn>
                                        <p:tgtEl>
                                          <p:spTgt spid="45059">
                                            <p:txEl>
                                              <p:pRg st="3" end="3"/>
                                            </p:txEl>
                                          </p:spTgt>
                                        </p:tgtEl>
                                        <p:attrNameLst>
                                          <p:attrName>style.visibility</p:attrName>
                                        </p:attrNameLst>
                                      </p:cBhvr>
                                      <p:to>
                                        <p:strVal val="visible"/>
                                      </p:to>
                                    </p:set>
                                    <p:anim calcmode="lin" valueType="num">
                                      <p:cBhvr>
                                        <p:cTn id="14" dur="500" fill="hold"/>
                                        <p:tgtEl>
                                          <p:spTgt spid="45059">
                                            <p:txEl>
                                              <p:pRg st="3" end="3"/>
                                            </p:txEl>
                                          </p:spTgt>
                                        </p:tgtEl>
                                        <p:attrNameLst>
                                          <p:attrName>ppt_w</p:attrName>
                                        </p:attrNameLst>
                                      </p:cBhvr>
                                      <p:tavLst>
                                        <p:tav tm="0">
                                          <p:val>
                                            <p:fltVal val="0"/>
                                          </p:val>
                                        </p:tav>
                                        <p:tav tm="100000">
                                          <p:val>
                                            <p:strVal val="#ppt_w"/>
                                          </p:val>
                                        </p:tav>
                                      </p:tavLst>
                                    </p:anim>
                                    <p:anim calcmode="lin" valueType="num">
                                      <p:cBhvr>
                                        <p:cTn id="15" dur="500" fill="hold"/>
                                        <p:tgtEl>
                                          <p:spTgt spid="45059">
                                            <p:txEl>
                                              <p:pRg st="3" end="3"/>
                                            </p:txEl>
                                          </p:spTgt>
                                        </p:tgtEl>
                                        <p:attrNameLst>
                                          <p:attrName>ppt_h</p:attrName>
                                        </p:attrNameLst>
                                      </p:cBhvr>
                                      <p:tavLst>
                                        <p:tav tm="0">
                                          <p:val>
                                            <p:fltVal val="0"/>
                                          </p:val>
                                        </p:tav>
                                        <p:tav tm="100000">
                                          <p:val>
                                            <p:strVal val="#ppt_h"/>
                                          </p:val>
                                        </p:tav>
                                      </p:tavLst>
                                    </p:anim>
                                    <p:animEffect transition="in" filter="fade">
                                      <p:cBhvr>
                                        <p:cTn id="16" dur="500"/>
                                        <p:tgtEl>
                                          <p:spTgt spid="4505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17"/>
          <p:cNvSpPr>
            <a:spLocks noChangeArrowheads="1"/>
          </p:cNvSpPr>
          <p:nvPr/>
        </p:nvSpPr>
        <p:spPr bwMode="auto">
          <a:xfrm>
            <a:off x="6553200" y="1381125"/>
            <a:ext cx="101123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just"/>
            <a:r>
              <a:rPr lang="en-US" altLang="zh-CN" sz="1800" i="1">
                <a:solidFill>
                  <a:srgbClr val="000000"/>
                </a:solidFill>
                <a:ea typeface="宋体" panose="02010600030101010101" pitchFamily="2" charset="-122"/>
              </a:rPr>
              <a:t>s</a:t>
            </a:r>
          </a:p>
        </p:txBody>
      </p:sp>
      <p:sp>
        <p:nvSpPr>
          <p:cNvPr id="104451" name="Rectangle 31"/>
          <p:cNvSpPr>
            <a:spLocks noChangeArrowheads="1"/>
          </p:cNvSpPr>
          <p:nvPr/>
        </p:nvSpPr>
        <p:spPr bwMode="auto">
          <a:xfrm>
            <a:off x="5753100" y="928688"/>
            <a:ext cx="2105025" cy="48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eaLnBrk="1" hangingPunct="1"/>
            <a:r>
              <a:rPr lang="zh-CN" altLang="en-US" sz="2700">
                <a:solidFill>
                  <a:srgbClr val="2D83F4"/>
                </a:solidFill>
                <a:latin typeface="楷体" panose="02010609060101010101" pitchFamily="49" charset="-122"/>
                <a:ea typeface="楷体" panose="02010609060101010101" pitchFamily="49" charset="-122"/>
                <a:cs typeface="Times New Roman" panose="02020603050405020304" pitchFamily="18" charset="0"/>
              </a:rPr>
              <a:t>活动树</a:t>
            </a:r>
          </a:p>
        </p:txBody>
      </p:sp>
      <p:grpSp>
        <p:nvGrpSpPr>
          <p:cNvPr id="104452" name="Group 99"/>
          <p:cNvGrpSpPr>
            <a:grpSpLocks/>
          </p:cNvGrpSpPr>
          <p:nvPr/>
        </p:nvGrpSpPr>
        <p:grpSpPr bwMode="auto">
          <a:xfrm>
            <a:off x="3898900" y="444500"/>
            <a:ext cx="923925" cy="647700"/>
            <a:chOff x="975" y="2750"/>
            <a:chExt cx="776" cy="544"/>
          </a:xfrm>
        </p:grpSpPr>
        <p:sp>
          <p:nvSpPr>
            <p:cNvPr id="18" name="Rectangle 135"/>
            <p:cNvSpPr>
              <a:spLocks noChangeArrowheads="1"/>
            </p:cNvSpPr>
            <p:nvPr/>
          </p:nvSpPr>
          <p:spPr bwMode="auto">
            <a:xfrm>
              <a:off x="978" y="2775"/>
              <a:ext cx="773" cy="519"/>
            </a:xfrm>
            <a:prstGeom prst="rect">
              <a:avLst/>
            </a:prstGeom>
            <a:noFill/>
            <a:ln w="25400">
              <a:solidFill>
                <a:schemeClr val="tx2">
                  <a:lumMod val="60000"/>
                  <a:lumOff val="40000"/>
                </a:schemeClr>
              </a:solidFill>
              <a:miter lim="800000"/>
              <a:headEnd/>
              <a:tailEnd/>
            </a:ln>
          </p:spPr>
          <p:txBody>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spcBef>
                  <a:spcPct val="0"/>
                </a:spcBef>
                <a:buClrTx/>
                <a:buSzTx/>
                <a:buFontTx/>
                <a:buNone/>
                <a:defRPr/>
              </a:pPr>
              <a:endParaRPr lang="zh-CN" altLang="en-US" sz="1200" b="0">
                <a:solidFill>
                  <a:prstClr val="black"/>
                </a:solidFill>
                <a:latin typeface="Times New Roman" panose="02020603050405020304" pitchFamily="18" charset="0"/>
                <a:ea typeface="楷体_GB2312" pitchFamily="49" charset="-122"/>
                <a:cs typeface="Times New Roman" panose="02020603050405020304" pitchFamily="18" charset="0"/>
              </a:endParaRPr>
            </a:p>
          </p:txBody>
        </p:sp>
        <p:sp>
          <p:nvSpPr>
            <p:cNvPr id="104459" name="Rectangle 136"/>
            <p:cNvSpPr>
              <a:spLocks noChangeArrowheads="1"/>
            </p:cNvSpPr>
            <p:nvPr/>
          </p:nvSpPr>
          <p:spPr bwMode="auto">
            <a:xfrm>
              <a:off x="975" y="2750"/>
              <a:ext cx="774"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1200" i="1">
                  <a:solidFill>
                    <a:prstClr val="black"/>
                  </a:solidFill>
                  <a:cs typeface="Times New Roman" panose="02020603050405020304" pitchFamily="18" charset="0"/>
                </a:rPr>
                <a:t>s</a:t>
              </a:r>
            </a:p>
          </p:txBody>
        </p:sp>
        <p:sp>
          <p:nvSpPr>
            <p:cNvPr id="104460" name="Rectangle 137"/>
            <p:cNvSpPr>
              <a:spLocks noChangeArrowheads="1"/>
            </p:cNvSpPr>
            <p:nvPr/>
          </p:nvSpPr>
          <p:spPr bwMode="auto">
            <a:xfrm>
              <a:off x="975" y="3113"/>
              <a:ext cx="775"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1200" i="1">
                  <a:solidFill>
                    <a:prstClr val="black"/>
                  </a:solidFill>
                  <a:cs typeface="Times New Roman" panose="02020603050405020304" pitchFamily="18" charset="0"/>
                </a:rPr>
                <a:t>a</a:t>
              </a:r>
            </a:p>
          </p:txBody>
        </p:sp>
        <p:sp>
          <p:nvSpPr>
            <p:cNvPr id="104461" name="Rectangle 138"/>
            <p:cNvSpPr>
              <a:spLocks noChangeArrowheads="1"/>
            </p:cNvSpPr>
            <p:nvPr/>
          </p:nvSpPr>
          <p:spPr bwMode="auto">
            <a:xfrm>
              <a:off x="975" y="2931"/>
              <a:ext cx="775"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zh-CN" altLang="en-US" sz="1200">
                  <a:solidFill>
                    <a:prstClr val="black"/>
                  </a:solidFill>
                  <a:latin typeface="楷体" panose="02010609060101010101" pitchFamily="49" charset="-122"/>
                  <a:ea typeface="楷体" panose="02010609060101010101" pitchFamily="49" charset="-122"/>
                  <a:cs typeface="Times New Roman" panose="02020603050405020304" pitchFamily="18" charset="0"/>
                </a:rPr>
                <a:t>访问链</a:t>
              </a:r>
            </a:p>
          </p:txBody>
        </p:sp>
        <p:sp>
          <p:nvSpPr>
            <p:cNvPr id="22" name="Line 139"/>
            <p:cNvSpPr>
              <a:spLocks noChangeShapeType="1"/>
            </p:cNvSpPr>
            <p:nvPr/>
          </p:nvSpPr>
          <p:spPr bwMode="auto">
            <a:xfrm flipV="1">
              <a:off x="975" y="2931"/>
              <a:ext cx="745" cy="1"/>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23" name="Line 140"/>
            <p:cNvSpPr>
              <a:spLocks noChangeShapeType="1"/>
            </p:cNvSpPr>
            <p:nvPr/>
          </p:nvSpPr>
          <p:spPr bwMode="auto">
            <a:xfrm flipV="1">
              <a:off x="975" y="3113"/>
              <a:ext cx="725" cy="1"/>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grpSp>
      <p:sp>
        <p:nvSpPr>
          <p:cNvPr id="104453" name="Rectangle 32"/>
          <p:cNvSpPr>
            <a:spLocks noChangeArrowheads="1"/>
          </p:cNvSpPr>
          <p:nvPr/>
        </p:nvSpPr>
        <p:spPr bwMode="auto">
          <a:xfrm>
            <a:off x="3708400" y="-73025"/>
            <a:ext cx="1249363" cy="48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eaLnBrk="1" hangingPunct="1"/>
            <a:r>
              <a:rPr lang="zh-CN" altLang="en-US" sz="2700">
                <a:solidFill>
                  <a:srgbClr val="2D83F4"/>
                </a:solidFill>
                <a:latin typeface="楷体" panose="02010609060101010101" pitchFamily="49" charset="-122"/>
                <a:ea typeface="楷体" panose="02010609060101010101" pitchFamily="49" charset="-122"/>
                <a:cs typeface="Times New Roman" panose="02020603050405020304" pitchFamily="18" charset="0"/>
              </a:rPr>
              <a:t>控制栈</a:t>
            </a:r>
          </a:p>
        </p:txBody>
      </p:sp>
      <p:grpSp>
        <p:nvGrpSpPr>
          <p:cNvPr id="104454" name="组合 113"/>
          <p:cNvGrpSpPr>
            <a:grpSpLocks/>
          </p:cNvGrpSpPr>
          <p:nvPr/>
        </p:nvGrpSpPr>
        <p:grpSpPr bwMode="auto">
          <a:xfrm>
            <a:off x="179388" y="2787650"/>
            <a:ext cx="3140075" cy="1728788"/>
            <a:chOff x="5003799" y="500048"/>
            <a:chExt cx="3282977" cy="1803794"/>
          </a:xfrm>
        </p:grpSpPr>
        <p:sp>
          <p:nvSpPr>
            <p:cNvPr id="26" name="Rectangle 4"/>
            <p:cNvSpPr>
              <a:spLocks noChangeArrowheads="1"/>
            </p:cNvSpPr>
            <p:nvPr/>
          </p:nvSpPr>
          <p:spPr bwMode="auto">
            <a:xfrm>
              <a:off x="5003799" y="500048"/>
              <a:ext cx="3282977" cy="1788886"/>
            </a:xfrm>
            <a:prstGeom prst="rect">
              <a:avLst/>
            </a:prstGeom>
            <a:solidFill>
              <a:schemeClr val="accent5">
                <a:lumMod val="60000"/>
                <a:lumOff val="40000"/>
                <a:alpha val="99000"/>
              </a:schemeClr>
            </a:solidFill>
            <a:ln w="9525">
              <a:solidFill>
                <a:schemeClr val="tx1"/>
              </a:solidFill>
              <a:miter lim="800000"/>
              <a:headEnd/>
              <a:tailEnd/>
            </a:ln>
          </p:spPr>
          <p:txBody>
            <a:bodyPr lIns="68580" tIns="34290" rIns="68580" bIns="34290"/>
            <a:lstStyle/>
            <a:p>
              <a:pPr marL="257175" indent="-257175" eaLnBrk="1" hangingPunct="1">
                <a:lnSpc>
                  <a:spcPts val="1800"/>
                </a:lnSpc>
                <a:spcBef>
                  <a:spcPct val="20000"/>
                </a:spcBef>
                <a:buClr>
                  <a:srgbClr val="5EAEFF"/>
                </a:buClr>
                <a:buSzPct val="60000"/>
                <a:defRPr/>
              </a:pPr>
              <a:r>
                <a:rPr lang="zh-CN" altLang="en-US" sz="1200" dirty="0">
                  <a:solidFill>
                    <a:prstClr val="black"/>
                  </a:solidFill>
                  <a:latin typeface="楷体_GB2312"/>
                  <a:ea typeface="楷体_GB2312"/>
                </a:rPr>
                <a:t>	</a:t>
              </a:r>
              <a:r>
                <a:rPr lang="en-US" altLang="zh-CN" dirty="0">
                  <a:solidFill>
                    <a:srgbClr val="0000FF"/>
                  </a:solidFill>
                  <a:latin typeface="Times New Roman" panose="02020603050405020304" pitchFamily="18" charset="0"/>
                  <a:ea typeface="楷体_GB2312"/>
                  <a:cs typeface="Times New Roman" pitchFamily="18" charset="0"/>
                </a:rPr>
                <a:t>      </a:t>
              </a:r>
              <a:r>
                <a:rPr lang="zh-CN" altLang="en-US" dirty="0">
                  <a:solidFill>
                    <a:srgbClr val="0000FF"/>
                  </a:solidFill>
                  <a:latin typeface="楷体" pitchFamily="49" charset="-122"/>
                  <a:ea typeface="楷体" pitchFamily="49" charset="-122"/>
                  <a:cs typeface="Times New Roman" pitchFamily="18" charset="0"/>
                </a:rPr>
                <a:t>过程	  嵌套深度</a:t>
              </a:r>
              <a:endParaRPr lang="en-US" altLang="zh-CN" dirty="0">
                <a:solidFill>
                  <a:srgbClr val="0000FF"/>
                </a:solidFill>
                <a:latin typeface="楷体" pitchFamily="49" charset="-122"/>
                <a:ea typeface="楷体" pitchFamily="49" charset="-122"/>
                <a:cs typeface="Times New Roman" pitchFamily="18" charset="0"/>
              </a:endParaRPr>
            </a:p>
            <a:p>
              <a:pPr marL="257175" indent="-257175" algn="just" eaLnBrk="1" hangingPunct="1">
                <a:lnSpc>
                  <a:spcPts val="1800"/>
                </a:lnSpc>
                <a:spcBef>
                  <a:spcPct val="20000"/>
                </a:spcBef>
                <a:buClr>
                  <a:srgbClr val="5EAEFF"/>
                </a:buClr>
                <a:buSzPct val="60000"/>
                <a:defRPr/>
              </a:pPr>
              <a:r>
                <a:rPr lang="en-US" altLang="zh-CN" i="1" dirty="0">
                  <a:solidFill>
                    <a:prstClr val="black"/>
                  </a:solidFill>
                  <a:latin typeface="Times New Roman" panose="02020603050405020304" pitchFamily="18" charset="0"/>
                  <a:ea typeface="楷体_GB2312"/>
                  <a:cs typeface="Times New Roman" pitchFamily="18" charset="0"/>
                </a:rPr>
                <a:t>sort</a:t>
              </a:r>
              <a:r>
                <a:rPr lang="en-US" altLang="zh-CN" dirty="0">
                  <a:solidFill>
                    <a:prstClr val="black"/>
                  </a:solidFill>
                  <a:latin typeface="Times New Roman" panose="02020603050405020304" pitchFamily="18" charset="0"/>
                  <a:ea typeface="楷体_GB2312"/>
                  <a:cs typeface="Times New Roman" pitchFamily="18" charset="0"/>
                </a:rPr>
                <a:t>		             1</a:t>
              </a:r>
            </a:p>
            <a:p>
              <a:pPr marL="257175" indent="-257175" algn="just" eaLnBrk="1" hangingPunct="1">
                <a:lnSpc>
                  <a:spcPts val="1800"/>
                </a:lnSpc>
                <a:spcBef>
                  <a:spcPct val="20000"/>
                </a:spcBef>
                <a:buClr>
                  <a:srgbClr val="5EAEFF"/>
                </a:buClr>
                <a:buSzPct val="60000"/>
                <a:defRPr/>
              </a:pPr>
              <a:r>
                <a:rPr lang="en-US" altLang="zh-CN" dirty="0">
                  <a:solidFill>
                    <a:prstClr val="black"/>
                  </a:solidFill>
                  <a:latin typeface="Times New Roman" panose="02020603050405020304" pitchFamily="18" charset="0"/>
                  <a:ea typeface="楷体_GB2312"/>
                  <a:cs typeface="Times New Roman" pitchFamily="18" charset="0"/>
                </a:rPr>
                <a:t>	</a:t>
              </a:r>
              <a:r>
                <a:rPr lang="en-US" altLang="zh-CN" i="1" dirty="0" err="1">
                  <a:solidFill>
                    <a:prstClr val="black"/>
                  </a:solidFill>
                  <a:latin typeface="Times New Roman" panose="02020603050405020304" pitchFamily="18" charset="0"/>
                  <a:ea typeface="楷体_GB2312"/>
                  <a:cs typeface="Times New Roman" pitchFamily="18" charset="0"/>
                </a:rPr>
                <a:t>readarray</a:t>
              </a:r>
              <a:r>
                <a:rPr lang="en-US" altLang="zh-CN" dirty="0">
                  <a:solidFill>
                    <a:prstClr val="black"/>
                  </a:solidFill>
                  <a:latin typeface="Times New Roman" panose="02020603050405020304" pitchFamily="18" charset="0"/>
                  <a:ea typeface="楷体_GB2312"/>
                  <a:cs typeface="Times New Roman" pitchFamily="18" charset="0"/>
                </a:rPr>
                <a:t>	             2</a:t>
              </a:r>
            </a:p>
            <a:p>
              <a:pPr marL="257175" indent="-257175" algn="just" eaLnBrk="1" hangingPunct="1">
                <a:lnSpc>
                  <a:spcPts val="1800"/>
                </a:lnSpc>
                <a:spcBef>
                  <a:spcPct val="20000"/>
                </a:spcBef>
                <a:buClr>
                  <a:srgbClr val="5EAEFF"/>
                </a:buClr>
                <a:buSzPct val="60000"/>
                <a:defRPr/>
              </a:pPr>
              <a:r>
                <a:rPr lang="en-US" altLang="zh-CN" dirty="0">
                  <a:solidFill>
                    <a:prstClr val="black"/>
                  </a:solidFill>
                  <a:latin typeface="Times New Roman" panose="02020603050405020304" pitchFamily="18" charset="0"/>
                  <a:ea typeface="楷体_GB2312"/>
                  <a:cs typeface="Times New Roman" pitchFamily="18" charset="0"/>
                </a:rPr>
                <a:t>	</a:t>
              </a:r>
              <a:r>
                <a:rPr lang="en-US" altLang="zh-CN" i="1" dirty="0">
                  <a:solidFill>
                    <a:prstClr val="black"/>
                  </a:solidFill>
                  <a:latin typeface="Times New Roman" panose="02020603050405020304" pitchFamily="18" charset="0"/>
                  <a:ea typeface="楷体_GB2312"/>
                  <a:cs typeface="Times New Roman" pitchFamily="18" charset="0"/>
                </a:rPr>
                <a:t>exchange</a:t>
              </a:r>
              <a:r>
                <a:rPr lang="en-US" altLang="zh-CN" dirty="0">
                  <a:solidFill>
                    <a:prstClr val="black"/>
                  </a:solidFill>
                  <a:latin typeface="Times New Roman" panose="02020603050405020304" pitchFamily="18" charset="0"/>
                  <a:ea typeface="楷体_GB2312"/>
                  <a:cs typeface="Times New Roman" pitchFamily="18" charset="0"/>
                </a:rPr>
                <a:t>	             2</a:t>
              </a:r>
            </a:p>
            <a:p>
              <a:pPr marL="257175" indent="-257175" algn="just" eaLnBrk="1" hangingPunct="1">
                <a:lnSpc>
                  <a:spcPts val="1800"/>
                </a:lnSpc>
                <a:spcBef>
                  <a:spcPct val="20000"/>
                </a:spcBef>
                <a:buClr>
                  <a:srgbClr val="5EAEFF"/>
                </a:buClr>
                <a:buSzPct val="60000"/>
                <a:defRPr/>
              </a:pPr>
              <a:r>
                <a:rPr lang="en-US" altLang="zh-CN" dirty="0">
                  <a:solidFill>
                    <a:prstClr val="black"/>
                  </a:solidFill>
                  <a:latin typeface="Times New Roman" panose="02020603050405020304" pitchFamily="18" charset="0"/>
                  <a:ea typeface="楷体_GB2312"/>
                  <a:cs typeface="Times New Roman" pitchFamily="18" charset="0"/>
                </a:rPr>
                <a:t>	</a:t>
              </a:r>
              <a:r>
                <a:rPr lang="en-US" altLang="zh-CN" i="1" dirty="0" err="1">
                  <a:solidFill>
                    <a:prstClr val="black"/>
                  </a:solidFill>
                  <a:latin typeface="Times New Roman" panose="02020603050405020304" pitchFamily="18" charset="0"/>
                  <a:ea typeface="楷体_GB2312"/>
                  <a:cs typeface="Times New Roman" pitchFamily="18" charset="0"/>
                </a:rPr>
                <a:t>quicksort</a:t>
              </a:r>
              <a:r>
                <a:rPr lang="en-US" altLang="zh-CN" dirty="0">
                  <a:solidFill>
                    <a:prstClr val="black"/>
                  </a:solidFill>
                  <a:latin typeface="Times New Roman" panose="02020603050405020304" pitchFamily="18" charset="0"/>
                  <a:ea typeface="楷体_GB2312"/>
                  <a:cs typeface="Times New Roman" pitchFamily="18" charset="0"/>
                </a:rPr>
                <a:t>	             2</a:t>
              </a:r>
            </a:p>
            <a:p>
              <a:pPr marL="257175" indent="-257175" algn="just" eaLnBrk="1" hangingPunct="1">
                <a:lnSpc>
                  <a:spcPts val="1800"/>
                </a:lnSpc>
                <a:spcBef>
                  <a:spcPct val="20000"/>
                </a:spcBef>
                <a:buClr>
                  <a:srgbClr val="5EAEFF"/>
                </a:buClr>
                <a:buSzPct val="60000"/>
                <a:defRPr/>
              </a:pPr>
              <a:r>
                <a:rPr lang="en-US" altLang="zh-CN" dirty="0">
                  <a:solidFill>
                    <a:prstClr val="black"/>
                  </a:solidFill>
                  <a:latin typeface="Times New Roman" panose="02020603050405020304" pitchFamily="18" charset="0"/>
                  <a:ea typeface="楷体_GB2312"/>
                  <a:cs typeface="Times New Roman" pitchFamily="18" charset="0"/>
                </a:rPr>
                <a:t>		</a:t>
              </a:r>
              <a:r>
                <a:rPr lang="en-US" altLang="zh-CN" i="1" dirty="0">
                  <a:solidFill>
                    <a:prstClr val="black"/>
                  </a:solidFill>
                  <a:latin typeface="Times New Roman" panose="02020603050405020304" pitchFamily="18" charset="0"/>
                  <a:ea typeface="楷体_GB2312"/>
                  <a:cs typeface="Times New Roman" pitchFamily="18" charset="0"/>
                </a:rPr>
                <a:t>partition</a:t>
              </a:r>
              <a:r>
                <a:rPr lang="en-US" altLang="zh-CN" dirty="0">
                  <a:solidFill>
                    <a:prstClr val="black"/>
                  </a:solidFill>
                  <a:latin typeface="Times New Roman" panose="02020603050405020304" pitchFamily="18" charset="0"/>
                  <a:ea typeface="楷体_GB2312"/>
                  <a:cs typeface="Times New Roman" pitchFamily="18" charset="0"/>
                </a:rPr>
                <a:t>	             3</a:t>
              </a:r>
            </a:p>
          </p:txBody>
        </p:sp>
        <p:cxnSp>
          <p:nvCxnSpPr>
            <p:cNvPr id="27" name="直接连接符 26"/>
            <p:cNvCxnSpPr/>
            <p:nvPr/>
          </p:nvCxnSpPr>
          <p:spPr>
            <a:xfrm>
              <a:off x="5003799" y="798196"/>
              <a:ext cx="32763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7143211" y="500048"/>
              <a:ext cx="0" cy="180379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灯片编号占位符 1"/>
          <p:cNvSpPr>
            <a:spLocks noGrp="1"/>
          </p:cNvSpPr>
          <p:nvPr>
            <p:ph type="sldNum" sz="quarter" idx="12"/>
          </p:nvPr>
        </p:nvSpPr>
        <p:spPr/>
        <p:txBody>
          <a:bodyPr/>
          <a:lstStyle/>
          <a:p>
            <a:pPr>
              <a:defRPr/>
            </a:pPr>
            <a:fld id="{64CF1D47-2B30-44A6-81DA-EC28584A641A}" type="slidenum">
              <a:rPr lang="zh-CN" altLang="en-US" smtClean="0"/>
              <a:pPr>
                <a:defRPr/>
              </a:pPr>
              <a:t>11</a:t>
            </a:fld>
            <a:endParaRPr lang="en-US" altLang="zh-CN" dirty="0"/>
          </a:p>
        </p:txBody>
      </p:sp>
    </p:spTree>
    <p:extLst>
      <p:ext uri="{BB962C8B-B14F-4D97-AF65-F5344CB8AC3E}">
        <p14:creationId xmlns:p14="http://schemas.microsoft.com/office/powerpoint/2010/main" val="7067076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17"/>
          <p:cNvSpPr>
            <a:spLocks noChangeArrowheads="1"/>
          </p:cNvSpPr>
          <p:nvPr/>
        </p:nvSpPr>
        <p:spPr bwMode="auto">
          <a:xfrm>
            <a:off x="6553200" y="1381125"/>
            <a:ext cx="101123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just"/>
            <a:r>
              <a:rPr lang="en-US" altLang="zh-CN" sz="1800" i="1">
                <a:solidFill>
                  <a:srgbClr val="000000"/>
                </a:solidFill>
                <a:ea typeface="宋体" panose="02010600030101010101" pitchFamily="2" charset="-122"/>
                <a:cs typeface="Times New Roman" panose="02020603050405020304" pitchFamily="18" charset="0"/>
              </a:rPr>
              <a:t>s</a:t>
            </a:r>
          </a:p>
        </p:txBody>
      </p:sp>
      <p:sp>
        <p:nvSpPr>
          <p:cNvPr id="234500" name="Rectangle 19"/>
          <p:cNvSpPr>
            <a:spLocks noChangeArrowheads="1"/>
          </p:cNvSpPr>
          <p:nvPr/>
        </p:nvSpPr>
        <p:spPr bwMode="auto">
          <a:xfrm>
            <a:off x="5495925" y="2019300"/>
            <a:ext cx="4905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just"/>
            <a:r>
              <a:rPr lang="en-US" altLang="zh-CN" sz="1800" i="1">
                <a:solidFill>
                  <a:srgbClr val="000000"/>
                </a:solidFill>
                <a:ea typeface="宋体" panose="02010600030101010101" pitchFamily="2" charset="-122"/>
                <a:cs typeface="Times New Roman" panose="02020603050405020304" pitchFamily="18" charset="0"/>
              </a:rPr>
              <a:t>r</a:t>
            </a:r>
          </a:p>
        </p:txBody>
      </p:sp>
      <p:sp>
        <p:nvSpPr>
          <p:cNvPr id="234502" name="Line 21"/>
          <p:cNvSpPr>
            <a:spLocks noChangeShapeType="1"/>
          </p:cNvSpPr>
          <p:nvPr/>
        </p:nvSpPr>
        <p:spPr bwMode="auto">
          <a:xfrm flipH="1">
            <a:off x="5684838" y="1735138"/>
            <a:ext cx="933450" cy="390525"/>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06501" name="Rectangle 31"/>
          <p:cNvSpPr>
            <a:spLocks noChangeArrowheads="1"/>
          </p:cNvSpPr>
          <p:nvPr/>
        </p:nvSpPr>
        <p:spPr bwMode="auto">
          <a:xfrm>
            <a:off x="5753100" y="928688"/>
            <a:ext cx="2105025" cy="48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eaLnBrk="1" hangingPunct="1"/>
            <a:r>
              <a:rPr lang="zh-CN" altLang="en-US" sz="2700">
                <a:solidFill>
                  <a:srgbClr val="2D83F4"/>
                </a:solidFill>
                <a:latin typeface="楷体" panose="02010609060101010101" pitchFamily="49" charset="-122"/>
                <a:ea typeface="楷体" panose="02010609060101010101" pitchFamily="49" charset="-122"/>
                <a:cs typeface="Times New Roman" panose="02020603050405020304" pitchFamily="18" charset="0"/>
              </a:rPr>
              <a:t>活动树</a:t>
            </a:r>
          </a:p>
        </p:txBody>
      </p:sp>
      <p:sp>
        <p:nvSpPr>
          <p:cNvPr id="106502" name="Rectangle 32"/>
          <p:cNvSpPr>
            <a:spLocks noChangeArrowheads="1"/>
          </p:cNvSpPr>
          <p:nvPr/>
        </p:nvSpPr>
        <p:spPr bwMode="auto">
          <a:xfrm>
            <a:off x="3708400" y="-73025"/>
            <a:ext cx="1249363" cy="48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eaLnBrk="1" hangingPunct="1"/>
            <a:r>
              <a:rPr lang="zh-CN" altLang="en-US" sz="2700">
                <a:solidFill>
                  <a:srgbClr val="2D83F4"/>
                </a:solidFill>
                <a:latin typeface="楷体" panose="02010609060101010101" pitchFamily="49" charset="-122"/>
                <a:ea typeface="楷体" panose="02010609060101010101" pitchFamily="49" charset="-122"/>
                <a:cs typeface="Times New Roman" panose="02020603050405020304" pitchFamily="18" charset="0"/>
              </a:rPr>
              <a:t>控制栈</a:t>
            </a:r>
          </a:p>
        </p:txBody>
      </p:sp>
      <p:grpSp>
        <p:nvGrpSpPr>
          <p:cNvPr id="106503" name="组合 113"/>
          <p:cNvGrpSpPr>
            <a:grpSpLocks/>
          </p:cNvGrpSpPr>
          <p:nvPr/>
        </p:nvGrpSpPr>
        <p:grpSpPr bwMode="auto">
          <a:xfrm>
            <a:off x="179388" y="2787650"/>
            <a:ext cx="3140075" cy="1728788"/>
            <a:chOff x="5003799" y="500048"/>
            <a:chExt cx="3282977" cy="1803794"/>
          </a:xfrm>
        </p:grpSpPr>
        <p:sp>
          <p:nvSpPr>
            <p:cNvPr id="12" name="Rectangle 4"/>
            <p:cNvSpPr>
              <a:spLocks noChangeArrowheads="1"/>
            </p:cNvSpPr>
            <p:nvPr/>
          </p:nvSpPr>
          <p:spPr bwMode="auto">
            <a:xfrm>
              <a:off x="5003799" y="500048"/>
              <a:ext cx="3282977" cy="1788886"/>
            </a:xfrm>
            <a:prstGeom prst="rect">
              <a:avLst/>
            </a:prstGeom>
            <a:solidFill>
              <a:schemeClr val="accent5">
                <a:lumMod val="60000"/>
                <a:lumOff val="40000"/>
              </a:schemeClr>
            </a:solidFill>
            <a:ln w="9525">
              <a:solidFill>
                <a:schemeClr val="tx1"/>
              </a:solidFill>
              <a:miter lim="800000"/>
              <a:headEnd/>
              <a:tailEnd/>
            </a:ln>
          </p:spPr>
          <p:txBody>
            <a:bodyPr lIns="68580" tIns="34290" rIns="68580" bIns="34290"/>
            <a:lstStyle/>
            <a:p>
              <a:pPr marL="257175" indent="-257175" eaLnBrk="1" hangingPunct="1">
                <a:lnSpc>
                  <a:spcPts val="1800"/>
                </a:lnSpc>
                <a:spcBef>
                  <a:spcPct val="20000"/>
                </a:spcBef>
                <a:buClr>
                  <a:srgbClr val="5EAEFF"/>
                </a:buClr>
                <a:buSzPct val="60000"/>
                <a:defRPr/>
              </a:pPr>
              <a:r>
                <a:rPr lang="zh-CN" altLang="en-US" sz="1200" dirty="0">
                  <a:solidFill>
                    <a:prstClr val="black"/>
                  </a:solidFill>
                  <a:latin typeface="楷体_GB2312"/>
                  <a:ea typeface="楷体_GB2312"/>
                </a:rPr>
                <a:t>	</a:t>
              </a:r>
              <a:r>
                <a:rPr lang="en-US" altLang="zh-CN" dirty="0">
                  <a:solidFill>
                    <a:srgbClr val="0000FF"/>
                  </a:solidFill>
                  <a:latin typeface="Times New Roman" panose="02020603050405020304" pitchFamily="18" charset="0"/>
                  <a:ea typeface="楷体_GB2312"/>
                  <a:cs typeface="Times New Roman" pitchFamily="18" charset="0"/>
                </a:rPr>
                <a:t>      </a:t>
              </a:r>
              <a:r>
                <a:rPr lang="zh-CN" altLang="en-US" dirty="0">
                  <a:solidFill>
                    <a:srgbClr val="0000FF"/>
                  </a:solidFill>
                  <a:latin typeface="楷体" pitchFamily="49" charset="-122"/>
                  <a:ea typeface="楷体" pitchFamily="49" charset="-122"/>
                  <a:cs typeface="Times New Roman" pitchFamily="18" charset="0"/>
                </a:rPr>
                <a:t>过程	  嵌套深度</a:t>
              </a:r>
              <a:endParaRPr lang="en-US" altLang="zh-CN" dirty="0">
                <a:solidFill>
                  <a:srgbClr val="0000FF"/>
                </a:solidFill>
                <a:latin typeface="楷体" pitchFamily="49" charset="-122"/>
                <a:ea typeface="楷体" pitchFamily="49" charset="-122"/>
                <a:cs typeface="Times New Roman" pitchFamily="18" charset="0"/>
              </a:endParaRPr>
            </a:p>
            <a:p>
              <a:pPr marL="257175" indent="-257175" algn="just" eaLnBrk="1" hangingPunct="1">
                <a:lnSpc>
                  <a:spcPts val="1800"/>
                </a:lnSpc>
                <a:spcBef>
                  <a:spcPct val="20000"/>
                </a:spcBef>
                <a:buClr>
                  <a:srgbClr val="5EAEFF"/>
                </a:buClr>
                <a:buSzPct val="60000"/>
                <a:defRPr/>
              </a:pPr>
              <a:r>
                <a:rPr lang="en-US" altLang="zh-CN" i="1" dirty="0">
                  <a:solidFill>
                    <a:prstClr val="black"/>
                  </a:solidFill>
                  <a:latin typeface="Times New Roman" panose="02020603050405020304" pitchFamily="18" charset="0"/>
                  <a:ea typeface="楷体_GB2312"/>
                  <a:cs typeface="Times New Roman" pitchFamily="18" charset="0"/>
                </a:rPr>
                <a:t>sort</a:t>
              </a:r>
              <a:r>
                <a:rPr lang="en-US" altLang="zh-CN" dirty="0">
                  <a:solidFill>
                    <a:prstClr val="black"/>
                  </a:solidFill>
                  <a:latin typeface="Times New Roman" panose="02020603050405020304" pitchFamily="18" charset="0"/>
                  <a:ea typeface="楷体_GB2312"/>
                  <a:cs typeface="Times New Roman" pitchFamily="18" charset="0"/>
                </a:rPr>
                <a:t>		             1</a:t>
              </a:r>
            </a:p>
            <a:p>
              <a:pPr marL="257175" indent="-257175" algn="just" eaLnBrk="1" hangingPunct="1">
                <a:lnSpc>
                  <a:spcPts val="1800"/>
                </a:lnSpc>
                <a:spcBef>
                  <a:spcPct val="20000"/>
                </a:spcBef>
                <a:buClr>
                  <a:srgbClr val="5EAEFF"/>
                </a:buClr>
                <a:buSzPct val="60000"/>
                <a:defRPr/>
              </a:pPr>
              <a:r>
                <a:rPr lang="en-US" altLang="zh-CN" dirty="0">
                  <a:solidFill>
                    <a:prstClr val="black"/>
                  </a:solidFill>
                  <a:latin typeface="Times New Roman" panose="02020603050405020304" pitchFamily="18" charset="0"/>
                  <a:ea typeface="楷体_GB2312"/>
                  <a:cs typeface="Times New Roman" pitchFamily="18" charset="0"/>
                </a:rPr>
                <a:t>	</a:t>
              </a:r>
              <a:r>
                <a:rPr lang="en-US" altLang="zh-CN" i="1" dirty="0" err="1">
                  <a:solidFill>
                    <a:prstClr val="black"/>
                  </a:solidFill>
                  <a:latin typeface="Times New Roman" panose="02020603050405020304" pitchFamily="18" charset="0"/>
                  <a:ea typeface="楷体_GB2312"/>
                  <a:cs typeface="Times New Roman" pitchFamily="18" charset="0"/>
                </a:rPr>
                <a:t>readarray</a:t>
              </a:r>
              <a:r>
                <a:rPr lang="en-US" altLang="zh-CN" dirty="0">
                  <a:solidFill>
                    <a:prstClr val="black"/>
                  </a:solidFill>
                  <a:latin typeface="Times New Roman" panose="02020603050405020304" pitchFamily="18" charset="0"/>
                  <a:ea typeface="楷体_GB2312"/>
                  <a:cs typeface="Times New Roman" pitchFamily="18" charset="0"/>
                </a:rPr>
                <a:t>	             2</a:t>
              </a:r>
            </a:p>
            <a:p>
              <a:pPr marL="257175" indent="-257175" algn="just" eaLnBrk="1" hangingPunct="1">
                <a:lnSpc>
                  <a:spcPts val="1800"/>
                </a:lnSpc>
                <a:spcBef>
                  <a:spcPct val="20000"/>
                </a:spcBef>
                <a:buClr>
                  <a:srgbClr val="5EAEFF"/>
                </a:buClr>
                <a:buSzPct val="60000"/>
                <a:defRPr/>
              </a:pPr>
              <a:r>
                <a:rPr lang="en-US" altLang="zh-CN" dirty="0">
                  <a:solidFill>
                    <a:prstClr val="black"/>
                  </a:solidFill>
                  <a:latin typeface="Times New Roman" panose="02020603050405020304" pitchFamily="18" charset="0"/>
                  <a:ea typeface="楷体_GB2312"/>
                  <a:cs typeface="Times New Roman" pitchFamily="18" charset="0"/>
                </a:rPr>
                <a:t>	</a:t>
              </a:r>
              <a:r>
                <a:rPr lang="en-US" altLang="zh-CN" i="1" dirty="0">
                  <a:solidFill>
                    <a:prstClr val="black"/>
                  </a:solidFill>
                  <a:latin typeface="Times New Roman" panose="02020603050405020304" pitchFamily="18" charset="0"/>
                  <a:ea typeface="楷体_GB2312"/>
                  <a:cs typeface="Times New Roman" pitchFamily="18" charset="0"/>
                </a:rPr>
                <a:t>exchange</a:t>
              </a:r>
              <a:r>
                <a:rPr lang="en-US" altLang="zh-CN" dirty="0">
                  <a:solidFill>
                    <a:prstClr val="black"/>
                  </a:solidFill>
                  <a:latin typeface="Times New Roman" panose="02020603050405020304" pitchFamily="18" charset="0"/>
                  <a:ea typeface="楷体_GB2312"/>
                  <a:cs typeface="Times New Roman" pitchFamily="18" charset="0"/>
                </a:rPr>
                <a:t>	             2</a:t>
              </a:r>
            </a:p>
            <a:p>
              <a:pPr marL="257175" indent="-257175" algn="just" eaLnBrk="1" hangingPunct="1">
                <a:lnSpc>
                  <a:spcPts val="1800"/>
                </a:lnSpc>
                <a:spcBef>
                  <a:spcPct val="20000"/>
                </a:spcBef>
                <a:buClr>
                  <a:srgbClr val="5EAEFF"/>
                </a:buClr>
                <a:buSzPct val="60000"/>
                <a:defRPr/>
              </a:pPr>
              <a:r>
                <a:rPr lang="en-US" altLang="zh-CN" dirty="0">
                  <a:solidFill>
                    <a:prstClr val="black"/>
                  </a:solidFill>
                  <a:latin typeface="Times New Roman" panose="02020603050405020304" pitchFamily="18" charset="0"/>
                  <a:ea typeface="楷体_GB2312"/>
                  <a:cs typeface="Times New Roman" pitchFamily="18" charset="0"/>
                </a:rPr>
                <a:t>	</a:t>
              </a:r>
              <a:r>
                <a:rPr lang="en-US" altLang="zh-CN" i="1" dirty="0" err="1">
                  <a:solidFill>
                    <a:prstClr val="black"/>
                  </a:solidFill>
                  <a:latin typeface="Times New Roman" panose="02020603050405020304" pitchFamily="18" charset="0"/>
                  <a:ea typeface="楷体_GB2312"/>
                  <a:cs typeface="Times New Roman" pitchFamily="18" charset="0"/>
                </a:rPr>
                <a:t>quicksort</a:t>
              </a:r>
              <a:r>
                <a:rPr lang="en-US" altLang="zh-CN" dirty="0">
                  <a:solidFill>
                    <a:prstClr val="black"/>
                  </a:solidFill>
                  <a:latin typeface="Times New Roman" panose="02020603050405020304" pitchFamily="18" charset="0"/>
                  <a:ea typeface="楷体_GB2312"/>
                  <a:cs typeface="Times New Roman" pitchFamily="18" charset="0"/>
                </a:rPr>
                <a:t>	             2</a:t>
              </a:r>
            </a:p>
            <a:p>
              <a:pPr marL="257175" indent="-257175" algn="just" eaLnBrk="1" hangingPunct="1">
                <a:lnSpc>
                  <a:spcPts val="1800"/>
                </a:lnSpc>
                <a:spcBef>
                  <a:spcPct val="20000"/>
                </a:spcBef>
                <a:buClr>
                  <a:srgbClr val="5EAEFF"/>
                </a:buClr>
                <a:buSzPct val="60000"/>
                <a:defRPr/>
              </a:pPr>
              <a:r>
                <a:rPr lang="en-US" altLang="zh-CN" dirty="0">
                  <a:solidFill>
                    <a:prstClr val="black"/>
                  </a:solidFill>
                  <a:latin typeface="Times New Roman" panose="02020603050405020304" pitchFamily="18" charset="0"/>
                  <a:ea typeface="楷体_GB2312"/>
                  <a:cs typeface="Times New Roman" pitchFamily="18" charset="0"/>
                </a:rPr>
                <a:t>		</a:t>
              </a:r>
              <a:r>
                <a:rPr lang="en-US" altLang="zh-CN" i="1" dirty="0">
                  <a:solidFill>
                    <a:prstClr val="black"/>
                  </a:solidFill>
                  <a:latin typeface="Times New Roman" panose="02020603050405020304" pitchFamily="18" charset="0"/>
                  <a:ea typeface="楷体_GB2312"/>
                  <a:cs typeface="Times New Roman" pitchFamily="18" charset="0"/>
                </a:rPr>
                <a:t>partition</a:t>
              </a:r>
              <a:r>
                <a:rPr lang="en-US" altLang="zh-CN" dirty="0">
                  <a:solidFill>
                    <a:prstClr val="black"/>
                  </a:solidFill>
                  <a:latin typeface="Times New Roman" panose="02020603050405020304" pitchFamily="18" charset="0"/>
                  <a:ea typeface="楷体_GB2312"/>
                  <a:cs typeface="Times New Roman" pitchFamily="18" charset="0"/>
                </a:rPr>
                <a:t>	             3</a:t>
              </a:r>
            </a:p>
          </p:txBody>
        </p:sp>
        <p:cxnSp>
          <p:nvCxnSpPr>
            <p:cNvPr id="13" name="直接连接符 12"/>
            <p:cNvCxnSpPr/>
            <p:nvPr/>
          </p:nvCxnSpPr>
          <p:spPr>
            <a:xfrm>
              <a:off x="5003799" y="798196"/>
              <a:ext cx="32763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7143211" y="500048"/>
              <a:ext cx="0" cy="180379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6504" name="Group 99"/>
          <p:cNvGrpSpPr>
            <a:grpSpLocks/>
          </p:cNvGrpSpPr>
          <p:nvPr/>
        </p:nvGrpSpPr>
        <p:grpSpPr bwMode="auto">
          <a:xfrm>
            <a:off x="3898900" y="444500"/>
            <a:ext cx="923925" cy="647700"/>
            <a:chOff x="975" y="2750"/>
            <a:chExt cx="776" cy="544"/>
          </a:xfrm>
        </p:grpSpPr>
        <p:sp>
          <p:nvSpPr>
            <p:cNvPr id="26" name="Rectangle 135"/>
            <p:cNvSpPr>
              <a:spLocks noChangeArrowheads="1"/>
            </p:cNvSpPr>
            <p:nvPr/>
          </p:nvSpPr>
          <p:spPr bwMode="auto">
            <a:xfrm>
              <a:off x="978" y="2775"/>
              <a:ext cx="773" cy="519"/>
            </a:xfrm>
            <a:prstGeom prst="rect">
              <a:avLst/>
            </a:prstGeom>
            <a:noFill/>
            <a:ln w="25400">
              <a:solidFill>
                <a:schemeClr val="tx2">
                  <a:lumMod val="60000"/>
                  <a:lumOff val="40000"/>
                </a:schemeClr>
              </a:solidFill>
              <a:miter lim="800000"/>
              <a:headEnd/>
              <a:tailEnd/>
            </a:ln>
          </p:spPr>
          <p:txBody>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spcBef>
                  <a:spcPct val="0"/>
                </a:spcBef>
                <a:buClrTx/>
                <a:buSzTx/>
                <a:buFontTx/>
                <a:buNone/>
                <a:defRPr/>
              </a:pPr>
              <a:endParaRPr lang="zh-CN" altLang="en-US" sz="1200" b="0">
                <a:solidFill>
                  <a:prstClr val="black"/>
                </a:solidFill>
                <a:latin typeface="Times New Roman" panose="02020603050405020304" pitchFamily="18" charset="0"/>
                <a:ea typeface="楷体_GB2312" pitchFamily="49" charset="-122"/>
                <a:cs typeface="Times New Roman" panose="02020603050405020304" pitchFamily="18" charset="0"/>
              </a:endParaRPr>
            </a:p>
          </p:txBody>
        </p:sp>
        <p:sp>
          <p:nvSpPr>
            <p:cNvPr id="106514" name="Rectangle 136"/>
            <p:cNvSpPr>
              <a:spLocks noChangeArrowheads="1"/>
            </p:cNvSpPr>
            <p:nvPr/>
          </p:nvSpPr>
          <p:spPr bwMode="auto">
            <a:xfrm>
              <a:off x="975" y="2750"/>
              <a:ext cx="774"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1200" i="1">
                  <a:solidFill>
                    <a:prstClr val="black"/>
                  </a:solidFill>
                  <a:cs typeface="Times New Roman" panose="02020603050405020304" pitchFamily="18" charset="0"/>
                </a:rPr>
                <a:t>s</a:t>
              </a:r>
            </a:p>
          </p:txBody>
        </p:sp>
        <p:sp>
          <p:nvSpPr>
            <p:cNvPr id="106515" name="Rectangle 137"/>
            <p:cNvSpPr>
              <a:spLocks noChangeArrowheads="1"/>
            </p:cNvSpPr>
            <p:nvPr/>
          </p:nvSpPr>
          <p:spPr bwMode="auto">
            <a:xfrm>
              <a:off x="975" y="3113"/>
              <a:ext cx="775"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1200" i="1">
                  <a:solidFill>
                    <a:prstClr val="black"/>
                  </a:solidFill>
                  <a:cs typeface="Times New Roman" panose="02020603050405020304" pitchFamily="18" charset="0"/>
                </a:rPr>
                <a:t>a</a:t>
              </a:r>
            </a:p>
          </p:txBody>
        </p:sp>
        <p:sp>
          <p:nvSpPr>
            <p:cNvPr id="106516" name="Rectangle 138"/>
            <p:cNvSpPr>
              <a:spLocks noChangeArrowheads="1"/>
            </p:cNvSpPr>
            <p:nvPr/>
          </p:nvSpPr>
          <p:spPr bwMode="auto">
            <a:xfrm>
              <a:off x="975" y="2931"/>
              <a:ext cx="775"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zh-CN" altLang="en-US" sz="1200">
                  <a:solidFill>
                    <a:prstClr val="black"/>
                  </a:solidFill>
                  <a:latin typeface="楷体" panose="02010609060101010101" pitchFamily="49" charset="-122"/>
                  <a:ea typeface="楷体" panose="02010609060101010101" pitchFamily="49" charset="-122"/>
                  <a:cs typeface="Times New Roman" panose="02020603050405020304" pitchFamily="18" charset="0"/>
                </a:rPr>
                <a:t>访问链</a:t>
              </a:r>
            </a:p>
          </p:txBody>
        </p:sp>
        <p:sp>
          <p:nvSpPr>
            <p:cNvPr id="30" name="Line 139"/>
            <p:cNvSpPr>
              <a:spLocks noChangeShapeType="1"/>
            </p:cNvSpPr>
            <p:nvPr/>
          </p:nvSpPr>
          <p:spPr bwMode="auto">
            <a:xfrm flipV="1">
              <a:off x="975" y="2931"/>
              <a:ext cx="745" cy="1"/>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31" name="Line 140"/>
            <p:cNvSpPr>
              <a:spLocks noChangeShapeType="1"/>
            </p:cNvSpPr>
            <p:nvPr/>
          </p:nvSpPr>
          <p:spPr bwMode="auto">
            <a:xfrm flipV="1">
              <a:off x="975" y="3113"/>
              <a:ext cx="725" cy="1"/>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grpSp>
      <p:grpSp>
        <p:nvGrpSpPr>
          <p:cNvPr id="4" name="Group 99"/>
          <p:cNvGrpSpPr>
            <a:grpSpLocks/>
          </p:cNvGrpSpPr>
          <p:nvPr/>
        </p:nvGrpSpPr>
        <p:grpSpPr bwMode="auto">
          <a:xfrm>
            <a:off x="3898900" y="1058863"/>
            <a:ext cx="923925" cy="647700"/>
            <a:chOff x="975" y="2750"/>
            <a:chExt cx="776" cy="544"/>
          </a:xfrm>
        </p:grpSpPr>
        <p:sp>
          <p:nvSpPr>
            <p:cNvPr id="33" name="Rectangle 135"/>
            <p:cNvSpPr>
              <a:spLocks noChangeArrowheads="1"/>
            </p:cNvSpPr>
            <p:nvPr/>
          </p:nvSpPr>
          <p:spPr bwMode="auto">
            <a:xfrm>
              <a:off x="978" y="2775"/>
              <a:ext cx="773" cy="519"/>
            </a:xfrm>
            <a:prstGeom prst="rect">
              <a:avLst/>
            </a:prstGeom>
            <a:noFill/>
            <a:ln w="25400">
              <a:solidFill>
                <a:schemeClr val="tx2">
                  <a:lumMod val="60000"/>
                  <a:lumOff val="40000"/>
                </a:schemeClr>
              </a:solidFill>
              <a:miter lim="800000"/>
              <a:headEnd/>
              <a:tailEnd/>
            </a:ln>
          </p:spPr>
          <p:txBody>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spcBef>
                  <a:spcPct val="0"/>
                </a:spcBef>
                <a:buClrTx/>
                <a:buSzTx/>
                <a:buFontTx/>
                <a:buNone/>
                <a:defRPr/>
              </a:pPr>
              <a:endParaRPr lang="zh-CN" altLang="en-US" sz="1200" b="0">
                <a:solidFill>
                  <a:prstClr val="black"/>
                </a:solidFill>
                <a:latin typeface="Times New Roman" panose="02020603050405020304" pitchFamily="18" charset="0"/>
                <a:ea typeface="楷体_GB2312" pitchFamily="49" charset="-122"/>
                <a:cs typeface="Times New Roman" panose="02020603050405020304" pitchFamily="18" charset="0"/>
              </a:endParaRPr>
            </a:p>
          </p:txBody>
        </p:sp>
        <p:sp>
          <p:nvSpPr>
            <p:cNvPr id="106508" name="Rectangle 136"/>
            <p:cNvSpPr>
              <a:spLocks noChangeArrowheads="1"/>
            </p:cNvSpPr>
            <p:nvPr/>
          </p:nvSpPr>
          <p:spPr bwMode="auto">
            <a:xfrm>
              <a:off x="975" y="2750"/>
              <a:ext cx="774"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1200" i="1">
                  <a:solidFill>
                    <a:prstClr val="black"/>
                  </a:solidFill>
                  <a:cs typeface="Times New Roman" panose="02020603050405020304" pitchFamily="18" charset="0"/>
                </a:rPr>
                <a:t>r</a:t>
              </a:r>
            </a:p>
          </p:txBody>
        </p:sp>
        <p:sp>
          <p:nvSpPr>
            <p:cNvPr id="106509" name="Rectangle 137"/>
            <p:cNvSpPr>
              <a:spLocks noChangeArrowheads="1"/>
            </p:cNvSpPr>
            <p:nvPr/>
          </p:nvSpPr>
          <p:spPr bwMode="auto">
            <a:xfrm>
              <a:off x="975" y="3113"/>
              <a:ext cx="775"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1200" i="1">
                  <a:solidFill>
                    <a:prstClr val="black"/>
                  </a:solidFill>
                  <a:cs typeface="Times New Roman" panose="02020603050405020304" pitchFamily="18" charset="0"/>
                </a:rPr>
                <a:t>i</a:t>
              </a:r>
            </a:p>
          </p:txBody>
        </p:sp>
        <p:sp>
          <p:nvSpPr>
            <p:cNvPr id="106510" name="Rectangle 138"/>
            <p:cNvSpPr>
              <a:spLocks noChangeArrowheads="1"/>
            </p:cNvSpPr>
            <p:nvPr/>
          </p:nvSpPr>
          <p:spPr bwMode="auto">
            <a:xfrm>
              <a:off x="975" y="2931"/>
              <a:ext cx="775"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zh-CN" altLang="en-US" sz="1200">
                  <a:solidFill>
                    <a:prstClr val="black"/>
                  </a:solidFill>
                  <a:latin typeface="楷体" panose="02010609060101010101" pitchFamily="49" charset="-122"/>
                  <a:ea typeface="楷体" panose="02010609060101010101" pitchFamily="49" charset="-122"/>
                  <a:cs typeface="Times New Roman" panose="02020603050405020304" pitchFamily="18" charset="0"/>
                </a:rPr>
                <a:t>访问链</a:t>
              </a:r>
            </a:p>
          </p:txBody>
        </p:sp>
        <p:sp>
          <p:nvSpPr>
            <p:cNvPr id="37" name="Line 139"/>
            <p:cNvSpPr>
              <a:spLocks noChangeShapeType="1"/>
            </p:cNvSpPr>
            <p:nvPr/>
          </p:nvSpPr>
          <p:spPr bwMode="auto">
            <a:xfrm flipV="1">
              <a:off x="975" y="2931"/>
              <a:ext cx="745" cy="1"/>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38" name="Line 140"/>
            <p:cNvSpPr>
              <a:spLocks noChangeShapeType="1"/>
            </p:cNvSpPr>
            <p:nvPr/>
          </p:nvSpPr>
          <p:spPr bwMode="auto">
            <a:xfrm flipV="1">
              <a:off x="975" y="3113"/>
              <a:ext cx="725" cy="1"/>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grpSp>
      <p:sp>
        <p:nvSpPr>
          <p:cNvPr id="41" name="Freeform 56"/>
          <p:cNvSpPr>
            <a:spLocks/>
          </p:cNvSpPr>
          <p:nvPr/>
        </p:nvSpPr>
        <p:spPr bwMode="auto">
          <a:xfrm rot="-511685">
            <a:off x="4824413" y="873125"/>
            <a:ext cx="184150" cy="496888"/>
          </a:xfrm>
          <a:custGeom>
            <a:avLst/>
            <a:gdLst>
              <a:gd name="T0" fmla="*/ 0 w 358"/>
              <a:gd name="T1" fmla="*/ 2147483646 h 930"/>
              <a:gd name="T2" fmla="*/ 2147483646 w 358"/>
              <a:gd name="T3" fmla="*/ 2147483646 h 930"/>
              <a:gd name="T4" fmla="*/ 2147483646 w 358"/>
              <a:gd name="T5" fmla="*/ 2147483646 h 930"/>
              <a:gd name="T6" fmla="*/ 2147483646 w 358"/>
              <a:gd name="T7" fmla="*/ 2147483646 h 930"/>
              <a:gd name="T8" fmla="*/ 2147483646 w 358"/>
              <a:gd name="T9" fmla="*/ 0 h 930"/>
              <a:gd name="T10" fmla="*/ 0 60000 65536"/>
              <a:gd name="T11" fmla="*/ 0 60000 65536"/>
              <a:gd name="T12" fmla="*/ 0 60000 65536"/>
              <a:gd name="T13" fmla="*/ 0 60000 65536"/>
              <a:gd name="T14" fmla="*/ 0 60000 65536"/>
              <a:gd name="T15" fmla="*/ 0 w 358"/>
              <a:gd name="T16" fmla="*/ 0 h 930"/>
              <a:gd name="T17" fmla="*/ 358 w 358"/>
              <a:gd name="T18" fmla="*/ 930 h 930"/>
            </a:gdLst>
            <a:ahLst/>
            <a:cxnLst>
              <a:cxn ang="T10">
                <a:pos x="T0" y="T1"/>
              </a:cxn>
              <a:cxn ang="T11">
                <a:pos x="T2" y="T3"/>
              </a:cxn>
              <a:cxn ang="T12">
                <a:pos x="T4" y="T5"/>
              </a:cxn>
              <a:cxn ang="T13">
                <a:pos x="T6" y="T7"/>
              </a:cxn>
              <a:cxn ang="T14">
                <a:pos x="T8" y="T9"/>
              </a:cxn>
            </a:cxnLst>
            <a:rect l="T15" t="T16" r="T17" b="T18"/>
            <a:pathLst>
              <a:path w="358" h="930">
                <a:moveTo>
                  <a:pt x="0" y="930"/>
                </a:moveTo>
                <a:cubicBezTo>
                  <a:pt x="38" y="910"/>
                  <a:pt x="167" y="873"/>
                  <a:pt x="225" y="810"/>
                </a:cubicBezTo>
                <a:cubicBezTo>
                  <a:pt x="283" y="747"/>
                  <a:pt x="332" y="653"/>
                  <a:pt x="345" y="555"/>
                </a:cubicBezTo>
                <a:cubicBezTo>
                  <a:pt x="358" y="457"/>
                  <a:pt x="337" y="317"/>
                  <a:pt x="300" y="225"/>
                </a:cubicBezTo>
                <a:cubicBezTo>
                  <a:pt x="263" y="133"/>
                  <a:pt x="158" y="47"/>
                  <a:pt x="120" y="0"/>
                </a:cubicBezTo>
              </a:path>
            </a:pathLst>
          </a:custGeom>
          <a:noFill/>
          <a:ln w="25400">
            <a:solidFill>
              <a:schemeClr val="tx1"/>
            </a:solidFill>
            <a:round/>
            <a:headEnd/>
            <a:tailEnd type="triangle" w="med" len="lg"/>
          </a:ln>
          <a:extLst>
            <a:ext uri="{909E8E84-426E-40DD-AFC4-6F175D3DCCD1}">
              <a14:hiddenFill xmlns:a14="http://schemas.microsoft.com/office/drawing/2010/main">
                <a:solidFill>
                  <a:srgbClr val="FFFFFF"/>
                </a:solid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2" name="灯片编号占位符 1"/>
          <p:cNvSpPr>
            <a:spLocks noGrp="1"/>
          </p:cNvSpPr>
          <p:nvPr>
            <p:ph type="sldNum" sz="quarter" idx="12"/>
          </p:nvPr>
        </p:nvSpPr>
        <p:spPr/>
        <p:txBody>
          <a:bodyPr/>
          <a:lstStyle/>
          <a:p>
            <a:pPr>
              <a:defRPr/>
            </a:pPr>
            <a:fld id="{64CF1D47-2B30-44A6-81DA-EC28584A641A}" type="slidenum">
              <a:rPr lang="zh-CN" altLang="en-US" smtClean="0"/>
              <a:pPr>
                <a:defRPr/>
              </a:pPr>
              <a:t>12</a:t>
            </a:fld>
            <a:endParaRPr lang="en-US" altLang="zh-CN" dirty="0"/>
          </a:p>
        </p:txBody>
      </p:sp>
    </p:spTree>
    <p:extLst>
      <p:ext uri="{BB962C8B-B14F-4D97-AF65-F5344CB8AC3E}">
        <p14:creationId xmlns:p14="http://schemas.microsoft.com/office/powerpoint/2010/main" val="108173998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0" fill="hold" grpId="0" nodeType="withEffect">
                                  <p:stCondLst>
                                    <p:cond delay="0"/>
                                  </p:stCondLst>
                                  <p:childTnLst>
                                    <p:set>
                                      <p:cBhvr>
                                        <p:cTn id="6" dur="1" fill="hold">
                                          <p:stCondLst>
                                            <p:cond delay="0"/>
                                          </p:stCondLst>
                                        </p:cTn>
                                        <p:tgtEl>
                                          <p:spTgt spid="234502"/>
                                        </p:tgtEl>
                                        <p:attrNameLst>
                                          <p:attrName>style.visibility</p:attrName>
                                        </p:attrNameLst>
                                      </p:cBhvr>
                                      <p:to>
                                        <p:strVal val="visible"/>
                                      </p:to>
                                    </p:set>
                                    <p:anim calcmode="lin" valueType="num">
                                      <p:cBhvr>
                                        <p:cTn id="7" dur="500" fill="hold"/>
                                        <p:tgtEl>
                                          <p:spTgt spid="234502"/>
                                        </p:tgtEl>
                                        <p:attrNameLst>
                                          <p:attrName>ppt_w</p:attrName>
                                        </p:attrNameLst>
                                      </p:cBhvr>
                                      <p:tavLst>
                                        <p:tav tm="0">
                                          <p:val>
                                            <p:fltVal val="0"/>
                                          </p:val>
                                        </p:tav>
                                        <p:tav tm="100000">
                                          <p:val>
                                            <p:strVal val="#ppt_w"/>
                                          </p:val>
                                        </p:tav>
                                      </p:tavLst>
                                    </p:anim>
                                    <p:anim calcmode="lin" valueType="num">
                                      <p:cBhvr>
                                        <p:cTn id="8" dur="500" fill="hold"/>
                                        <p:tgtEl>
                                          <p:spTgt spid="234502"/>
                                        </p:tgtEl>
                                        <p:attrNameLst>
                                          <p:attrName>ppt_h</p:attrName>
                                        </p:attrNameLst>
                                      </p:cBhvr>
                                      <p:tavLst>
                                        <p:tav tm="0">
                                          <p:val>
                                            <p:fltVal val="0"/>
                                          </p:val>
                                        </p:tav>
                                        <p:tav tm="100000">
                                          <p:val>
                                            <p:strVal val="#ppt_h"/>
                                          </p:val>
                                        </p:tav>
                                      </p:tavLst>
                                    </p:anim>
                                    <p:animEffect transition="in" filter="fade">
                                      <p:cBhvr>
                                        <p:cTn id="9" dur="500"/>
                                        <p:tgtEl>
                                          <p:spTgt spid="234502"/>
                                        </p:tgtEl>
                                      </p:cBhvr>
                                    </p:animEffect>
                                  </p:childTnLst>
                                </p:cTn>
                              </p:par>
                              <p:par>
                                <p:cTn id="10" presetID="53" presetClass="entr" presetSubtype="0" fill="hold" grpId="0" nodeType="withEffect">
                                  <p:stCondLst>
                                    <p:cond delay="0"/>
                                  </p:stCondLst>
                                  <p:childTnLst>
                                    <p:set>
                                      <p:cBhvr>
                                        <p:cTn id="11" dur="1" fill="hold">
                                          <p:stCondLst>
                                            <p:cond delay="0"/>
                                          </p:stCondLst>
                                        </p:cTn>
                                        <p:tgtEl>
                                          <p:spTgt spid="234500"/>
                                        </p:tgtEl>
                                        <p:attrNameLst>
                                          <p:attrName>style.visibility</p:attrName>
                                        </p:attrNameLst>
                                      </p:cBhvr>
                                      <p:to>
                                        <p:strVal val="visible"/>
                                      </p:to>
                                    </p:set>
                                    <p:anim calcmode="lin" valueType="num">
                                      <p:cBhvr>
                                        <p:cTn id="12" dur="500" fill="hold"/>
                                        <p:tgtEl>
                                          <p:spTgt spid="234500"/>
                                        </p:tgtEl>
                                        <p:attrNameLst>
                                          <p:attrName>ppt_w</p:attrName>
                                        </p:attrNameLst>
                                      </p:cBhvr>
                                      <p:tavLst>
                                        <p:tav tm="0">
                                          <p:val>
                                            <p:fltVal val="0"/>
                                          </p:val>
                                        </p:tav>
                                        <p:tav tm="100000">
                                          <p:val>
                                            <p:strVal val="#ppt_w"/>
                                          </p:val>
                                        </p:tav>
                                      </p:tavLst>
                                    </p:anim>
                                    <p:anim calcmode="lin" valueType="num">
                                      <p:cBhvr>
                                        <p:cTn id="13" dur="500" fill="hold"/>
                                        <p:tgtEl>
                                          <p:spTgt spid="234500"/>
                                        </p:tgtEl>
                                        <p:attrNameLst>
                                          <p:attrName>ppt_h</p:attrName>
                                        </p:attrNameLst>
                                      </p:cBhvr>
                                      <p:tavLst>
                                        <p:tav tm="0">
                                          <p:val>
                                            <p:fltVal val="0"/>
                                          </p:val>
                                        </p:tav>
                                        <p:tav tm="100000">
                                          <p:val>
                                            <p:strVal val="#ppt_h"/>
                                          </p:val>
                                        </p:tav>
                                      </p:tavLst>
                                    </p:anim>
                                    <p:animEffect transition="in" filter="fade">
                                      <p:cBhvr>
                                        <p:cTn id="14" dur="500"/>
                                        <p:tgtEl>
                                          <p:spTgt spid="234500"/>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53" presetClass="entr" presetSubtype="16"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p:cTn id="19" dur="500" fill="hold"/>
                                        <p:tgtEl>
                                          <p:spTgt spid="4"/>
                                        </p:tgtEl>
                                        <p:attrNameLst>
                                          <p:attrName>ppt_w</p:attrName>
                                        </p:attrNameLst>
                                      </p:cBhvr>
                                      <p:tavLst>
                                        <p:tav tm="0">
                                          <p:val>
                                            <p:fltVal val="0"/>
                                          </p:val>
                                        </p:tav>
                                        <p:tav tm="100000">
                                          <p:val>
                                            <p:strVal val="#ppt_w"/>
                                          </p:val>
                                        </p:tav>
                                      </p:tavLst>
                                    </p:anim>
                                    <p:anim calcmode="lin" valueType="num">
                                      <p:cBhvr>
                                        <p:cTn id="20" dur="500" fill="hold"/>
                                        <p:tgtEl>
                                          <p:spTgt spid="4"/>
                                        </p:tgtEl>
                                        <p:attrNameLst>
                                          <p:attrName>ppt_h</p:attrName>
                                        </p:attrNameLst>
                                      </p:cBhvr>
                                      <p:tavLst>
                                        <p:tav tm="0">
                                          <p:val>
                                            <p:fltVal val="0"/>
                                          </p:val>
                                        </p:tav>
                                        <p:tav tm="100000">
                                          <p:val>
                                            <p:strVal val="#ppt_h"/>
                                          </p:val>
                                        </p:tav>
                                      </p:tavLst>
                                    </p:anim>
                                    <p:animEffect transition="in" filter="fade">
                                      <p:cBhvr>
                                        <p:cTn id="21" dur="500"/>
                                        <p:tgtEl>
                                          <p:spTgt spid="4"/>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53" presetClass="entr" presetSubtype="16" fill="hold" grpId="0" nodeType="clickEffect">
                                  <p:stCondLst>
                                    <p:cond delay="0"/>
                                  </p:stCondLst>
                                  <p:childTnLst>
                                    <p:set>
                                      <p:cBhvr>
                                        <p:cTn id="25" dur="1" fill="hold">
                                          <p:stCondLst>
                                            <p:cond delay="0"/>
                                          </p:stCondLst>
                                        </p:cTn>
                                        <p:tgtEl>
                                          <p:spTgt spid="41"/>
                                        </p:tgtEl>
                                        <p:attrNameLst>
                                          <p:attrName>style.visibility</p:attrName>
                                        </p:attrNameLst>
                                      </p:cBhvr>
                                      <p:to>
                                        <p:strVal val="visible"/>
                                      </p:to>
                                    </p:set>
                                    <p:anim calcmode="lin" valueType="num">
                                      <p:cBhvr>
                                        <p:cTn id="26" dur="500" fill="hold"/>
                                        <p:tgtEl>
                                          <p:spTgt spid="41"/>
                                        </p:tgtEl>
                                        <p:attrNameLst>
                                          <p:attrName>ppt_w</p:attrName>
                                        </p:attrNameLst>
                                      </p:cBhvr>
                                      <p:tavLst>
                                        <p:tav tm="0">
                                          <p:val>
                                            <p:fltVal val="0"/>
                                          </p:val>
                                        </p:tav>
                                        <p:tav tm="100000">
                                          <p:val>
                                            <p:strVal val="#ppt_w"/>
                                          </p:val>
                                        </p:tav>
                                      </p:tavLst>
                                    </p:anim>
                                    <p:anim calcmode="lin" valueType="num">
                                      <p:cBhvr>
                                        <p:cTn id="27" dur="500" fill="hold"/>
                                        <p:tgtEl>
                                          <p:spTgt spid="41"/>
                                        </p:tgtEl>
                                        <p:attrNameLst>
                                          <p:attrName>ppt_h</p:attrName>
                                        </p:attrNameLst>
                                      </p:cBhvr>
                                      <p:tavLst>
                                        <p:tav tm="0">
                                          <p:val>
                                            <p:fltVal val="0"/>
                                          </p:val>
                                        </p:tav>
                                        <p:tav tm="100000">
                                          <p:val>
                                            <p:strVal val="#ppt_h"/>
                                          </p:val>
                                        </p:tav>
                                      </p:tavLst>
                                    </p:anim>
                                    <p:animEffect transition="in" filter="fade">
                                      <p:cBhvr>
                                        <p:cTn id="28" dur="500"/>
                                        <p:tgtEl>
                                          <p:spTgt spid="41"/>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53" presetClass="exit" presetSubtype="32" fill="hold" nodeType="clickEffect">
                                  <p:stCondLst>
                                    <p:cond delay="0"/>
                                  </p:stCondLst>
                                  <p:childTnLst>
                                    <p:anim calcmode="lin" valueType="num">
                                      <p:cBhvr>
                                        <p:cTn id="32" dur="500"/>
                                        <p:tgtEl>
                                          <p:spTgt spid="4"/>
                                        </p:tgtEl>
                                        <p:attrNameLst>
                                          <p:attrName>ppt_w</p:attrName>
                                        </p:attrNameLst>
                                      </p:cBhvr>
                                      <p:tavLst>
                                        <p:tav tm="0">
                                          <p:val>
                                            <p:strVal val="ppt_w"/>
                                          </p:val>
                                        </p:tav>
                                        <p:tav tm="100000">
                                          <p:val>
                                            <p:fltVal val="0"/>
                                          </p:val>
                                        </p:tav>
                                      </p:tavLst>
                                    </p:anim>
                                    <p:anim calcmode="lin" valueType="num">
                                      <p:cBhvr>
                                        <p:cTn id="33" dur="500"/>
                                        <p:tgtEl>
                                          <p:spTgt spid="4"/>
                                        </p:tgtEl>
                                        <p:attrNameLst>
                                          <p:attrName>ppt_h</p:attrName>
                                        </p:attrNameLst>
                                      </p:cBhvr>
                                      <p:tavLst>
                                        <p:tav tm="0">
                                          <p:val>
                                            <p:strVal val="ppt_h"/>
                                          </p:val>
                                        </p:tav>
                                        <p:tav tm="100000">
                                          <p:val>
                                            <p:fltVal val="0"/>
                                          </p:val>
                                        </p:tav>
                                      </p:tavLst>
                                    </p:anim>
                                    <p:animEffect transition="out" filter="fade">
                                      <p:cBhvr>
                                        <p:cTn id="34" dur="500"/>
                                        <p:tgtEl>
                                          <p:spTgt spid="4"/>
                                        </p:tgtEl>
                                      </p:cBhvr>
                                    </p:animEffect>
                                    <p:set>
                                      <p:cBhvr>
                                        <p:cTn id="35" dur="1" fill="hold">
                                          <p:stCondLst>
                                            <p:cond delay="499"/>
                                          </p:stCondLst>
                                        </p:cTn>
                                        <p:tgtEl>
                                          <p:spTgt spid="4"/>
                                        </p:tgtEl>
                                        <p:attrNameLst>
                                          <p:attrName>style.visibility</p:attrName>
                                        </p:attrNameLst>
                                      </p:cBhvr>
                                      <p:to>
                                        <p:strVal val="hidden"/>
                                      </p:to>
                                    </p:set>
                                  </p:childTnLst>
                                </p:cTn>
                              </p:par>
                              <p:par>
                                <p:cTn id="36" presetID="53" presetClass="exit" presetSubtype="32" fill="hold" grpId="1" nodeType="withEffect">
                                  <p:stCondLst>
                                    <p:cond delay="0"/>
                                  </p:stCondLst>
                                  <p:childTnLst>
                                    <p:anim calcmode="lin" valueType="num">
                                      <p:cBhvr>
                                        <p:cTn id="37" dur="500"/>
                                        <p:tgtEl>
                                          <p:spTgt spid="41"/>
                                        </p:tgtEl>
                                        <p:attrNameLst>
                                          <p:attrName>ppt_w</p:attrName>
                                        </p:attrNameLst>
                                      </p:cBhvr>
                                      <p:tavLst>
                                        <p:tav tm="0">
                                          <p:val>
                                            <p:strVal val="ppt_w"/>
                                          </p:val>
                                        </p:tav>
                                        <p:tav tm="100000">
                                          <p:val>
                                            <p:fltVal val="0"/>
                                          </p:val>
                                        </p:tav>
                                      </p:tavLst>
                                    </p:anim>
                                    <p:anim calcmode="lin" valueType="num">
                                      <p:cBhvr>
                                        <p:cTn id="38" dur="500"/>
                                        <p:tgtEl>
                                          <p:spTgt spid="41"/>
                                        </p:tgtEl>
                                        <p:attrNameLst>
                                          <p:attrName>ppt_h</p:attrName>
                                        </p:attrNameLst>
                                      </p:cBhvr>
                                      <p:tavLst>
                                        <p:tav tm="0">
                                          <p:val>
                                            <p:strVal val="ppt_h"/>
                                          </p:val>
                                        </p:tav>
                                        <p:tav tm="100000">
                                          <p:val>
                                            <p:fltVal val="0"/>
                                          </p:val>
                                        </p:tav>
                                      </p:tavLst>
                                    </p:anim>
                                    <p:animEffect transition="out" filter="fade">
                                      <p:cBhvr>
                                        <p:cTn id="39" dur="500"/>
                                        <p:tgtEl>
                                          <p:spTgt spid="41"/>
                                        </p:tgtEl>
                                      </p:cBhvr>
                                    </p:animEffect>
                                    <p:set>
                                      <p:cBhvr>
                                        <p:cTn id="40" dur="1" fill="hold">
                                          <p:stCondLst>
                                            <p:cond delay="499"/>
                                          </p:stCondLst>
                                        </p:cTn>
                                        <p:tgtEl>
                                          <p:spTgt spid="4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4500" grpId="0"/>
      <p:bldP spid="234502" grpId="0" animBg="1"/>
      <p:bldP spid="41" grpId="0" animBg="1"/>
      <p:bldP spid="41" grpId="1"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17"/>
          <p:cNvSpPr>
            <a:spLocks noChangeArrowheads="1"/>
          </p:cNvSpPr>
          <p:nvPr/>
        </p:nvSpPr>
        <p:spPr bwMode="auto">
          <a:xfrm>
            <a:off x="6553200" y="1381125"/>
            <a:ext cx="101123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just"/>
            <a:r>
              <a:rPr lang="en-US" altLang="zh-CN" sz="1800" i="1">
                <a:solidFill>
                  <a:srgbClr val="000000"/>
                </a:solidFill>
                <a:ea typeface="宋体" panose="02010600030101010101" pitchFamily="2" charset="-122"/>
                <a:cs typeface="Times New Roman" panose="02020603050405020304" pitchFamily="18" charset="0"/>
              </a:rPr>
              <a:t>s</a:t>
            </a:r>
          </a:p>
        </p:txBody>
      </p:sp>
      <p:sp>
        <p:nvSpPr>
          <p:cNvPr id="238595" name="Rectangle 18"/>
          <p:cNvSpPr>
            <a:spLocks noChangeArrowheads="1"/>
          </p:cNvSpPr>
          <p:nvPr/>
        </p:nvSpPr>
        <p:spPr bwMode="auto">
          <a:xfrm>
            <a:off x="6284913" y="2000250"/>
            <a:ext cx="963612"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just"/>
            <a:r>
              <a:rPr lang="en-US" altLang="zh-CN" sz="1800" i="1">
                <a:solidFill>
                  <a:srgbClr val="000000"/>
                </a:solidFill>
                <a:ea typeface="宋体" panose="02010600030101010101" pitchFamily="2" charset="-122"/>
                <a:cs typeface="Times New Roman" panose="02020603050405020304" pitchFamily="18" charset="0"/>
              </a:rPr>
              <a:t>q</a:t>
            </a:r>
            <a:r>
              <a:rPr lang="en-US" altLang="zh-CN" sz="1800">
                <a:solidFill>
                  <a:srgbClr val="000000"/>
                </a:solidFill>
                <a:ea typeface="宋体" panose="02010600030101010101" pitchFamily="2" charset="-122"/>
                <a:cs typeface="Times New Roman" panose="02020603050405020304" pitchFamily="18" charset="0"/>
              </a:rPr>
              <a:t>(1,9)</a:t>
            </a:r>
          </a:p>
        </p:txBody>
      </p:sp>
      <p:sp>
        <p:nvSpPr>
          <p:cNvPr id="108548" name="Rectangle 19"/>
          <p:cNvSpPr>
            <a:spLocks noChangeArrowheads="1"/>
          </p:cNvSpPr>
          <p:nvPr/>
        </p:nvSpPr>
        <p:spPr bwMode="auto">
          <a:xfrm>
            <a:off x="5495925" y="2019300"/>
            <a:ext cx="4905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just"/>
            <a:r>
              <a:rPr lang="en-US" altLang="zh-CN" sz="1800" i="1">
                <a:solidFill>
                  <a:srgbClr val="000000"/>
                </a:solidFill>
                <a:ea typeface="宋体" panose="02010600030101010101" pitchFamily="2" charset="-122"/>
                <a:cs typeface="Times New Roman" panose="02020603050405020304" pitchFamily="18" charset="0"/>
              </a:rPr>
              <a:t>r</a:t>
            </a:r>
          </a:p>
        </p:txBody>
      </p:sp>
      <p:sp>
        <p:nvSpPr>
          <p:cNvPr id="238597" name="Line 20"/>
          <p:cNvSpPr>
            <a:spLocks noChangeShapeType="1"/>
          </p:cNvSpPr>
          <p:nvPr/>
        </p:nvSpPr>
        <p:spPr bwMode="auto">
          <a:xfrm flipH="1">
            <a:off x="6732588" y="1714500"/>
            <a:ext cx="0" cy="301625"/>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45062" name="Line 21"/>
          <p:cNvSpPr>
            <a:spLocks noChangeShapeType="1"/>
          </p:cNvSpPr>
          <p:nvPr/>
        </p:nvSpPr>
        <p:spPr bwMode="auto">
          <a:xfrm flipH="1">
            <a:off x="5684838" y="1735138"/>
            <a:ext cx="933450" cy="390525"/>
          </a:xfrm>
          <a:prstGeom prst="line">
            <a:avLst/>
          </a:prstGeom>
          <a:noFill/>
          <a:ln w="25400">
            <a:solidFill>
              <a:schemeClr val="tx2">
                <a:lumMod val="60000"/>
                <a:lumOff val="40000"/>
              </a:schemeClr>
            </a:solidFill>
            <a:round/>
            <a:headEnd/>
            <a:tailEnd/>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238599" name="Line 22"/>
          <p:cNvSpPr>
            <a:spLocks noChangeShapeType="1"/>
          </p:cNvSpPr>
          <p:nvPr/>
        </p:nvSpPr>
        <p:spPr bwMode="auto">
          <a:xfrm flipH="1">
            <a:off x="5688013" y="2355850"/>
            <a:ext cx="709612" cy="354013"/>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238601" name="Rectangle 24"/>
          <p:cNvSpPr>
            <a:spLocks noChangeArrowheads="1"/>
          </p:cNvSpPr>
          <p:nvPr/>
        </p:nvSpPr>
        <p:spPr bwMode="auto">
          <a:xfrm>
            <a:off x="5337175" y="2692400"/>
            <a:ext cx="966788" cy="531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just"/>
            <a:r>
              <a:rPr lang="en-US" altLang="zh-CN" sz="1800" i="1">
                <a:solidFill>
                  <a:srgbClr val="000000"/>
                </a:solidFill>
                <a:ea typeface="宋体" panose="02010600030101010101" pitchFamily="2" charset="-122"/>
                <a:cs typeface="Times New Roman" panose="02020603050405020304" pitchFamily="18" charset="0"/>
              </a:rPr>
              <a:t>p</a:t>
            </a:r>
            <a:r>
              <a:rPr lang="en-US" altLang="zh-CN" sz="1800">
                <a:solidFill>
                  <a:srgbClr val="000000"/>
                </a:solidFill>
                <a:ea typeface="宋体" panose="02010600030101010101" pitchFamily="2" charset="-122"/>
                <a:cs typeface="Times New Roman" panose="02020603050405020304" pitchFamily="18" charset="0"/>
              </a:rPr>
              <a:t>(1,9)</a:t>
            </a:r>
          </a:p>
        </p:txBody>
      </p:sp>
      <p:sp>
        <p:nvSpPr>
          <p:cNvPr id="108553" name="Rectangle 31"/>
          <p:cNvSpPr>
            <a:spLocks noChangeArrowheads="1"/>
          </p:cNvSpPr>
          <p:nvPr/>
        </p:nvSpPr>
        <p:spPr bwMode="auto">
          <a:xfrm>
            <a:off x="5753100" y="928688"/>
            <a:ext cx="2105025" cy="48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eaLnBrk="1" hangingPunct="1"/>
            <a:r>
              <a:rPr lang="zh-CN" altLang="en-US" sz="2700">
                <a:solidFill>
                  <a:srgbClr val="2D83F4"/>
                </a:solidFill>
                <a:latin typeface="楷体" panose="02010609060101010101" pitchFamily="49" charset="-122"/>
                <a:ea typeface="楷体" panose="02010609060101010101" pitchFamily="49" charset="-122"/>
                <a:cs typeface="Times New Roman" panose="02020603050405020304" pitchFamily="18" charset="0"/>
              </a:rPr>
              <a:t>活动树</a:t>
            </a:r>
          </a:p>
        </p:txBody>
      </p:sp>
      <p:grpSp>
        <p:nvGrpSpPr>
          <p:cNvPr id="108554" name="Group 99"/>
          <p:cNvGrpSpPr>
            <a:grpSpLocks/>
          </p:cNvGrpSpPr>
          <p:nvPr/>
        </p:nvGrpSpPr>
        <p:grpSpPr bwMode="auto">
          <a:xfrm>
            <a:off x="3898900" y="444500"/>
            <a:ext cx="923925" cy="647700"/>
            <a:chOff x="975" y="2750"/>
            <a:chExt cx="776" cy="544"/>
          </a:xfrm>
        </p:grpSpPr>
        <p:sp>
          <p:nvSpPr>
            <p:cNvPr id="16" name="Rectangle 135"/>
            <p:cNvSpPr>
              <a:spLocks noChangeArrowheads="1"/>
            </p:cNvSpPr>
            <p:nvPr/>
          </p:nvSpPr>
          <p:spPr bwMode="auto">
            <a:xfrm>
              <a:off x="978" y="2775"/>
              <a:ext cx="773" cy="519"/>
            </a:xfrm>
            <a:prstGeom prst="rect">
              <a:avLst/>
            </a:prstGeom>
            <a:noFill/>
            <a:ln w="25400">
              <a:solidFill>
                <a:schemeClr val="tx2">
                  <a:lumMod val="60000"/>
                  <a:lumOff val="40000"/>
                </a:schemeClr>
              </a:solidFill>
              <a:miter lim="800000"/>
              <a:headEnd/>
              <a:tailEnd/>
            </a:ln>
          </p:spPr>
          <p:txBody>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spcBef>
                  <a:spcPct val="0"/>
                </a:spcBef>
                <a:buClrTx/>
                <a:buSzTx/>
                <a:buFontTx/>
                <a:buNone/>
                <a:defRPr/>
              </a:pPr>
              <a:endParaRPr lang="zh-CN" altLang="en-US" sz="1200" b="0">
                <a:solidFill>
                  <a:prstClr val="black"/>
                </a:solidFill>
                <a:latin typeface="Times New Roman" panose="02020603050405020304" pitchFamily="18" charset="0"/>
                <a:ea typeface="楷体_GB2312" pitchFamily="49" charset="-122"/>
                <a:cs typeface="Times New Roman" panose="02020603050405020304" pitchFamily="18" charset="0"/>
              </a:endParaRPr>
            </a:p>
          </p:txBody>
        </p:sp>
        <p:sp>
          <p:nvSpPr>
            <p:cNvPr id="108587" name="Rectangle 136"/>
            <p:cNvSpPr>
              <a:spLocks noChangeArrowheads="1"/>
            </p:cNvSpPr>
            <p:nvPr/>
          </p:nvSpPr>
          <p:spPr bwMode="auto">
            <a:xfrm>
              <a:off x="975" y="2750"/>
              <a:ext cx="774"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1200" i="1">
                  <a:solidFill>
                    <a:prstClr val="black"/>
                  </a:solidFill>
                  <a:cs typeface="Times New Roman" panose="02020603050405020304" pitchFamily="18" charset="0"/>
                </a:rPr>
                <a:t>s</a:t>
              </a:r>
            </a:p>
          </p:txBody>
        </p:sp>
        <p:sp>
          <p:nvSpPr>
            <p:cNvPr id="108588" name="Rectangle 137"/>
            <p:cNvSpPr>
              <a:spLocks noChangeArrowheads="1"/>
            </p:cNvSpPr>
            <p:nvPr/>
          </p:nvSpPr>
          <p:spPr bwMode="auto">
            <a:xfrm>
              <a:off x="975" y="3113"/>
              <a:ext cx="775"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1200" i="1">
                  <a:solidFill>
                    <a:prstClr val="black"/>
                  </a:solidFill>
                  <a:cs typeface="Times New Roman" panose="02020603050405020304" pitchFamily="18" charset="0"/>
                </a:rPr>
                <a:t>a</a:t>
              </a:r>
            </a:p>
          </p:txBody>
        </p:sp>
        <p:sp>
          <p:nvSpPr>
            <p:cNvPr id="108589" name="Rectangle 138"/>
            <p:cNvSpPr>
              <a:spLocks noChangeArrowheads="1"/>
            </p:cNvSpPr>
            <p:nvPr/>
          </p:nvSpPr>
          <p:spPr bwMode="auto">
            <a:xfrm>
              <a:off x="975" y="2931"/>
              <a:ext cx="775"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zh-CN" altLang="en-US" sz="1200">
                  <a:solidFill>
                    <a:prstClr val="black"/>
                  </a:solidFill>
                  <a:latin typeface="楷体" panose="02010609060101010101" pitchFamily="49" charset="-122"/>
                  <a:ea typeface="楷体" panose="02010609060101010101" pitchFamily="49" charset="-122"/>
                  <a:cs typeface="Times New Roman" panose="02020603050405020304" pitchFamily="18" charset="0"/>
                </a:rPr>
                <a:t>访问链</a:t>
              </a:r>
            </a:p>
          </p:txBody>
        </p:sp>
        <p:sp>
          <p:nvSpPr>
            <p:cNvPr id="20" name="Line 139"/>
            <p:cNvSpPr>
              <a:spLocks noChangeShapeType="1"/>
            </p:cNvSpPr>
            <p:nvPr/>
          </p:nvSpPr>
          <p:spPr bwMode="auto">
            <a:xfrm flipV="1">
              <a:off x="975" y="2931"/>
              <a:ext cx="745" cy="1"/>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21" name="Line 140"/>
            <p:cNvSpPr>
              <a:spLocks noChangeShapeType="1"/>
            </p:cNvSpPr>
            <p:nvPr/>
          </p:nvSpPr>
          <p:spPr bwMode="auto">
            <a:xfrm flipV="1">
              <a:off x="975" y="3113"/>
              <a:ext cx="725" cy="1"/>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grpSp>
      <p:sp>
        <p:nvSpPr>
          <p:cNvPr id="108555" name="Rectangle 32"/>
          <p:cNvSpPr>
            <a:spLocks noChangeArrowheads="1"/>
          </p:cNvSpPr>
          <p:nvPr/>
        </p:nvSpPr>
        <p:spPr bwMode="auto">
          <a:xfrm>
            <a:off x="3708400" y="-73025"/>
            <a:ext cx="1249363" cy="48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eaLnBrk="1" hangingPunct="1"/>
            <a:r>
              <a:rPr lang="zh-CN" altLang="en-US" sz="2700">
                <a:solidFill>
                  <a:srgbClr val="2D83F4"/>
                </a:solidFill>
                <a:latin typeface="楷体" panose="02010609060101010101" pitchFamily="49" charset="-122"/>
                <a:ea typeface="楷体" panose="02010609060101010101" pitchFamily="49" charset="-122"/>
                <a:cs typeface="Times New Roman" panose="02020603050405020304" pitchFamily="18" charset="0"/>
              </a:rPr>
              <a:t>控制栈</a:t>
            </a:r>
          </a:p>
        </p:txBody>
      </p:sp>
      <p:grpSp>
        <p:nvGrpSpPr>
          <p:cNvPr id="108556" name="组合 113"/>
          <p:cNvGrpSpPr>
            <a:grpSpLocks/>
          </p:cNvGrpSpPr>
          <p:nvPr/>
        </p:nvGrpSpPr>
        <p:grpSpPr bwMode="auto">
          <a:xfrm>
            <a:off x="179388" y="2787650"/>
            <a:ext cx="3140075" cy="1728788"/>
            <a:chOff x="5003799" y="500048"/>
            <a:chExt cx="3282977" cy="1803794"/>
          </a:xfrm>
        </p:grpSpPr>
        <p:sp>
          <p:nvSpPr>
            <p:cNvPr id="24" name="Rectangle 4"/>
            <p:cNvSpPr>
              <a:spLocks noChangeArrowheads="1"/>
            </p:cNvSpPr>
            <p:nvPr/>
          </p:nvSpPr>
          <p:spPr bwMode="auto">
            <a:xfrm>
              <a:off x="5003799" y="500048"/>
              <a:ext cx="3282977" cy="1788886"/>
            </a:xfrm>
            <a:prstGeom prst="rect">
              <a:avLst/>
            </a:prstGeom>
            <a:solidFill>
              <a:schemeClr val="accent5">
                <a:lumMod val="60000"/>
                <a:lumOff val="40000"/>
              </a:schemeClr>
            </a:solidFill>
            <a:ln w="9525">
              <a:solidFill>
                <a:schemeClr val="tx1"/>
              </a:solidFill>
              <a:miter lim="800000"/>
              <a:headEnd/>
              <a:tailEnd/>
            </a:ln>
          </p:spPr>
          <p:txBody>
            <a:bodyPr lIns="68580" tIns="34290" rIns="68580" bIns="34290"/>
            <a:lstStyle/>
            <a:p>
              <a:pPr marL="257175" indent="-257175" eaLnBrk="1" hangingPunct="1">
                <a:lnSpc>
                  <a:spcPts val="1800"/>
                </a:lnSpc>
                <a:spcBef>
                  <a:spcPct val="20000"/>
                </a:spcBef>
                <a:buClr>
                  <a:srgbClr val="5EAEFF"/>
                </a:buClr>
                <a:buSzPct val="60000"/>
                <a:defRPr/>
              </a:pPr>
              <a:r>
                <a:rPr lang="zh-CN" altLang="en-US" sz="1200" dirty="0">
                  <a:solidFill>
                    <a:prstClr val="black"/>
                  </a:solidFill>
                  <a:latin typeface="楷体_GB2312"/>
                  <a:ea typeface="楷体_GB2312"/>
                </a:rPr>
                <a:t>	</a:t>
              </a:r>
              <a:r>
                <a:rPr lang="en-US" altLang="zh-CN" dirty="0">
                  <a:solidFill>
                    <a:srgbClr val="0000FF"/>
                  </a:solidFill>
                  <a:latin typeface="Times New Roman" panose="02020603050405020304" pitchFamily="18" charset="0"/>
                  <a:ea typeface="楷体_GB2312"/>
                  <a:cs typeface="Times New Roman" pitchFamily="18" charset="0"/>
                </a:rPr>
                <a:t>      </a:t>
              </a:r>
              <a:r>
                <a:rPr lang="zh-CN" altLang="en-US" dirty="0">
                  <a:solidFill>
                    <a:srgbClr val="0000FF"/>
                  </a:solidFill>
                  <a:latin typeface="楷体" pitchFamily="49" charset="-122"/>
                  <a:ea typeface="楷体" pitchFamily="49" charset="-122"/>
                  <a:cs typeface="Times New Roman" pitchFamily="18" charset="0"/>
                </a:rPr>
                <a:t>过程	  嵌套深度</a:t>
              </a:r>
              <a:endParaRPr lang="en-US" altLang="zh-CN" dirty="0">
                <a:solidFill>
                  <a:srgbClr val="0000FF"/>
                </a:solidFill>
                <a:latin typeface="楷体" pitchFamily="49" charset="-122"/>
                <a:ea typeface="楷体" pitchFamily="49" charset="-122"/>
                <a:cs typeface="Times New Roman" pitchFamily="18" charset="0"/>
              </a:endParaRPr>
            </a:p>
            <a:p>
              <a:pPr marL="257175" indent="-257175" algn="just" eaLnBrk="1" hangingPunct="1">
                <a:lnSpc>
                  <a:spcPts val="1800"/>
                </a:lnSpc>
                <a:spcBef>
                  <a:spcPct val="20000"/>
                </a:spcBef>
                <a:buClr>
                  <a:srgbClr val="5EAEFF"/>
                </a:buClr>
                <a:buSzPct val="60000"/>
                <a:defRPr/>
              </a:pPr>
              <a:r>
                <a:rPr lang="en-US" altLang="zh-CN" i="1" dirty="0">
                  <a:solidFill>
                    <a:prstClr val="black"/>
                  </a:solidFill>
                  <a:latin typeface="Times New Roman" panose="02020603050405020304" pitchFamily="18" charset="0"/>
                  <a:ea typeface="楷体_GB2312"/>
                  <a:cs typeface="Times New Roman" pitchFamily="18" charset="0"/>
                </a:rPr>
                <a:t>sort</a:t>
              </a:r>
              <a:r>
                <a:rPr lang="en-US" altLang="zh-CN" dirty="0">
                  <a:solidFill>
                    <a:prstClr val="black"/>
                  </a:solidFill>
                  <a:latin typeface="Times New Roman" panose="02020603050405020304" pitchFamily="18" charset="0"/>
                  <a:ea typeface="楷体_GB2312"/>
                  <a:cs typeface="Times New Roman" pitchFamily="18" charset="0"/>
                </a:rPr>
                <a:t>		             1</a:t>
              </a:r>
            </a:p>
            <a:p>
              <a:pPr marL="257175" indent="-257175" algn="just" eaLnBrk="1" hangingPunct="1">
                <a:lnSpc>
                  <a:spcPts val="1800"/>
                </a:lnSpc>
                <a:spcBef>
                  <a:spcPct val="20000"/>
                </a:spcBef>
                <a:buClr>
                  <a:srgbClr val="5EAEFF"/>
                </a:buClr>
                <a:buSzPct val="60000"/>
                <a:defRPr/>
              </a:pPr>
              <a:r>
                <a:rPr lang="en-US" altLang="zh-CN" dirty="0">
                  <a:solidFill>
                    <a:prstClr val="black"/>
                  </a:solidFill>
                  <a:latin typeface="Times New Roman" panose="02020603050405020304" pitchFamily="18" charset="0"/>
                  <a:ea typeface="楷体_GB2312"/>
                  <a:cs typeface="Times New Roman" pitchFamily="18" charset="0"/>
                </a:rPr>
                <a:t>	</a:t>
              </a:r>
              <a:r>
                <a:rPr lang="en-US" altLang="zh-CN" i="1" dirty="0" err="1">
                  <a:solidFill>
                    <a:prstClr val="black"/>
                  </a:solidFill>
                  <a:latin typeface="Times New Roman" panose="02020603050405020304" pitchFamily="18" charset="0"/>
                  <a:ea typeface="楷体_GB2312"/>
                  <a:cs typeface="Times New Roman" pitchFamily="18" charset="0"/>
                </a:rPr>
                <a:t>readarray</a:t>
              </a:r>
              <a:r>
                <a:rPr lang="en-US" altLang="zh-CN" dirty="0">
                  <a:solidFill>
                    <a:prstClr val="black"/>
                  </a:solidFill>
                  <a:latin typeface="Times New Roman" panose="02020603050405020304" pitchFamily="18" charset="0"/>
                  <a:ea typeface="楷体_GB2312"/>
                  <a:cs typeface="Times New Roman" pitchFamily="18" charset="0"/>
                </a:rPr>
                <a:t>	             2</a:t>
              </a:r>
            </a:p>
            <a:p>
              <a:pPr marL="257175" indent="-257175" algn="just" eaLnBrk="1" hangingPunct="1">
                <a:lnSpc>
                  <a:spcPts val="1800"/>
                </a:lnSpc>
                <a:spcBef>
                  <a:spcPct val="20000"/>
                </a:spcBef>
                <a:buClr>
                  <a:srgbClr val="5EAEFF"/>
                </a:buClr>
                <a:buSzPct val="60000"/>
                <a:defRPr/>
              </a:pPr>
              <a:r>
                <a:rPr lang="en-US" altLang="zh-CN" dirty="0">
                  <a:solidFill>
                    <a:prstClr val="black"/>
                  </a:solidFill>
                  <a:latin typeface="Times New Roman" panose="02020603050405020304" pitchFamily="18" charset="0"/>
                  <a:ea typeface="楷体_GB2312"/>
                  <a:cs typeface="Times New Roman" pitchFamily="18" charset="0"/>
                </a:rPr>
                <a:t>	</a:t>
              </a:r>
              <a:r>
                <a:rPr lang="en-US" altLang="zh-CN" i="1" dirty="0">
                  <a:solidFill>
                    <a:prstClr val="black"/>
                  </a:solidFill>
                  <a:latin typeface="Times New Roman" panose="02020603050405020304" pitchFamily="18" charset="0"/>
                  <a:ea typeface="楷体_GB2312"/>
                  <a:cs typeface="Times New Roman" pitchFamily="18" charset="0"/>
                </a:rPr>
                <a:t>exchange</a:t>
              </a:r>
              <a:r>
                <a:rPr lang="en-US" altLang="zh-CN" dirty="0">
                  <a:solidFill>
                    <a:prstClr val="black"/>
                  </a:solidFill>
                  <a:latin typeface="Times New Roman" panose="02020603050405020304" pitchFamily="18" charset="0"/>
                  <a:ea typeface="楷体_GB2312"/>
                  <a:cs typeface="Times New Roman" pitchFamily="18" charset="0"/>
                </a:rPr>
                <a:t>	             2</a:t>
              </a:r>
            </a:p>
            <a:p>
              <a:pPr marL="257175" indent="-257175" algn="just" eaLnBrk="1" hangingPunct="1">
                <a:lnSpc>
                  <a:spcPts val="1800"/>
                </a:lnSpc>
                <a:spcBef>
                  <a:spcPct val="20000"/>
                </a:spcBef>
                <a:buClr>
                  <a:srgbClr val="5EAEFF"/>
                </a:buClr>
                <a:buSzPct val="60000"/>
                <a:defRPr/>
              </a:pPr>
              <a:r>
                <a:rPr lang="en-US" altLang="zh-CN" dirty="0">
                  <a:solidFill>
                    <a:prstClr val="black"/>
                  </a:solidFill>
                  <a:latin typeface="Times New Roman" panose="02020603050405020304" pitchFamily="18" charset="0"/>
                  <a:ea typeface="楷体_GB2312"/>
                  <a:cs typeface="Times New Roman" pitchFamily="18" charset="0"/>
                </a:rPr>
                <a:t>	</a:t>
              </a:r>
              <a:r>
                <a:rPr lang="en-US" altLang="zh-CN" i="1" dirty="0" err="1">
                  <a:solidFill>
                    <a:prstClr val="black"/>
                  </a:solidFill>
                  <a:latin typeface="Times New Roman" panose="02020603050405020304" pitchFamily="18" charset="0"/>
                  <a:ea typeface="楷体_GB2312"/>
                  <a:cs typeface="Times New Roman" pitchFamily="18" charset="0"/>
                </a:rPr>
                <a:t>quicksort</a:t>
              </a:r>
              <a:r>
                <a:rPr lang="en-US" altLang="zh-CN" dirty="0">
                  <a:solidFill>
                    <a:prstClr val="black"/>
                  </a:solidFill>
                  <a:latin typeface="Times New Roman" panose="02020603050405020304" pitchFamily="18" charset="0"/>
                  <a:ea typeface="楷体_GB2312"/>
                  <a:cs typeface="Times New Roman" pitchFamily="18" charset="0"/>
                </a:rPr>
                <a:t>	             2</a:t>
              </a:r>
            </a:p>
            <a:p>
              <a:pPr marL="257175" indent="-257175" algn="just" eaLnBrk="1" hangingPunct="1">
                <a:lnSpc>
                  <a:spcPts val="1800"/>
                </a:lnSpc>
                <a:spcBef>
                  <a:spcPct val="20000"/>
                </a:spcBef>
                <a:buClr>
                  <a:srgbClr val="5EAEFF"/>
                </a:buClr>
                <a:buSzPct val="60000"/>
                <a:defRPr/>
              </a:pPr>
              <a:r>
                <a:rPr lang="en-US" altLang="zh-CN" dirty="0">
                  <a:solidFill>
                    <a:prstClr val="black"/>
                  </a:solidFill>
                  <a:latin typeface="Times New Roman" panose="02020603050405020304" pitchFamily="18" charset="0"/>
                  <a:ea typeface="楷体_GB2312"/>
                  <a:cs typeface="Times New Roman" pitchFamily="18" charset="0"/>
                </a:rPr>
                <a:t>		</a:t>
              </a:r>
              <a:r>
                <a:rPr lang="en-US" altLang="zh-CN" i="1" dirty="0">
                  <a:solidFill>
                    <a:prstClr val="black"/>
                  </a:solidFill>
                  <a:latin typeface="Times New Roman" panose="02020603050405020304" pitchFamily="18" charset="0"/>
                  <a:ea typeface="楷体_GB2312"/>
                  <a:cs typeface="Times New Roman" pitchFamily="18" charset="0"/>
                </a:rPr>
                <a:t>partition</a:t>
              </a:r>
              <a:r>
                <a:rPr lang="en-US" altLang="zh-CN" dirty="0">
                  <a:solidFill>
                    <a:prstClr val="black"/>
                  </a:solidFill>
                  <a:latin typeface="Times New Roman" panose="02020603050405020304" pitchFamily="18" charset="0"/>
                  <a:ea typeface="楷体_GB2312"/>
                  <a:cs typeface="Times New Roman" pitchFamily="18" charset="0"/>
                </a:rPr>
                <a:t>	             3</a:t>
              </a:r>
            </a:p>
          </p:txBody>
        </p:sp>
        <p:cxnSp>
          <p:nvCxnSpPr>
            <p:cNvPr id="25" name="直接连接符 24"/>
            <p:cNvCxnSpPr/>
            <p:nvPr/>
          </p:nvCxnSpPr>
          <p:spPr>
            <a:xfrm>
              <a:off x="5003799" y="798196"/>
              <a:ext cx="32763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7143211" y="500048"/>
              <a:ext cx="0" cy="180379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 name="Group 99"/>
          <p:cNvGrpSpPr>
            <a:grpSpLocks/>
          </p:cNvGrpSpPr>
          <p:nvPr/>
        </p:nvGrpSpPr>
        <p:grpSpPr bwMode="auto">
          <a:xfrm>
            <a:off x="3905250" y="1071563"/>
            <a:ext cx="954088" cy="636587"/>
            <a:chOff x="948" y="2750"/>
            <a:chExt cx="802" cy="534"/>
          </a:xfrm>
        </p:grpSpPr>
        <p:sp>
          <p:nvSpPr>
            <p:cNvPr id="28" name="Rectangle 135"/>
            <p:cNvSpPr>
              <a:spLocks noChangeArrowheads="1"/>
            </p:cNvSpPr>
            <p:nvPr/>
          </p:nvSpPr>
          <p:spPr bwMode="auto">
            <a:xfrm>
              <a:off x="948" y="2765"/>
              <a:ext cx="773" cy="519"/>
            </a:xfrm>
            <a:prstGeom prst="rect">
              <a:avLst/>
            </a:prstGeom>
            <a:noFill/>
            <a:ln w="25400">
              <a:solidFill>
                <a:schemeClr val="tx2">
                  <a:lumMod val="60000"/>
                  <a:lumOff val="40000"/>
                </a:schemeClr>
              </a:solidFill>
              <a:miter lim="800000"/>
              <a:headEnd/>
              <a:tailEnd/>
            </a:ln>
          </p:spPr>
          <p:txBody>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spcBef>
                  <a:spcPct val="0"/>
                </a:spcBef>
                <a:buClrTx/>
                <a:buSzTx/>
                <a:buFontTx/>
                <a:buNone/>
                <a:defRPr/>
              </a:pPr>
              <a:endParaRPr lang="zh-CN" altLang="en-US" sz="1200" b="0">
                <a:solidFill>
                  <a:prstClr val="black"/>
                </a:solidFill>
                <a:latin typeface="Times New Roman" panose="02020603050405020304" pitchFamily="18" charset="0"/>
                <a:ea typeface="楷体_GB2312" pitchFamily="49" charset="-122"/>
                <a:cs typeface="Times New Roman" panose="02020603050405020304" pitchFamily="18" charset="0"/>
              </a:endParaRPr>
            </a:p>
          </p:txBody>
        </p:sp>
        <p:sp>
          <p:nvSpPr>
            <p:cNvPr id="108578" name="Rectangle 136"/>
            <p:cNvSpPr>
              <a:spLocks noChangeArrowheads="1"/>
            </p:cNvSpPr>
            <p:nvPr/>
          </p:nvSpPr>
          <p:spPr bwMode="auto">
            <a:xfrm>
              <a:off x="975" y="2750"/>
              <a:ext cx="774"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buFont typeface="Symbol" panose="05050102010706020507" pitchFamily="18" charset="2"/>
                <a:buNone/>
              </a:pPr>
              <a:r>
                <a:rPr lang="en-US" altLang="zh-CN" sz="1200" i="1">
                  <a:solidFill>
                    <a:prstClr val="black"/>
                  </a:solidFill>
                  <a:cs typeface="Times New Roman" panose="02020603050405020304" pitchFamily="18" charset="0"/>
                </a:rPr>
                <a:t>q</a:t>
              </a:r>
              <a:r>
                <a:rPr lang="en-US" altLang="zh-CN" sz="1200">
                  <a:solidFill>
                    <a:prstClr val="black"/>
                  </a:solidFill>
                  <a:cs typeface="Times New Roman" panose="02020603050405020304" pitchFamily="18" charset="0"/>
                </a:rPr>
                <a:t> (1, 9)</a:t>
              </a:r>
            </a:p>
          </p:txBody>
        </p:sp>
        <p:sp>
          <p:nvSpPr>
            <p:cNvPr id="108579" name="Rectangle 137"/>
            <p:cNvSpPr>
              <a:spLocks noChangeArrowheads="1"/>
            </p:cNvSpPr>
            <p:nvPr/>
          </p:nvSpPr>
          <p:spPr bwMode="auto">
            <a:xfrm>
              <a:off x="975" y="3113"/>
              <a:ext cx="775"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1200" i="1">
                  <a:solidFill>
                    <a:prstClr val="black"/>
                  </a:solidFill>
                  <a:cs typeface="Times New Roman" panose="02020603050405020304" pitchFamily="18" charset="0"/>
                </a:rPr>
                <a:t>v</a:t>
              </a:r>
            </a:p>
          </p:txBody>
        </p:sp>
        <p:sp>
          <p:nvSpPr>
            <p:cNvPr id="108580" name="Rectangle 138"/>
            <p:cNvSpPr>
              <a:spLocks noChangeArrowheads="1"/>
            </p:cNvSpPr>
            <p:nvPr/>
          </p:nvSpPr>
          <p:spPr bwMode="auto">
            <a:xfrm>
              <a:off x="975" y="2931"/>
              <a:ext cx="775"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zh-CN" altLang="en-US" sz="1200">
                  <a:solidFill>
                    <a:prstClr val="black"/>
                  </a:solidFill>
                  <a:latin typeface="楷体" panose="02010609060101010101" pitchFamily="49" charset="-122"/>
                  <a:ea typeface="楷体" panose="02010609060101010101" pitchFamily="49" charset="-122"/>
                  <a:cs typeface="Times New Roman" panose="02020603050405020304" pitchFamily="18" charset="0"/>
                </a:rPr>
                <a:t>访问链</a:t>
              </a:r>
            </a:p>
          </p:txBody>
        </p:sp>
        <p:sp>
          <p:nvSpPr>
            <p:cNvPr id="32" name="Line 139"/>
            <p:cNvSpPr>
              <a:spLocks noChangeShapeType="1"/>
            </p:cNvSpPr>
            <p:nvPr/>
          </p:nvSpPr>
          <p:spPr bwMode="auto">
            <a:xfrm flipV="1">
              <a:off x="975" y="2931"/>
              <a:ext cx="746" cy="1"/>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33" name="Line 140"/>
            <p:cNvSpPr>
              <a:spLocks noChangeShapeType="1"/>
            </p:cNvSpPr>
            <p:nvPr/>
          </p:nvSpPr>
          <p:spPr bwMode="auto">
            <a:xfrm flipV="1">
              <a:off x="975" y="3114"/>
              <a:ext cx="726" cy="0"/>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grpSp>
      <p:grpSp>
        <p:nvGrpSpPr>
          <p:cNvPr id="5" name="Group 99"/>
          <p:cNvGrpSpPr>
            <a:grpSpLocks/>
          </p:cNvGrpSpPr>
          <p:nvPr/>
        </p:nvGrpSpPr>
        <p:grpSpPr bwMode="auto">
          <a:xfrm>
            <a:off x="3905250" y="1708150"/>
            <a:ext cx="954088" cy="635000"/>
            <a:chOff x="948" y="2750"/>
            <a:chExt cx="802" cy="534"/>
          </a:xfrm>
        </p:grpSpPr>
        <p:sp>
          <p:nvSpPr>
            <p:cNvPr id="36" name="Rectangle 135"/>
            <p:cNvSpPr>
              <a:spLocks noChangeArrowheads="1"/>
            </p:cNvSpPr>
            <p:nvPr/>
          </p:nvSpPr>
          <p:spPr bwMode="auto">
            <a:xfrm>
              <a:off x="948" y="2765"/>
              <a:ext cx="773" cy="519"/>
            </a:xfrm>
            <a:prstGeom prst="rect">
              <a:avLst/>
            </a:prstGeom>
            <a:noFill/>
            <a:ln w="25400">
              <a:solidFill>
                <a:schemeClr val="tx2">
                  <a:lumMod val="60000"/>
                  <a:lumOff val="40000"/>
                </a:schemeClr>
              </a:solidFill>
              <a:miter lim="800000"/>
              <a:headEnd/>
              <a:tailEnd/>
            </a:ln>
          </p:spPr>
          <p:txBody>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spcBef>
                  <a:spcPct val="0"/>
                </a:spcBef>
                <a:buClrTx/>
                <a:buSzTx/>
                <a:buFontTx/>
                <a:buNone/>
                <a:defRPr/>
              </a:pPr>
              <a:endParaRPr lang="zh-CN" altLang="en-US" sz="1200" b="0">
                <a:solidFill>
                  <a:prstClr val="black"/>
                </a:solidFill>
                <a:latin typeface="Times New Roman" panose="02020603050405020304" pitchFamily="18" charset="0"/>
                <a:ea typeface="楷体_GB2312" pitchFamily="49" charset="-122"/>
                <a:cs typeface="Times New Roman" panose="02020603050405020304" pitchFamily="18" charset="0"/>
              </a:endParaRPr>
            </a:p>
          </p:txBody>
        </p:sp>
        <p:sp>
          <p:nvSpPr>
            <p:cNvPr id="108572" name="Rectangle 136"/>
            <p:cNvSpPr>
              <a:spLocks noChangeArrowheads="1"/>
            </p:cNvSpPr>
            <p:nvPr/>
          </p:nvSpPr>
          <p:spPr bwMode="auto">
            <a:xfrm>
              <a:off x="975" y="2750"/>
              <a:ext cx="774"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buFont typeface="Symbol" panose="05050102010706020507" pitchFamily="18" charset="2"/>
                <a:buNone/>
              </a:pPr>
              <a:r>
                <a:rPr lang="en-US" altLang="zh-CN" sz="1200" i="1">
                  <a:solidFill>
                    <a:prstClr val="black"/>
                  </a:solidFill>
                  <a:cs typeface="Times New Roman" panose="02020603050405020304" pitchFamily="18" charset="0"/>
                </a:rPr>
                <a:t>p</a:t>
              </a:r>
              <a:r>
                <a:rPr lang="en-US" altLang="zh-CN" sz="1200">
                  <a:solidFill>
                    <a:prstClr val="black"/>
                  </a:solidFill>
                  <a:cs typeface="Times New Roman" panose="02020603050405020304" pitchFamily="18" charset="0"/>
                </a:rPr>
                <a:t> (1, 9)</a:t>
              </a:r>
            </a:p>
          </p:txBody>
        </p:sp>
        <p:sp>
          <p:nvSpPr>
            <p:cNvPr id="108573" name="Rectangle 137"/>
            <p:cNvSpPr>
              <a:spLocks noChangeArrowheads="1"/>
            </p:cNvSpPr>
            <p:nvPr/>
          </p:nvSpPr>
          <p:spPr bwMode="auto">
            <a:xfrm>
              <a:off x="975" y="3113"/>
              <a:ext cx="775"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1200" i="1">
                  <a:solidFill>
                    <a:prstClr val="black"/>
                  </a:solidFill>
                  <a:cs typeface="Times New Roman" panose="02020603050405020304" pitchFamily="18" charset="0"/>
                </a:rPr>
                <a:t>i, j</a:t>
              </a:r>
            </a:p>
          </p:txBody>
        </p:sp>
        <p:sp>
          <p:nvSpPr>
            <p:cNvPr id="108574" name="Rectangle 138"/>
            <p:cNvSpPr>
              <a:spLocks noChangeArrowheads="1"/>
            </p:cNvSpPr>
            <p:nvPr/>
          </p:nvSpPr>
          <p:spPr bwMode="auto">
            <a:xfrm>
              <a:off x="975" y="2931"/>
              <a:ext cx="775"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zh-CN" altLang="en-US" sz="1200">
                  <a:solidFill>
                    <a:prstClr val="black"/>
                  </a:solidFill>
                  <a:latin typeface="楷体" panose="02010609060101010101" pitchFamily="49" charset="-122"/>
                  <a:ea typeface="楷体" panose="02010609060101010101" pitchFamily="49" charset="-122"/>
                  <a:cs typeface="Times New Roman" panose="02020603050405020304" pitchFamily="18" charset="0"/>
                </a:rPr>
                <a:t>访问链</a:t>
              </a:r>
            </a:p>
          </p:txBody>
        </p:sp>
        <p:sp>
          <p:nvSpPr>
            <p:cNvPr id="40" name="Line 139"/>
            <p:cNvSpPr>
              <a:spLocks noChangeShapeType="1"/>
            </p:cNvSpPr>
            <p:nvPr/>
          </p:nvSpPr>
          <p:spPr bwMode="auto">
            <a:xfrm flipV="1">
              <a:off x="975" y="2932"/>
              <a:ext cx="746" cy="0"/>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41" name="Line 140"/>
            <p:cNvSpPr>
              <a:spLocks noChangeShapeType="1"/>
            </p:cNvSpPr>
            <p:nvPr/>
          </p:nvSpPr>
          <p:spPr bwMode="auto">
            <a:xfrm flipV="1">
              <a:off x="975" y="3113"/>
              <a:ext cx="726" cy="1"/>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grpSp>
      <p:sp>
        <p:nvSpPr>
          <p:cNvPr id="43" name="Line 12"/>
          <p:cNvSpPr>
            <a:spLocks noChangeShapeType="1"/>
          </p:cNvSpPr>
          <p:nvPr/>
        </p:nvSpPr>
        <p:spPr bwMode="auto">
          <a:xfrm flipH="1">
            <a:off x="5632450" y="3027363"/>
            <a:ext cx="0" cy="293687"/>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sz="1100">
              <a:solidFill>
                <a:prstClr val="black"/>
              </a:solidFill>
              <a:latin typeface="Times New Roman" panose="02020603050405020304" pitchFamily="18" charset="0"/>
              <a:ea typeface="楷体_GB2312"/>
            </a:endParaRPr>
          </a:p>
        </p:txBody>
      </p:sp>
      <p:sp>
        <p:nvSpPr>
          <p:cNvPr id="44" name="Rectangle 22"/>
          <p:cNvSpPr>
            <a:spLocks noChangeArrowheads="1"/>
          </p:cNvSpPr>
          <p:nvPr/>
        </p:nvSpPr>
        <p:spPr bwMode="auto">
          <a:xfrm>
            <a:off x="5468938" y="3243263"/>
            <a:ext cx="269875" cy="26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just"/>
            <a:r>
              <a:rPr lang="en-US" altLang="zh-CN" sz="2000" i="1">
                <a:solidFill>
                  <a:prstClr val="black"/>
                </a:solidFill>
                <a:ea typeface="宋体" panose="02010600030101010101" pitchFamily="2" charset="-122"/>
              </a:rPr>
              <a:t>e</a:t>
            </a:r>
          </a:p>
        </p:txBody>
      </p:sp>
      <p:grpSp>
        <p:nvGrpSpPr>
          <p:cNvPr id="6" name="Group 99"/>
          <p:cNvGrpSpPr>
            <a:grpSpLocks/>
          </p:cNvGrpSpPr>
          <p:nvPr/>
        </p:nvGrpSpPr>
        <p:grpSpPr bwMode="auto">
          <a:xfrm>
            <a:off x="3905250" y="2355850"/>
            <a:ext cx="954088" cy="635000"/>
            <a:chOff x="948" y="2750"/>
            <a:chExt cx="802" cy="534"/>
          </a:xfrm>
        </p:grpSpPr>
        <p:sp>
          <p:nvSpPr>
            <p:cNvPr id="46" name="Rectangle 135"/>
            <p:cNvSpPr>
              <a:spLocks noChangeArrowheads="1"/>
            </p:cNvSpPr>
            <p:nvPr/>
          </p:nvSpPr>
          <p:spPr bwMode="auto">
            <a:xfrm>
              <a:off x="948" y="2765"/>
              <a:ext cx="773" cy="519"/>
            </a:xfrm>
            <a:prstGeom prst="rect">
              <a:avLst/>
            </a:prstGeom>
            <a:noFill/>
            <a:ln w="25400">
              <a:solidFill>
                <a:schemeClr val="tx2">
                  <a:lumMod val="60000"/>
                  <a:lumOff val="40000"/>
                </a:schemeClr>
              </a:solidFill>
              <a:miter lim="800000"/>
              <a:headEnd/>
              <a:tailEnd/>
            </a:ln>
          </p:spPr>
          <p:txBody>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spcBef>
                  <a:spcPct val="0"/>
                </a:spcBef>
                <a:buClrTx/>
                <a:buSzTx/>
                <a:buFontTx/>
                <a:buNone/>
                <a:defRPr/>
              </a:pPr>
              <a:endParaRPr lang="zh-CN" altLang="en-US" sz="1200" b="0">
                <a:solidFill>
                  <a:prstClr val="black"/>
                </a:solidFill>
                <a:latin typeface="Times New Roman" panose="02020603050405020304" pitchFamily="18" charset="0"/>
                <a:ea typeface="楷体_GB2312" pitchFamily="49" charset="-122"/>
                <a:cs typeface="Times New Roman" panose="02020603050405020304" pitchFamily="18" charset="0"/>
              </a:endParaRPr>
            </a:p>
          </p:txBody>
        </p:sp>
        <p:sp>
          <p:nvSpPr>
            <p:cNvPr id="108566" name="Rectangle 136"/>
            <p:cNvSpPr>
              <a:spLocks noChangeArrowheads="1"/>
            </p:cNvSpPr>
            <p:nvPr/>
          </p:nvSpPr>
          <p:spPr bwMode="auto">
            <a:xfrm>
              <a:off x="975" y="2750"/>
              <a:ext cx="774"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buFont typeface="Symbol" panose="05050102010706020507" pitchFamily="18" charset="2"/>
                <a:buNone/>
              </a:pPr>
              <a:r>
                <a:rPr lang="en-US" altLang="zh-CN" sz="1200" i="1">
                  <a:solidFill>
                    <a:prstClr val="black"/>
                  </a:solidFill>
                  <a:cs typeface="Times New Roman" panose="02020603050405020304" pitchFamily="18" charset="0"/>
                </a:rPr>
                <a:t>e</a:t>
              </a:r>
              <a:endParaRPr lang="en-US" altLang="zh-CN" sz="1200">
                <a:solidFill>
                  <a:prstClr val="black"/>
                </a:solidFill>
                <a:cs typeface="Times New Roman" panose="02020603050405020304" pitchFamily="18" charset="0"/>
              </a:endParaRPr>
            </a:p>
          </p:txBody>
        </p:sp>
        <p:sp>
          <p:nvSpPr>
            <p:cNvPr id="108567" name="Rectangle 137"/>
            <p:cNvSpPr>
              <a:spLocks noChangeArrowheads="1"/>
            </p:cNvSpPr>
            <p:nvPr/>
          </p:nvSpPr>
          <p:spPr bwMode="auto">
            <a:xfrm>
              <a:off x="975" y="3113"/>
              <a:ext cx="775"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endParaRPr lang="en-US" altLang="zh-CN" sz="1200" i="1">
                <a:solidFill>
                  <a:prstClr val="black"/>
                </a:solidFill>
                <a:cs typeface="Times New Roman" panose="02020603050405020304" pitchFamily="18" charset="0"/>
              </a:endParaRPr>
            </a:p>
          </p:txBody>
        </p:sp>
        <p:sp>
          <p:nvSpPr>
            <p:cNvPr id="108568" name="Rectangle 138"/>
            <p:cNvSpPr>
              <a:spLocks noChangeArrowheads="1"/>
            </p:cNvSpPr>
            <p:nvPr/>
          </p:nvSpPr>
          <p:spPr bwMode="auto">
            <a:xfrm>
              <a:off x="975" y="2931"/>
              <a:ext cx="775"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zh-CN" altLang="en-US" sz="1200">
                  <a:solidFill>
                    <a:prstClr val="black"/>
                  </a:solidFill>
                  <a:latin typeface="楷体" panose="02010609060101010101" pitchFamily="49" charset="-122"/>
                  <a:ea typeface="楷体" panose="02010609060101010101" pitchFamily="49" charset="-122"/>
                  <a:cs typeface="Times New Roman" panose="02020603050405020304" pitchFamily="18" charset="0"/>
                </a:rPr>
                <a:t>访问链</a:t>
              </a:r>
            </a:p>
          </p:txBody>
        </p:sp>
        <p:sp>
          <p:nvSpPr>
            <p:cNvPr id="50" name="Line 139"/>
            <p:cNvSpPr>
              <a:spLocks noChangeShapeType="1"/>
            </p:cNvSpPr>
            <p:nvPr/>
          </p:nvSpPr>
          <p:spPr bwMode="auto">
            <a:xfrm flipV="1">
              <a:off x="975" y="2932"/>
              <a:ext cx="746" cy="0"/>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51" name="Line 140"/>
            <p:cNvSpPr>
              <a:spLocks noChangeShapeType="1"/>
            </p:cNvSpPr>
            <p:nvPr/>
          </p:nvSpPr>
          <p:spPr bwMode="auto">
            <a:xfrm flipV="1">
              <a:off x="975" y="3113"/>
              <a:ext cx="726" cy="1"/>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grpSp>
      <p:sp>
        <p:nvSpPr>
          <p:cNvPr id="52" name="任意多边形 51"/>
          <p:cNvSpPr/>
          <p:nvPr/>
        </p:nvSpPr>
        <p:spPr>
          <a:xfrm>
            <a:off x="4824413" y="854075"/>
            <a:ext cx="460375" cy="1838325"/>
          </a:xfrm>
          <a:custGeom>
            <a:avLst/>
            <a:gdLst>
              <a:gd name="connsiteX0" fmla="*/ 0 w 460464"/>
              <a:gd name="connsiteY0" fmla="*/ 1768642 h 1768642"/>
              <a:gd name="connsiteX1" fmla="*/ 433137 w 460464"/>
              <a:gd name="connsiteY1" fmla="*/ 902369 h 1768642"/>
              <a:gd name="connsiteX2" fmla="*/ 372979 w 460464"/>
              <a:gd name="connsiteY2" fmla="*/ 156411 h 1768642"/>
              <a:gd name="connsiteX3" fmla="*/ 24063 w 460464"/>
              <a:gd name="connsiteY3" fmla="*/ 0 h 1768642"/>
            </a:gdLst>
            <a:ahLst/>
            <a:cxnLst>
              <a:cxn ang="0">
                <a:pos x="connsiteX0" y="connsiteY0"/>
              </a:cxn>
              <a:cxn ang="0">
                <a:pos x="connsiteX1" y="connsiteY1"/>
              </a:cxn>
              <a:cxn ang="0">
                <a:pos x="connsiteX2" y="connsiteY2"/>
              </a:cxn>
              <a:cxn ang="0">
                <a:pos x="connsiteX3" y="connsiteY3"/>
              </a:cxn>
            </a:cxnLst>
            <a:rect l="l" t="t" r="r" b="b"/>
            <a:pathLst>
              <a:path w="460464" h="1768642">
                <a:moveTo>
                  <a:pt x="0" y="1768642"/>
                </a:moveTo>
                <a:cubicBezTo>
                  <a:pt x="185487" y="1469858"/>
                  <a:pt x="370974" y="1171074"/>
                  <a:pt x="433137" y="902369"/>
                </a:cubicBezTo>
                <a:cubicBezTo>
                  <a:pt x="495300" y="633664"/>
                  <a:pt x="441158" y="306806"/>
                  <a:pt x="372979" y="156411"/>
                </a:cubicBezTo>
                <a:cubicBezTo>
                  <a:pt x="304800" y="6016"/>
                  <a:pt x="164431" y="3008"/>
                  <a:pt x="24063" y="0"/>
                </a:cubicBezTo>
              </a:path>
            </a:pathLst>
          </a:custGeom>
          <a:noFill/>
          <a:ln w="25400">
            <a:solidFill>
              <a:schemeClr val="tx1"/>
            </a:solidFill>
            <a:tailEnd type="triangle" w="med" len="lg"/>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100">
              <a:solidFill>
                <a:prstClr val="white"/>
              </a:solidFill>
            </a:endParaRPr>
          </a:p>
        </p:txBody>
      </p:sp>
      <p:sp>
        <p:nvSpPr>
          <p:cNvPr id="53" name="Freeform 56"/>
          <p:cNvSpPr>
            <a:spLocks/>
          </p:cNvSpPr>
          <p:nvPr/>
        </p:nvSpPr>
        <p:spPr bwMode="auto">
          <a:xfrm rot="-511685">
            <a:off x="4819650" y="1509713"/>
            <a:ext cx="276225" cy="454025"/>
          </a:xfrm>
          <a:custGeom>
            <a:avLst/>
            <a:gdLst>
              <a:gd name="T0" fmla="*/ 0 w 358"/>
              <a:gd name="T1" fmla="*/ 2147483646 h 930"/>
              <a:gd name="T2" fmla="*/ 2147483646 w 358"/>
              <a:gd name="T3" fmla="*/ 2147483646 h 930"/>
              <a:gd name="T4" fmla="*/ 2147483646 w 358"/>
              <a:gd name="T5" fmla="*/ 2147483646 h 930"/>
              <a:gd name="T6" fmla="*/ 2147483646 w 358"/>
              <a:gd name="T7" fmla="*/ 2147483646 h 930"/>
              <a:gd name="T8" fmla="*/ 2147483646 w 358"/>
              <a:gd name="T9" fmla="*/ 0 h 930"/>
              <a:gd name="T10" fmla="*/ 0 60000 65536"/>
              <a:gd name="T11" fmla="*/ 0 60000 65536"/>
              <a:gd name="T12" fmla="*/ 0 60000 65536"/>
              <a:gd name="T13" fmla="*/ 0 60000 65536"/>
              <a:gd name="T14" fmla="*/ 0 60000 65536"/>
              <a:gd name="T15" fmla="*/ 0 w 358"/>
              <a:gd name="T16" fmla="*/ 0 h 930"/>
              <a:gd name="T17" fmla="*/ 358 w 358"/>
              <a:gd name="T18" fmla="*/ 930 h 930"/>
            </a:gdLst>
            <a:ahLst/>
            <a:cxnLst>
              <a:cxn ang="T10">
                <a:pos x="T0" y="T1"/>
              </a:cxn>
              <a:cxn ang="T11">
                <a:pos x="T2" y="T3"/>
              </a:cxn>
              <a:cxn ang="T12">
                <a:pos x="T4" y="T5"/>
              </a:cxn>
              <a:cxn ang="T13">
                <a:pos x="T6" y="T7"/>
              </a:cxn>
              <a:cxn ang="T14">
                <a:pos x="T8" y="T9"/>
              </a:cxn>
            </a:cxnLst>
            <a:rect l="T15" t="T16" r="T17" b="T18"/>
            <a:pathLst>
              <a:path w="358" h="930">
                <a:moveTo>
                  <a:pt x="0" y="930"/>
                </a:moveTo>
                <a:cubicBezTo>
                  <a:pt x="38" y="910"/>
                  <a:pt x="167" y="873"/>
                  <a:pt x="225" y="810"/>
                </a:cubicBezTo>
                <a:cubicBezTo>
                  <a:pt x="283" y="747"/>
                  <a:pt x="332" y="653"/>
                  <a:pt x="345" y="555"/>
                </a:cubicBezTo>
                <a:cubicBezTo>
                  <a:pt x="358" y="457"/>
                  <a:pt x="337" y="317"/>
                  <a:pt x="300" y="225"/>
                </a:cubicBezTo>
                <a:cubicBezTo>
                  <a:pt x="263" y="133"/>
                  <a:pt x="158" y="47"/>
                  <a:pt x="120" y="0"/>
                </a:cubicBezTo>
              </a:path>
            </a:pathLst>
          </a:custGeom>
          <a:noFill/>
          <a:ln w="25400">
            <a:solidFill>
              <a:schemeClr val="tx1"/>
            </a:solidFill>
            <a:round/>
            <a:headEnd/>
            <a:tailEnd type="triangle" w="med" len="lg"/>
          </a:ln>
          <a:extLst>
            <a:ext uri="{909E8E84-426E-40DD-AFC4-6F175D3DCCD1}">
              <a14:hiddenFill xmlns:a14="http://schemas.microsoft.com/office/drawing/2010/main">
                <a:solidFill>
                  <a:srgbClr val="FFFFFF"/>
                </a:solid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56" name="Freeform 56"/>
          <p:cNvSpPr>
            <a:spLocks/>
          </p:cNvSpPr>
          <p:nvPr/>
        </p:nvSpPr>
        <p:spPr bwMode="auto">
          <a:xfrm rot="-511685">
            <a:off x="4824413" y="877888"/>
            <a:ext cx="128587" cy="496887"/>
          </a:xfrm>
          <a:custGeom>
            <a:avLst/>
            <a:gdLst>
              <a:gd name="T0" fmla="*/ 0 w 358"/>
              <a:gd name="T1" fmla="*/ 2147483646 h 930"/>
              <a:gd name="T2" fmla="*/ 2147483646 w 358"/>
              <a:gd name="T3" fmla="*/ 2147483646 h 930"/>
              <a:gd name="T4" fmla="*/ 2147483646 w 358"/>
              <a:gd name="T5" fmla="*/ 2147483646 h 930"/>
              <a:gd name="T6" fmla="*/ 2147483646 w 358"/>
              <a:gd name="T7" fmla="*/ 2147483646 h 930"/>
              <a:gd name="T8" fmla="*/ 2147483646 w 358"/>
              <a:gd name="T9" fmla="*/ 0 h 930"/>
              <a:gd name="T10" fmla="*/ 0 60000 65536"/>
              <a:gd name="T11" fmla="*/ 0 60000 65536"/>
              <a:gd name="T12" fmla="*/ 0 60000 65536"/>
              <a:gd name="T13" fmla="*/ 0 60000 65536"/>
              <a:gd name="T14" fmla="*/ 0 60000 65536"/>
              <a:gd name="T15" fmla="*/ 0 w 358"/>
              <a:gd name="T16" fmla="*/ 0 h 930"/>
              <a:gd name="T17" fmla="*/ 358 w 358"/>
              <a:gd name="T18" fmla="*/ 930 h 930"/>
            </a:gdLst>
            <a:ahLst/>
            <a:cxnLst>
              <a:cxn ang="T10">
                <a:pos x="T0" y="T1"/>
              </a:cxn>
              <a:cxn ang="T11">
                <a:pos x="T2" y="T3"/>
              </a:cxn>
              <a:cxn ang="T12">
                <a:pos x="T4" y="T5"/>
              </a:cxn>
              <a:cxn ang="T13">
                <a:pos x="T6" y="T7"/>
              </a:cxn>
              <a:cxn ang="T14">
                <a:pos x="T8" y="T9"/>
              </a:cxn>
            </a:cxnLst>
            <a:rect l="T15" t="T16" r="T17" b="T18"/>
            <a:pathLst>
              <a:path w="358" h="930">
                <a:moveTo>
                  <a:pt x="0" y="930"/>
                </a:moveTo>
                <a:cubicBezTo>
                  <a:pt x="38" y="910"/>
                  <a:pt x="167" y="873"/>
                  <a:pt x="225" y="810"/>
                </a:cubicBezTo>
                <a:cubicBezTo>
                  <a:pt x="283" y="747"/>
                  <a:pt x="332" y="653"/>
                  <a:pt x="345" y="555"/>
                </a:cubicBezTo>
                <a:cubicBezTo>
                  <a:pt x="358" y="457"/>
                  <a:pt x="337" y="317"/>
                  <a:pt x="300" y="225"/>
                </a:cubicBezTo>
                <a:cubicBezTo>
                  <a:pt x="263" y="133"/>
                  <a:pt x="158" y="47"/>
                  <a:pt x="120" y="0"/>
                </a:cubicBezTo>
              </a:path>
            </a:pathLst>
          </a:custGeom>
          <a:noFill/>
          <a:ln w="25400">
            <a:solidFill>
              <a:schemeClr val="tx1"/>
            </a:solidFill>
            <a:round/>
            <a:headEnd/>
            <a:tailEnd type="triangle" w="med" len="lg"/>
          </a:ln>
          <a:extLst>
            <a:ext uri="{909E8E84-426E-40DD-AFC4-6F175D3DCCD1}">
              <a14:hiddenFill xmlns:a14="http://schemas.microsoft.com/office/drawing/2010/main">
                <a:solidFill>
                  <a:srgbClr val="FFFFFF"/>
                </a:solid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2" name="灯片编号占位符 1"/>
          <p:cNvSpPr>
            <a:spLocks noGrp="1"/>
          </p:cNvSpPr>
          <p:nvPr>
            <p:ph type="sldNum" sz="quarter" idx="12"/>
          </p:nvPr>
        </p:nvSpPr>
        <p:spPr/>
        <p:txBody>
          <a:bodyPr/>
          <a:lstStyle/>
          <a:p>
            <a:pPr>
              <a:defRPr/>
            </a:pPr>
            <a:fld id="{64CF1D47-2B30-44A6-81DA-EC28584A641A}" type="slidenum">
              <a:rPr lang="zh-CN" altLang="en-US" smtClean="0"/>
              <a:pPr>
                <a:defRPr/>
              </a:pPr>
              <a:t>13</a:t>
            </a:fld>
            <a:endParaRPr lang="en-US" altLang="zh-CN" dirty="0"/>
          </a:p>
        </p:txBody>
      </p:sp>
    </p:spTree>
    <p:extLst>
      <p:ext uri="{BB962C8B-B14F-4D97-AF65-F5344CB8AC3E}">
        <p14:creationId xmlns:p14="http://schemas.microsoft.com/office/powerpoint/2010/main" val="377205884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0" fill="hold" grpId="0" nodeType="withEffect">
                                  <p:stCondLst>
                                    <p:cond delay="0"/>
                                  </p:stCondLst>
                                  <p:childTnLst>
                                    <p:set>
                                      <p:cBhvr>
                                        <p:cTn id="6" dur="1" fill="hold">
                                          <p:stCondLst>
                                            <p:cond delay="0"/>
                                          </p:stCondLst>
                                        </p:cTn>
                                        <p:tgtEl>
                                          <p:spTgt spid="238597"/>
                                        </p:tgtEl>
                                        <p:attrNameLst>
                                          <p:attrName>style.visibility</p:attrName>
                                        </p:attrNameLst>
                                      </p:cBhvr>
                                      <p:to>
                                        <p:strVal val="visible"/>
                                      </p:to>
                                    </p:set>
                                    <p:anim calcmode="lin" valueType="num">
                                      <p:cBhvr>
                                        <p:cTn id="7" dur="500" fill="hold"/>
                                        <p:tgtEl>
                                          <p:spTgt spid="238597"/>
                                        </p:tgtEl>
                                        <p:attrNameLst>
                                          <p:attrName>ppt_w</p:attrName>
                                        </p:attrNameLst>
                                      </p:cBhvr>
                                      <p:tavLst>
                                        <p:tav tm="0">
                                          <p:val>
                                            <p:fltVal val="0"/>
                                          </p:val>
                                        </p:tav>
                                        <p:tav tm="100000">
                                          <p:val>
                                            <p:strVal val="#ppt_w"/>
                                          </p:val>
                                        </p:tav>
                                      </p:tavLst>
                                    </p:anim>
                                    <p:anim calcmode="lin" valueType="num">
                                      <p:cBhvr>
                                        <p:cTn id="8" dur="500" fill="hold"/>
                                        <p:tgtEl>
                                          <p:spTgt spid="238597"/>
                                        </p:tgtEl>
                                        <p:attrNameLst>
                                          <p:attrName>ppt_h</p:attrName>
                                        </p:attrNameLst>
                                      </p:cBhvr>
                                      <p:tavLst>
                                        <p:tav tm="0">
                                          <p:val>
                                            <p:fltVal val="0"/>
                                          </p:val>
                                        </p:tav>
                                        <p:tav tm="100000">
                                          <p:val>
                                            <p:strVal val="#ppt_h"/>
                                          </p:val>
                                        </p:tav>
                                      </p:tavLst>
                                    </p:anim>
                                    <p:animEffect transition="in" filter="fade">
                                      <p:cBhvr>
                                        <p:cTn id="9" dur="500"/>
                                        <p:tgtEl>
                                          <p:spTgt spid="238597"/>
                                        </p:tgtEl>
                                      </p:cBhvr>
                                    </p:animEffect>
                                  </p:childTnLst>
                                </p:cTn>
                              </p:par>
                              <p:par>
                                <p:cTn id="10" presetID="53" presetClass="entr" presetSubtype="0" fill="hold" nodeType="withEffect">
                                  <p:stCondLst>
                                    <p:cond delay="0"/>
                                  </p:stCondLst>
                                  <p:childTnLst>
                                    <p:set>
                                      <p:cBhvr>
                                        <p:cTn id="11" dur="1" fill="hold">
                                          <p:stCondLst>
                                            <p:cond delay="0"/>
                                          </p:stCondLst>
                                        </p:cTn>
                                        <p:tgtEl>
                                          <p:spTgt spid="238595"/>
                                        </p:tgtEl>
                                        <p:attrNameLst>
                                          <p:attrName>style.visibility</p:attrName>
                                        </p:attrNameLst>
                                      </p:cBhvr>
                                      <p:to>
                                        <p:strVal val="visible"/>
                                      </p:to>
                                    </p:set>
                                    <p:anim calcmode="lin" valueType="num">
                                      <p:cBhvr>
                                        <p:cTn id="12" dur="500" fill="hold"/>
                                        <p:tgtEl>
                                          <p:spTgt spid="238595"/>
                                        </p:tgtEl>
                                        <p:attrNameLst>
                                          <p:attrName>ppt_w</p:attrName>
                                        </p:attrNameLst>
                                      </p:cBhvr>
                                      <p:tavLst>
                                        <p:tav tm="0">
                                          <p:val>
                                            <p:fltVal val="0"/>
                                          </p:val>
                                        </p:tav>
                                        <p:tav tm="100000">
                                          <p:val>
                                            <p:strVal val="#ppt_w"/>
                                          </p:val>
                                        </p:tav>
                                      </p:tavLst>
                                    </p:anim>
                                    <p:anim calcmode="lin" valueType="num">
                                      <p:cBhvr>
                                        <p:cTn id="13" dur="500" fill="hold"/>
                                        <p:tgtEl>
                                          <p:spTgt spid="238595"/>
                                        </p:tgtEl>
                                        <p:attrNameLst>
                                          <p:attrName>ppt_h</p:attrName>
                                        </p:attrNameLst>
                                      </p:cBhvr>
                                      <p:tavLst>
                                        <p:tav tm="0">
                                          <p:val>
                                            <p:fltVal val="0"/>
                                          </p:val>
                                        </p:tav>
                                        <p:tav tm="100000">
                                          <p:val>
                                            <p:strVal val="#ppt_h"/>
                                          </p:val>
                                        </p:tav>
                                      </p:tavLst>
                                    </p:anim>
                                    <p:animEffect transition="in" filter="fade">
                                      <p:cBhvr>
                                        <p:cTn id="14" dur="500"/>
                                        <p:tgtEl>
                                          <p:spTgt spid="238595"/>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53" presetClass="entr" presetSubtype="16"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p:cTn id="19" dur="500" fill="hold"/>
                                        <p:tgtEl>
                                          <p:spTgt spid="4"/>
                                        </p:tgtEl>
                                        <p:attrNameLst>
                                          <p:attrName>ppt_w</p:attrName>
                                        </p:attrNameLst>
                                      </p:cBhvr>
                                      <p:tavLst>
                                        <p:tav tm="0">
                                          <p:val>
                                            <p:fltVal val="0"/>
                                          </p:val>
                                        </p:tav>
                                        <p:tav tm="100000">
                                          <p:val>
                                            <p:strVal val="#ppt_w"/>
                                          </p:val>
                                        </p:tav>
                                      </p:tavLst>
                                    </p:anim>
                                    <p:anim calcmode="lin" valueType="num">
                                      <p:cBhvr>
                                        <p:cTn id="20" dur="500" fill="hold"/>
                                        <p:tgtEl>
                                          <p:spTgt spid="4"/>
                                        </p:tgtEl>
                                        <p:attrNameLst>
                                          <p:attrName>ppt_h</p:attrName>
                                        </p:attrNameLst>
                                      </p:cBhvr>
                                      <p:tavLst>
                                        <p:tav tm="0">
                                          <p:val>
                                            <p:fltVal val="0"/>
                                          </p:val>
                                        </p:tav>
                                        <p:tav tm="100000">
                                          <p:val>
                                            <p:strVal val="#ppt_h"/>
                                          </p:val>
                                        </p:tav>
                                      </p:tavLst>
                                    </p:anim>
                                    <p:animEffect transition="in" filter="fade">
                                      <p:cBhvr>
                                        <p:cTn id="21" dur="500"/>
                                        <p:tgtEl>
                                          <p:spTgt spid="4"/>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53" presetClass="entr" presetSubtype="16" fill="hold" grpId="0" nodeType="clickEffect">
                                  <p:stCondLst>
                                    <p:cond delay="0"/>
                                  </p:stCondLst>
                                  <p:childTnLst>
                                    <p:set>
                                      <p:cBhvr>
                                        <p:cTn id="25" dur="1" fill="hold">
                                          <p:stCondLst>
                                            <p:cond delay="0"/>
                                          </p:stCondLst>
                                        </p:cTn>
                                        <p:tgtEl>
                                          <p:spTgt spid="56"/>
                                        </p:tgtEl>
                                        <p:attrNameLst>
                                          <p:attrName>style.visibility</p:attrName>
                                        </p:attrNameLst>
                                      </p:cBhvr>
                                      <p:to>
                                        <p:strVal val="visible"/>
                                      </p:to>
                                    </p:set>
                                    <p:anim calcmode="lin" valueType="num">
                                      <p:cBhvr>
                                        <p:cTn id="26" dur="500" fill="hold"/>
                                        <p:tgtEl>
                                          <p:spTgt spid="56"/>
                                        </p:tgtEl>
                                        <p:attrNameLst>
                                          <p:attrName>ppt_w</p:attrName>
                                        </p:attrNameLst>
                                      </p:cBhvr>
                                      <p:tavLst>
                                        <p:tav tm="0">
                                          <p:val>
                                            <p:fltVal val="0"/>
                                          </p:val>
                                        </p:tav>
                                        <p:tav tm="100000">
                                          <p:val>
                                            <p:strVal val="#ppt_w"/>
                                          </p:val>
                                        </p:tav>
                                      </p:tavLst>
                                    </p:anim>
                                    <p:anim calcmode="lin" valueType="num">
                                      <p:cBhvr>
                                        <p:cTn id="27" dur="500" fill="hold"/>
                                        <p:tgtEl>
                                          <p:spTgt spid="56"/>
                                        </p:tgtEl>
                                        <p:attrNameLst>
                                          <p:attrName>ppt_h</p:attrName>
                                        </p:attrNameLst>
                                      </p:cBhvr>
                                      <p:tavLst>
                                        <p:tav tm="0">
                                          <p:val>
                                            <p:fltVal val="0"/>
                                          </p:val>
                                        </p:tav>
                                        <p:tav tm="100000">
                                          <p:val>
                                            <p:strVal val="#ppt_h"/>
                                          </p:val>
                                        </p:tav>
                                      </p:tavLst>
                                    </p:anim>
                                    <p:animEffect transition="in" filter="fade">
                                      <p:cBhvr>
                                        <p:cTn id="28" dur="500"/>
                                        <p:tgtEl>
                                          <p:spTgt spid="56"/>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53" presetClass="entr" presetSubtype="0" fill="hold" grpId="0" nodeType="clickEffect">
                                  <p:stCondLst>
                                    <p:cond delay="0"/>
                                  </p:stCondLst>
                                  <p:childTnLst>
                                    <p:set>
                                      <p:cBhvr>
                                        <p:cTn id="32" dur="1" fill="hold">
                                          <p:stCondLst>
                                            <p:cond delay="0"/>
                                          </p:stCondLst>
                                        </p:cTn>
                                        <p:tgtEl>
                                          <p:spTgt spid="238599"/>
                                        </p:tgtEl>
                                        <p:attrNameLst>
                                          <p:attrName>style.visibility</p:attrName>
                                        </p:attrNameLst>
                                      </p:cBhvr>
                                      <p:to>
                                        <p:strVal val="visible"/>
                                      </p:to>
                                    </p:set>
                                    <p:anim calcmode="lin" valueType="num">
                                      <p:cBhvr>
                                        <p:cTn id="33" dur="500" fill="hold"/>
                                        <p:tgtEl>
                                          <p:spTgt spid="238599"/>
                                        </p:tgtEl>
                                        <p:attrNameLst>
                                          <p:attrName>ppt_w</p:attrName>
                                        </p:attrNameLst>
                                      </p:cBhvr>
                                      <p:tavLst>
                                        <p:tav tm="0">
                                          <p:val>
                                            <p:fltVal val="0"/>
                                          </p:val>
                                        </p:tav>
                                        <p:tav tm="100000">
                                          <p:val>
                                            <p:strVal val="#ppt_w"/>
                                          </p:val>
                                        </p:tav>
                                      </p:tavLst>
                                    </p:anim>
                                    <p:anim calcmode="lin" valueType="num">
                                      <p:cBhvr>
                                        <p:cTn id="34" dur="500" fill="hold"/>
                                        <p:tgtEl>
                                          <p:spTgt spid="238599"/>
                                        </p:tgtEl>
                                        <p:attrNameLst>
                                          <p:attrName>ppt_h</p:attrName>
                                        </p:attrNameLst>
                                      </p:cBhvr>
                                      <p:tavLst>
                                        <p:tav tm="0">
                                          <p:val>
                                            <p:fltVal val="0"/>
                                          </p:val>
                                        </p:tav>
                                        <p:tav tm="100000">
                                          <p:val>
                                            <p:strVal val="#ppt_h"/>
                                          </p:val>
                                        </p:tav>
                                      </p:tavLst>
                                    </p:anim>
                                    <p:animEffect transition="in" filter="fade">
                                      <p:cBhvr>
                                        <p:cTn id="35" dur="500"/>
                                        <p:tgtEl>
                                          <p:spTgt spid="238599"/>
                                        </p:tgtEl>
                                      </p:cBhvr>
                                    </p:animEffect>
                                  </p:childTnLst>
                                </p:cTn>
                              </p:par>
                              <p:par>
                                <p:cTn id="36" presetID="53" presetClass="entr" presetSubtype="0" fill="hold" grpId="0" nodeType="withEffect">
                                  <p:stCondLst>
                                    <p:cond delay="0"/>
                                  </p:stCondLst>
                                  <p:childTnLst>
                                    <p:set>
                                      <p:cBhvr>
                                        <p:cTn id="37" dur="1" fill="hold">
                                          <p:stCondLst>
                                            <p:cond delay="0"/>
                                          </p:stCondLst>
                                        </p:cTn>
                                        <p:tgtEl>
                                          <p:spTgt spid="238601"/>
                                        </p:tgtEl>
                                        <p:attrNameLst>
                                          <p:attrName>style.visibility</p:attrName>
                                        </p:attrNameLst>
                                      </p:cBhvr>
                                      <p:to>
                                        <p:strVal val="visible"/>
                                      </p:to>
                                    </p:set>
                                    <p:anim calcmode="lin" valueType="num">
                                      <p:cBhvr>
                                        <p:cTn id="38" dur="500" fill="hold"/>
                                        <p:tgtEl>
                                          <p:spTgt spid="238601"/>
                                        </p:tgtEl>
                                        <p:attrNameLst>
                                          <p:attrName>ppt_w</p:attrName>
                                        </p:attrNameLst>
                                      </p:cBhvr>
                                      <p:tavLst>
                                        <p:tav tm="0">
                                          <p:val>
                                            <p:fltVal val="0"/>
                                          </p:val>
                                        </p:tav>
                                        <p:tav tm="100000">
                                          <p:val>
                                            <p:strVal val="#ppt_w"/>
                                          </p:val>
                                        </p:tav>
                                      </p:tavLst>
                                    </p:anim>
                                    <p:anim calcmode="lin" valueType="num">
                                      <p:cBhvr>
                                        <p:cTn id="39" dur="500" fill="hold"/>
                                        <p:tgtEl>
                                          <p:spTgt spid="238601"/>
                                        </p:tgtEl>
                                        <p:attrNameLst>
                                          <p:attrName>ppt_h</p:attrName>
                                        </p:attrNameLst>
                                      </p:cBhvr>
                                      <p:tavLst>
                                        <p:tav tm="0">
                                          <p:val>
                                            <p:fltVal val="0"/>
                                          </p:val>
                                        </p:tav>
                                        <p:tav tm="100000">
                                          <p:val>
                                            <p:strVal val="#ppt_h"/>
                                          </p:val>
                                        </p:tav>
                                      </p:tavLst>
                                    </p:anim>
                                    <p:animEffect transition="in" filter="fade">
                                      <p:cBhvr>
                                        <p:cTn id="40" dur="500"/>
                                        <p:tgtEl>
                                          <p:spTgt spid="238601"/>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53" presetClass="entr" presetSubtype="16" fill="hold" nodeType="clickEffect">
                                  <p:stCondLst>
                                    <p:cond delay="0"/>
                                  </p:stCondLst>
                                  <p:childTnLst>
                                    <p:set>
                                      <p:cBhvr>
                                        <p:cTn id="44" dur="1" fill="hold">
                                          <p:stCondLst>
                                            <p:cond delay="0"/>
                                          </p:stCondLst>
                                        </p:cTn>
                                        <p:tgtEl>
                                          <p:spTgt spid="5"/>
                                        </p:tgtEl>
                                        <p:attrNameLst>
                                          <p:attrName>style.visibility</p:attrName>
                                        </p:attrNameLst>
                                      </p:cBhvr>
                                      <p:to>
                                        <p:strVal val="visible"/>
                                      </p:to>
                                    </p:set>
                                    <p:anim calcmode="lin" valueType="num">
                                      <p:cBhvr>
                                        <p:cTn id="45" dur="500" fill="hold"/>
                                        <p:tgtEl>
                                          <p:spTgt spid="5"/>
                                        </p:tgtEl>
                                        <p:attrNameLst>
                                          <p:attrName>ppt_w</p:attrName>
                                        </p:attrNameLst>
                                      </p:cBhvr>
                                      <p:tavLst>
                                        <p:tav tm="0">
                                          <p:val>
                                            <p:fltVal val="0"/>
                                          </p:val>
                                        </p:tav>
                                        <p:tav tm="100000">
                                          <p:val>
                                            <p:strVal val="#ppt_w"/>
                                          </p:val>
                                        </p:tav>
                                      </p:tavLst>
                                    </p:anim>
                                    <p:anim calcmode="lin" valueType="num">
                                      <p:cBhvr>
                                        <p:cTn id="46" dur="500" fill="hold"/>
                                        <p:tgtEl>
                                          <p:spTgt spid="5"/>
                                        </p:tgtEl>
                                        <p:attrNameLst>
                                          <p:attrName>ppt_h</p:attrName>
                                        </p:attrNameLst>
                                      </p:cBhvr>
                                      <p:tavLst>
                                        <p:tav tm="0">
                                          <p:val>
                                            <p:fltVal val="0"/>
                                          </p:val>
                                        </p:tav>
                                        <p:tav tm="100000">
                                          <p:val>
                                            <p:strVal val="#ppt_h"/>
                                          </p:val>
                                        </p:tav>
                                      </p:tavLst>
                                    </p:anim>
                                    <p:animEffect transition="in" filter="fade">
                                      <p:cBhvr>
                                        <p:cTn id="47" dur="500"/>
                                        <p:tgtEl>
                                          <p:spTgt spid="5"/>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53" presetClass="entr" presetSubtype="16" fill="hold" grpId="0" nodeType="clickEffect">
                                  <p:stCondLst>
                                    <p:cond delay="0"/>
                                  </p:stCondLst>
                                  <p:childTnLst>
                                    <p:set>
                                      <p:cBhvr>
                                        <p:cTn id="51" dur="1" fill="hold">
                                          <p:stCondLst>
                                            <p:cond delay="0"/>
                                          </p:stCondLst>
                                        </p:cTn>
                                        <p:tgtEl>
                                          <p:spTgt spid="53"/>
                                        </p:tgtEl>
                                        <p:attrNameLst>
                                          <p:attrName>style.visibility</p:attrName>
                                        </p:attrNameLst>
                                      </p:cBhvr>
                                      <p:to>
                                        <p:strVal val="visible"/>
                                      </p:to>
                                    </p:set>
                                    <p:anim calcmode="lin" valueType="num">
                                      <p:cBhvr>
                                        <p:cTn id="52" dur="500" fill="hold"/>
                                        <p:tgtEl>
                                          <p:spTgt spid="53"/>
                                        </p:tgtEl>
                                        <p:attrNameLst>
                                          <p:attrName>ppt_w</p:attrName>
                                        </p:attrNameLst>
                                      </p:cBhvr>
                                      <p:tavLst>
                                        <p:tav tm="0">
                                          <p:val>
                                            <p:fltVal val="0"/>
                                          </p:val>
                                        </p:tav>
                                        <p:tav tm="100000">
                                          <p:val>
                                            <p:strVal val="#ppt_w"/>
                                          </p:val>
                                        </p:tav>
                                      </p:tavLst>
                                    </p:anim>
                                    <p:anim calcmode="lin" valueType="num">
                                      <p:cBhvr>
                                        <p:cTn id="53" dur="500" fill="hold"/>
                                        <p:tgtEl>
                                          <p:spTgt spid="53"/>
                                        </p:tgtEl>
                                        <p:attrNameLst>
                                          <p:attrName>ppt_h</p:attrName>
                                        </p:attrNameLst>
                                      </p:cBhvr>
                                      <p:tavLst>
                                        <p:tav tm="0">
                                          <p:val>
                                            <p:fltVal val="0"/>
                                          </p:val>
                                        </p:tav>
                                        <p:tav tm="100000">
                                          <p:val>
                                            <p:strVal val="#ppt_h"/>
                                          </p:val>
                                        </p:tav>
                                      </p:tavLst>
                                    </p:anim>
                                    <p:animEffect transition="in" filter="fade">
                                      <p:cBhvr>
                                        <p:cTn id="54" dur="500"/>
                                        <p:tgtEl>
                                          <p:spTgt spid="53"/>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53" presetClass="entr" presetSubtype="16" fill="hold" grpId="0" nodeType="clickEffect">
                                  <p:stCondLst>
                                    <p:cond delay="0"/>
                                  </p:stCondLst>
                                  <p:childTnLst>
                                    <p:set>
                                      <p:cBhvr>
                                        <p:cTn id="58" dur="1" fill="hold">
                                          <p:stCondLst>
                                            <p:cond delay="0"/>
                                          </p:stCondLst>
                                        </p:cTn>
                                        <p:tgtEl>
                                          <p:spTgt spid="43"/>
                                        </p:tgtEl>
                                        <p:attrNameLst>
                                          <p:attrName>style.visibility</p:attrName>
                                        </p:attrNameLst>
                                      </p:cBhvr>
                                      <p:to>
                                        <p:strVal val="visible"/>
                                      </p:to>
                                    </p:set>
                                    <p:anim calcmode="lin" valueType="num">
                                      <p:cBhvr>
                                        <p:cTn id="59" dur="500" fill="hold"/>
                                        <p:tgtEl>
                                          <p:spTgt spid="43"/>
                                        </p:tgtEl>
                                        <p:attrNameLst>
                                          <p:attrName>ppt_w</p:attrName>
                                        </p:attrNameLst>
                                      </p:cBhvr>
                                      <p:tavLst>
                                        <p:tav tm="0">
                                          <p:val>
                                            <p:fltVal val="0"/>
                                          </p:val>
                                        </p:tav>
                                        <p:tav tm="100000">
                                          <p:val>
                                            <p:strVal val="#ppt_w"/>
                                          </p:val>
                                        </p:tav>
                                      </p:tavLst>
                                    </p:anim>
                                    <p:anim calcmode="lin" valueType="num">
                                      <p:cBhvr>
                                        <p:cTn id="60" dur="500" fill="hold"/>
                                        <p:tgtEl>
                                          <p:spTgt spid="43"/>
                                        </p:tgtEl>
                                        <p:attrNameLst>
                                          <p:attrName>ppt_h</p:attrName>
                                        </p:attrNameLst>
                                      </p:cBhvr>
                                      <p:tavLst>
                                        <p:tav tm="0">
                                          <p:val>
                                            <p:fltVal val="0"/>
                                          </p:val>
                                        </p:tav>
                                        <p:tav tm="100000">
                                          <p:val>
                                            <p:strVal val="#ppt_h"/>
                                          </p:val>
                                        </p:tav>
                                      </p:tavLst>
                                    </p:anim>
                                    <p:animEffect transition="in" filter="fade">
                                      <p:cBhvr>
                                        <p:cTn id="61" dur="500"/>
                                        <p:tgtEl>
                                          <p:spTgt spid="43"/>
                                        </p:tgtEl>
                                      </p:cBhvr>
                                    </p:animEffect>
                                  </p:childTnLst>
                                </p:cTn>
                              </p:par>
                              <p:par>
                                <p:cTn id="62" presetID="53" presetClass="entr" presetSubtype="16" fill="hold" grpId="0" nodeType="withEffect">
                                  <p:stCondLst>
                                    <p:cond delay="0"/>
                                  </p:stCondLst>
                                  <p:childTnLst>
                                    <p:set>
                                      <p:cBhvr>
                                        <p:cTn id="63" dur="1" fill="hold">
                                          <p:stCondLst>
                                            <p:cond delay="0"/>
                                          </p:stCondLst>
                                        </p:cTn>
                                        <p:tgtEl>
                                          <p:spTgt spid="44"/>
                                        </p:tgtEl>
                                        <p:attrNameLst>
                                          <p:attrName>style.visibility</p:attrName>
                                        </p:attrNameLst>
                                      </p:cBhvr>
                                      <p:to>
                                        <p:strVal val="visible"/>
                                      </p:to>
                                    </p:set>
                                    <p:anim calcmode="lin" valueType="num">
                                      <p:cBhvr>
                                        <p:cTn id="64" dur="500" fill="hold"/>
                                        <p:tgtEl>
                                          <p:spTgt spid="44"/>
                                        </p:tgtEl>
                                        <p:attrNameLst>
                                          <p:attrName>ppt_w</p:attrName>
                                        </p:attrNameLst>
                                      </p:cBhvr>
                                      <p:tavLst>
                                        <p:tav tm="0">
                                          <p:val>
                                            <p:fltVal val="0"/>
                                          </p:val>
                                        </p:tav>
                                        <p:tav tm="100000">
                                          <p:val>
                                            <p:strVal val="#ppt_w"/>
                                          </p:val>
                                        </p:tav>
                                      </p:tavLst>
                                    </p:anim>
                                    <p:anim calcmode="lin" valueType="num">
                                      <p:cBhvr>
                                        <p:cTn id="65" dur="500" fill="hold"/>
                                        <p:tgtEl>
                                          <p:spTgt spid="44"/>
                                        </p:tgtEl>
                                        <p:attrNameLst>
                                          <p:attrName>ppt_h</p:attrName>
                                        </p:attrNameLst>
                                      </p:cBhvr>
                                      <p:tavLst>
                                        <p:tav tm="0">
                                          <p:val>
                                            <p:fltVal val="0"/>
                                          </p:val>
                                        </p:tav>
                                        <p:tav tm="100000">
                                          <p:val>
                                            <p:strVal val="#ppt_h"/>
                                          </p:val>
                                        </p:tav>
                                      </p:tavLst>
                                    </p:anim>
                                    <p:animEffect transition="in" filter="fade">
                                      <p:cBhvr>
                                        <p:cTn id="66" dur="500"/>
                                        <p:tgtEl>
                                          <p:spTgt spid="44"/>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53" presetClass="entr" presetSubtype="16" fill="hold" nodeType="clickEffect">
                                  <p:stCondLst>
                                    <p:cond delay="0"/>
                                  </p:stCondLst>
                                  <p:childTnLst>
                                    <p:set>
                                      <p:cBhvr>
                                        <p:cTn id="70" dur="1" fill="hold">
                                          <p:stCondLst>
                                            <p:cond delay="0"/>
                                          </p:stCondLst>
                                        </p:cTn>
                                        <p:tgtEl>
                                          <p:spTgt spid="6"/>
                                        </p:tgtEl>
                                        <p:attrNameLst>
                                          <p:attrName>style.visibility</p:attrName>
                                        </p:attrNameLst>
                                      </p:cBhvr>
                                      <p:to>
                                        <p:strVal val="visible"/>
                                      </p:to>
                                    </p:set>
                                    <p:anim calcmode="lin" valueType="num">
                                      <p:cBhvr>
                                        <p:cTn id="71" dur="500" fill="hold"/>
                                        <p:tgtEl>
                                          <p:spTgt spid="6"/>
                                        </p:tgtEl>
                                        <p:attrNameLst>
                                          <p:attrName>ppt_w</p:attrName>
                                        </p:attrNameLst>
                                      </p:cBhvr>
                                      <p:tavLst>
                                        <p:tav tm="0">
                                          <p:val>
                                            <p:fltVal val="0"/>
                                          </p:val>
                                        </p:tav>
                                        <p:tav tm="100000">
                                          <p:val>
                                            <p:strVal val="#ppt_w"/>
                                          </p:val>
                                        </p:tav>
                                      </p:tavLst>
                                    </p:anim>
                                    <p:anim calcmode="lin" valueType="num">
                                      <p:cBhvr>
                                        <p:cTn id="72" dur="500" fill="hold"/>
                                        <p:tgtEl>
                                          <p:spTgt spid="6"/>
                                        </p:tgtEl>
                                        <p:attrNameLst>
                                          <p:attrName>ppt_h</p:attrName>
                                        </p:attrNameLst>
                                      </p:cBhvr>
                                      <p:tavLst>
                                        <p:tav tm="0">
                                          <p:val>
                                            <p:fltVal val="0"/>
                                          </p:val>
                                        </p:tav>
                                        <p:tav tm="100000">
                                          <p:val>
                                            <p:strVal val="#ppt_h"/>
                                          </p:val>
                                        </p:tav>
                                      </p:tavLst>
                                    </p:anim>
                                    <p:animEffect transition="in" filter="fade">
                                      <p:cBhvr>
                                        <p:cTn id="73" dur="500"/>
                                        <p:tgtEl>
                                          <p:spTgt spid="6"/>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53" presetClass="entr" presetSubtype="16" fill="hold" nodeType="clickEffect">
                                  <p:stCondLst>
                                    <p:cond delay="0"/>
                                  </p:stCondLst>
                                  <p:childTnLst>
                                    <p:set>
                                      <p:cBhvr>
                                        <p:cTn id="77" dur="1" fill="hold">
                                          <p:stCondLst>
                                            <p:cond delay="0"/>
                                          </p:stCondLst>
                                        </p:cTn>
                                        <p:tgtEl>
                                          <p:spTgt spid="52"/>
                                        </p:tgtEl>
                                        <p:attrNameLst>
                                          <p:attrName>style.visibility</p:attrName>
                                        </p:attrNameLst>
                                      </p:cBhvr>
                                      <p:to>
                                        <p:strVal val="visible"/>
                                      </p:to>
                                    </p:set>
                                    <p:anim calcmode="lin" valueType="num">
                                      <p:cBhvr>
                                        <p:cTn id="78" dur="500" fill="hold"/>
                                        <p:tgtEl>
                                          <p:spTgt spid="52"/>
                                        </p:tgtEl>
                                        <p:attrNameLst>
                                          <p:attrName>ppt_w</p:attrName>
                                        </p:attrNameLst>
                                      </p:cBhvr>
                                      <p:tavLst>
                                        <p:tav tm="0">
                                          <p:val>
                                            <p:fltVal val="0"/>
                                          </p:val>
                                        </p:tav>
                                        <p:tav tm="100000">
                                          <p:val>
                                            <p:strVal val="#ppt_w"/>
                                          </p:val>
                                        </p:tav>
                                      </p:tavLst>
                                    </p:anim>
                                    <p:anim calcmode="lin" valueType="num">
                                      <p:cBhvr>
                                        <p:cTn id="79" dur="500" fill="hold"/>
                                        <p:tgtEl>
                                          <p:spTgt spid="52"/>
                                        </p:tgtEl>
                                        <p:attrNameLst>
                                          <p:attrName>ppt_h</p:attrName>
                                        </p:attrNameLst>
                                      </p:cBhvr>
                                      <p:tavLst>
                                        <p:tav tm="0">
                                          <p:val>
                                            <p:fltVal val="0"/>
                                          </p:val>
                                        </p:tav>
                                        <p:tav tm="100000">
                                          <p:val>
                                            <p:strVal val="#ppt_h"/>
                                          </p:val>
                                        </p:tav>
                                      </p:tavLst>
                                    </p:anim>
                                    <p:animEffect transition="in" filter="fade">
                                      <p:cBhvr>
                                        <p:cTn id="80" dur="500"/>
                                        <p:tgtEl>
                                          <p:spTgt spid="52"/>
                                        </p:tgtEl>
                                      </p:cBhvr>
                                    </p:animEffect>
                                  </p:childTnLst>
                                </p:cTn>
                              </p:par>
                            </p:childTnLst>
                          </p:cTn>
                        </p:par>
                      </p:childTnLst>
                    </p:cTn>
                  </p:par>
                  <p:par>
                    <p:cTn id="81" fill="hold" nodeType="clickPar">
                      <p:stCondLst>
                        <p:cond delay="indefinite"/>
                      </p:stCondLst>
                      <p:childTnLst>
                        <p:par>
                          <p:cTn id="82" fill="hold" nodeType="withGroup">
                            <p:stCondLst>
                              <p:cond delay="0"/>
                            </p:stCondLst>
                            <p:childTnLst>
                              <p:par>
                                <p:cTn id="83" presetID="53" presetClass="exit" presetSubtype="32" fill="hold" nodeType="clickEffect">
                                  <p:stCondLst>
                                    <p:cond delay="0"/>
                                  </p:stCondLst>
                                  <p:childTnLst>
                                    <p:anim calcmode="lin" valueType="num">
                                      <p:cBhvr>
                                        <p:cTn id="84" dur="500"/>
                                        <p:tgtEl>
                                          <p:spTgt spid="6"/>
                                        </p:tgtEl>
                                        <p:attrNameLst>
                                          <p:attrName>ppt_w</p:attrName>
                                        </p:attrNameLst>
                                      </p:cBhvr>
                                      <p:tavLst>
                                        <p:tav tm="0">
                                          <p:val>
                                            <p:strVal val="ppt_w"/>
                                          </p:val>
                                        </p:tav>
                                        <p:tav tm="100000">
                                          <p:val>
                                            <p:fltVal val="0"/>
                                          </p:val>
                                        </p:tav>
                                      </p:tavLst>
                                    </p:anim>
                                    <p:anim calcmode="lin" valueType="num">
                                      <p:cBhvr>
                                        <p:cTn id="85" dur="500"/>
                                        <p:tgtEl>
                                          <p:spTgt spid="6"/>
                                        </p:tgtEl>
                                        <p:attrNameLst>
                                          <p:attrName>ppt_h</p:attrName>
                                        </p:attrNameLst>
                                      </p:cBhvr>
                                      <p:tavLst>
                                        <p:tav tm="0">
                                          <p:val>
                                            <p:strVal val="ppt_h"/>
                                          </p:val>
                                        </p:tav>
                                        <p:tav tm="100000">
                                          <p:val>
                                            <p:fltVal val="0"/>
                                          </p:val>
                                        </p:tav>
                                      </p:tavLst>
                                    </p:anim>
                                    <p:animEffect transition="out" filter="fade">
                                      <p:cBhvr>
                                        <p:cTn id="86" dur="500"/>
                                        <p:tgtEl>
                                          <p:spTgt spid="6"/>
                                        </p:tgtEl>
                                      </p:cBhvr>
                                    </p:animEffect>
                                    <p:set>
                                      <p:cBhvr>
                                        <p:cTn id="87" dur="1" fill="hold">
                                          <p:stCondLst>
                                            <p:cond delay="499"/>
                                          </p:stCondLst>
                                        </p:cTn>
                                        <p:tgtEl>
                                          <p:spTgt spid="6"/>
                                        </p:tgtEl>
                                        <p:attrNameLst>
                                          <p:attrName>style.visibility</p:attrName>
                                        </p:attrNameLst>
                                      </p:cBhvr>
                                      <p:to>
                                        <p:strVal val="hidden"/>
                                      </p:to>
                                    </p:set>
                                  </p:childTnLst>
                                </p:cTn>
                              </p:par>
                              <p:par>
                                <p:cTn id="88" presetID="53" presetClass="exit" presetSubtype="32" fill="hold" nodeType="withEffect">
                                  <p:stCondLst>
                                    <p:cond delay="0"/>
                                  </p:stCondLst>
                                  <p:childTnLst>
                                    <p:anim calcmode="lin" valueType="num">
                                      <p:cBhvr>
                                        <p:cTn id="89" dur="500"/>
                                        <p:tgtEl>
                                          <p:spTgt spid="52"/>
                                        </p:tgtEl>
                                        <p:attrNameLst>
                                          <p:attrName>ppt_w</p:attrName>
                                        </p:attrNameLst>
                                      </p:cBhvr>
                                      <p:tavLst>
                                        <p:tav tm="0">
                                          <p:val>
                                            <p:strVal val="ppt_w"/>
                                          </p:val>
                                        </p:tav>
                                        <p:tav tm="100000">
                                          <p:val>
                                            <p:fltVal val="0"/>
                                          </p:val>
                                        </p:tav>
                                      </p:tavLst>
                                    </p:anim>
                                    <p:anim calcmode="lin" valueType="num">
                                      <p:cBhvr>
                                        <p:cTn id="90" dur="500"/>
                                        <p:tgtEl>
                                          <p:spTgt spid="52"/>
                                        </p:tgtEl>
                                        <p:attrNameLst>
                                          <p:attrName>ppt_h</p:attrName>
                                        </p:attrNameLst>
                                      </p:cBhvr>
                                      <p:tavLst>
                                        <p:tav tm="0">
                                          <p:val>
                                            <p:strVal val="ppt_h"/>
                                          </p:val>
                                        </p:tav>
                                        <p:tav tm="100000">
                                          <p:val>
                                            <p:fltVal val="0"/>
                                          </p:val>
                                        </p:tav>
                                      </p:tavLst>
                                    </p:anim>
                                    <p:animEffect transition="out" filter="fade">
                                      <p:cBhvr>
                                        <p:cTn id="91" dur="500"/>
                                        <p:tgtEl>
                                          <p:spTgt spid="52"/>
                                        </p:tgtEl>
                                      </p:cBhvr>
                                    </p:animEffect>
                                    <p:set>
                                      <p:cBhvr>
                                        <p:cTn id="92" dur="1" fill="hold">
                                          <p:stCondLst>
                                            <p:cond delay="499"/>
                                          </p:stCondLst>
                                        </p:cTn>
                                        <p:tgtEl>
                                          <p:spTgt spid="52"/>
                                        </p:tgtEl>
                                        <p:attrNameLst>
                                          <p:attrName>style.visibility</p:attrName>
                                        </p:attrNameLst>
                                      </p:cBhvr>
                                      <p:to>
                                        <p:strVal val="hidden"/>
                                      </p:to>
                                    </p:set>
                                  </p:childTnLst>
                                </p:cTn>
                              </p:par>
                            </p:childTnLst>
                          </p:cTn>
                        </p:par>
                      </p:childTnLst>
                    </p:cTn>
                  </p:par>
                  <p:par>
                    <p:cTn id="93" fill="hold" nodeType="clickPar">
                      <p:stCondLst>
                        <p:cond delay="indefinite"/>
                      </p:stCondLst>
                      <p:childTnLst>
                        <p:par>
                          <p:cTn id="94" fill="hold" nodeType="withGroup">
                            <p:stCondLst>
                              <p:cond delay="0"/>
                            </p:stCondLst>
                            <p:childTnLst>
                              <p:par>
                                <p:cTn id="95" presetID="53" presetClass="exit" presetSubtype="32" fill="hold" nodeType="clickEffect">
                                  <p:stCondLst>
                                    <p:cond delay="0"/>
                                  </p:stCondLst>
                                  <p:childTnLst>
                                    <p:anim calcmode="lin" valueType="num">
                                      <p:cBhvr>
                                        <p:cTn id="96" dur="500"/>
                                        <p:tgtEl>
                                          <p:spTgt spid="5"/>
                                        </p:tgtEl>
                                        <p:attrNameLst>
                                          <p:attrName>ppt_w</p:attrName>
                                        </p:attrNameLst>
                                      </p:cBhvr>
                                      <p:tavLst>
                                        <p:tav tm="0">
                                          <p:val>
                                            <p:strVal val="ppt_w"/>
                                          </p:val>
                                        </p:tav>
                                        <p:tav tm="100000">
                                          <p:val>
                                            <p:fltVal val="0"/>
                                          </p:val>
                                        </p:tav>
                                      </p:tavLst>
                                    </p:anim>
                                    <p:anim calcmode="lin" valueType="num">
                                      <p:cBhvr>
                                        <p:cTn id="97" dur="500"/>
                                        <p:tgtEl>
                                          <p:spTgt spid="5"/>
                                        </p:tgtEl>
                                        <p:attrNameLst>
                                          <p:attrName>ppt_h</p:attrName>
                                        </p:attrNameLst>
                                      </p:cBhvr>
                                      <p:tavLst>
                                        <p:tav tm="0">
                                          <p:val>
                                            <p:strVal val="ppt_h"/>
                                          </p:val>
                                        </p:tav>
                                        <p:tav tm="100000">
                                          <p:val>
                                            <p:fltVal val="0"/>
                                          </p:val>
                                        </p:tav>
                                      </p:tavLst>
                                    </p:anim>
                                    <p:animEffect transition="out" filter="fade">
                                      <p:cBhvr>
                                        <p:cTn id="98" dur="500"/>
                                        <p:tgtEl>
                                          <p:spTgt spid="5"/>
                                        </p:tgtEl>
                                      </p:cBhvr>
                                    </p:animEffect>
                                    <p:set>
                                      <p:cBhvr>
                                        <p:cTn id="99" dur="1" fill="hold">
                                          <p:stCondLst>
                                            <p:cond delay="499"/>
                                          </p:stCondLst>
                                        </p:cTn>
                                        <p:tgtEl>
                                          <p:spTgt spid="5"/>
                                        </p:tgtEl>
                                        <p:attrNameLst>
                                          <p:attrName>style.visibility</p:attrName>
                                        </p:attrNameLst>
                                      </p:cBhvr>
                                      <p:to>
                                        <p:strVal val="hidden"/>
                                      </p:to>
                                    </p:set>
                                  </p:childTnLst>
                                </p:cTn>
                              </p:par>
                              <p:par>
                                <p:cTn id="100" presetID="53" presetClass="exit" presetSubtype="32" fill="hold" grpId="1" nodeType="withEffect">
                                  <p:stCondLst>
                                    <p:cond delay="0"/>
                                  </p:stCondLst>
                                  <p:childTnLst>
                                    <p:anim calcmode="lin" valueType="num">
                                      <p:cBhvr>
                                        <p:cTn id="101" dur="500"/>
                                        <p:tgtEl>
                                          <p:spTgt spid="53"/>
                                        </p:tgtEl>
                                        <p:attrNameLst>
                                          <p:attrName>ppt_w</p:attrName>
                                        </p:attrNameLst>
                                      </p:cBhvr>
                                      <p:tavLst>
                                        <p:tav tm="0">
                                          <p:val>
                                            <p:strVal val="ppt_w"/>
                                          </p:val>
                                        </p:tav>
                                        <p:tav tm="100000">
                                          <p:val>
                                            <p:fltVal val="0"/>
                                          </p:val>
                                        </p:tav>
                                      </p:tavLst>
                                    </p:anim>
                                    <p:anim calcmode="lin" valueType="num">
                                      <p:cBhvr>
                                        <p:cTn id="102" dur="500"/>
                                        <p:tgtEl>
                                          <p:spTgt spid="53"/>
                                        </p:tgtEl>
                                        <p:attrNameLst>
                                          <p:attrName>ppt_h</p:attrName>
                                        </p:attrNameLst>
                                      </p:cBhvr>
                                      <p:tavLst>
                                        <p:tav tm="0">
                                          <p:val>
                                            <p:strVal val="ppt_h"/>
                                          </p:val>
                                        </p:tav>
                                        <p:tav tm="100000">
                                          <p:val>
                                            <p:fltVal val="0"/>
                                          </p:val>
                                        </p:tav>
                                      </p:tavLst>
                                    </p:anim>
                                    <p:animEffect transition="out" filter="fade">
                                      <p:cBhvr>
                                        <p:cTn id="103" dur="500"/>
                                        <p:tgtEl>
                                          <p:spTgt spid="53"/>
                                        </p:tgtEl>
                                      </p:cBhvr>
                                    </p:animEffect>
                                    <p:set>
                                      <p:cBhvr>
                                        <p:cTn id="104" dur="1" fill="hold">
                                          <p:stCondLst>
                                            <p:cond delay="499"/>
                                          </p:stCondLst>
                                        </p:cTn>
                                        <p:tgtEl>
                                          <p:spTgt spid="5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8597" grpId="0" animBg="1"/>
      <p:bldP spid="238599" grpId="0" animBg="1"/>
      <p:bldP spid="238601" grpId="0"/>
      <p:bldP spid="43" grpId="0" animBg="1"/>
      <p:bldP spid="44" grpId="0"/>
      <p:bldP spid="53" grpId="0" animBg="1"/>
      <p:bldP spid="53" grpId="1" animBg="1"/>
      <p:bldP spid="5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17"/>
          <p:cNvSpPr>
            <a:spLocks noChangeArrowheads="1"/>
          </p:cNvSpPr>
          <p:nvPr/>
        </p:nvSpPr>
        <p:spPr bwMode="auto">
          <a:xfrm>
            <a:off x="6553200" y="1381125"/>
            <a:ext cx="101123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just"/>
            <a:r>
              <a:rPr lang="en-US" altLang="zh-CN" sz="1800" i="1">
                <a:solidFill>
                  <a:srgbClr val="000000"/>
                </a:solidFill>
                <a:ea typeface="宋体" panose="02010600030101010101" pitchFamily="2" charset="-122"/>
                <a:cs typeface="Times New Roman" panose="02020603050405020304" pitchFamily="18" charset="0"/>
              </a:rPr>
              <a:t>s</a:t>
            </a:r>
          </a:p>
        </p:txBody>
      </p:sp>
      <p:sp>
        <p:nvSpPr>
          <p:cNvPr id="110595" name="Rectangle 18"/>
          <p:cNvSpPr>
            <a:spLocks noChangeArrowheads="1"/>
          </p:cNvSpPr>
          <p:nvPr/>
        </p:nvSpPr>
        <p:spPr bwMode="auto">
          <a:xfrm>
            <a:off x="6284913" y="2000250"/>
            <a:ext cx="963612"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just"/>
            <a:r>
              <a:rPr lang="en-US" altLang="zh-CN" sz="1800" i="1">
                <a:solidFill>
                  <a:srgbClr val="000000"/>
                </a:solidFill>
                <a:ea typeface="宋体" panose="02010600030101010101" pitchFamily="2" charset="-122"/>
                <a:cs typeface="Times New Roman" panose="02020603050405020304" pitchFamily="18" charset="0"/>
              </a:rPr>
              <a:t>q</a:t>
            </a:r>
            <a:r>
              <a:rPr lang="en-US" altLang="zh-CN" sz="1800">
                <a:solidFill>
                  <a:srgbClr val="000000"/>
                </a:solidFill>
                <a:ea typeface="宋体" panose="02010600030101010101" pitchFamily="2" charset="-122"/>
                <a:cs typeface="Times New Roman" panose="02020603050405020304" pitchFamily="18" charset="0"/>
              </a:rPr>
              <a:t>(1,9)</a:t>
            </a:r>
          </a:p>
        </p:txBody>
      </p:sp>
      <p:sp>
        <p:nvSpPr>
          <p:cNvPr id="110596" name="Rectangle 19"/>
          <p:cNvSpPr>
            <a:spLocks noChangeArrowheads="1"/>
          </p:cNvSpPr>
          <p:nvPr/>
        </p:nvSpPr>
        <p:spPr bwMode="auto">
          <a:xfrm>
            <a:off x="5495925" y="2019300"/>
            <a:ext cx="4905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just"/>
            <a:r>
              <a:rPr lang="en-US" altLang="zh-CN" sz="1800" i="1">
                <a:solidFill>
                  <a:srgbClr val="000000"/>
                </a:solidFill>
                <a:ea typeface="宋体" panose="02010600030101010101" pitchFamily="2" charset="-122"/>
                <a:cs typeface="Times New Roman" panose="02020603050405020304" pitchFamily="18" charset="0"/>
              </a:rPr>
              <a:t>r</a:t>
            </a:r>
          </a:p>
        </p:txBody>
      </p:sp>
      <p:sp>
        <p:nvSpPr>
          <p:cNvPr id="110597" name="Line 20"/>
          <p:cNvSpPr>
            <a:spLocks noChangeShapeType="1"/>
          </p:cNvSpPr>
          <p:nvPr/>
        </p:nvSpPr>
        <p:spPr bwMode="auto">
          <a:xfrm flipH="1">
            <a:off x="6732588" y="1714500"/>
            <a:ext cx="0" cy="301625"/>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46086" name="Line 21"/>
          <p:cNvSpPr>
            <a:spLocks noChangeShapeType="1"/>
          </p:cNvSpPr>
          <p:nvPr/>
        </p:nvSpPr>
        <p:spPr bwMode="auto">
          <a:xfrm flipH="1">
            <a:off x="5684838" y="1735138"/>
            <a:ext cx="933450" cy="390525"/>
          </a:xfrm>
          <a:prstGeom prst="line">
            <a:avLst/>
          </a:prstGeom>
          <a:noFill/>
          <a:ln w="25400">
            <a:solidFill>
              <a:schemeClr val="tx2">
                <a:lumMod val="60000"/>
                <a:lumOff val="40000"/>
              </a:schemeClr>
            </a:solidFill>
            <a:round/>
            <a:headEnd/>
            <a:tailEnd/>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46087" name="Line 22"/>
          <p:cNvSpPr>
            <a:spLocks noChangeShapeType="1"/>
          </p:cNvSpPr>
          <p:nvPr/>
        </p:nvSpPr>
        <p:spPr bwMode="auto">
          <a:xfrm flipH="1">
            <a:off x="5688013" y="2355850"/>
            <a:ext cx="709612" cy="354013"/>
          </a:xfrm>
          <a:prstGeom prst="line">
            <a:avLst/>
          </a:prstGeom>
          <a:noFill/>
          <a:ln w="25400">
            <a:solidFill>
              <a:schemeClr val="tx2">
                <a:lumMod val="60000"/>
                <a:lumOff val="40000"/>
              </a:schemeClr>
            </a:solidFill>
            <a:round/>
            <a:headEnd/>
            <a:tailEnd/>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244744" name="Line 23"/>
          <p:cNvSpPr>
            <a:spLocks noChangeShapeType="1"/>
          </p:cNvSpPr>
          <p:nvPr/>
        </p:nvSpPr>
        <p:spPr bwMode="auto">
          <a:xfrm flipH="1">
            <a:off x="6735763" y="2357438"/>
            <a:ext cx="0" cy="301625"/>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10601" name="Rectangle 24"/>
          <p:cNvSpPr>
            <a:spLocks noChangeArrowheads="1"/>
          </p:cNvSpPr>
          <p:nvPr/>
        </p:nvSpPr>
        <p:spPr bwMode="auto">
          <a:xfrm>
            <a:off x="5337175" y="2692400"/>
            <a:ext cx="966788" cy="531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just"/>
            <a:r>
              <a:rPr lang="en-US" altLang="zh-CN" sz="1800" i="1">
                <a:solidFill>
                  <a:srgbClr val="000000"/>
                </a:solidFill>
                <a:ea typeface="宋体" panose="02010600030101010101" pitchFamily="2" charset="-122"/>
                <a:cs typeface="Times New Roman" panose="02020603050405020304" pitchFamily="18" charset="0"/>
              </a:rPr>
              <a:t>p</a:t>
            </a:r>
            <a:r>
              <a:rPr lang="en-US" altLang="zh-CN" sz="1800">
                <a:solidFill>
                  <a:srgbClr val="000000"/>
                </a:solidFill>
                <a:ea typeface="宋体" panose="02010600030101010101" pitchFamily="2" charset="-122"/>
                <a:cs typeface="Times New Roman" panose="02020603050405020304" pitchFamily="18" charset="0"/>
              </a:rPr>
              <a:t>(1,9)</a:t>
            </a:r>
          </a:p>
        </p:txBody>
      </p:sp>
      <p:sp>
        <p:nvSpPr>
          <p:cNvPr id="244746" name="Rectangle 25"/>
          <p:cNvSpPr>
            <a:spLocks noChangeArrowheads="1"/>
          </p:cNvSpPr>
          <p:nvPr/>
        </p:nvSpPr>
        <p:spPr bwMode="auto">
          <a:xfrm>
            <a:off x="6300788" y="2709863"/>
            <a:ext cx="965200" cy="531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just"/>
            <a:r>
              <a:rPr lang="en-US" altLang="zh-CN" sz="1800" i="1">
                <a:solidFill>
                  <a:srgbClr val="000000"/>
                </a:solidFill>
                <a:ea typeface="宋体" panose="02010600030101010101" pitchFamily="2" charset="-122"/>
                <a:cs typeface="Times New Roman" panose="02020603050405020304" pitchFamily="18" charset="0"/>
              </a:rPr>
              <a:t>q</a:t>
            </a:r>
            <a:r>
              <a:rPr lang="en-US" altLang="zh-CN" sz="1800">
                <a:solidFill>
                  <a:srgbClr val="000000"/>
                </a:solidFill>
                <a:ea typeface="宋体" panose="02010600030101010101" pitchFamily="2" charset="-122"/>
                <a:cs typeface="Times New Roman" panose="02020603050405020304" pitchFamily="18" charset="0"/>
              </a:rPr>
              <a:t>(1,3)</a:t>
            </a:r>
          </a:p>
        </p:txBody>
      </p:sp>
      <p:sp>
        <p:nvSpPr>
          <p:cNvPr id="244749" name="Rectangle 28"/>
          <p:cNvSpPr>
            <a:spLocks noChangeArrowheads="1"/>
          </p:cNvSpPr>
          <p:nvPr/>
        </p:nvSpPr>
        <p:spPr bwMode="auto">
          <a:xfrm>
            <a:off x="5621338" y="3419475"/>
            <a:ext cx="966787"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just"/>
            <a:r>
              <a:rPr lang="en-US" altLang="zh-CN" sz="1800" i="1">
                <a:solidFill>
                  <a:srgbClr val="000000"/>
                </a:solidFill>
                <a:ea typeface="宋体" panose="02010600030101010101" pitchFamily="2" charset="-122"/>
                <a:cs typeface="Times New Roman" panose="02020603050405020304" pitchFamily="18" charset="0"/>
              </a:rPr>
              <a:t>p</a:t>
            </a:r>
            <a:r>
              <a:rPr lang="en-US" altLang="zh-CN" sz="1800">
                <a:solidFill>
                  <a:srgbClr val="000000"/>
                </a:solidFill>
                <a:ea typeface="宋体" panose="02010600030101010101" pitchFamily="2" charset="-122"/>
                <a:cs typeface="Times New Roman" panose="02020603050405020304" pitchFamily="18" charset="0"/>
              </a:rPr>
              <a:t>(1,3)</a:t>
            </a:r>
          </a:p>
        </p:txBody>
      </p:sp>
      <p:sp>
        <p:nvSpPr>
          <p:cNvPr id="244750" name="Line 29"/>
          <p:cNvSpPr>
            <a:spLocks noChangeShapeType="1"/>
          </p:cNvSpPr>
          <p:nvPr/>
        </p:nvSpPr>
        <p:spPr bwMode="auto">
          <a:xfrm flipH="1">
            <a:off x="5899150" y="3055938"/>
            <a:ext cx="601663" cy="44450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10605" name="Rectangle 31"/>
          <p:cNvSpPr>
            <a:spLocks noChangeArrowheads="1"/>
          </p:cNvSpPr>
          <p:nvPr/>
        </p:nvSpPr>
        <p:spPr bwMode="auto">
          <a:xfrm>
            <a:off x="5753100" y="928688"/>
            <a:ext cx="2105025" cy="48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eaLnBrk="1" hangingPunct="1"/>
            <a:r>
              <a:rPr lang="zh-CN" altLang="en-US" sz="2700">
                <a:solidFill>
                  <a:srgbClr val="2D83F4"/>
                </a:solidFill>
                <a:latin typeface="楷体" panose="02010609060101010101" pitchFamily="49" charset="-122"/>
                <a:ea typeface="楷体" panose="02010609060101010101" pitchFamily="49" charset="-122"/>
                <a:cs typeface="Times New Roman" panose="02020603050405020304" pitchFamily="18" charset="0"/>
              </a:rPr>
              <a:t>活动树</a:t>
            </a:r>
          </a:p>
        </p:txBody>
      </p:sp>
      <p:grpSp>
        <p:nvGrpSpPr>
          <p:cNvPr id="110606" name="组合 113"/>
          <p:cNvGrpSpPr>
            <a:grpSpLocks/>
          </p:cNvGrpSpPr>
          <p:nvPr/>
        </p:nvGrpSpPr>
        <p:grpSpPr bwMode="auto">
          <a:xfrm>
            <a:off x="179388" y="2787650"/>
            <a:ext cx="3140075" cy="1728788"/>
            <a:chOff x="5003799" y="500048"/>
            <a:chExt cx="3282977" cy="1803794"/>
          </a:xfrm>
        </p:grpSpPr>
        <p:sp>
          <p:nvSpPr>
            <p:cNvPr id="21" name="Rectangle 4"/>
            <p:cNvSpPr>
              <a:spLocks noChangeArrowheads="1"/>
            </p:cNvSpPr>
            <p:nvPr/>
          </p:nvSpPr>
          <p:spPr bwMode="auto">
            <a:xfrm>
              <a:off x="5003799" y="500048"/>
              <a:ext cx="3282977" cy="1788886"/>
            </a:xfrm>
            <a:prstGeom prst="rect">
              <a:avLst/>
            </a:prstGeom>
            <a:solidFill>
              <a:schemeClr val="accent5">
                <a:lumMod val="60000"/>
                <a:lumOff val="40000"/>
              </a:schemeClr>
            </a:solidFill>
            <a:ln w="9525">
              <a:solidFill>
                <a:schemeClr val="tx1"/>
              </a:solidFill>
              <a:miter lim="800000"/>
              <a:headEnd/>
              <a:tailEnd/>
            </a:ln>
          </p:spPr>
          <p:txBody>
            <a:bodyPr lIns="68580" tIns="34290" rIns="68580" bIns="34290"/>
            <a:lstStyle/>
            <a:p>
              <a:pPr marL="257175" indent="-257175" eaLnBrk="1" hangingPunct="1">
                <a:lnSpc>
                  <a:spcPts val="1800"/>
                </a:lnSpc>
                <a:spcBef>
                  <a:spcPct val="20000"/>
                </a:spcBef>
                <a:buClr>
                  <a:srgbClr val="5EAEFF"/>
                </a:buClr>
                <a:buSzPct val="60000"/>
                <a:defRPr/>
              </a:pPr>
              <a:r>
                <a:rPr lang="zh-CN" altLang="en-US" sz="1200" dirty="0">
                  <a:solidFill>
                    <a:prstClr val="black"/>
                  </a:solidFill>
                  <a:latin typeface="楷体_GB2312"/>
                  <a:ea typeface="楷体_GB2312"/>
                </a:rPr>
                <a:t>	</a:t>
              </a:r>
              <a:r>
                <a:rPr lang="en-US" altLang="zh-CN" dirty="0">
                  <a:solidFill>
                    <a:srgbClr val="0000FF"/>
                  </a:solidFill>
                  <a:latin typeface="Times New Roman" panose="02020603050405020304" pitchFamily="18" charset="0"/>
                  <a:ea typeface="楷体_GB2312"/>
                  <a:cs typeface="Times New Roman" pitchFamily="18" charset="0"/>
                </a:rPr>
                <a:t>      </a:t>
              </a:r>
              <a:r>
                <a:rPr lang="zh-CN" altLang="en-US" dirty="0">
                  <a:solidFill>
                    <a:srgbClr val="0000FF"/>
                  </a:solidFill>
                  <a:latin typeface="楷体" pitchFamily="49" charset="-122"/>
                  <a:ea typeface="楷体" pitchFamily="49" charset="-122"/>
                  <a:cs typeface="Times New Roman" pitchFamily="18" charset="0"/>
                </a:rPr>
                <a:t>过程	  嵌套深度</a:t>
              </a:r>
              <a:endParaRPr lang="en-US" altLang="zh-CN" dirty="0">
                <a:solidFill>
                  <a:srgbClr val="0000FF"/>
                </a:solidFill>
                <a:latin typeface="楷体" pitchFamily="49" charset="-122"/>
                <a:ea typeface="楷体" pitchFamily="49" charset="-122"/>
                <a:cs typeface="Times New Roman" pitchFamily="18" charset="0"/>
              </a:endParaRPr>
            </a:p>
            <a:p>
              <a:pPr marL="257175" indent="-257175" algn="just" eaLnBrk="1" hangingPunct="1">
                <a:lnSpc>
                  <a:spcPts val="1800"/>
                </a:lnSpc>
                <a:spcBef>
                  <a:spcPct val="20000"/>
                </a:spcBef>
                <a:buClr>
                  <a:srgbClr val="5EAEFF"/>
                </a:buClr>
                <a:buSzPct val="60000"/>
                <a:defRPr/>
              </a:pPr>
              <a:r>
                <a:rPr lang="en-US" altLang="zh-CN" i="1" dirty="0">
                  <a:solidFill>
                    <a:prstClr val="black"/>
                  </a:solidFill>
                  <a:latin typeface="Times New Roman" panose="02020603050405020304" pitchFamily="18" charset="0"/>
                  <a:ea typeface="楷体_GB2312"/>
                  <a:cs typeface="Times New Roman" pitchFamily="18" charset="0"/>
                </a:rPr>
                <a:t>sort</a:t>
              </a:r>
              <a:r>
                <a:rPr lang="en-US" altLang="zh-CN" dirty="0">
                  <a:solidFill>
                    <a:prstClr val="black"/>
                  </a:solidFill>
                  <a:latin typeface="Times New Roman" panose="02020603050405020304" pitchFamily="18" charset="0"/>
                  <a:ea typeface="楷体_GB2312"/>
                  <a:cs typeface="Times New Roman" pitchFamily="18" charset="0"/>
                </a:rPr>
                <a:t>		             1</a:t>
              </a:r>
            </a:p>
            <a:p>
              <a:pPr marL="257175" indent="-257175" algn="just" eaLnBrk="1" hangingPunct="1">
                <a:lnSpc>
                  <a:spcPts val="1800"/>
                </a:lnSpc>
                <a:spcBef>
                  <a:spcPct val="20000"/>
                </a:spcBef>
                <a:buClr>
                  <a:srgbClr val="5EAEFF"/>
                </a:buClr>
                <a:buSzPct val="60000"/>
                <a:defRPr/>
              </a:pPr>
              <a:r>
                <a:rPr lang="en-US" altLang="zh-CN" dirty="0">
                  <a:solidFill>
                    <a:prstClr val="black"/>
                  </a:solidFill>
                  <a:latin typeface="Times New Roman" panose="02020603050405020304" pitchFamily="18" charset="0"/>
                  <a:ea typeface="楷体_GB2312"/>
                  <a:cs typeface="Times New Roman" pitchFamily="18" charset="0"/>
                </a:rPr>
                <a:t>	</a:t>
              </a:r>
              <a:r>
                <a:rPr lang="en-US" altLang="zh-CN" i="1" dirty="0" err="1">
                  <a:solidFill>
                    <a:prstClr val="black"/>
                  </a:solidFill>
                  <a:latin typeface="Times New Roman" panose="02020603050405020304" pitchFamily="18" charset="0"/>
                  <a:ea typeface="楷体_GB2312"/>
                  <a:cs typeface="Times New Roman" pitchFamily="18" charset="0"/>
                </a:rPr>
                <a:t>readarray</a:t>
              </a:r>
              <a:r>
                <a:rPr lang="en-US" altLang="zh-CN" dirty="0">
                  <a:solidFill>
                    <a:prstClr val="black"/>
                  </a:solidFill>
                  <a:latin typeface="Times New Roman" panose="02020603050405020304" pitchFamily="18" charset="0"/>
                  <a:ea typeface="楷体_GB2312"/>
                  <a:cs typeface="Times New Roman" pitchFamily="18" charset="0"/>
                </a:rPr>
                <a:t>	             2</a:t>
              </a:r>
            </a:p>
            <a:p>
              <a:pPr marL="257175" indent="-257175" algn="just" eaLnBrk="1" hangingPunct="1">
                <a:lnSpc>
                  <a:spcPts val="1800"/>
                </a:lnSpc>
                <a:spcBef>
                  <a:spcPct val="20000"/>
                </a:spcBef>
                <a:buClr>
                  <a:srgbClr val="5EAEFF"/>
                </a:buClr>
                <a:buSzPct val="60000"/>
                <a:defRPr/>
              </a:pPr>
              <a:r>
                <a:rPr lang="en-US" altLang="zh-CN" dirty="0">
                  <a:solidFill>
                    <a:prstClr val="black"/>
                  </a:solidFill>
                  <a:latin typeface="Times New Roman" panose="02020603050405020304" pitchFamily="18" charset="0"/>
                  <a:ea typeface="楷体_GB2312"/>
                  <a:cs typeface="Times New Roman" pitchFamily="18" charset="0"/>
                </a:rPr>
                <a:t>	</a:t>
              </a:r>
              <a:r>
                <a:rPr lang="en-US" altLang="zh-CN" i="1" dirty="0">
                  <a:solidFill>
                    <a:prstClr val="black"/>
                  </a:solidFill>
                  <a:latin typeface="Times New Roman" panose="02020603050405020304" pitchFamily="18" charset="0"/>
                  <a:ea typeface="楷体_GB2312"/>
                  <a:cs typeface="Times New Roman" pitchFamily="18" charset="0"/>
                </a:rPr>
                <a:t>exchange</a:t>
              </a:r>
              <a:r>
                <a:rPr lang="en-US" altLang="zh-CN" dirty="0">
                  <a:solidFill>
                    <a:prstClr val="black"/>
                  </a:solidFill>
                  <a:latin typeface="Times New Roman" panose="02020603050405020304" pitchFamily="18" charset="0"/>
                  <a:ea typeface="楷体_GB2312"/>
                  <a:cs typeface="Times New Roman" pitchFamily="18" charset="0"/>
                </a:rPr>
                <a:t>	             2</a:t>
              </a:r>
            </a:p>
            <a:p>
              <a:pPr marL="257175" indent="-257175" algn="just" eaLnBrk="1" hangingPunct="1">
                <a:lnSpc>
                  <a:spcPts val="1800"/>
                </a:lnSpc>
                <a:spcBef>
                  <a:spcPct val="20000"/>
                </a:spcBef>
                <a:buClr>
                  <a:srgbClr val="5EAEFF"/>
                </a:buClr>
                <a:buSzPct val="60000"/>
                <a:defRPr/>
              </a:pPr>
              <a:r>
                <a:rPr lang="en-US" altLang="zh-CN" dirty="0">
                  <a:solidFill>
                    <a:prstClr val="black"/>
                  </a:solidFill>
                  <a:latin typeface="Times New Roman" panose="02020603050405020304" pitchFamily="18" charset="0"/>
                  <a:ea typeface="楷体_GB2312"/>
                  <a:cs typeface="Times New Roman" pitchFamily="18" charset="0"/>
                </a:rPr>
                <a:t>	</a:t>
              </a:r>
              <a:r>
                <a:rPr lang="en-US" altLang="zh-CN" i="1" dirty="0" err="1">
                  <a:solidFill>
                    <a:prstClr val="black"/>
                  </a:solidFill>
                  <a:latin typeface="Times New Roman" panose="02020603050405020304" pitchFamily="18" charset="0"/>
                  <a:ea typeface="楷体_GB2312"/>
                  <a:cs typeface="Times New Roman" pitchFamily="18" charset="0"/>
                </a:rPr>
                <a:t>quicksort</a:t>
              </a:r>
              <a:r>
                <a:rPr lang="en-US" altLang="zh-CN" dirty="0">
                  <a:solidFill>
                    <a:prstClr val="black"/>
                  </a:solidFill>
                  <a:latin typeface="Times New Roman" panose="02020603050405020304" pitchFamily="18" charset="0"/>
                  <a:ea typeface="楷体_GB2312"/>
                  <a:cs typeface="Times New Roman" pitchFamily="18" charset="0"/>
                </a:rPr>
                <a:t>	             2</a:t>
              </a:r>
            </a:p>
            <a:p>
              <a:pPr marL="257175" indent="-257175" algn="just" eaLnBrk="1" hangingPunct="1">
                <a:lnSpc>
                  <a:spcPts val="1800"/>
                </a:lnSpc>
                <a:spcBef>
                  <a:spcPct val="20000"/>
                </a:spcBef>
                <a:buClr>
                  <a:srgbClr val="5EAEFF"/>
                </a:buClr>
                <a:buSzPct val="60000"/>
                <a:defRPr/>
              </a:pPr>
              <a:r>
                <a:rPr lang="en-US" altLang="zh-CN" dirty="0">
                  <a:solidFill>
                    <a:prstClr val="black"/>
                  </a:solidFill>
                  <a:latin typeface="Times New Roman" panose="02020603050405020304" pitchFamily="18" charset="0"/>
                  <a:ea typeface="楷体_GB2312"/>
                  <a:cs typeface="Times New Roman" pitchFamily="18" charset="0"/>
                </a:rPr>
                <a:t>		</a:t>
              </a:r>
              <a:r>
                <a:rPr lang="en-US" altLang="zh-CN" i="1" dirty="0">
                  <a:solidFill>
                    <a:prstClr val="black"/>
                  </a:solidFill>
                  <a:latin typeface="Times New Roman" panose="02020603050405020304" pitchFamily="18" charset="0"/>
                  <a:ea typeface="楷体_GB2312"/>
                  <a:cs typeface="Times New Roman" pitchFamily="18" charset="0"/>
                </a:rPr>
                <a:t>partition</a:t>
              </a:r>
              <a:r>
                <a:rPr lang="en-US" altLang="zh-CN" dirty="0">
                  <a:solidFill>
                    <a:prstClr val="black"/>
                  </a:solidFill>
                  <a:latin typeface="Times New Roman" panose="02020603050405020304" pitchFamily="18" charset="0"/>
                  <a:ea typeface="楷体_GB2312"/>
                  <a:cs typeface="Times New Roman" pitchFamily="18" charset="0"/>
                </a:rPr>
                <a:t>	             3</a:t>
              </a:r>
            </a:p>
          </p:txBody>
        </p:sp>
        <p:cxnSp>
          <p:nvCxnSpPr>
            <p:cNvPr id="22" name="直接连接符 21"/>
            <p:cNvCxnSpPr/>
            <p:nvPr/>
          </p:nvCxnSpPr>
          <p:spPr>
            <a:xfrm>
              <a:off x="5003799" y="798196"/>
              <a:ext cx="32763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7143211" y="500048"/>
              <a:ext cx="0" cy="180379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10607" name="Group 99"/>
          <p:cNvGrpSpPr>
            <a:grpSpLocks/>
          </p:cNvGrpSpPr>
          <p:nvPr/>
        </p:nvGrpSpPr>
        <p:grpSpPr bwMode="auto">
          <a:xfrm>
            <a:off x="3898900" y="444500"/>
            <a:ext cx="923925" cy="647700"/>
            <a:chOff x="975" y="2750"/>
            <a:chExt cx="776" cy="544"/>
          </a:xfrm>
        </p:grpSpPr>
        <p:sp>
          <p:nvSpPr>
            <p:cNvPr id="25" name="Rectangle 135"/>
            <p:cNvSpPr>
              <a:spLocks noChangeArrowheads="1"/>
            </p:cNvSpPr>
            <p:nvPr/>
          </p:nvSpPr>
          <p:spPr bwMode="auto">
            <a:xfrm>
              <a:off x="978" y="2775"/>
              <a:ext cx="773" cy="519"/>
            </a:xfrm>
            <a:prstGeom prst="rect">
              <a:avLst/>
            </a:prstGeom>
            <a:noFill/>
            <a:ln w="25400">
              <a:solidFill>
                <a:schemeClr val="tx2">
                  <a:lumMod val="60000"/>
                  <a:lumOff val="40000"/>
                </a:schemeClr>
              </a:solidFill>
              <a:miter lim="800000"/>
              <a:headEnd/>
              <a:tailEnd/>
            </a:ln>
          </p:spPr>
          <p:txBody>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spcBef>
                  <a:spcPct val="0"/>
                </a:spcBef>
                <a:buClrTx/>
                <a:buSzTx/>
                <a:buFontTx/>
                <a:buNone/>
                <a:defRPr/>
              </a:pPr>
              <a:endParaRPr lang="zh-CN" altLang="en-US" sz="1200" b="0">
                <a:solidFill>
                  <a:prstClr val="black"/>
                </a:solidFill>
                <a:latin typeface="Times New Roman" panose="02020603050405020304" pitchFamily="18" charset="0"/>
                <a:ea typeface="楷体_GB2312" pitchFamily="49" charset="-122"/>
                <a:cs typeface="Times New Roman" panose="02020603050405020304" pitchFamily="18" charset="0"/>
              </a:endParaRPr>
            </a:p>
          </p:txBody>
        </p:sp>
        <p:sp>
          <p:nvSpPr>
            <p:cNvPr id="110646" name="Rectangle 136"/>
            <p:cNvSpPr>
              <a:spLocks noChangeArrowheads="1"/>
            </p:cNvSpPr>
            <p:nvPr/>
          </p:nvSpPr>
          <p:spPr bwMode="auto">
            <a:xfrm>
              <a:off x="975" y="2750"/>
              <a:ext cx="774"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1200" i="1">
                  <a:solidFill>
                    <a:prstClr val="black"/>
                  </a:solidFill>
                  <a:cs typeface="Times New Roman" panose="02020603050405020304" pitchFamily="18" charset="0"/>
                </a:rPr>
                <a:t>s</a:t>
              </a:r>
            </a:p>
          </p:txBody>
        </p:sp>
        <p:sp>
          <p:nvSpPr>
            <p:cNvPr id="110647" name="Rectangle 137"/>
            <p:cNvSpPr>
              <a:spLocks noChangeArrowheads="1"/>
            </p:cNvSpPr>
            <p:nvPr/>
          </p:nvSpPr>
          <p:spPr bwMode="auto">
            <a:xfrm>
              <a:off x="975" y="3113"/>
              <a:ext cx="775"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1200" i="1">
                  <a:solidFill>
                    <a:prstClr val="black"/>
                  </a:solidFill>
                  <a:cs typeface="Times New Roman" panose="02020603050405020304" pitchFamily="18" charset="0"/>
                </a:rPr>
                <a:t>a</a:t>
              </a:r>
            </a:p>
          </p:txBody>
        </p:sp>
        <p:sp>
          <p:nvSpPr>
            <p:cNvPr id="110648" name="Rectangle 138"/>
            <p:cNvSpPr>
              <a:spLocks noChangeArrowheads="1"/>
            </p:cNvSpPr>
            <p:nvPr/>
          </p:nvSpPr>
          <p:spPr bwMode="auto">
            <a:xfrm>
              <a:off x="975" y="2931"/>
              <a:ext cx="775"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zh-CN" altLang="en-US" sz="1200">
                  <a:solidFill>
                    <a:prstClr val="black"/>
                  </a:solidFill>
                  <a:latin typeface="楷体" panose="02010609060101010101" pitchFamily="49" charset="-122"/>
                  <a:ea typeface="楷体" panose="02010609060101010101" pitchFamily="49" charset="-122"/>
                  <a:cs typeface="Times New Roman" panose="02020603050405020304" pitchFamily="18" charset="0"/>
                </a:rPr>
                <a:t>访问链</a:t>
              </a:r>
            </a:p>
          </p:txBody>
        </p:sp>
        <p:sp>
          <p:nvSpPr>
            <p:cNvPr id="29" name="Line 139"/>
            <p:cNvSpPr>
              <a:spLocks noChangeShapeType="1"/>
            </p:cNvSpPr>
            <p:nvPr/>
          </p:nvSpPr>
          <p:spPr bwMode="auto">
            <a:xfrm flipV="1">
              <a:off x="975" y="2931"/>
              <a:ext cx="745" cy="1"/>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30" name="Line 140"/>
            <p:cNvSpPr>
              <a:spLocks noChangeShapeType="1"/>
            </p:cNvSpPr>
            <p:nvPr/>
          </p:nvSpPr>
          <p:spPr bwMode="auto">
            <a:xfrm flipV="1">
              <a:off x="975" y="3113"/>
              <a:ext cx="725" cy="1"/>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grpSp>
      <p:sp>
        <p:nvSpPr>
          <p:cNvPr id="110608" name="Rectangle 32"/>
          <p:cNvSpPr>
            <a:spLocks noChangeArrowheads="1"/>
          </p:cNvSpPr>
          <p:nvPr/>
        </p:nvSpPr>
        <p:spPr bwMode="auto">
          <a:xfrm>
            <a:off x="3708400" y="-73025"/>
            <a:ext cx="1249363" cy="48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eaLnBrk="1" hangingPunct="1"/>
            <a:r>
              <a:rPr lang="zh-CN" altLang="en-US" sz="2700">
                <a:solidFill>
                  <a:srgbClr val="2D83F4"/>
                </a:solidFill>
                <a:latin typeface="楷体" panose="02010609060101010101" pitchFamily="49" charset="-122"/>
                <a:ea typeface="楷体" panose="02010609060101010101" pitchFamily="49" charset="-122"/>
                <a:cs typeface="Times New Roman" panose="02020603050405020304" pitchFamily="18" charset="0"/>
              </a:rPr>
              <a:t>控制栈</a:t>
            </a:r>
          </a:p>
        </p:txBody>
      </p:sp>
      <p:grpSp>
        <p:nvGrpSpPr>
          <p:cNvPr id="110609" name="Group 99"/>
          <p:cNvGrpSpPr>
            <a:grpSpLocks/>
          </p:cNvGrpSpPr>
          <p:nvPr/>
        </p:nvGrpSpPr>
        <p:grpSpPr bwMode="auto">
          <a:xfrm>
            <a:off x="3905250" y="1071563"/>
            <a:ext cx="954088" cy="636587"/>
            <a:chOff x="948" y="2750"/>
            <a:chExt cx="802" cy="534"/>
          </a:xfrm>
        </p:grpSpPr>
        <p:sp>
          <p:nvSpPr>
            <p:cNvPr id="33" name="Rectangle 135"/>
            <p:cNvSpPr>
              <a:spLocks noChangeArrowheads="1"/>
            </p:cNvSpPr>
            <p:nvPr/>
          </p:nvSpPr>
          <p:spPr bwMode="auto">
            <a:xfrm>
              <a:off x="948" y="2765"/>
              <a:ext cx="773" cy="519"/>
            </a:xfrm>
            <a:prstGeom prst="rect">
              <a:avLst/>
            </a:prstGeom>
            <a:noFill/>
            <a:ln w="25400">
              <a:solidFill>
                <a:schemeClr val="tx2">
                  <a:lumMod val="60000"/>
                  <a:lumOff val="40000"/>
                </a:schemeClr>
              </a:solidFill>
              <a:miter lim="800000"/>
              <a:headEnd/>
              <a:tailEnd/>
            </a:ln>
          </p:spPr>
          <p:txBody>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spcBef>
                  <a:spcPct val="0"/>
                </a:spcBef>
                <a:buClrTx/>
                <a:buSzTx/>
                <a:buFontTx/>
                <a:buNone/>
                <a:defRPr/>
              </a:pPr>
              <a:endParaRPr lang="zh-CN" altLang="en-US" sz="1200" b="0">
                <a:solidFill>
                  <a:prstClr val="black"/>
                </a:solidFill>
                <a:latin typeface="Times New Roman" panose="02020603050405020304" pitchFamily="18" charset="0"/>
                <a:ea typeface="楷体_GB2312" pitchFamily="49" charset="-122"/>
                <a:cs typeface="Times New Roman" panose="02020603050405020304" pitchFamily="18" charset="0"/>
              </a:endParaRPr>
            </a:p>
          </p:txBody>
        </p:sp>
        <p:sp>
          <p:nvSpPr>
            <p:cNvPr id="110640" name="Rectangle 136"/>
            <p:cNvSpPr>
              <a:spLocks noChangeArrowheads="1"/>
            </p:cNvSpPr>
            <p:nvPr/>
          </p:nvSpPr>
          <p:spPr bwMode="auto">
            <a:xfrm>
              <a:off x="975" y="2750"/>
              <a:ext cx="774"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buFont typeface="Symbol" panose="05050102010706020507" pitchFamily="18" charset="2"/>
                <a:buNone/>
              </a:pPr>
              <a:r>
                <a:rPr lang="en-US" altLang="zh-CN" sz="1200" i="1">
                  <a:solidFill>
                    <a:prstClr val="black"/>
                  </a:solidFill>
                  <a:cs typeface="Times New Roman" panose="02020603050405020304" pitchFamily="18" charset="0"/>
                </a:rPr>
                <a:t>q</a:t>
              </a:r>
              <a:r>
                <a:rPr lang="en-US" altLang="zh-CN" sz="1200">
                  <a:solidFill>
                    <a:prstClr val="black"/>
                  </a:solidFill>
                  <a:cs typeface="Times New Roman" panose="02020603050405020304" pitchFamily="18" charset="0"/>
                </a:rPr>
                <a:t> (1, 9)</a:t>
              </a:r>
            </a:p>
          </p:txBody>
        </p:sp>
        <p:sp>
          <p:nvSpPr>
            <p:cNvPr id="110641" name="Rectangle 137"/>
            <p:cNvSpPr>
              <a:spLocks noChangeArrowheads="1"/>
            </p:cNvSpPr>
            <p:nvPr/>
          </p:nvSpPr>
          <p:spPr bwMode="auto">
            <a:xfrm>
              <a:off x="975" y="3113"/>
              <a:ext cx="775"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1200" i="1">
                  <a:solidFill>
                    <a:prstClr val="black"/>
                  </a:solidFill>
                  <a:cs typeface="Times New Roman" panose="02020603050405020304" pitchFamily="18" charset="0"/>
                </a:rPr>
                <a:t>v</a:t>
              </a:r>
            </a:p>
          </p:txBody>
        </p:sp>
        <p:sp>
          <p:nvSpPr>
            <p:cNvPr id="110642" name="Rectangle 138"/>
            <p:cNvSpPr>
              <a:spLocks noChangeArrowheads="1"/>
            </p:cNvSpPr>
            <p:nvPr/>
          </p:nvSpPr>
          <p:spPr bwMode="auto">
            <a:xfrm>
              <a:off x="975" y="2931"/>
              <a:ext cx="775"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zh-CN" altLang="en-US" sz="1200">
                  <a:solidFill>
                    <a:prstClr val="black"/>
                  </a:solidFill>
                  <a:latin typeface="楷体" panose="02010609060101010101" pitchFamily="49" charset="-122"/>
                  <a:ea typeface="楷体" panose="02010609060101010101" pitchFamily="49" charset="-122"/>
                  <a:cs typeface="Times New Roman" panose="02020603050405020304" pitchFamily="18" charset="0"/>
                </a:rPr>
                <a:t>访问链</a:t>
              </a:r>
            </a:p>
          </p:txBody>
        </p:sp>
        <p:sp>
          <p:nvSpPr>
            <p:cNvPr id="37" name="Line 139"/>
            <p:cNvSpPr>
              <a:spLocks noChangeShapeType="1"/>
            </p:cNvSpPr>
            <p:nvPr/>
          </p:nvSpPr>
          <p:spPr bwMode="auto">
            <a:xfrm flipV="1">
              <a:off x="975" y="2931"/>
              <a:ext cx="746" cy="1"/>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38" name="Line 140"/>
            <p:cNvSpPr>
              <a:spLocks noChangeShapeType="1"/>
            </p:cNvSpPr>
            <p:nvPr/>
          </p:nvSpPr>
          <p:spPr bwMode="auto">
            <a:xfrm flipV="1">
              <a:off x="975" y="3114"/>
              <a:ext cx="726" cy="0"/>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grpSp>
      <p:grpSp>
        <p:nvGrpSpPr>
          <p:cNvPr id="7" name="Group 99"/>
          <p:cNvGrpSpPr>
            <a:grpSpLocks/>
          </p:cNvGrpSpPr>
          <p:nvPr/>
        </p:nvGrpSpPr>
        <p:grpSpPr bwMode="auto">
          <a:xfrm>
            <a:off x="3905250" y="1708150"/>
            <a:ext cx="954088" cy="635000"/>
            <a:chOff x="948" y="2750"/>
            <a:chExt cx="802" cy="534"/>
          </a:xfrm>
        </p:grpSpPr>
        <p:sp>
          <p:nvSpPr>
            <p:cNvPr id="49" name="Rectangle 135"/>
            <p:cNvSpPr>
              <a:spLocks noChangeArrowheads="1"/>
            </p:cNvSpPr>
            <p:nvPr/>
          </p:nvSpPr>
          <p:spPr bwMode="auto">
            <a:xfrm>
              <a:off x="948" y="2765"/>
              <a:ext cx="773" cy="519"/>
            </a:xfrm>
            <a:prstGeom prst="rect">
              <a:avLst/>
            </a:prstGeom>
            <a:noFill/>
            <a:ln w="25400">
              <a:solidFill>
                <a:schemeClr val="tx2">
                  <a:lumMod val="60000"/>
                  <a:lumOff val="40000"/>
                </a:schemeClr>
              </a:solidFill>
              <a:miter lim="800000"/>
              <a:headEnd/>
              <a:tailEnd/>
            </a:ln>
          </p:spPr>
          <p:txBody>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spcBef>
                  <a:spcPct val="0"/>
                </a:spcBef>
                <a:buClrTx/>
                <a:buSzTx/>
                <a:buFontTx/>
                <a:buNone/>
                <a:defRPr/>
              </a:pPr>
              <a:endParaRPr lang="zh-CN" altLang="en-US" sz="1200" b="0">
                <a:solidFill>
                  <a:prstClr val="black"/>
                </a:solidFill>
                <a:latin typeface="Times New Roman" panose="02020603050405020304" pitchFamily="18" charset="0"/>
                <a:ea typeface="楷体_GB2312" pitchFamily="49" charset="-122"/>
                <a:cs typeface="Times New Roman" panose="02020603050405020304" pitchFamily="18" charset="0"/>
              </a:endParaRPr>
            </a:p>
          </p:txBody>
        </p:sp>
        <p:sp>
          <p:nvSpPr>
            <p:cNvPr id="110634" name="Rectangle 136"/>
            <p:cNvSpPr>
              <a:spLocks noChangeArrowheads="1"/>
            </p:cNvSpPr>
            <p:nvPr/>
          </p:nvSpPr>
          <p:spPr bwMode="auto">
            <a:xfrm>
              <a:off x="975" y="2750"/>
              <a:ext cx="774"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buFont typeface="Symbol" panose="05050102010706020507" pitchFamily="18" charset="2"/>
                <a:buNone/>
              </a:pPr>
              <a:r>
                <a:rPr lang="en-US" altLang="zh-CN" sz="1200" i="1">
                  <a:solidFill>
                    <a:prstClr val="black"/>
                  </a:solidFill>
                  <a:cs typeface="Times New Roman" panose="02020603050405020304" pitchFamily="18" charset="0"/>
                </a:rPr>
                <a:t>q</a:t>
              </a:r>
              <a:r>
                <a:rPr lang="en-US" altLang="zh-CN" sz="1200">
                  <a:solidFill>
                    <a:prstClr val="black"/>
                  </a:solidFill>
                  <a:cs typeface="Times New Roman" panose="02020603050405020304" pitchFamily="18" charset="0"/>
                </a:rPr>
                <a:t> (1, 3)</a:t>
              </a:r>
            </a:p>
          </p:txBody>
        </p:sp>
        <p:sp>
          <p:nvSpPr>
            <p:cNvPr id="110635" name="Rectangle 137"/>
            <p:cNvSpPr>
              <a:spLocks noChangeArrowheads="1"/>
            </p:cNvSpPr>
            <p:nvPr/>
          </p:nvSpPr>
          <p:spPr bwMode="auto">
            <a:xfrm>
              <a:off x="975" y="3113"/>
              <a:ext cx="775"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1200" i="1">
                  <a:solidFill>
                    <a:prstClr val="black"/>
                  </a:solidFill>
                  <a:cs typeface="Times New Roman" panose="02020603050405020304" pitchFamily="18" charset="0"/>
                </a:rPr>
                <a:t>v</a:t>
              </a:r>
            </a:p>
          </p:txBody>
        </p:sp>
        <p:sp>
          <p:nvSpPr>
            <p:cNvPr id="110636" name="Rectangle 138"/>
            <p:cNvSpPr>
              <a:spLocks noChangeArrowheads="1"/>
            </p:cNvSpPr>
            <p:nvPr/>
          </p:nvSpPr>
          <p:spPr bwMode="auto">
            <a:xfrm>
              <a:off x="975" y="2931"/>
              <a:ext cx="775"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zh-CN" altLang="en-US" sz="1200">
                  <a:solidFill>
                    <a:prstClr val="black"/>
                  </a:solidFill>
                  <a:latin typeface="楷体" panose="02010609060101010101" pitchFamily="49" charset="-122"/>
                  <a:ea typeface="楷体" panose="02010609060101010101" pitchFamily="49" charset="-122"/>
                  <a:cs typeface="Times New Roman" panose="02020603050405020304" pitchFamily="18" charset="0"/>
                </a:rPr>
                <a:t>访问链</a:t>
              </a:r>
            </a:p>
          </p:txBody>
        </p:sp>
        <p:sp>
          <p:nvSpPr>
            <p:cNvPr id="53" name="Line 139"/>
            <p:cNvSpPr>
              <a:spLocks noChangeShapeType="1"/>
            </p:cNvSpPr>
            <p:nvPr/>
          </p:nvSpPr>
          <p:spPr bwMode="auto">
            <a:xfrm flipV="1">
              <a:off x="975" y="2932"/>
              <a:ext cx="746" cy="0"/>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54" name="Line 140"/>
            <p:cNvSpPr>
              <a:spLocks noChangeShapeType="1"/>
            </p:cNvSpPr>
            <p:nvPr/>
          </p:nvSpPr>
          <p:spPr bwMode="auto">
            <a:xfrm flipV="1">
              <a:off x="975" y="3113"/>
              <a:ext cx="726" cy="1"/>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grpSp>
      <p:grpSp>
        <p:nvGrpSpPr>
          <p:cNvPr id="8" name="Group 99"/>
          <p:cNvGrpSpPr>
            <a:grpSpLocks/>
          </p:cNvGrpSpPr>
          <p:nvPr/>
        </p:nvGrpSpPr>
        <p:grpSpPr bwMode="auto">
          <a:xfrm>
            <a:off x="3905250" y="2355850"/>
            <a:ext cx="954088" cy="635000"/>
            <a:chOff x="948" y="2750"/>
            <a:chExt cx="802" cy="534"/>
          </a:xfrm>
        </p:grpSpPr>
        <p:sp>
          <p:nvSpPr>
            <p:cNvPr id="56" name="Rectangle 135"/>
            <p:cNvSpPr>
              <a:spLocks noChangeArrowheads="1"/>
            </p:cNvSpPr>
            <p:nvPr/>
          </p:nvSpPr>
          <p:spPr bwMode="auto">
            <a:xfrm>
              <a:off x="948" y="2765"/>
              <a:ext cx="773" cy="519"/>
            </a:xfrm>
            <a:prstGeom prst="rect">
              <a:avLst/>
            </a:prstGeom>
            <a:noFill/>
            <a:ln w="25400">
              <a:solidFill>
                <a:schemeClr val="tx2">
                  <a:lumMod val="60000"/>
                  <a:lumOff val="40000"/>
                </a:schemeClr>
              </a:solidFill>
              <a:miter lim="800000"/>
              <a:headEnd/>
              <a:tailEnd/>
            </a:ln>
          </p:spPr>
          <p:txBody>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spcBef>
                  <a:spcPct val="0"/>
                </a:spcBef>
                <a:buClrTx/>
                <a:buSzTx/>
                <a:buFontTx/>
                <a:buNone/>
                <a:defRPr/>
              </a:pPr>
              <a:endParaRPr lang="zh-CN" altLang="en-US" sz="1200" b="0">
                <a:solidFill>
                  <a:prstClr val="black"/>
                </a:solidFill>
                <a:latin typeface="Times New Roman" panose="02020603050405020304" pitchFamily="18" charset="0"/>
                <a:ea typeface="楷体_GB2312" pitchFamily="49" charset="-122"/>
                <a:cs typeface="Times New Roman" panose="02020603050405020304" pitchFamily="18" charset="0"/>
              </a:endParaRPr>
            </a:p>
          </p:txBody>
        </p:sp>
        <p:sp>
          <p:nvSpPr>
            <p:cNvPr id="110628" name="Rectangle 136"/>
            <p:cNvSpPr>
              <a:spLocks noChangeArrowheads="1"/>
            </p:cNvSpPr>
            <p:nvPr/>
          </p:nvSpPr>
          <p:spPr bwMode="auto">
            <a:xfrm>
              <a:off x="975" y="2750"/>
              <a:ext cx="774"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buFont typeface="Symbol" panose="05050102010706020507" pitchFamily="18" charset="2"/>
                <a:buNone/>
              </a:pPr>
              <a:r>
                <a:rPr lang="en-US" altLang="zh-CN" sz="1200" i="1">
                  <a:solidFill>
                    <a:prstClr val="black"/>
                  </a:solidFill>
                  <a:cs typeface="Times New Roman" panose="02020603050405020304" pitchFamily="18" charset="0"/>
                </a:rPr>
                <a:t>p</a:t>
              </a:r>
              <a:r>
                <a:rPr lang="en-US" altLang="zh-CN" sz="1200">
                  <a:solidFill>
                    <a:prstClr val="black"/>
                  </a:solidFill>
                  <a:cs typeface="Times New Roman" panose="02020603050405020304" pitchFamily="18" charset="0"/>
                </a:rPr>
                <a:t> (1, 3)</a:t>
              </a:r>
            </a:p>
          </p:txBody>
        </p:sp>
        <p:sp>
          <p:nvSpPr>
            <p:cNvPr id="110629" name="Rectangle 137"/>
            <p:cNvSpPr>
              <a:spLocks noChangeArrowheads="1"/>
            </p:cNvSpPr>
            <p:nvPr/>
          </p:nvSpPr>
          <p:spPr bwMode="auto">
            <a:xfrm>
              <a:off x="975" y="3113"/>
              <a:ext cx="775"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1200" i="1">
                  <a:solidFill>
                    <a:prstClr val="black"/>
                  </a:solidFill>
                  <a:cs typeface="Times New Roman" panose="02020603050405020304" pitchFamily="18" charset="0"/>
                </a:rPr>
                <a:t>i, j</a:t>
              </a:r>
            </a:p>
          </p:txBody>
        </p:sp>
        <p:sp>
          <p:nvSpPr>
            <p:cNvPr id="110630" name="Rectangle 138"/>
            <p:cNvSpPr>
              <a:spLocks noChangeArrowheads="1"/>
            </p:cNvSpPr>
            <p:nvPr/>
          </p:nvSpPr>
          <p:spPr bwMode="auto">
            <a:xfrm>
              <a:off x="975" y="2931"/>
              <a:ext cx="775"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zh-CN" altLang="en-US" sz="1200">
                  <a:solidFill>
                    <a:prstClr val="black"/>
                  </a:solidFill>
                  <a:latin typeface="楷体" panose="02010609060101010101" pitchFamily="49" charset="-122"/>
                  <a:ea typeface="楷体" panose="02010609060101010101" pitchFamily="49" charset="-122"/>
                  <a:cs typeface="Times New Roman" panose="02020603050405020304" pitchFamily="18" charset="0"/>
                </a:rPr>
                <a:t>访问链</a:t>
              </a:r>
            </a:p>
          </p:txBody>
        </p:sp>
        <p:sp>
          <p:nvSpPr>
            <p:cNvPr id="60" name="Line 139"/>
            <p:cNvSpPr>
              <a:spLocks noChangeShapeType="1"/>
            </p:cNvSpPr>
            <p:nvPr/>
          </p:nvSpPr>
          <p:spPr bwMode="auto">
            <a:xfrm flipV="1">
              <a:off x="975" y="2932"/>
              <a:ext cx="746" cy="0"/>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61" name="Line 140"/>
            <p:cNvSpPr>
              <a:spLocks noChangeShapeType="1"/>
            </p:cNvSpPr>
            <p:nvPr/>
          </p:nvSpPr>
          <p:spPr bwMode="auto">
            <a:xfrm flipV="1">
              <a:off x="975" y="3113"/>
              <a:ext cx="726" cy="1"/>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grpSp>
      <p:sp>
        <p:nvSpPr>
          <p:cNvPr id="62" name="Line 12"/>
          <p:cNvSpPr>
            <a:spLocks noChangeShapeType="1"/>
          </p:cNvSpPr>
          <p:nvPr/>
        </p:nvSpPr>
        <p:spPr bwMode="auto">
          <a:xfrm flipH="1">
            <a:off x="5632450" y="3027363"/>
            <a:ext cx="0" cy="293687"/>
          </a:xfrm>
          <a:prstGeom prst="line">
            <a:avLst/>
          </a:prstGeom>
          <a:noFill/>
          <a:ln w="25400">
            <a:solidFill>
              <a:schemeClr val="tx2">
                <a:lumMod val="60000"/>
                <a:lumOff val="40000"/>
              </a:schemeClr>
            </a:solidFill>
            <a:round/>
            <a:headEnd/>
            <a:tailEnd/>
          </a:ln>
        </p:spPr>
        <p:txBody>
          <a:bodyPr/>
          <a:lstStyle/>
          <a:p>
            <a:pPr eaLnBrk="1" hangingPunct="1">
              <a:defRPr/>
            </a:pPr>
            <a:endParaRPr lang="zh-CN" altLang="en-US" sz="1100">
              <a:solidFill>
                <a:prstClr val="black"/>
              </a:solidFill>
              <a:latin typeface="Times New Roman" panose="02020603050405020304" pitchFamily="18" charset="0"/>
            </a:endParaRPr>
          </a:p>
        </p:txBody>
      </p:sp>
      <p:sp>
        <p:nvSpPr>
          <p:cNvPr id="110613" name="Rectangle 22"/>
          <p:cNvSpPr>
            <a:spLocks noChangeArrowheads="1"/>
          </p:cNvSpPr>
          <p:nvPr/>
        </p:nvSpPr>
        <p:spPr bwMode="auto">
          <a:xfrm>
            <a:off x="5468938" y="3243263"/>
            <a:ext cx="269875" cy="26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just"/>
            <a:r>
              <a:rPr lang="en-US" altLang="zh-CN" sz="2000" i="1">
                <a:solidFill>
                  <a:prstClr val="black"/>
                </a:solidFill>
                <a:ea typeface="宋体" panose="02010600030101010101" pitchFamily="2" charset="-122"/>
              </a:rPr>
              <a:t>e</a:t>
            </a:r>
          </a:p>
        </p:txBody>
      </p:sp>
      <p:sp>
        <p:nvSpPr>
          <p:cNvPr id="64" name="Freeform 56"/>
          <p:cNvSpPr>
            <a:spLocks/>
          </p:cNvSpPr>
          <p:nvPr/>
        </p:nvSpPr>
        <p:spPr bwMode="auto">
          <a:xfrm rot="-511685">
            <a:off x="4826000" y="2155825"/>
            <a:ext cx="247650" cy="520700"/>
          </a:xfrm>
          <a:custGeom>
            <a:avLst/>
            <a:gdLst>
              <a:gd name="T0" fmla="*/ 0 w 358"/>
              <a:gd name="T1" fmla="*/ 2147483646 h 930"/>
              <a:gd name="T2" fmla="*/ 2147483646 w 358"/>
              <a:gd name="T3" fmla="*/ 2147483646 h 930"/>
              <a:gd name="T4" fmla="*/ 2147483646 w 358"/>
              <a:gd name="T5" fmla="*/ 2147483646 h 930"/>
              <a:gd name="T6" fmla="*/ 2147483646 w 358"/>
              <a:gd name="T7" fmla="*/ 2147483646 h 930"/>
              <a:gd name="T8" fmla="*/ 2147483646 w 358"/>
              <a:gd name="T9" fmla="*/ 0 h 930"/>
              <a:gd name="T10" fmla="*/ 0 60000 65536"/>
              <a:gd name="T11" fmla="*/ 0 60000 65536"/>
              <a:gd name="T12" fmla="*/ 0 60000 65536"/>
              <a:gd name="T13" fmla="*/ 0 60000 65536"/>
              <a:gd name="T14" fmla="*/ 0 60000 65536"/>
              <a:gd name="T15" fmla="*/ 0 w 358"/>
              <a:gd name="T16" fmla="*/ 0 h 930"/>
              <a:gd name="T17" fmla="*/ 358 w 358"/>
              <a:gd name="T18" fmla="*/ 930 h 930"/>
            </a:gdLst>
            <a:ahLst/>
            <a:cxnLst>
              <a:cxn ang="T10">
                <a:pos x="T0" y="T1"/>
              </a:cxn>
              <a:cxn ang="T11">
                <a:pos x="T2" y="T3"/>
              </a:cxn>
              <a:cxn ang="T12">
                <a:pos x="T4" y="T5"/>
              </a:cxn>
              <a:cxn ang="T13">
                <a:pos x="T6" y="T7"/>
              </a:cxn>
              <a:cxn ang="T14">
                <a:pos x="T8" y="T9"/>
              </a:cxn>
            </a:cxnLst>
            <a:rect l="T15" t="T16" r="T17" b="T18"/>
            <a:pathLst>
              <a:path w="358" h="930">
                <a:moveTo>
                  <a:pt x="0" y="930"/>
                </a:moveTo>
                <a:cubicBezTo>
                  <a:pt x="38" y="910"/>
                  <a:pt x="167" y="873"/>
                  <a:pt x="225" y="810"/>
                </a:cubicBezTo>
                <a:cubicBezTo>
                  <a:pt x="283" y="747"/>
                  <a:pt x="332" y="653"/>
                  <a:pt x="345" y="555"/>
                </a:cubicBezTo>
                <a:cubicBezTo>
                  <a:pt x="358" y="457"/>
                  <a:pt x="337" y="317"/>
                  <a:pt x="300" y="225"/>
                </a:cubicBezTo>
                <a:cubicBezTo>
                  <a:pt x="263" y="133"/>
                  <a:pt x="158" y="47"/>
                  <a:pt x="120" y="0"/>
                </a:cubicBezTo>
              </a:path>
            </a:pathLst>
          </a:custGeom>
          <a:noFill/>
          <a:ln w="25400">
            <a:solidFill>
              <a:schemeClr val="tx1"/>
            </a:solidFill>
            <a:round/>
            <a:headEnd/>
            <a:tailEnd type="triangle" w="med" len="lg"/>
          </a:ln>
          <a:extLst>
            <a:ext uri="{909E8E84-426E-40DD-AFC4-6F175D3DCCD1}">
              <a14:hiddenFill xmlns:a14="http://schemas.microsoft.com/office/drawing/2010/main">
                <a:solidFill>
                  <a:srgbClr val="FFFFFF"/>
                </a:solid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10615" name="Freeform 56"/>
          <p:cNvSpPr>
            <a:spLocks/>
          </p:cNvSpPr>
          <p:nvPr/>
        </p:nvSpPr>
        <p:spPr bwMode="auto">
          <a:xfrm rot="-511685">
            <a:off x="4824413" y="877888"/>
            <a:ext cx="128587" cy="496887"/>
          </a:xfrm>
          <a:custGeom>
            <a:avLst/>
            <a:gdLst>
              <a:gd name="T0" fmla="*/ 0 w 358"/>
              <a:gd name="T1" fmla="*/ 2147483646 h 930"/>
              <a:gd name="T2" fmla="*/ 2147483646 w 358"/>
              <a:gd name="T3" fmla="*/ 2147483646 h 930"/>
              <a:gd name="T4" fmla="*/ 2147483646 w 358"/>
              <a:gd name="T5" fmla="*/ 2147483646 h 930"/>
              <a:gd name="T6" fmla="*/ 2147483646 w 358"/>
              <a:gd name="T7" fmla="*/ 2147483646 h 930"/>
              <a:gd name="T8" fmla="*/ 2147483646 w 358"/>
              <a:gd name="T9" fmla="*/ 0 h 930"/>
              <a:gd name="T10" fmla="*/ 0 60000 65536"/>
              <a:gd name="T11" fmla="*/ 0 60000 65536"/>
              <a:gd name="T12" fmla="*/ 0 60000 65536"/>
              <a:gd name="T13" fmla="*/ 0 60000 65536"/>
              <a:gd name="T14" fmla="*/ 0 60000 65536"/>
              <a:gd name="T15" fmla="*/ 0 w 358"/>
              <a:gd name="T16" fmla="*/ 0 h 930"/>
              <a:gd name="T17" fmla="*/ 358 w 358"/>
              <a:gd name="T18" fmla="*/ 930 h 930"/>
            </a:gdLst>
            <a:ahLst/>
            <a:cxnLst>
              <a:cxn ang="T10">
                <a:pos x="T0" y="T1"/>
              </a:cxn>
              <a:cxn ang="T11">
                <a:pos x="T2" y="T3"/>
              </a:cxn>
              <a:cxn ang="T12">
                <a:pos x="T4" y="T5"/>
              </a:cxn>
              <a:cxn ang="T13">
                <a:pos x="T6" y="T7"/>
              </a:cxn>
              <a:cxn ang="T14">
                <a:pos x="T8" y="T9"/>
              </a:cxn>
            </a:cxnLst>
            <a:rect l="T15" t="T16" r="T17" b="T18"/>
            <a:pathLst>
              <a:path w="358" h="930">
                <a:moveTo>
                  <a:pt x="0" y="930"/>
                </a:moveTo>
                <a:cubicBezTo>
                  <a:pt x="38" y="910"/>
                  <a:pt x="167" y="873"/>
                  <a:pt x="225" y="810"/>
                </a:cubicBezTo>
                <a:cubicBezTo>
                  <a:pt x="283" y="747"/>
                  <a:pt x="332" y="653"/>
                  <a:pt x="345" y="555"/>
                </a:cubicBezTo>
                <a:cubicBezTo>
                  <a:pt x="358" y="457"/>
                  <a:pt x="337" y="317"/>
                  <a:pt x="300" y="225"/>
                </a:cubicBezTo>
                <a:cubicBezTo>
                  <a:pt x="263" y="133"/>
                  <a:pt x="158" y="47"/>
                  <a:pt x="120" y="0"/>
                </a:cubicBezTo>
              </a:path>
            </a:pathLst>
          </a:custGeom>
          <a:noFill/>
          <a:ln w="25400">
            <a:solidFill>
              <a:schemeClr val="tx1"/>
            </a:solidFill>
            <a:round/>
            <a:headEnd/>
            <a:tailEnd type="triangle" w="med" len="lg"/>
          </a:ln>
          <a:extLst>
            <a:ext uri="{909E8E84-426E-40DD-AFC4-6F175D3DCCD1}">
              <a14:hiddenFill xmlns:a14="http://schemas.microsoft.com/office/drawing/2010/main">
                <a:solidFill>
                  <a:srgbClr val="FFFFFF"/>
                </a:solid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67" name="Line 12"/>
          <p:cNvSpPr>
            <a:spLocks noChangeShapeType="1"/>
          </p:cNvSpPr>
          <p:nvPr/>
        </p:nvSpPr>
        <p:spPr bwMode="auto">
          <a:xfrm flipH="1">
            <a:off x="5834063" y="3741738"/>
            <a:ext cx="0" cy="293687"/>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sz="1100">
              <a:solidFill>
                <a:prstClr val="black"/>
              </a:solidFill>
              <a:latin typeface="Times New Roman" panose="02020603050405020304" pitchFamily="18" charset="0"/>
              <a:ea typeface="楷体_GB2312"/>
            </a:endParaRPr>
          </a:p>
        </p:txBody>
      </p:sp>
      <p:sp>
        <p:nvSpPr>
          <p:cNvPr id="68" name="Rectangle 22"/>
          <p:cNvSpPr>
            <a:spLocks noChangeArrowheads="1"/>
          </p:cNvSpPr>
          <p:nvPr/>
        </p:nvSpPr>
        <p:spPr bwMode="auto">
          <a:xfrm>
            <a:off x="5670550" y="3957638"/>
            <a:ext cx="269875" cy="26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just"/>
            <a:r>
              <a:rPr lang="en-US" altLang="zh-CN" sz="2000" i="1">
                <a:solidFill>
                  <a:prstClr val="black"/>
                </a:solidFill>
                <a:ea typeface="宋体" panose="02010600030101010101" pitchFamily="2" charset="-122"/>
              </a:rPr>
              <a:t>e</a:t>
            </a:r>
          </a:p>
        </p:txBody>
      </p:sp>
      <p:grpSp>
        <p:nvGrpSpPr>
          <p:cNvPr id="9" name="Group 99"/>
          <p:cNvGrpSpPr>
            <a:grpSpLocks/>
          </p:cNvGrpSpPr>
          <p:nvPr/>
        </p:nvGrpSpPr>
        <p:grpSpPr bwMode="auto">
          <a:xfrm>
            <a:off x="3905250" y="3003550"/>
            <a:ext cx="954088" cy="636588"/>
            <a:chOff x="948" y="2750"/>
            <a:chExt cx="802" cy="534"/>
          </a:xfrm>
        </p:grpSpPr>
        <p:sp>
          <p:nvSpPr>
            <p:cNvPr id="70" name="Rectangle 135"/>
            <p:cNvSpPr>
              <a:spLocks noChangeArrowheads="1"/>
            </p:cNvSpPr>
            <p:nvPr/>
          </p:nvSpPr>
          <p:spPr bwMode="auto">
            <a:xfrm>
              <a:off x="948" y="2765"/>
              <a:ext cx="773" cy="519"/>
            </a:xfrm>
            <a:prstGeom prst="rect">
              <a:avLst/>
            </a:prstGeom>
            <a:noFill/>
            <a:ln w="25400">
              <a:solidFill>
                <a:schemeClr val="tx2">
                  <a:lumMod val="60000"/>
                  <a:lumOff val="40000"/>
                </a:schemeClr>
              </a:solidFill>
              <a:miter lim="800000"/>
              <a:headEnd/>
              <a:tailEnd/>
            </a:ln>
          </p:spPr>
          <p:txBody>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spcBef>
                  <a:spcPct val="0"/>
                </a:spcBef>
                <a:buClrTx/>
                <a:buSzTx/>
                <a:buFontTx/>
                <a:buNone/>
                <a:defRPr/>
              </a:pPr>
              <a:endParaRPr lang="zh-CN" altLang="en-US" sz="1200" b="0">
                <a:solidFill>
                  <a:prstClr val="black"/>
                </a:solidFill>
                <a:latin typeface="Times New Roman" panose="02020603050405020304" pitchFamily="18" charset="0"/>
                <a:ea typeface="楷体_GB2312" pitchFamily="49" charset="-122"/>
                <a:cs typeface="Times New Roman" panose="02020603050405020304" pitchFamily="18" charset="0"/>
              </a:endParaRPr>
            </a:p>
          </p:txBody>
        </p:sp>
        <p:sp>
          <p:nvSpPr>
            <p:cNvPr id="110622" name="Rectangle 136"/>
            <p:cNvSpPr>
              <a:spLocks noChangeArrowheads="1"/>
            </p:cNvSpPr>
            <p:nvPr/>
          </p:nvSpPr>
          <p:spPr bwMode="auto">
            <a:xfrm>
              <a:off x="975" y="2750"/>
              <a:ext cx="774"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buFont typeface="Symbol" panose="05050102010706020507" pitchFamily="18" charset="2"/>
                <a:buNone/>
              </a:pPr>
              <a:r>
                <a:rPr lang="en-US" altLang="zh-CN" sz="1200" i="1">
                  <a:solidFill>
                    <a:prstClr val="black"/>
                  </a:solidFill>
                  <a:cs typeface="Times New Roman" panose="02020603050405020304" pitchFamily="18" charset="0"/>
                </a:rPr>
                <a:t>e</a:t>
              </a:r>
              <a:endParaRPr lang="en-US" altLang="zh-CN" sz="1200">
                <a:solidFill>
                  <a:prstClr val="black"/>
                </a:solidFill>
                <a:cs typeface="Times New Roman" panose="02020603050405020304" pitchFamily="18" charset="0"/>
              </a:endParaRPr>
            </a:p>
          </p:txBody>
        </p:sp>
        <p:sp>
          <p:nvSpPr>
            <p:cNvPr id="110623" name="Rectangle 137"/>
            <p:cNvSpPr>
              <a:spLocks noChangeArrowheads="1"/>
            </p:cNvSpPr>
            <p:nvPr/>
          </p:nvSpPr>
          <p:spPr bwMode="auto">
            <a:xfrm>
              <a:off x="975" y="3113"/>
              <a:ext cx="775"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endParaRPr lang="en-US" altLang="zh-CN" sz="1200" i="1">
                <a:solidFill>
                  <a:prstClr val="black"/>
                </a:solidFill>
                <a:cs typeface="Times New Roman" panose="02020603050405020304" pitchFamily="18" charset="0"/>
              </a:endParaRPr>
            </a:p>
          </p:txBody>
        </p:sp>
        <p:sp>
          <p:nvSpPr>
            <p:cNvPr id="110624" name="Rectangle 138"/>
            <p:cNvSpPr>
              <a:spLocks noChangeArrowheads="1"/>
            </p:cNvSpPr>
            <p:nvPr/>
          </p:nvSpPr>
          <p:spPr bwMode="auto">
            <a:xfrm>
              <a:off x="975" y="2931"/>
              <a:ext cx="775"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zh-CN" altLang="en-US" sz="1200">
                  <a:solidFill>
                    <a:prstClr val="black"/>
                  </a:solidFill>
                  <a:latin typeface="楷体" panose="02010609060101010101" pitchFamily="49" charset="-122"/>
                  <a:ea typeface="楷体" panose="02010609060101010101" pitchFamily="49" charset="-122"/>
                  <a:cs typeface="Times New Roman" panose="02020603050405020304" pitchFamily="18" charset="0"/>
                </a:rPr>
                <a:t>访问链</a:t>
              </a:r>
            </a:p>
          </p:txBody>
        </p:sp>
        <p:sp>
          <p:nvSpPr>
            <p:cNvPr id="74" name="Line 139"/>
            <p:cNvSpPr>
              <a:spLocks noChangeShapeType="1"/>
            </p:cNvSpPr>
            <p:nvPr/>
          </p:nvSpPr>
          <p:spPr bwMode="auto">
            <a:xfrm flipV="1">
              <a:off x="975" y="2931"/>
              <a:ext cx="746" cy="1"/>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75" name="Line 140"/>
            <p:cNvSpPr>
              <a:spLocks noChangeShapeType="1"/>
            </p:cNvSpPr>
            <p:nvPr/>
          </p:nvSpPr>
          <p:spPr bwMode="auto">
            <a:xfrm flipV="1">
              <a:off x="975" y="3114"/>
              <a:ext cx="726" cy="0"/>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grpSp>
      <p:sp>
        <p:nvSpPr>
          <p:cNvPr id="3" name="任意多边形 2"/>
          <p:cNvSpPr/>
          <p:nvPr/>
        </p:nvSpPr>
        <p:spPr>
          <a:xfrm>
            <a:off x="4824413" y="854075"/>
            <a:ext cx="439737" cy="2443163"/>
          </a:xfrm>
          <a:custGeom>
            <a:avLst/>
            <a:gdLst>
              <a:gd name="connsiteX0" fmla="*/ 0 w 438897"/>
              <a:gd name="connsiteY0" fmla="*/ 2442758 h 2442758"/>
              <a:gd name="connsiteX1" fmla="*/ 421105 w 438897"/>
              <a:gd name="connsiteY1" fmla="*/ 1347884 h 2442758"/>
              <a:gd name="connsiteX2" fmla="*/ 324853 w 438897"/>
              <a:gd name="connsiteY2" fmla="*/ 192852 h 2442758"/>
              <a:gd name="connsiteX3" fmla="*/ 0 w 438897"/>
              <a:gd name="connsiteY3" fmla="*/ 12379 h 2442758"/>
            </a:gdLst>
            <a:ahLst/>
            <a:cxnLst>
              <a:cxn ang="0">
                <a:pos x="connsiteX0" y="connsiteY0"/>
              </a:cxn>
              <a:cxn ang="0">
                <a:pos x="connsiteX1" y="connsiteY1"/>
              </a:cxn>
              <a:cxn ang="0">
                <a:pos x="connsiteX2" y="connsiteY2"/>
              </a:cxn>
              <a:cxn ang="0">
                <a:pos x="connsiteX3" y="connsiteY3"/>
              </a:cxn>
            </a:cxnLst>
            <a:rect l="l" t="t" r="r" b="b"/>
            <a:pathLst>
              <a:path w="438897" h="2442758">
                <a:moveTo>
                  <a:pt x="0" y="2442758"/>
                </a:moveTo>
                <a:cubicBezTo>
                  <a:pt x="183481" y="2082813"/>
                  <a:pt x="366963" y="1722868"/>
                  <a:pt x="421105" y="1347884"/>
                </a:cubicBezTo>
                <a:cubicBezTo>
                  <a:pt x="475247" y="972900"/>
                  <a:pt x="395037" y="415436"/>
                  <a:pt x="324853" y="192852"/>
                </a:cubicBezTo>
                <a:cubicBezTo>
                  <a:pt x="254669" y="-29732"/>
                  <a:pt x="127334" y="-8677"/>
                  <a:pt x="0" y="12379"/>
                </a:cubicBezTo>
              </a:path>
            </a:pathLst>
          </a:custGeom>
          <a:noFill/>
          <a:ln w="25400">
            <a:solidFill>
              <a:schemeClr val="tx1"/>
            </a:solidFill>
            <a:tailEnd type="triangle" w="med" len="lg"/>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100">
              <a:solidFill>
                <a:prstClr val="white"/>
              </a:solidFill>
            </a:endParaRPr>
          </a:p>
        </p:txBody>
      </p:sp>
      <p:sp>
        <p:nvSpPr>
          <p:cNvPr id="4" name="任意多边形 3"/>
          <p:cNvSpPr/>
          <p:nvPr/>
        </p:nvSpPr>
        <p:spPr>
          <a:xfrm>
            <a:off x="4800600" y="866775"/>
            <a:ext cx="252413" cy="1106488"/>
          </a:xfrm>
          <a:custGeom>
            <a:avLst/>
            <a:gdLst>
              <a:gd name="connsiteX0" fmla="*/ 0 w 252896"/>
              <a:gd name="connsiteY0" fmla="*/ 1106905 h 1106905"/>
              <a:gd name="connsiteX1" fmla="*/ 252663 w 252896"/>
              <a:gd name="connsiteY1" fmla="*/ 204537 h 1106905"/>
              <a:gd name="connsiteX2" fmla="*/ 36095 w 252896"/>
              <a:gd name="connsiteY2" fmla="*/ 0 h 1106905"/>
            </a:gdLst>
            <a:ahLst/>
            <a:cxnLst>
              <a:cxn ang="0">
                <a:pos x="connsiteX0" y="connsiteY0"/>
              </a:cxn>
              <a:cxn ang="0">
                <a:pos x="connsiteX1" y="connsiteY1"/>
              </a:cxn>
              <a:cxn ang="0">
                <a:pos x="connsiteX2" y="connsiteY2"/>
              </a:cxn>
            </a:cxnLst>
            <a:rect l="l" t="t" r="r" b="b"/>
            <a:pathLst>
              <a:path w="252896" h="1106905">
                <a:moveTo>
                  <a:pt x="0" y="1106905"/>
                </a:moveTo>
                <a:cubicBezTo>
                  <a:pt x="123323" y="747963"/>
                  <a:pt x="246647" y="389021"/>
                  <a:pt x="252663" y="204537"/>
                </a:cubicBezTo>
                <a:cubicBezTo>
                  <a:pt x="258679" y="20053"/>
                  <a:pt x="147387" y="10026"/>
                  <a:pt x="36095" y="0"/>
                </a:cubicBezTo>
              </a:path>
            </a:pathLst>
          </a:custGeom>
          <a:noFill/>
          <a:ln w="25400">
            <a:solidFill>
              <a:schemeClr val="tx1"/>
            </a:solidFill>
            <a:tailEnd type="triangle" w="med" len="lg"/>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100">
              <a:solidFill>
                <a:prstClr val="white"/>
              </a:solidFill>
            </a:endParaRPr>
          </a:p>
        </p:txBody>
      </p:sp>
      <p:sp>
        <p:nvSpPr>
          <p:cNvPr id="2" name="灯片编号占位符 1"/>
          <p:cNvSpPr>
            <a:spLocks noGrp="1"/>
          </p:cNvSpPr>
          <p:nvPr>
            <p:ph type="sldNum" sz="quarter" idx="12"/>
          </p:nvPr>
        </p:nvSpPr>
        <p:spPr/>
        <p:txBody>
          <a:bodyPr/>
          <a:lstStyle/>
          <a:p>
            <a:pPr>
              <a:defRPr/>
            </a:pPr>
            <a:fld id="{64CF1D47-2B30-44A6-81DA-EC28584A641A}" type="slidenum">
              <a:rPr lang="zh-CN" altLang="en-US" smtClean="0"/>
              <a:pPr>
                <a:defRPr/>
              </a:pPr>
              <a:t>14</a:t>
            </a:fld>
            <a:endParaRPr lang="en-US" altLang="zh-CN" dirty="0"/>
          </a:p>
        </p:txBody>
      </p:sp>
    </p:spTree>
    <p:extLst>
      <p:ext uri="{BB962C8B-B14F-4D97-AF65-F5344CB8AC3E}">
        <p14:creationId xmlns:p14="http://schemas.microsoft.com/office/powerpoint/2010/main" val="224515195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0" fill="hold" grpId="0" nodeType="withEffect">
                                  <p:stCondLst>
                                    <p:cond delay="0"/>
                                  </p:stCondLst>
                                  <p:childTnLst>
                                    <p:set>
                                      <p:cBhvr>
                                        <p:cTn id="6" dur="1" fill="hold">
                                          <p:stCondLst>
                                            <p:cond delay="0"/>
                                          </p:stCondLst>
                                        </p:cTn>
                                        <p:tgtEl>
                                          <p:spTgt spid="244746"/>
                                        </p:tgtEl>
                                        <p:attrNameLst>
                                          <p:attrName>style.visibility</p:attrName>
                                        </p:attrNameLst>
                                      </p:cBhvr>
                                      <p:to>
                                        <p:strVal val="visible"/>
                                      </p:to>
                                    </p:set>
                                    <p:anim calcmode="lin" valueType="num">
                                      <p:cBhvr>
                                        <p:cTn id="7" dur="500" fill="hold"/>
                                        <p:tgtEl>
                                          <p:spTgt spid="244746"/>
                                        </p:tgtEl>
                                        <p:attrNameLst>
                                          <p:attrName>ppt_w</p:attrName>
                                        </p:attrNameLst>
                                      </p:cBhvr>
                                      <p:tavLst>
                                        <p:tav tm="0">
                                          <p:val>
                                            <p:fltVal val="0"/>
                                          </p:val>
                                        </p:tav>
                                        <p:tav tm="100000">
                                          <p:val>
                                            <p:strVal val="#ppt_w"/>
                                          </p:val>
                                        </p:tav>
                                      </p:tavLst>
                                    </p:anim>
                                    <p:anim calcmode="lin" valueType="num">
                                      <p:cBhvr>
                                        <p:cTn id="8" dur="500" fill="hold"/>
                                        <p:tgtEl>
                                          <p:spTgt spid="244746"/>
                                        </p:tgtEl>
                                        <p:attrNameLst>
                                          <p:attrName>ppt_h</p:attrName>
                                        </p:attrNameLst>
                                      </p:cBhvr>
                                      <p:tavLst>
                                        <p:tav tm="0">
                                          <p:val>
                                            <p:fltVal val="0"/>
                                          </p:val>
                                        </p:tav>
                                        <p:tav tm="100000">
                                          <p:val>
                                            <p:strVal val="#ppt_h"/>
                                          </p:val>
                                        </p:tav>
                                      </p:tavLst>
                                    </p:anim>
                                    <p:animEffect transition="in" filter="fade">
                                      <p:cBhvr>
                                        <p:cTn id="9" dur="500"/>
                                        <p:tgtEl>
                                          <p:spTgt spid="244746"/>
                                        </p:tgtEl>
                                      </p:cBhvr>
                                    </p:animEffect>
                                  </p:childTnLst>
                                </p:cTn>
                              </p:par>
                              <p:par>
                                <p:cTn id="10" presetID="53" presetClass="entr" presetSubtype="0" fill="hold" grpId="0" nodeType="withEffect">
                                  <p:stCondLst>
                                    <p:cond delay="0"/>
                                  </p:stCondLst>
                                  <p:childTnLst>
                                    <p:set>
                                      <p:cBhvr>
                                        <p:cTn id="11" dur="1" fill="hold">
                                          <p:stCondLst>
                                            <p:cond delay="0"/>
                                          </p:stCondLst>
                                        </p:cTn>
                                        <p:tgtEl>
                                          <p:spTgt spid="244744"/>
                                        </p:tgtEl>
                                        <p:attrNameLst>
                                          <p:attrName>style.visibility</p:attrName>
                                        </p:attrNameLst>
                                      </p:cBhvr>
                                      <p:to>
                                        <p:strVal val="visible"/>
                                      </p:to>
                                    </p:set>
                                    <p:anim calcmode="lin" valueType="num">
                                      <p:cBhvr>
                                        <p:cTn id="12" dur="500" fill="hold"/>
                                        <p:tgtEl>
                                          <p:spTgt spid="244744"/>
                                        </p:tgtEl>
                                        <p:attrNameLst>
                                          <p:attrName>ppt_w</p:attrName>
                                        </p:attrNameLst>
                                      </p:cBhvr>
                                      <p:tavLst>
                                        <p:tav tm="0">
                                          <p:val>
                                            <p:fltVal val="0"/>
                                          </p:val>
                                        </p:tav>
                                        <p:tav tm="100000">
                                          <p:val>
                                            <p:strVal val="#ppt_w"/>
                                          </p:val>
                                        </p:tav>
                                      </p:tavLst>
                                    </p:anim>
                                    <p:anim calcmode="lin" valueType="num">
                                      <p:cBhvr>
                                        <p:cTn id="13" dur="500" fill="hold"/>
                                        <p:tgtEl>
                                          <p:spTgt spid="244744"/>
                                        </p:tgtEl>
                                        <p:attrNameLst>
                                          <p:attrName>ppt_h</p:attrName>
                                        </p:attrNameLst>
                                      </p:cBhvr>
                                      <p:tavLst>
                                        <p:tav tm="0">
                                          <p:val>
                                            <p:fltVal val="0"/>
                                          </p:val>
                                        </p:tav>
                                        <p:tav tm="100000">
                                          <p:val>
                                            <p:strVal val="#ppt_h"/>
                                          </p:val>
                                        </p:tav>
                                      </p:tavLst>
                                    </p:anim>
                                    <p:animEffect transition="in" filter="fade">
                                      <p:cBhvr>
                                        <p:cTn id="14" dur="500"/>
                                        <p:tgtEl>
                                          <p:spTgt spid="244744"/>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53" presetClass="entr" presetSubtype="16"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p:cTn id="19" dur="500" fill="hold"/>
                                        <p:tgtEl>
                                          <p:spTgt spid="7"/>
                                        </p:tgtEl>
                                        <p:attrNameLst>
                                          <p:attrName>ppt_w</p:attrName>
                                        </p:attrNameLst>
                                      </p:cBhvr>
                                      <p:tavLst>
                                        <p:tav tm="0">
                                          <p:val>
                                            <p:fltVal val="0"/>
                                          </p:val>
                                        </p:tav>
                                        <p:tav tm="100000">
                                          <p:val>
                                            <p:strVal val="#ppt_w"/>
                                          </p:val>
                                        </p:tav>
                                      </p:tavLst>
                                    </p:anim>
                                    <p:anim calcmode="lin" valueType="num">
                                      <p:cBhvr>
                                        <p:cTn id="20" dur="500" fill="hold"/>
                                        <p:tgtEl>
                                          <p:spTgt spid="7"/>
                                        </p:tgtEl>
                                        <p:attrNameLst>
                                          <p:attrName>ppt_h</p:attrName>
                                        </p:attrNameLst>
                                      </p:cBhvr>
                                      <p:tavLst>
                                        <p:tav tm="0">
                                          <p:val>
                                            <p:fltVal val="0"/>
                                          </p:val>
                                        </p:tav>
                                        <p:tav tm="100000">
                                          <p:val>
                                            <p:strVal val="#ppt_h"/>
                                          </p:val>
                                        </p:tav>
                                      </p:tavLst>
                                    </p:anim>
                                    <p:animEffect transition="in" filter="fade">
                                      <p:cBhvr>
                                        <p:cTn id="21" dur="500"/>
                                        <p:tgtEl>
                                          <p:spTgt spid="7"/>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53" presetClass="entr" presetSubtype="16" fill="hold" nodeType="clickEffect">
                                  <p:stCondLst>
                                    <p:cond delay="0"/>
                                  </p:stCondLst>
                                  <p:childTnLst>
                                    <p:set>
                                      <p:cBhvr>
                                        <p:cTn id="25" dur="1" fill="hold">
                                          <p:stCondLst>
                                            <p:cond delay="0"/>
                                          </p:stCondLst>
                                        </p:cTn>
                                        <p:tgtEl>
                                          <p:spTgt spid="4"/>
                                        </p:tgtEl>
                                        <p:attrNameLst>
                                          <p:attrName>style.visibility</p:attrName>
                                        </p:attrNameLst>
                                      </p:cBhvr>
                                      <p:to>
                                        <p:strVal val="visible"/>
                                      </p:to>
                                    </p:set>
                                    <p:anim calcmode="lin" valueType="num">
                                      <p:cBhvr>
                                        <p:cTn id="26" dur="500" fill="hold"/>
                                        <p:tgtEl>
                                          <p:spTgt spid="4"/>
                                        </p:tgtEl>
                                        <p:attrNameLst>
                                          <p:attrName>ppt_w</p:attrName>
                                        </p:attrNameLst>
                                      </p:cBhvr>
                                      <p:tavLst>
                                        <p:tav tm="0">
                                          <p:val>
                                            <p:fltVal val="0"/>
                                          </p:val>
                                        </p:tav>
                                        <p:tav tm="100000">
                                          <p:val>
                                            <p:strVal val="#ppt_w"/>
                                          </p:val>
                                        </p:tav>
                                      </p:tavLst>
                                    </p:anim>
                                    <p:anim calcmode="lin" valueType="num">
                                      <p:cBhvr>
                                        <p:cTn id="27" dur="500" fill="hold"/>
                                        <p:tgtEl>
                                          <p:spTgt spid="4"/>
                                        </p:tgtEl>
                                        <p:attrNameLst>
                                          <p:attrName>ppt_h</p:attrName>
                                        </p:attrNameLst>
                                      </p:cBhvr>
                                      <p:tavLst>
                                        <p:tav tm="0">
                                          <p:val>
                                            <p:fltVal val="0"/>
                                          </p:val>
                                        </p:tav>
                                        <p:tav tm="100000">
                                          <p:val>
                                            <p:strVal val="#ppt_h"/>
                                          </p:val>
                                        </p:tav>
                                      </p:tavLst>
                                    </p:anim>
                                    <p:animEffect transition="in" filter="fade">
                                      <p:cBhvr>
                                        <p:cTn id="28" dur="500"/>
                                        <p:tgtEl>
                                          <p:spTgt spid="4"/>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53" presetClass="entr" presetSubtype="0" fill="hold" grpId="0" nodeType="clickEffect">
                                  <p:stCondLst>
                                    <p:cond delay="0"/>
                                  </p:stCondLst>
                                  <p:childTnLst>
                                    <p:set>
                                      <p:cBhvr>
                                        <p:cTn id="32" dur="1" fill="hold">
                                          <p:stCondLst>
                                            <p:cond delay="0"/>
                                          </p:stCondLst>
                                        </p:cTn>
                                        <p:tgtEl>
                                          <p:spTgt spid="244750"/>
                                        </p:tgtEl>
                                        <p:attrNameLst>
                                          <p:attrName>style.visibility</p:attrName>
                                        </p:attrNameLst>
                                      </p:cBhvr>
                                      <p:to>
                                        <p:strVal val="visible"/>
                                      </p:to>
                                    </p:set>
                                    <p:anim calcmode="lin" valueType="num">
                                      <p:cBhvr>
                                        <p:cTn id="33" dur="500" fill="hold"/>
                                        <p:tgtEl>
                                          <p:spTgt spid="244750"/>
                                        </p:tgtEl>
                                        <p:attrNameLst>
                                          <p:attrName>ppt_w</p:attrName>
                                        </p:attrNameLst>
                                      </p:cBhvr>
                                      <p:tavLst>
                                        <p:tav tm="0">
                                          <p:val>
                                            <p:fltVal val="0"/>
                                          </p:val>
                                        </p:tav>
                                        <p:tav tm="100000">
                                          <p:val>
                                            <p:strVal val="#ppt_w"/>
                                          </p:val>
                                        </p:tav>
                                      </p:tavLst>
                                    </p:anim>
                                    <p:anim calcmode="lin" valueType="num">
                                      <p:cBhvr>
                                        <p:cTn id="34" dur="500" fill="hold"/>
                                        <p:tgtEl>
                                          <p:spTgt spid="244750"/>
                                        </p:tgtEl>
                                        <p:attrNameLst>
                                          <p:attrName>ppt_h</p:attrName>
                                        </p:attrNameLst>
                                      </p:cBhvr>
                                      <p:tavLst>
                                        <p:tav tm="0">
                                          <p:val>
                                            <p:fltVal val="0"/>
                                          </p:val>
                                        </p:tav>
                                        <p:tav tm="100000">
                                          <p:val>
                                            <p:strVal val="#ppt_h"/>
                                          </p:val>
                                        </p:tav>
                                      </p:tavLst>
                                    </p:anim>
                                    <p:animEffect transition="in" filter="fade">
                                      <p:cBhvr>
                                        <p:cTn id="35" dur="500"/>
                                        <p:tgtEl>
                                          <p:spTgt spid="244750"/>
                                        </p:tgtEl>
                                      </p:cBhvr>
                                    </p:animEffect>
                                  </p:childTnLst>
                                </p:cTn>
                              </p:par>
                              <p:par>
                                <p:cTn id="36" presetID="53" presetClass="entr" presetSubtype="0" fill="hold" grpId="0" nodeType="withEffect">
                                  <p:stCondLst>
                                    <p:cond delay="0"/>
                                  </p:stCondLst>
                                  <p:childTnLst>
                                    <p:set>
                                      <p:cBhvr>
                                        <p:cTn id="37" dur="1" fill="hold">
                                          <p:stCondLst>
                                            <p:cond delay="0"/>
                                          </p:stCondLst>
                                        </p:cTn>
                                        <p:tgtEl>
                                          <p:spTgt spid="244749"/>
                                        </p:tgtEl>
                                        <p:attrNameLst>
                                          <p:attrName>style.visibility</p:attrName>
                                        </p:attrNameLst>
                                      </p:cBhvr>
                                      <p:to>
                                        <p:strVal val="visible"/>
                                      </p:to>
                                    </p:set>
                                    <p:anim calcmode="lin" valueType="num">
                                      <p:cBhvr>
                                        <p:cTn id="38" dur="500" fill="hold"/>
                                        <p:tgtEl>
                                          <p:spTgt spid="244749"/>
                                        </p:tgtEl>
                                        <p:attrNameLst>
                                          <p:attrName>ppt_w</p:attrName>
                                        </p:attrNameLst>
                                      </p:cBhvr>
                                      <p:tavLst>
                                        <p:tav tm="0">
                                          <p:val>
                                            <p:fltVal val="0"/>
                                          </p:val>
                                        </p:tav>
                                        <p:tav tm="100000">
                                          <p:val>
                                            <p:strVal val="#ppt_w"/>
                                          </p:val>
                                        </p:tav>
                                      </p:tavLst>
                                    </p:anim>
                                    <p:anim calcmode="lin" valueType="num">
                                      <p:cBhvr>
                                        <p:cTn id="39" dur="500" fill="hold"/>
                                        <p:tgtEl>
                                          <p:spTgt spid="244749"/>
                                        </p:tgtEl>
                                        <p:attrNameLst>
                                          <p:attrName>ppt_h</p:attrName>
                                        </p:attrNameLst>
                                      </p:cBhvr>
                                      <p:tavLst>
                                        <p:tav tm="0">
                                          <p:val>
                                            <p:fltVal val="0"/>
                                          </p:val>
                                        </p:tav>
                                        <p:tav tm="100000">
                                          <p:val>
                                            <p:strVal val="#ppt_h"/>
                                          </p:val>
                                        </p:tav>
                                      </p:tavLst>
                                    </p:anim>
                                    <p:animEffect transition="in" filter="fade">
                                      <p:cBhvr>
                                        <p:cTn id="40" dur="500"/>
                                        <p:tgtEl>
                                          <p:spTgt spid="244749"/>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53" presetClass="entr" presetSubtype="16" fill="hold" nodeType="clickEffect">
                                  <p:stCondLst>
                                    <p:cond delay="0"/>
                                  </p:stCondLst>
                                  <p:childTnLst>
                                    <p:set>
                                      <p:cBhvr>
                                        <p:cTn id="44" dur="1" fill="hold">
                                          <p:stCondLst>
                                            <p:cond delay="0"/>
                                          </p:stCondLst>
                                        </p:cTn>
                                        <p:tgtEl>
                                          <p:spTgt spid="8"/>
                                        </p:tgtEl>
                                        <p:attrNameLst>
                                          <p:attrName>style.visibility</p:attrName>
                                        </p:attrNameLst>
                                      </p:cBhvr>
                                      <p:to>
                                        <p:strVal val="visible"/>
                                      </p:to>
                                    </p:set>
                                    <p:anim calcmode="lin" valueType="num">
                                      <p:cBhvr>
                                        <p:cTn id="45" dur="500" fill="hold"/>
                                        <p:tgtEl>
                                          <p:spTgt spid="8"/>
                                        </p:tgtEl>
                                        <p:attrNameLst>
                                          <p:attrName>ppt_w</p:attrName>
                                        </p:attrNameLst>
                                      </p:cBhvr>
                                      <p:tavLst>
                                        <p:tav tm="0">
                                          <p:val>
                                            <p:fltVal val="0"/>
                                          </p:val>
                                        </p:tav>
                                        <p:tav tm="100000">
                                          <p:val>
                                            <p:strVal val="#ppt_w"/>
                                          </p:val>
                                        </p:tav>
                                      </p:tavLst>
                                    </p:anim>
                                    <p:anim calcmode="lin" valueType="num">
                                      <p:cBhvr>
                                        <p:cTn id="46" dur="500" fill="hold"/>
                                        <p:tgtEl>
                                          <p:spTgt spid="8"/>
                                        </p:tgtEl>
                                        <p:attrNameLst>
                                          <p:attrName>ppt_h</p:attrName>
                                        </p:attrNameLst>
                                      </p:cBhvr>
                                      <p:tavLst>
                                        <p:tav tm="0">
                                          <p:val>
                                            <p:fltVal val="0"/>
                                          </p:val>
                                        </p:tav>
                                        <p:tav tm="100000">
                                          <p:val>
                                            <p:strVal val="#ppt_h"/>
                                          </p:val>
                                        </p:tav>
                                      </p:tavLst>
                                    </p:anim>
                                    <p:animEffect transition="in" filter="fade">
                                      <p:cBhvr>
                                        <p:cTn id="47" dur="500"/>
                                        <p:tgtEl>
                                          <p:spTgt spid="8"/>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53" presetClass="entr" presetSubtype="16" fill="hold" grpId="0" nodeType="clickEffect">
                                  <p:stCondLst>
                                    <p:cond delay="0"/>
                                  </p:stCondLst>
                                  <p:childTnLst>
                                    <p:set>
                                      <p:cBhvr>
                                        <p:cTn id="51" dur="1" fill="hold">
                                          <p:stCondLst>
                                            <p:cond delay="0"/>
                                          </p:stCondLst>
                                        </p:cTn>
                                        <p:tgtEl>
                                          <p:spTgt spid="64"/>
                                        </p:tgtEl>
                                        <p:attrNameLst>
                                          <p:attrName>style.visibility</p:attrName>
                                        </p:attrNameLst>
                                      </p:cBhvr>
                                      <p:to>
                                        <p:strVal val="visible"/>
                                      </p:to>
                                    </p:set>
                                    <p:anim calcmode="lin" valueType="num">
                                      <p:cBhvr>
                                        <p:cTn id="52" dur="500" fill="hold"/>
                                        <p:tgtEl>
                                          <p:spTgt spid="64"/>
                                        </p:tgtEl>
                                        <p:attrNameLst>
                                          <p:attrName>ppt_w</p:attrName>
                                        </p:attrNameLst>
                                      </p:cBhvr>
                                      <p:tavLst>
                                        <p:tav tm="0">
                                          <p:val>
                                            <p:fltVal val="0"/>
                                          </p:val>
                                        </p:tav>
                                        <p:tav tm="100000">
                                          <p:val>
                                            <p:strVal val="#ppt_w"/>
                                          </p:val>
                                        </p:tav>
                                      </p:tavLst>
                                    </p:anim>
                                    <p:anim calcmode="lin" valueType="num">
                                      <p:cBhvr>
                                        <p:cTn id="53" dur="500" fill="hold"/>
                                        <p:tgtEl>
                                          <p:spTgt spid="64"/>
                                        </p:tgtEl>
                                        <p:attrNameLst>
                                          <p:attrName>ppt_h</p:attrName>
                                        </p:attrNameLst>
                                      </p:cBhvr>
                                      <p:tavLst>
                                        <p:tav tm="0">
                                          <p:val>
                                            <p:fltVal val="0"/>
                                          </p:val>
                                        </p:tav>
                                        <p:tav tm="100000">
                                          <p:val>
                                            <p:strVal val="#ppt_h"/>
                                          </p:val>
                                        </p:tav>
                                      </p:tavLst>
                                    </p:anim>
                                    <p:animEffect transition="in" filter="fade">
                                      <p:cBhvr>
                                        <p:cTn id="54" dur="500"/>
                                        <p:tgtEl>
                                          <p:spTgt spid="64"/>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53" presetClass="entr" presetSubtype="16" fill="hold" grpId="0" nodeType="clickEffect">
                                  <p:stCondLst>
                                    <p:cond delay="0"/>
                                  </p:stCondLst>
                                  <p:childTnLst>
                                    <p:set>
                                      <p:cBhvr>
                                        <p:cTn id="58" dur="1" fill="hold">
                                          <p:stCondLst>
                                            <p:cond delay="0"/>
                                          </p:stCondLst>
                                        </p:cTn>
                                        <p:tgtEl>
                                          <p:spTgt spid="67"/>
                                        </p:tgtEl>
                                        <p:attrNameLst>
                                          <p:attrName>style.visibility</p:attrName>
                                        </p:attrNameLst>
                                      </p:cBhvr>
                                      <p:to>
                                        <p:strVal val="visible"/>
                                      </p:to>
                                    </p:set>
                                    <p:anim calcmode="lin" valueType="num">
                                      <p:cBhvr>
                                        <p:cTn id="59" dur="500" fill="hold"/>
                                        <p:tgtEl>
                                          <p:spTgt spid="67"/>
                                        </p:tgtEl>
                                        <p:attrNameLst>
                                          <p:attrName>ppt_w</p:attrName>
                                        </p:attrNameLst>
                                      </p:cBhvr>
                                      <p:tavLst>
                                        <p:tav tm="0">
                                          <p:val>
                                            <p:fltVal val="0"/>
                                          </p:val>
                                        </p:tav>
                                        <p:tav tm="100000">
                                          <p:val>
                                            <p:strVal val="#ppt_w"/>
                                          </p:val>
                                        </p:tav>
                                      </p:tavLst>
                                    </p:anim>
                                    <p:anim calcmode="lin" valueType="num">
                                      <p:cBhvr>
                                        <p:cTn id="60" dur="500" fill="hold"/>
                                        <p:tgtEl>
                                          <p:spTgt spid="67"/>
                                        </p:tgtEl>
                                        <p:attrNameLst>
                                          <p:attrName>ppt_h</p:attrName>
                                        </p:attrNameLst>
                                      </p:cBhvr>
                                      <p:tavLst>
                                        <p:tav tm="0">
                                          <p:val>
                                            <p:fltVal val="0"/>
                                          </p:val>
                                        </p:tav>
                                        <p:tav tm="100000">
                                          <p:val>
                                            <p:strVal val="#ppt_h"/>
                                          </p:val>
                                        </p:tav>
                                      </p:tavLst>
                                    </p:anim>
                                    <p:animEffect transition="in" filter="fade">
                                      <p:cBhvr>
                                        <p:cTn id="61" dur="500"/>
                                        <p:tgtEl>
                                          <p:spTgt spid="67"/>
                                        </p:tgtEl>
                                      </p:cBhvr>
                                    </p:animEffect>
                                  </p:childTnLst>
                                </p:cTn>
                              </p:par>
                              <p:par>
                                <p:cTn id="62" presetID="53" presetClass="entr" presetSubtype="16" fill="hold" grpId="0" nodeType="withEffect">
                                  <p:stCondLst>
                                    <p:cond delay="0"/>
                                  </p:stCondLst>
                                  <p:childTnLst>
                                    <p:set>
                                      <p:cBhvr>
                                        <p:cTn id="63" dur="1" fill="hold">
                                          <p:stCondLst>
                                            <p:cond delay="0"/>
                                          </p:stCondLst>
                                        </p:cTn>
                                        <p:tgtEl>
                                          <p:spTgt spid="68"/>
                                        </p:tgtEl>
                                        <p:attrNameLst>
                                          <p:attrName>style.visibility</p:attrName>
                                        </p:attrNameLst>
                                      </p:cBhvr>
                                      <p:to>
                                        <p:strVal val="visible"/>
                                      </p:to>
                                    </p:set>
                                    <p:anim calcmode="lin" valueType="num">
                                      <p:cBhvr>
                                        <p:cTn id="64" dur="500" fill="hold"/>
                                        <p:tgtEl>
                                          <p:spTgt spid="68"/>
                                        </p:tgtEl>
                                        <p:attrNameLst>
                                          <p:attrName>ppt_w</p:attrName>
                                        </p:attrNameLst>
                                      </p:cBhvr>
                                      <p:tavLst>
                                        <p:tav tm="0">
                                          <p:val>
                                            <p:fltVal val="0"/>
                                          </p:val>
                                        </p:tav>
                                        <p:tav tm="100000">
                                          <p:val>
                                            <p:strVal val="#ppt_w"/>
                                          </p:val>
                                        </p:tav>
                                      </p:tavLst>
                                    </p:anim>
                                    <p:anim calcmode="lin" valueType="num">
                                      <p:cBhvr>
                                        <p:cTn id="65" dur="500" fill="hold"/>
                                        <p:tgtEl>
                                          <p:spTgt spid="68"/>
                                        </p:tgtEl>
                                        <p:attrNameLst>
                                          <p:attrName>ppt_h</p:attrName>
                                        </p:attrNameLst>
                                      </p:cBhvr>
                                      <p:tavLst>
                                        <p:tav tm="0">
                                          <p:val>
                                            <p:fltVal val="0"/>
                                          </p:val>
                                        </p:tav>
                                        <p:tav tm="100000">
                                          <p:val>
                                            <p:strVal val="#ppt_h"/>
                                          </p:val>
                                        </p:tav>
                                      </p:tavLst>
                                    </p:anim>
                                    <p:animEffect transition="in" filter="fade">
                                      <p:cBhvr>
                                        <p:cTn id="66" dur="500"/>
                                        <p:tgtEl>
                                          <p:spTgt spid="68"/>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53" presetClass="entr" presetSubtype="16" fill="hold" nodeType="clickEffect">
                                  <p:stCondLst>
                                    <p:cond delay="0"/>
                                  </p:stCondLst>
                                  <p:childTnLst>
                                    <p:set>
                                      <p:cBhvr>
                                        <p:cTn id="70" dur="1" fill="hold">
                                          <p:stCondLst>
                                            <p:cond delay="0"/>
                                          </p:stCondLst>
                                        </p:cTn>
                                        <p:tgtEl>
                                          <p:spTgt spid="9"/>
                                        </p:tgtEl>
                                        <p:attrNameLst>
                                          <p:attrName>style.visibility</p:attrName>
                                        </p:attrNameLst>
                                      </p:cBhvr>
                                      <p:to>
                                        <p:strVal val="visible"/>
                                      </p:to>
                                    </p:set>
                                    <p:anim calcmode="lin" valueType="num">
                                      <p:cBhvr>
                                        <p:cTn id="71" dur="500" fill="hold"/>
                                        <p:tgtEl>
                                          <p:spTgt spid="9"/>
                                        </p:tgtEl>
                                        <p:attrNameLst>
                                          <p:attrName>ppt_w</p:attrName>
                                        </p:attrNameLst>
                                      </p:cBhvr>
                                      <p:tavLst>
                                        <p:tav tm="0">
                                          <p:val>
                                            <p:fltVal val="0"/>
                                          </p:val>
                                        </p:tav>
                                        <p:tav tm="100000">
                                          <p:val>
                                            <p:strVal val="#ppt_w"/>
                                          </p:val>
                                        </p:tav>
                                      </p:tavLst>
                                    </p:anim>
                                    <p:anim calcmode="lin" valueType="num">
                                      <p:cBhvr>
                                        <p:cTn id="72" dur="500" fill="hold"/>
                                        <p:tgtEl>
                                          <p:spTgt spid="9"/>
                                        </p:tgtEl>
                                        <p:attrNameLst>
                                          <p:attrName>ppt_h</p:attrName>
                                        </p:attrNameLst>
                                      </p:cBhvr>
                                      <p:tavLst>
                                        <p:tav tm="0">
                                          <p:val>
                                            <p:fltVal val="0"/>
                                          </p:val>
                                        </p:tav>
                                        <p:tav tm="100000">
                                          <p:val>
                                            <p:strVal val="#ppt_h"/>
                                          </p:val>
                                        </p:tav>
                                      </p:tavLst>
                                    </p:anim>
                                    <p:animEffect transition="in" filter="fade">
                                      <p:cBhvr>
                                        <p:cTn id="73" dur="500"/>
                                        <p:tgtEl>
                                          <p:spTgt spid="9"/>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53" presetClass="entr" presetSubtype="16" fill="hold" nodeType="clickEffect">
                                  <p:stCondLst>
                                    <p:cond delay="0"/>
                                  </p:stCondLst>
                                  <p:childTnLst>
                                    <p:set>
                                      <p:cBhvr>
                                        <p:cTn id="77" dur="1" fill="hold">
                                          <p:stCondLst>
                                            <p:cond delay="0"/>
                                          </p:stCondLst>
                                        </p:cTn>
                                        <p:tgtEl>
                                          <p:spTgt spid="3"/>
                                        </p:tgtEl>
                                        <p:attrNameLst>
                                          <p:attrName>style.visibility</p:attrName>
                                        </p:attrNameLst>
                                      </p:cBhvr>
                                      <p:to>
                                        <p:strVal val="visible"/>
                                      </p:to>
                                    </p:set>
                                    <p:anim calcmode="lin" valueType="num">
                                      <p:cBhvr>
                                        <p:cTn id="78" dur="500" fill="hold"/>
                                        <p:tgtEl>
                                          <p:spTgt spid="3"/>
                                        </p:tgtEl>
                                        <p:attrNameLst>
                                          <p:attrName>ppt_w</p:attrName>
                                        </p:attrNameLst>
                                      </p:cBhvr>
                                      <p:tavLst>
                                        <p:tav tm="0">
                                          <p:val>
                                            <p:fltVal val="0"/>
                                          </p:val>
                                        </p:tav>
                                        <p:tav tm="100000">
                                          <p:val>
                                            <p:strVal val="#ppt_w"/>
                                          </p:val>
                                        </p:tav>
                                      </p:tavLst>
                                    </p:anim>
                                    <p:anim calcmode="lin" valueType="num">
                                      <p:cBhvr>
                                        <p:cTn id="79" dur="500" fill="hold"/>
                                        <p:tgtEl>
                                          <p:spTgt spid="3"/>
                                        </p:tgtEl>
                                        <p:attrNameLst>
                                          <p:attrName>ppt_h</p:attrName>
                                        </p:attrNameLst>
                                      </p:cBhvr>
                                      <p:tavLst>
                                        <p:tav tm="0">
                                          <p:val>
                                            <p:fltVal val="0"/>
                                          </p:val>
                                        </p:tav>
                                        <p:tav tm="100000">
                                          <p:val>
                                            <p:strVal val="#ppt_h"/>
                                          </p:val>
                                        </p:tav>
                                      </p:tavLst>
                                    </p:anim>
                                    <p:animEffect transition="in" filter="fade">
                                      <p:cBhvr>
                                        <p:cTn id="8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4744" grpId="0" animBg="1"/>
      <p:bldP spid="244746" grpId="0"/>
      <p:bldP spid="244749" grpId="0"/>
      <p:bldP spid="244750" grpId="0" animBg="1"/>
      <p:bldP spid="64" grpId="0" animBg="1"/>
      <p:bldP spid="67" grpId="0" animBg="1"/>
      <p:bldP spid="6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5778" name="Rectangle 2"/>
          <p:cNvSpPr>
            <a:spLocks noGrp="1" noChangeArrowheads="1"/>
          </p:cNvSpPr>
          <p:nvPr>
            <p:ph idx="1"/>
          </p:nvPr>
        </p:nvSpPr>
        <p:spPr>
          <a:xfrm>
            <a:off x="357188" y="714375"/>
            <a:ext cx="5786437" cy="3225800"/>
          </a:xfrm>
        </p:spPr>
        <p:txBody>
          <a:bodyPr/>
          <a:lstStyle/>
          <a:p>
            <a:pPr eaLnBrk="1" hangingPunct="1">
              <a:lnSpc>
                <a:spcPts val="2600"/>
              </a:lnSpc>
              <a:buClrTx/>
              <a:buFont typeface="Wingdings" pitchFamily="2" charset="2"/>
              <a:buChar char="Ø"/>
              <a:defRPr/>
            </a:pPr>
            <a:r>
              <a:rPr lang="zh-CN" altLang="en-US" sz="2000" b="1" dirty="0">
                <a:solidFill>
                  <a:schemeClr val="tx1"/>
                </a:solidFill>
                <a:cs typeface="Times New Roman" pitchFamily="18" charset="0"/>
              </a:rPr>
              <a:t>建立访问链的代码属于</a:t>
            </a:r>
            <a:r>
              <a:rPr lang="zh-CN" altLang="en-US" sz="2000" b="1" dirty="0">
                <a:solidFill>
                  <a:schemeClr val="tx2">
                    <a:lumMod val="60000"/>
                    <a:lumOff val="40000"/>
                  </a:schemeClr>
                </a:solidFill>
                <a:cs typeface="Times New Roman" pitchFamily="18" charset="0"/>
              </a:rPr>
              <a:t>调用序列</a:t>
            </a:r>
            <a:r>
              <a:rPr lang="zh-CN" altLang="en-US" sz="2000" b="1" dirty="0">
                <a:solidFill>
                  <a:schemeClr val="tx1"/>
                </a:solidFill>
                <a:cs typeface="Times New Roman" pitchFamily="18" charset="0"/>
              </a:rPr>
              <a:t>的一部分</a:t>
            </a:r>
            <a:endParaRPr lang="en-US" altLang="zh-CN" sz="2000" b="1" dirty="0">
              <a:solidFill>
                <a:schemeClr val="tx1"/>
              </a:solidFill>
              <a:cs typeface="Times New Roman" pitchFamily="18" charset="0"/>
            </a:endParaRPr>
          </a:p>
          <a:p>
            <a:pPr eaLnBrk="1" hangingPunct="1">
              <a:lnSpc>
                <a:spcPts val="2600"/>
              </a:lnSpc>
              <a:buClrTx/>
              <a:buFont typeface="Wingdings" pitchFamily="2" charset="2"/>
              <a:buChar char="Ø"/>
              <a:defRPr/>
            </a:pPr>
            <a:r>
              <a:rPr lang="zh-CN" altLang="en-US" sz="2000" b="1" dirty="0">
                <a:solidFill>
                  <a:schemeClr val="tx1"/>
                </a:solidFill>
                <a:cs typeface="Times New Roman" pitchFamily="18" charset="0"/>
              </a:rPr>
              <a:t>假设嵌套深度为</a:t>
            </a:r>
            <a:r>
              <a:rPr lang="en-US" altLang="zh-CN" sz="2000" b="1" i="1" dirty="0">
                <a:solidFill>
                  <a:schemeClr val="tx1"/>
                </a:solidFill>
                <a:ea typeface="楷体_GB2312"/>
                <a:cs typeface="Times New Roman" pitchFamily="18" charset="0"/>
              </a:rPr>
              <a:t>n</a:t>
            </a:r>
            <a:r>
              <a:rPr lang="en-US" altLang="zh-CN" sz="2000" b="1" i="1" baseline="-30000" dirty="0">
                <a:solidFill>
                  <a:schemeClr val="tx1"/>
                </a:solidFill>
                <a:ea typeface="楷体_GB2312"/>
                <a:cs typeface="Times New Roman" pitchFamily="18" charset="0"/>
              </a:rPr>
              <a:t>x</a:t>
            </a:r>
            <a:r>
              <a:rPr lang="zh-CN" altLang="en-US" sz="2000" b="1" dirty="0">
                <a:solidFill>
                  <a:schemeClr val="tx1"/>
                </a:solidFill>
                <a:cs typeface="Times New Roman" pitchFamily="18" charset="0"/>
              </a:rPr>
              <a:t>的过程</a:t>
            </a:r>
            <a:r>
              <a:rPr lang="en-US" altLang="zh-CN" sz="2000" b="1" i="1" dirty="0">
                <a:solidFill>
                  <a:schemeClr val="tx1"/>
                </a:solidFill>
                <a:cs typeface="Times New Roman" pitchFamily="18" charset="0"/>
              </a:rPr>
              <a:t>x</a:t>
            </a:r>
            <a:r>
              <a:rPr lang="zh-CN" altLang="en-US" sz="2000" b="1" dirty="0">
                <a:solidFill>
                  <a:schemeClr val="tx1"/>
                </a:solidFill>
                <a:cs typeface="Times New Roman" pitchFamily="18" charset="0"/>
              </a:rPr>
              <a:t>调用嵌套深度为</a:t>
            </a:r>
            <a:r>
              <a:rPr lang="en-US" altLang="zh-CN" sz="2000" b="1" i="1" dirty="0" err="1">
                <a:solidFill>
                  <a:schemeClr val="tx1"/>
                </a:solidFill>
                <a:ea typeface="楷体_GB2312"/>
                <a:cs typeface="楷体_GB2312"/>
              </a:rPr>
              <a:t>n</a:t>
            </a:r>
            <a:r>
              <a:rPr lang="en-US" altLang="zh-CN" sz="2000" b="1" i="1" baseline="-30000" dirty="0" err="1">
                <a:solidFill>
                  <a:schemeClr val="tx1"/>
                </a:solidFill>
                <a:ea typeface="楷体_GB2312"/>
                <a:cs typeface="楷体_GB2312"/>
              </a:rPr>
              <a:t>y</a:t>
            </a:r>
            <a:r>
              <a:rPr lang="zh-CN" altLang="en-US" sz="2000" b="1" dirty="0">
                <a:solidFill>
                  <a:schemeClr val="tx1"/>
                </a:solidFill>
              </a:rPr>
              <a:t>的过程</a:t>
            </a:r>
            <a:r>
              <a:rPr lang="en-US" altLang="zh-CN" sz="2000" b="1" i="1" dirty="0">
                <a:solidFill>
                  <a:schemeClr val="tx1"/>
                </a:solidFill>
              </a:rPr>
              <a:t>y</a:t>
            </a:r>
            <a:r>
              <a:rPr lang="zh-CN" altLang="en-US" sz="2000" b="1" dirty="0">
                <a:solidFill>
                  <a:schemeClr val="tx1"/>
                </a:solidFill>
              </a:rPr>
              <a:t> </a:t>
            </a:r>
            <a:r>
              <a:rPr lang="en-US" altLang="zh-CN" sz="2000" b="1" dirty="0">
                <a:solidFill>
                  <a:schemeClr val="tx1"/>
                </a:solidFill>
                <a:ea typeface="楷体_GB2312"/>
                <a:cs typeface="楷体_GB2312"/>
              </a:rPr>
              <a:t>(</a:t>
            </a:r>
            <a:r>
              <a:rPr lang="en-US" altLang="zh-CN" sz="2000" b="1" i="1" dirty="0" err="1">
                <a:solidFill>
                  <a:schemeClr val="tx1"/>
                </a:solidFill>
                <a:ea typeface="楷体_GB2312"/>
                <a:cs typeface="楷体_GB2312"/>
              </a:rPr>
              <a:t>x</a:t>
            </a:r>
            <a:r>
              <a:rPr lang="en-US" altLang="zh-CN" sz="2000" b="1" dirty="0" err="1">
                <a:solidFill>
                  <a:schemeClr val="tx1"/>
                </a:solidFill>
                <a:ea typeface="楷体_GB2312"/>
                <a:cs typeface="楷体_GB2312"/>
              </a:rPr>
              <a:t>→</a:t>
            </a:r>
            <a:r>
              <a:rPr lang="en-US" altLang="zh-CN" sz="2000" b="1" i="1" dirty="0" err="1">
                <a:solidFill>
                  <a:schemeClr val="tx1"/>
                </a:solidFill>
                <a:ea typeface="楷体_GB2312"/>
                <a:cs typeface="楷体_GB2312"/>
              </a:rPr>
              <a:t>y</a:t>
            </a:r>
            <a:r>
              <a:rPr lang="en-US" altLang="zh-CN" sz="2000" b="1" dirty="0">
                <a:solidFill>
                  <a:schemeClr val="tx1"/>
                </a:solidFill>
                <a:ea typeface="楷体_GB2312"/>
                <a:cs typeface="楷体_GB2312"/>
              </a:rPr>
              <a:t>)</a:t>
            </a:r>
          </a:p>
          <a:p>
            <a:pPr lvl="1" eaLnBrk="1" hangingPunct="1">
              <a:lnSpc>
                <a:spcPts val="2600"/>
              </a:lnSpc>
              <a:buClrTx/>
              <a:buFont typeface="Wingdings" pitchFamily="2" charset="2"/>
              <a:buChar char="Ø"/>
              <a:defRPr/>
            </a:pPr>
            <a:r>
              <a:rPr lang="en-US" altLang="zh-CN" sz="2000" b="1" i="1" dirty="0">
                <a:solidFill>
                  <a:schemeClr val="tx1"/>
                </a:solidFill>
                <a:ea typeface="楷体_GB2312"/>
                <a:cs typeface="楷体_GB2312"/>
              </a:rPr>
              <a:t>n</a:t>
            </a:r>
            <a:r>
              <a:rPr lang="en-US" altLang="zh-CN" sz="2000" b="1" i="1" baseline="-30000" dirty="0">
                <a:solidFill>
                  <a:schemeClr val="tx1"/>
                </a:solidFill>
                <a:ea typeface="楷体_GB2312"/>
                <a:cs typeface="楷体_GB2312"/>
              </a:rPr>
              <a:t>x </a:t>
            </a:r>
            <a:r>
              <a:rPr lang="en-US" altLang="zh-CN" sz="2000" b="1" dirty="0">
                <a:solidFill>
                  <a:schemeClr val="tx1"/>
                </a:solidFill>
                <a:ea typeface="楷体_GB2312"/>
                <a:cs typeface="楷体_GB2312"/>
              </a:rPr>
              <a:t>&lt; </a:t>
            </a:r>
            <a:r>
              <a:rPr lang="en-US" altLang="zh-CN" sz="2000" b="1" i="1" dirty="0" err="1">
                <a:solidFill>
                  <a:schemeClr val="tx1"/>
                </a:solidFill>
                <a:ea typeface="楷体_GB2312"/>
                <a:cs typeface="楷体_GB2312"/>
              </a:rPr>
              <a:t>n</a:t>
            </a:r>
            <a:r>
              <a:rPr lang="en-US" altLang="zh-CN" sz="1800" b="1" i="1" baseline="-30000" dirty="0" err="1">
                <a:solidFill>
                  <a:schemeClr val="tx1"/>
                </a:solidFill>
                <a:ea typeface="楷体_GB2312"/>
                <a:cs typeface="楷体_GB2312"/>
              </a:rPr>
              <a:t>y</a:t>
            </a:r>
            <a:r>
              <a:rPr lang="zh-CN" altLang="en-US" sz="2000" b="1" dirty="0">
                <a:solidFill>
                  <a:schemeClr val="tx1"/>
                </a:solidFill>
                <a:latin typeface="楷体" pitchFamily="49" charset="-122"/>
              </a:rPr>
              <a:t>的情况</a:t>
            </a:r>
            <a:r>
              <a:rPr lang="en-US" altLang="zh-CN" sz="2000" b="1" dirty="0">
                <a:solidFill>
                  <a:schemeClr val="tx1"/>
                </a:solidFill>
                <a:ea typeface="楷体_GB2312"/>
                <a:cs typeface="楷体_GB2312"/>
              </a:rPr>
              <a:t>(</a:t>
            </a:r>
            <a:r>
              <a:rPr lang="zh-CN" altLang="en-US" sz="2000" b="1" dirty="0">
                <a:solidFill>
                  <a:schemeClr val="tx1"/>
                </a:solidFill>
                <a:latin typeface="楷体" pitchFamily="49" charset="-122"/>
              </a:rPr>
              <a:t>外层调用内层</a:t>
            </a:r>
            <a:r>
              <a:rPr lang="en-US" altLang="zh-CN" sz="2000" b="1" dirty="0">
                <a:solidFill>
                  <a:schemeClr val="tx1"/>
                </a:solidFill>
                <a:ea typeface="楷体_GB2312"/>
                <a:cs typeface="楷体_GB2312"/>
              </a:rPr>
              <a:t>)</a:t>
            </a:r>
            <a:endParaRPr lang="zh-CN" altLang="en-US" sz="2000" b="1" dirty="0">
              <a:solidFill>
                <a:schemeClr val="tx1"/>
              </a:solidFill>
              <a:ea typeface="楷体_GB2312"/>
              <a:cs typeface="楷体_GB2312"/>
            </a:endParaRPr>
          </a:p>
          <a:p>
            <a:pPr lvl="2">
              <a:lnSpc>
                <a:spcPts val="2600"/>
              </a:lnSpc>
              <a:buClrTx/>
              <a:buFont typeface="Wingdings" pitchFamily="2" charset="2"/>
              <a:buChar char="Ø"/>
              <a:defRPr/>
            </a:pPr>
            <a:r>
              <a:rPr lang="en-US" altLang="zh-CN" sz="1800" b="1" i="1" dirty="0">
                <a:solidFill>
                  <a:schemeClr val="tx1"/>
                </a:solidFill>
              </a:rPr>
              <a:t>y</a:t>
            </a:r>
            <a:r>
              <a:rPr lang="zh-CN" altLang="en-US" sz="1800" b="1" dirty="0">
                <a:solidFill>
                  <a:schemeClr val="tx1"/>
                </a:solidFill>
              </a:rPr>
              <a:t>一定是</a:t>
            </a:r>
            <a:r>
              <a:rPr lang="zh-CN" altLang="en-US" sz="1800" b="1" dirty="0">
                <a:solidFill>
                  <a:schemeClr val="tx2">
                    <a:lumMod val="60000"/>
                    <a:lumOff val="40000"/>
                  </a:schemeClr>
                </a:solidFill>
              </a:rPr>
              <a:t>直接</a:t>
            </a:r>
            <a:r>
              <a:rPr lang="zh-CN" altLang="en-US" sz="1800" b="1" dirty="0">
                <a:solidFill>
                  <a:schemeClr val="tx1"/>
                </a:solidFill>
              </a:rPr>
              <a:t>在</a:t>
            </a:r>
            <a:r>
              <a:rPr lang="en-US" altLang="zh-CN" sz="1800" b="1" i="1" dirty="0">
                <a:solidFill>
                  <a:schemeClr val="tx1"/>
                </a:solidFill>
              </a:rPr>
              <a:t>x</a:t>
            </a:r>
            <a:r>
              <a:rPr lang="zh-CN" altLang="en-US" sz="1800" b="1" dirty="0">
                <a:solidFill>
                  <a:schemeClr val="tx1"/>
                </a:solidFill>
              </a:rPr>
              <a:t>中定义的 </a:t>
            </a:r>
            <a:r>
              <a:rPr lang="en-US" altLang="zh-CN" sz="1800" b="1" dirty="0">
                <a:solidFill>
                  <a:schemeClr val="tx1"/>
                </a:solidFill>
                <a:ea typeface="楷体_GB2312"/>
                <a:cs typeface="楷体_GB2312"/>
              </a:rPr>
              <a:t>(</a:t>
            </a:r>
            <a:r>
              <a:rPr lang="zh-CN" altLang="en-US" sz="1800" b="1" dirty="0">
                <a:solidFill>
                  <a:schemeClr val="tx1"/>
                </a:solidFill>
                <a:latin typeface="楷体" pitchFamily="49" charset="-122"/>
              </a:rPr>
              <a:t>例如</a:t>
            </a:r>
            <a:r>
              <a:rPr lang="zh-CN" altLang="en-US" sz="1800" b="1" dirty="0">
                <a:solidFill>
                  <a:schemeClr val="tx1"/>
                </a:solidFill>
                <a:ea typeface="楷体_GB2312"/>
                <a:cs typeface="楷体_GB2312"/>
              </a:rPr>
              <a:t>：</a:t>
            </a:r>
            <a:r>
              <a:rPr lang="en-US" altLang="zh-CN" sz="1800" b="1" i="1" dirty="0">
                <a:solidFill>
                  <a:schemeClr val="tx1"/>
                </a:solidFill>
                <a:ea typeface="楷体_GB2312"/>
                <a:cs typeface="楷体_GB2312"/>
              </a:rPr>
              <a:t>s</a:t>
            </a:r>
            <a:r>
              <a:rPr lang="zh-CN" altLang="en-US" sz="1800" b="1" dirty="0">
                <a:solidFill>
                  <a:schemeClr val="tx1"/>
                </a:solidFill>
                <a:ea typeface="楷体_GB2312"/>
                <a:cs typeface="楷体_GB2312"/>
              </a:rPr>
              <a:t>→</a:t>
            </a:r>
            <a:r>
              <a:rPr lang="en-US" altLang="zh-CN" sz="1800" b="1" i="1" dirty="0">
                <a:solidFill>
                  <a:schemeClr val="tx1"/>
                </a:solidFill>
                <a:ea typeface="楷体_GB2312"/>
                <a:cs typeface="楷体_GB2312"/>
              </a:rPr>
              <a:t>q</a:t>
            </a:r>
            <a:r>
              <a:rPr lang="en-US" altLang="zh-CN" sz="1800" b="1" dirty="0">
                <a:solidFill>
                  <a:schemeClr val="tx1"/>
                </a:solidFill>
                <a:ea typeface="楷体_GB2312"/>
                <a:cs typeface="楷体_GB2312"/>
              </a:rPr>
              <a:t>, </a:t>
            </a:r>
            <a:r>
              <a:rPr lang="zh-CN" altLang="en-US" sz="1800" b="1" dirty="0">
                <a:solidFill>
                  <a:schemeClr val="tx1"/>
                </a:solidFill>
                <a:ea typeface="楷体_GB2312"/>
                <a:cs typeface="楷体_GB2312"/>
              </a:rPr>
              <a:t> </a:t>
            </a:r>
            <a:r>
              <a:rPr lang="en-US" altLang="zh-CN" sz="1800" b="1" i="1" dirty="0" err="1">
                <a:solidFill>
                  <a:schemeClr val="tx1"/>
                </a:solidFill>
                <a:ea typeface="楷体_GB2312"/>
                <a:cs typeface="楷体_GB2312"/>
              </a:rPr>
              <a:t>q</a:t>
            </a:r>
            <a:r>
              <a:rPr lang="en-US" altLang="zh-CN" sz="1800" b="1" dirty="0" err="1">
                <a:solidFill>
                  <a:schemeClr val="tx1"/>
                </a:solidFill>
                <a:ea typeface="楷体_GB2312"/>
                <a:cs typeface="楷体_GB2312"/>
              </a:rPr>
              <a:t>→</a:t>
            </a:r>
            <a:r>
              <a:rPr lang="en-US" altLang="zh-CN" sz="1800" b="1" i="1" dirty="0" err="1">
                <a:solidFill>
                  <a:schemeClr val="tx1"/>
                </a:solidFill>
                <a:ea typeface="楷体_GB2312"/>
                <a:cs typeface="楷体_GB2312"/>
              </a:rPr>
              <a:t>p</a:t>
            </a:r>
            <a:r>
              <a:rPr lang="en-US" altLang="zh-CN" sz="1800" b="1" dirty="0">
                <a:solidFill>
                  <a:schemeClr val="tx1"/>
                </a:solidFill>
                <a:ea typeface="楷体_GB2312"/>
                <a:cs typeface="楷体_GB2312"/>
              </a:rPr>
              <a:t>) </a:t>
            </a:r>
            <a:r>
              <a:rPr lang="zh-CN" altLang="en-US" sz="1800" b="1" dirty="0">
                <a:solidFill>
                  <a:schemeClr val="tx1"/>
                </a:solidFill>
              </a:rPr>
              <a:t>，因此，</a:t>
            </a:r>
            <a:r>
              <a:rPr lang="en-US" altLang="zh-CN" sz="1800" b="1" i="1" dirty="0" err="1">
                <a:solidFill>
                  <a:schemeClr val="tx1"/>
                </a:solidFill>
                <a:ea typeface="楷体_GB2312"/>
                <a:cs typeface="楷体_GB2312"/>
              </a:rPr>
              <a:t>n</a:t>
            </a:r>
            <a:r>
              <a:rPr lang="en-US" altLang="zh-CN" sz="1800" b="1" i="1" baseline="-30000" dirty="0" err="1">
                <a:solidFill>
                  <a:schemeClr val="tx1"/>
                </a:solidFill>
                <a:ea typeface="楷体_GB2312"/>
                <a:cs typeface="楷体_GB2312"/>
              </a:rPr>
              <a:t>y</a:t>
            </a:r>
            <a:r>
              <a:rPr lang="en-US" altLang="zh-CN" sz="1800" b="1" dirty="0">
                <a:solidFill>
                  <a:schemeClr val="tx1"/>
                </a:solidFill>
                <a:ea typeface="楷体_GB2312"/>
                <a:cs typeface="楷体_GB2312"/>
              </a:rPr>
              <a:t>=</a:t>
            </a:r>
            <a:r>
              <a:rPr lang="en-US" altLang="zh-CN" sz="1800" b="1" i="1" dirty="0">
                <a:solidFill>
                  <a:schemeClr val="tx1"/>
                </a:solidFill>
                <a:ea typeface="楷体_GB2312"/>
                <a:cs typeface="楷体_GB2312"/>
              </a:rPr>
              <a:t>n</a:t>
            </a:r>
            <a:r>
              <a:rPr lang="en-US" altLang="zh-CN" sz="1800" b="1" i="1" baseline="-30000" dirty="0">
                <a:solidFill>
                  <a:schemeClr val="tx1"/>
                </a:solidFill>
                <a:ea typeface="楷体_GB2312"/>
                <a:cs typeface="楷体_GB2312"/>
              </a:rPr>
              <a:t>x </a:t>
            </a:r>
            <a:r>
              <a:rPr lang="en-US" altLang="zh-CN" sz="1800" b="1" dirty="0">
                <a:solidFill>
                  <a:schemeClr val="tx1"/>
                </a:solidFill>
                <a:ea typeface="楷体_GB2312"/>
                <a:cs typeface="楷体_GB2312"/>
              </a:rPr>
              <a:t>+1</a:t>
            </a:r>
          </a:p>
          <a:p>
            <a:pPr lvl="2">
              <a:lnSpc>
                <a:spcPts val="2600"/>
              </a:lnSpc>
              <a:buClrTx/>
              <a:buFont typeface="Wingdings" pitchFamily="2" charset="2"/>
              <a:buChar char="Ø"/>
              <a:defRPr/>
            </a:pPr>
            <a:r>
              <a:rPr lang="zh-CN" altLang="en-US" sz="1800" b="1" dirty="0">
                <a:solidFill>
                  <a:schemeClr val="tx1"/>
                </a:solidFill>
              </a:rPr>
              <a:t>在调用代码序列中增加一个步骤：在</a:t>
            </a:r>
            <a:r>
              <a:rPr lang="en-US" altLang="zh-CN" sz="1800" b="1" i="1" dirty="0">
                <a:solidFill>
                  <a:schemeClr val="tx1"/>
                </a:solidFill>
              </a:rPr>
              <a:t>y</a:t>
            </a:r>
            <a:r>
              <a:rPr lang="zh-CN" altLang="en-US" sz="1800" b="1" dirty="0">
                <a:solidFill>
                  <a:schemeClr val="tx1"/>
                </a:solidFill>
              </a:rPr>
              <a:t>的访问链中放置一个指向</a:t>
            </a:r>
            <a:r>
              <a:rPr lang="en-US" altLang="zh-CN" sz="1800" b="1" i="1" dirty="0">
                <a:solidFill>
                  <a:schemeClr val="tx1"/>
                </a:solidFill>
              </a:rPr>
              <a:t>x</a:t>
            </a:r>
            <a:r>
              <a:rPr lang="zh-CN" altLang="en-US" sz="1800" b="1" dirty="0">
                <a:solidFill>
                  <a:schemeClr val="tx1"/>
                </a:solidFill>
              </a:rPr>
              <a:t>的活动记录的指针</a:t>
            </a:r>
            <a:endParaRPr lang="en-US" altLang="zh-CN" sz="1800" b="1" dirty="0">
              <a:solidFill>
                <a:schemeClr val="tx1"/>
              </a:solidFill>
              <a:ea typeface="楷体_GB2312"/>
              <a:cs typeface="楷体_GB2312"/>
            </a:endParaRPr>
          </a:p>
        </p:txBody>
      </p:sp>
      <p:sp>
        <p:nvSpPr>
          <p:cNvPr id="112643" name="Rectangle 3"/>
          <p:cNvSpPr>
            <a:spLocks noGrp="1" noChangeArrowheads="1"/>
          </p:cNvSpPr>
          <p:nvPr>
            <p:ph type="title"/>
          </p:nvPr>
        </p:nvSpPr>
        <p:spPr>
          <a:xfrm>
            <a:off x="755650" y="268288"/>
            <a:ext cx="7931150" cy="358775"/>
          </a:xfrm>
        </p:spPr>
        <p:txBody>
          <a:bodyPr/>
          <a:lstStyle/>
          <a:p>
            <a:pPr eaLnBrk="1" hangingPunct="1"/>
            <a:r>
              <a:rPr lang="zh-CN" altLang="en-US" sz="300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访问链的建立</a:t>
            </a:r>
          </a:p>
        </p:txBody>
      </p:sp>
      <p:grpSp>
        <p:nvGrpSpPr>
          <p:cNvPr id="112644" name="Group 99"/>
          <p:cNvGrpSpPr>
            <a:grpSpLocks/>
          </p:cNvGrpSpPr>
          <p:nvPr/>
        </p:nvGrpSpPr>
        <p:grpSpPr bwMode="auto">
          <a:xfrm>
            <a:off x="6227763" y="96838"/>
            <a:ext cx="923925" cy="647700"/>
            <a:chOff x="975" y="2750"/>
            <a:chExt cx="776" cy="544"/>
          </a:xfrm>
        </p:grpSpPr>
        <p:sp>
          <p:nvSpPr>
            <p:cNvPr id="45" name="Rectangle 135"/>
            <p:cNvSpPr>
              <a:spLocks noChangeArrowheads="1"/>
            </p:cNvSpPr>
            <p:nvPr/>
          </p:nvSpPr>
          <p:spPr bwMode="auto">
            <a:xfrm>
              <a:off x="978" y="2775"/>
              <a:ext cx="773" cy="519"/>
            </a:xfrm>
            <a:prstGeom prst="rect">
              <a:avLst/>
            </a:prstGeom>
            <a:noFill/>
            <a:ln w="25400">
              <a:solidFill>
                <a:schemeClr val="tx2">
                  <a:lumMod val="60000"/>
                  <a:lumOff val="40000"/>
                </a:schemeClr>
              </a:solidFill>
              <a:miter lim="800000"/>
              <a:headEnd/>
              <a:tailEnd/>
            </a:ln>
          </p:spPr>
          <p:txBody>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spcBef>
                  <a:spcPct val="0"/>
                </a:spcBef>
                <a:buClrTx/>
                <a:buSzTx/>
                <a:buFontTx/>
                <a:buNone/>
                <a:defRPr/>
              </a:pPr>
              <a:endParaRPr lang="zh-CN" altLang="en-US" sz="1200" b="0">
                <a:solidFill>
                  <a:prstClr val="black"/>
                </a:solidFill>
                <a:latin typeface="Times New Roman" panose="02020603050405020304" pitchFamily="18" charset="0"/>
                <a:ea typeface="楷体_GB2312" pitchFamily="49" charset="-122"/>
                <a:cs typeface="Times New Roman" panose="02020603050405020304" pitchFamily="18" charset="0"/>
              </a:endParaRPr>
            </a:p>
          </p:txBody>
        </p:sp>
        <p:sp>
          <p:nvSpPr>
            <p:cNvPr id="112682" name="Rectangle 136"/>
            <p:cNvSpPr>
              <a:spLocks noChangeArrowheads="1"/>
            </p:cNvSpPr>
            <p:nvPr/>
          </p:nvSpPr>
          <p:spPr bwMode="auto">
            <a:xfrm>
              <a:off x="975" y="2750"/>
              <a:ext cx="774"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1200" i="1">
                  <a:solidFill>
                    <a:srgbClr val="000000"/>
                  </a:solidFill>
                  <a:cs typeface="Times New Roman" panose="02020603050405020304" pitchFamily="18" charset="0"/>
                </a:rPr>
                <a:t>s</a:t>
              </a:r>
            </a:p>
          </p:txBody>
        </p:sp>
        <p:sp>
          <p:nvSpPr>
            <p:cNvPr id="112683" name="Rectangle 137"/>
            <p:cNvSpPr>
              <a:spLocks noChangeArrowheads="1"/>
            </p:cNvSpPr>
            <p:nvPr/>
          </p:nvSpPr>
          <p:spPr bwMode="auto">
            <a:xfrm>
              <a:off x="975" y="3113"/>
              <a:ext cx="775"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1200" i="1">
                  <a:solidFill>
                    <a:srgbClr val="000000"/>
                  </a:solidFill>
                  <a:cs typeface="Times New Roman" panose="02020603050405020304" pitchFamily="18" charset="0"/>
                </a:rPr>
                <a:t>a</a:t>
              </a:r>
            </a:p>
          </p:txBody>
        </p:sp>
        <p:sp>
          <p:nvSpPr>
            <p:cNvPr id="112684" name="Rectangle 138"/>
            <p:cNvSpPr>
              <a:spLocks noChangeArrowheads="1"/>
            </p:cNvSpPr>
            <p:nvPr/>
          </p:nvSpPr>
          <p:spPr bwMode="auto">
            <a:xfrm>
              <a:off x="975" y="2931"/>
              <a:ext cx="775"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zh-CN" altLang="en-US" sz="1200">
                  <a:solidFill>
                    <a:srgbClr val="000000"/>
                  </a:solidFill>
                  <a:latin typeface="楷体" panose="02010609060101010101" pitchFamily="49" charset="-122"/>
                  <a:ea typeface="楷体" panose="02010609060101010101" pitchFamily="49" charset="-122"/>
                  <a:cs typeface="Times New Roman" panose="02020603050405020304" pitchFamily="18" charset="0"/>
                </a:rPr>
                <a:t>访问链</a:t>
              </a:r>
            </a:p>
          </p:txBody>
        </p:sp>
        <p:sp>
          <p:nvSpPr>
            <p:cNvPr id="49" name="Line 139"/>
            <p:cNvSpPr>
              <a:spLocks noChangeShapeType="1"/>
            </p:cNvSpPr>
            <p:nvPr/>
          </p:nvSpPr>
          <p:spPr bwMode="auto">
            <a:xfrm flipV="1">
              <a:off x="975" y="2931"/>
              <a:ext cx="745" cy="1"/>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50" name="Line 140"/>
            <p:cNvSpPr>
              <a:spLocks noChangeShapeType="1"/>
            </p:cNvSpPr>
            <p:nvPr/>
          </p:nvSpPr>
          <p:spPr bwMode="auto">
            <a:xfrm flipV="1">
              <a:off x="975" y="3113"/>
              <a:ext cx="725" cy="1"/>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grpSp>
      <p:grpSp>
        <p:nvGrpSpPr>
          <p:cNvPr id="112645" name="Group 99"/>
          <p:cNvGrpSpPr>
            <a:grpSpLocks/>
          </p:cNvGrpSpPr>
          <p:nvPr/>
        </p:nvGrpSpPr>
        <p:grpSpPr bwMode="auto">
          <a:xfrm>
            <a:off x="6234113" y="723900"/>
            <a:ext cx="954087" cy="636588"/>
            <a:chOff x="948" y="2750"/>
            <a:chExt cx="802" cy="534"/>
          </a:xfrm>
        </p:grpSpPr>
        <p:sp>
          <p:nvSpPr>
            <p:cNvPr id="52" name="Rectangle 135"/>
            <p:cNvSpPr>
              <a:spLocks noChangeArrowheads="1"/>
            </p:cNvSpPr>
            <p:nvPr/>
          </p:nvSpPr>
          <p:spPr bwMode="auto">
            <a:xfrm>
              <a:off x="948" y="2765"/>
              <a:ext cx="773" cy="519"/>
            </a:xfrm>
            <a:prstGeom prst="rect">
              <a:avLst/>
            </a:prstGeom>
            <a:noFill/>
            <a:ln w="25400">
              <a:solidFill>
                <a:schemeClr val="tx2">
                  <a:lumMod val="60000"/>
                  <a:lumOff val="40000"/>
                </a:schemeClr>
              </a:solidFill>
              <a:miter lim="800000"/>
              <a:headEnd/>
              <a:tailEnd/>
            </a:ln>
          </p:spPr>
          <p:txBody>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spcBef>
                  <a:spcPct val="0"/>
                </a:spcBef>
                <a:buClrTx/>
                <a:buSzTx/>
                <a:buFontTx/>
                <a:buNone/>
                <a:defRPr/>
              </a:pPr>
              <a:endParaRPr lang="zh-CN" altLang="en-US" sz="1200" b="0">
                <a:solidFill>
                  <a:prstClr val="black"/>
                </a:solidFill>
                <a:latin typeface="Times New Roman" panose="02020603050405020304" pitchFamily="18" charset="0"/>
                <a:ea typeface="楷体_GB2312" pitchFamily="49" charset="-122"/>
                <a:cs typeface="Times New Roman" panose="02020603050405020304" pitchFamily="18" charset="0"/>
              </a:endParaRPr>
            </a:p>
          </p:txBody>
        </p:sp>
        <p:sp>
          <p:nvSpPr>
            <p:cNvPr id="112676" name="Rectangle 136"/>
            <p:cNvSpPr>
              <a:spLocks noChangeArrowheads="1"/>
            </p:cNvSpPr>
            <p:nvPr/>
          </p:nvSpPr>
          <p:spPr bwMode="auto">
            <a:xfrm>
              <a:off x="975" y="2750"/>
              <a:ext cx="774"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buFont typeface="Symbol" panose="05050102010706020507" pitchFamily="18" charset="2"/>
                <a:buNone/>
              </a:pPr>
              <a:r>
                <a:rPr lang="en-US" altLang="zh-CN" sz="1200" i="1">
                  <a:solidFill>
                    <a:srgbClr val="000000"/>
                  </a:solidFill>
                  <a:cs typeface="Times New Roman" panose="02020603050405020304" pitchFamily="18" charset="0"/>
                </a:rPr>
                <a:t>q</a:t>
              </a:r>
              <a:r>
                <a:rPr lang="en-US" altLang="zh-CN" sz="1200">
                  <a:solidFill>
                    <a:srgbClr val="000000"/>
                  </a:solidFill>
                  <a:cs typeface="Times New Roman" panose="02020603050405020304" pitchFamily="18" charset="0"/>
                </a:rPr>
                <a:t> (1, 9)</a:t>
              </a:r>
            </a:p>
          </p:txBody>
        </p:sp>
        <p:sp>
          <p:nvSpPr>
            <p:cNvPr id="112677" name="Rectangle 137"/>
            <p:cNvSpPr>
              <a:spLocks noChangeArrowheads="1"/>
            </p:cNvSpPr>
            <p:nvPr/>
          </p:nvSpPr>
          <p:spPr bwMode="auto">
            <a:xfrm>
              <a:off x="975" y="3113"/>
              <a:ext cx="775"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1200" i="1">
                  <a:solidFill>
                    <a:srgbClr val="000000"/>
                  </a:solidFill>
                  <a:cs typeface="Times New Roman" panose="02020603050405020304" pitchFamily="18" charset="0"/>
                </a:rPr>
                <a:t>v</a:t>
              </a:r>
            </a:p>
          </p:txBody>
        </p:sp>
        <p:sp>
          <p:nvSpPr>
            <p:cNvPr id="112678" name="Rectangle 138"/>
            <p:cNvSpPr>
              <a:spLocks noChangeArrowheads="1"/>
            </p:cNvSpPr>
            <p:nvPr/>
          </p:nvSpPr>
          <p:spPr bwMode="auto">
            <a:xfrm>
              <a:off x="975" y="2931"/>
              <a:ext cx="775"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zh-CN" altLang="en-US" sz="1200">
                  <a:solidFill>
                    <a:srgbClr val="000000"/>
                  </a:solidFill>
                  <a:latin typeface="楷体" panose="02010609060101010101" pitchFamily="49" charset="-122"/>
                  <a:ea typeface="楷体" panose="02010609060101010101" pitchFamily="49" charset="-122"/>
                  <a:cs typeface="Times New Roman" panose="02020603050405020304" pitchFamily="18" charset="0"/>
                </a:rPr>
                <a:t>访问链</a:t>
              </a:r>
            </a:p>
          </p:txBody>
        </p:sp>
        <p:sp>
          <p:nvSpPr>
            <p:cNvPr id="56" name="Line 139"/>
            <p:cNvSpPr>
              <a:spLocks noChangeShapeType="1"/>
            </p:cNvSpPr>
            <p:nvPr/>
          </p:nvSpPr>
          <p:spPr bwMode="auto">
            <a:xfrm flipV="1">
              <a:off x="975" y="2931"/>
              <a:ext cx="746" cy="1"/>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57" name="Line 140"/>
            <p:cNvSpPr>
              <a:spLocks noChangeShapeType="1"/>
            </p:cNvSpPr>
            <p:nvPr/>
          </p:nvSpPr>
          <p:spPr bwMode="auto">
            <a:xfrm flipV="1">
              <a:off x="975" y="3114"/>
              <a:ext cx="726" cy="0"/>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grpSp>
      <p:grpSp>
        <p:nvGrpSpPr>
          <p:cNvPr id="112646" name="Group 99"/>
          <p:cNvGrpSpPr>
            <a:grpSpLocks/>
          </p:cNvGrpSpPr>
          <p:nvPr/>
        </p:nvGrpSpPr>
        <p:grpSpPr bwMode="auto">
          <a:xfrm>
            <a:off x="6234113" y="1360488"/>
            <a:ext cx="954087" cy="635000"/>
            <a:chOff x="948" y="2750"/>
            <a:chExt cx="802" cy="534"/>
          </a:xfrm>
        </p:grpSpPr>
        <p:sp>
          <p:nvSpPr>
            <p:cNvPr id="59" name="Rectangle 135"/>
            <p:cNvSpPr>
              <a:spLocks noChangeArrowheads="1"/>
            </p:cNvSpPr>
            <p:nvPr/>
          </p:nvSpPr>
          <p:spPr bwMode="auto">
            <a:xfrm>
              <a:off x="948" y="2765"/>
              <a:ext cx="773" cy="519"/>
            </a:xfrm>
            <a:prstGeom prst="rect">
              <a:avLst/>
            </a:prstGeom>
            <a:noFill/>
            <a:ln w="25400">
              <a:solidFill>
                <a:schemeClr val="tx2">
                  <a:lumMod val="60000"/>
                  <a:lumOff val="40000"/>
                </a:schemeClr>
              </a:solidFill>
              <a:miter lim="800000"/>
              <a:headEnd/>
              <a:tailEnd/>
            </a:ln>
          </p:spPr>
          <p:txBody>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spcBef>
                  <a:spcPct val="0"/>
                </a:spcBef>
                <a:buClrTx/>
                <a:buSzTx/>
                <a:buFontTx/>
                <a:buNone/>
                <a:defRPr/>
              </a:pPr>
              <a:endParaRPr lang="zh-CN" altLang="en-US" sz="1200" b="0">
                <a:solidFill>
                  <a:prstClr val="black"/>
                </a:solidFill>
                <a:latin typeface="Times New Roman" panose="02020603050405020304" pitchFamily="18" charset="0"/>
                <a:ea typeface="楷体_GB2312" pitchFamily="49" charset="-122"/>
                <a:cs typeface="Times New Roman" panose="02020603050405020304" pitchFamily="18" charset="0"/>
              </a:endParaRPr>
            </a:p>
          </p:txBody>
        </p:sp>
        <p:sp>
          <p:nvSpPr>
            <p:cNvPr id="112670" name="Rectangle 136"/>
            <p:cNvSpPr>
              <a:spLocks noChangeArrowheads="1"/>
            </p:cNvSpPr>
            <p:nvPr/>
          </p:nvSpPr>
          <p:spPr bwMode="auto">
            <a:xfrm>
              <a:off x="975" y="2750"/>
              <a:ext cx="774"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buFont typeface="Symbol" panose="05050102010706020507" pitchFamily="18" charset="2"/>
                <a:buNone/>
              </a:pPr>
              <a:r>
                <a:rPr lang="en-US" altLang="zh-CN" sz="1200" i="1">
                  <a:solidFill>
                    <a:srgbClr val="000000"/>
                  </a:solidFill>
                  <a:cs typeface="Times New Roman" panose="02020603050405020304" pitchFamily="18" charset="0"/>
                </a:rPr>
                <a:t>q</a:t>
              </a:r>
              <a:r>
                <a:rPr lang="en-US" altLang="zh-CN" sz="1200">
                  <a:solidFill>
                    <a:srgbClr val="000000"/>
                  </a:solidFill>
                  <a:cs typeface="Times New Roman" panose="02020603050405020304" pitchFamily="18" charset="0"/>
                </a:rPr>
                <a:t> (1, 3)</a:t>
              </a:r>
            </a:p>
          </p:txBody>
        </p:sp>
        <p:sp>
          <p:nvSpPr>
            <p:cNvPr id="112671" name="Rectangle 137"/>
            <p:cNvSpPr>
              <a:spLocks noChangeArrowheads="1"/>
            </p:cNvSpPr>
            <p:nvPr/>
          </p:nvSpPr>
          <p:spPr bwMode="auto">
            <a:xfrm>
              <a:off x="975" y="3113"/>
              <a:ext cx="775"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1200" i="1">
                  <a:solidFill>
                    <a:srgbClr val="000000"/>
                  </a:solidFill>
                  <a:cs typeface="Times New Roman" panose="02020603050405020304" pitchFamily="18" charset="0"/>
                </a:rPr>
                <a:t>v</a:t>
              </a:r>
            </a:p>
          </p:txBody>
        </p:sp>
        <p:sp>
          <p:nvSpPr>
            <p:cNvPr id="112672" name="Rectangle 138"/>
            <p:cNvSpPr>
              <a:spLocks noChangeArrowheads="1"/>
            </p:cNvSpPr>
            <p:nvPr/>
          </p:nvSpPr>
          <p:spPr bwMode="auto">
            <a:xfrm>
              <a:off x="975" y="2931"/>
              <a:ext cx="775"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zh-CN" altLang="en-US" sz="1200">
                  <a:solidFill>
                    <a:srgbClr val="000000"/>
                  </a:solidFill>
                  <a:latin typeface="楷体" panose="02010609060101010101" pitchFamily="49" charset="-122"/>
                  <a:ea typeface="楷体" panose="02010609060101010101" pitchFamily="49" charset="-122"/>
                  <a:cs typeface="Times New Roman" panose="02020603050405020304" pitchFamily="18" charset="0"/>
                </a:rPr>
                <a:t>访问链</a:t>
              </a:r>
            </a:p>
          </p:txBody>
        </p:sp>
        <p:sp>
          <p:nvSpPr>
            <p:cNvPr id="63" name="Line 139"/>
            <p:cNvSpPr>
              <a:spLocks noChangeShapeType="1"/>
            </p:cNvSpPr>
            <p:nvPr/>
          </p:nvSpPr>
          <p:spPr bwMode="auto">
            <a:xfrm flipV="1">
              <a:off x="975" y="2932"/>
              <a:ext cx="746" cy="0"/>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64" name="Line 140"/>
            <p:cNvSpPr>
              <a:spLocks noChangeShapeType="1"/>
            </p:cNvSpPr>
            <p:nvPr/>
          </p:nvSpPr>
          <p:spPr bwMode="auto">
            <a:xfrm flipV="1">
              <a:off x="975" y="3113"/>
              <a:ext cx="726" cy="1"/>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grpSp>
      <p:grpSp>
        <p:nvGrpSpPr>
          <p:cNvPr id="112647" name="Group 99"/>
          <p:cNvGrpSpPr>
            <a:grpSpLocks/>
          </p:cNvGrpSpPr>
          <p:nvPr/>
        </p:nvGrpSpPr>
        <p:grpSpPr bwMode="auto">
          <a:xfrm>
            <a:off x="6234113" y="2008188"/>
            <a:ext cx="954087" cy="635000"/>
            <a:chOff x="948" y="2750"/>
            <a:chExt cx="802" cy="534"/>
          </a:xfrm>
        </p:grpSpPr>
        <p:sp>
          <p:nvSpPr>
            <p:cNvPr id="66" name="Rectangle 135"/>
            <p:cNvSpPr>
              <a:spLocks noChangeArrowheads="1"/>
            </p:cNvSpPr>
            <p:nvPr/>
          </p:nvSpPr>
          <p:spPr bwMode="auto">
            <a:xfrm>
              <a:off x="948" y="2765"/>
              <a:ext cx="773" cy="519"/>
            </a:xfrm>
            <a:prstGeom prst="rect">
              <a:avLst/>
            </a:prstGeom>
            <a:noFill/>
            <a:ln w="25400">
              <a:solidFill>
                <a:schemeClr val="tx2">
                  <a:lumMod val="60000"/>
                  <a:lumOff val="40000"/>
                </a:schemeClr>
              </a:solidFill>
              <a:miter lim="800000"/>
              <a:headEnd/>
              <a:tailEnd/>
            </a:ln>
          </p:spPr>
          <p:txBody>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spcBef>
                  <a:spcPct val="0"/>
                </a:spcBef>
                <a:buClrTx/>
                <a:buSzTx/>
                <a:buFontTx/>
                <a:buNone/>
                <a:defRPr/>
              </a:pPr>
              <a:endParaRPr lang="zh-CN" altLang="en-US" sz="1200" b="0">
                <a:solidFill>
                  <a:prstClr val="black"/>
                </a:solidFill>
                <a:latin typeface="Times New Roman" panose="02020603050405020304" pitchFamily="18" charset="0"/>
                <a:ea typeface="楷体_GB2312" pitchFamily="49" charset="-122"/>
                <a:cs typeface="Times New Roman" panose="02020603050405020304" pitchFamily="18" charset="0"/>
              </a:endParaRPr>
            </a:p>
          </p:txBody>
        </p:sp>
        <p:sp>
          <p:nvSpPr>
            <p:cNvPr id="112664" name="Rectangle 136"/>
            <p:cNvSpPr>
              <a:spLocks noChangeArrowheads="1"/>
            </p:cNvSpPr>
            <p:nvPr/>
          </p:nvSpPr>
          <p:spPr bwMode="auto">
            <a:xfrm>
              <a:off x="975" y="2750"/>
              <a:ext cx="774"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buFont typeface="Symbol" panose="05050102010706020507" pitchFamily="18" charset="2"/>
                <a:buNone/>
              </a:pPr>
              <a:r>
                <a:rPr lang="en-US" altLang="zh-CN" sz="1200" i="1">
                  <a:solidFill>
                    <a:srgbClr val="000000"/>
                  </a:solidFill>
                  <a:cs typeface="Times New Roman" panose="02020603050405020304" pitchFamily="18" charset="0"/>
                </a:rPr>
                <a:t>p</a:t>
              </a:r>
              <a:r>
                <a:rPr lang="en-US" altLang="zh-CN" sz="1200">
                  <a:solidFill>
                    <a:srgbClr val="000000"/>
                  </a:solidFill>
                  <a:cs typeface="Times New Roman" panose="02020603050405020304" pitchFamily="18" charset="0"/>
                </a:rPr>
                <a:t> (1, 3)</a:t>
              </a:r>
            </a:p>
          </p:txBody>
        </p:sp>
        <p:sp>
          <p:nvSpPr>
            <p:cNvPr id="112665" name="Rectangle 137"/>
            <p:cNvSpPr>
              <a:spLocks noChangeArrowheads="1"/>
            </p:cNvSpPr>
            <p:nvPr/>
          </p:nvSpPr>
          <p:spPr bwMode="auto">
            <a:xfrm>
              <a:off x="975" y="3113"/>
              <a:ext cx="775"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1200" i="1">
                  <a:solidFill>
                    <a:srgbClr val="000000"/>
                  </a:solidFill>
                  <a:cs typeface="Times New Roman" panose="02020603050405020304" pitchFamily="18" charset="0"/>
                </a:rPr>
                <a:t>i, j</a:t>
              </a:r>
            </a:p>
          </p:txBody>
        </p:sp>
        <p:sp>
          <p:nvSpPr>
            <p:cNvPr id="112666" name="Rectangle 138"/>
            <p:cNvSpPr>
              <a:spLocks noChangeArrowheads="1"/>
            </p:cNvSpPr>
            <p:nvPr/>
          </p:nvSpPr>
          <p:spPr bwMode="auto">
            <a:xfrm>
              <a:off x="975" y="2931"/>
              <a:ext cx="775"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zh-CN" altLang="en-US" sz="1200">
                  <a:solidFill>
                    <a:srgbClr val="000000"/>
                  </a:solidFill>
                  <a:latin typeface="楷体" panose="02010609060101010101" pitchFamily="49" charset="-122"/>
                  <a:ea typeface="楷体" panose="02010609060101010101" pitchFamily="49" charset="-122"/>
                  <a:cs typeface="Times New Roman" panose="02020603050405020304" pitchFamily="18" charset="0"/>
                </a:rPr>
                <a:t>访问链</a:t>
              </a:r>
            </a:p>
          </p:txBody>
        </p:sp>
        <p:sp>
          <p:nvSpPr>
            <p:cNvPr id="70" name="Line 139"/>
            <p:cNvSpPr>
              <a:spLocks noChangeShapeType="1"/>
            </p:cNvSpPr>
            <p:nvPr/>
          </p:nvSpPr>
          <p:spPr bwMode="auto">
            <a:xfrm flipV="1">
              <a:off x="975" y="2932"/>
              <a:ext cx="746" cy="0"/>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71" name="Line 140"/>
            <p:cNvSpPr>
              <a:spLocks noChangeShapeType="1"/>
            </p:cNvSpPr>
            <p:nvPr/>
          </p:nvSpPr>
          <p:spPr bwMode="auto">
            <a:xfrm flipV="1">
              <a:off x="975" y="3113"/>
              <a:ext cx="726" cy="1"/>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grpSp>
      <p:sp>
        <p:nvSpPr>
          <p:cNvPr id="72" name="Freeform 56"/>
          <p:cNvSpPr>
            <a:spLocks/>
          </p:cNvSpPr>
          <p:nvPr/>
        </p:nvSpPr>
        <p:spPr bwMode="auto">
          <a:xfrm rot="-511685">
            <a:off x="7154863" y="1808163"/>
            <a:ext cx="247650" cy="520700"/>
          </a:xfrm>
          <a:custGeom>
            <a:avLst/>
            <a:gdLst>
              <a:gd name="T0" fmla="*/ 0 w 358"/>
              <a:gd name="T1" fmla="*/ 2147483646 h 930"/>
              <a:gd name="T2" fmla="*/ 2147483646 w 358"/>
              <a:gd name="T3" fmla="*/ 2147483646 h 930"/>
              <a:gd name="T4" fmla="*/ 2147483646 w 358"/>
              <a:gd name="T5" fmla="*/ 2147483646 h 930"/>
              <a:gd name="T6" fmla="*/ 2147483646 w 358"/>
              <a:gd name="T7" fmla="*/ 2147483646 h 930"/>
              <a:gd name="T8" fmla="*/ 2147483646 w 358"/>
              <a:gd name="T9" fmla="*/ 0 h 930"/>
              <a:gd name="T10" fmla="*/ 0 60000 65536"/>
              <a:gd name="T11" fmla="*/ 0 60000 65536"/>
              <a:gd name="T12" fmla="*/ 0 60000 65536"/>
              <a:gd name="T13" fmla="*/ 0 60000 65536"/>
              <a:gd name="T14" fmla="*/ 0 60000 65536"/>
              <a:gd name="T15" fmla="*/ 0 w 358"/>
              <a:gd name="T16" fmla="*/ 0 h 930"/>
              <a:gd name="T17" fmla="*/ 358 w 358"/>
              <a:gd name="T18" fmla="*/ 930 h 930"/>
            </a:gdLst>
            <a:ahLst/>
            <a:cxnLst>
              <a:cxn ang="T10">
                <a:pos x="T0" y="T1"/>
              </a:cxn>
              <a:cxn ang="T11">
                <a:pos x="T2" y="T3"/>
              </a:cxn>
              <a:cxn ang="T12">
                <a:pos x="T4" y="T5"/>
              </a:cxn>
              <a:cxn ang="T13">
                <a:pos x="T6" y="T7"/>
              </a:cxn>
              <a:cxn ang="T14">
                <a:pos x="T8" y="T9"/>
              </a:cxn>
            </a:cxnLst>
            <a:rect l="T15" t="T16" r="T17" b="T18"/>
            <a:pathLst>
              <a:path w="358" h="930">
                <a:moveTo>
                  <a:pt x="0" y="930"/>
                </a:moveTo>
                <a:cubicBezTo>
                  <a:pt x="38" y="910"/>
                  <a:pt x="167" y="873"/>
                  <a:pt x="225" y="810"/>
                </a:cubicBezTo>
                <a:cubicBezTo>
                  <a:pt x="283" y="747"/>
                  <a:pt x="332" y="653"/>
                  <a:pt x="345" y="555"/>
                </a:cubicBezTo>
                <a:cubicBezTo>
                  <a:pt x="358" y="457"/>
                  <a:pt x="337" y="317"/>
                  <a:pt x="300" y="225"/>
                </a:cubicBezTo>
                <a:cubicBezTo>
                  <a:pt x="263" y="133"/>
                  <a:pt x="158" y="47"/>
                  <a:pt x="120" y="0"/>
                </a:cubicBezTo>
              </a:path>
            </a:pathLst>
          </a:custGeom>
          <a:noFill/>
          <a:ln w="25400">
            <a:solidFill>
              <a:schemeClr val="tx1"/>
            </a:solidFill>
            <a:round/>
            <a:headEnd/>
            <a:tailEnd type="triangle" w="med" len="lg"/>
          </a:ln>
          <a:extLst>
            <a:ext uri="{909E8E84-426E-40DD-AFC4-6F175D3DCCD1}">
              <a14:hiddenFill xmlns:a14="http://schemas.microsoft.com/office/drawing/2010/main">
                <a:solidFill>
                  <a:srgbClr val="FFFFFF"/>
                </a:solid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73" name="Freeform 56"/>
          <p:cNvSpPr>
            <a:spLocks/>
          </p:cNvSpPr>
          <p:nvPr/>
        </p:nvSpPr>
        <p:spPr bwMode="auto">
          <a:xfrm rot="-511685">
            <a:off x="7153275" y="530225"/>
            <a:ext cx="128588" cy="496888"/>
          </a:xfrm>
          <a:custGeom>
            <a:avLst/>
            <a:gdLst>
              <a:gd name="T0" fmla="*/ 0 w 358"/>
              <a:gd name="T1" fmla="*/ 2147483646 h 930"/>
              <a:gd name="T2" fmla="*/ 2147483646 w 358"/>
              <a:gd name="T3" fmla="*/ 2147483646 h 930"/>
              <a:gd name="T4" fmla="*/ 2147483646 w 358"/>
              <a:gd name="T5" fmla="*/ 2147483646 h 930"/>
              <a:gd name="T6" fmla="*/ 2147483646 w 358"/>
              <a:gd name="T7" fmla="*/ 2147483646 h 930"/>
              <a:gd name="T8" fmla="*/ 2147483646 w 358"/>
              <a:gd name="T9" fmla="*/ 0 h 930"/>
              <a:gd name="T10" fmla="*/ 0 60000 65536"/>
              <a:gd name="T11" fmla="*/ 0 60000 65536"/>
              <a:gd name="T12" fmla="*/ 0 60000 65536"/>
              <a:gd name="T13" fmla="*/ 0 60000 65536"/>
              <a:gd name="T14" fmla="*/ 0 60000 65536"/>
              <a:gd name="T15" fmla="*/ 0 w 358"/>
              <a:gd name="T16" fmla="*/ 0 h 930"/>
              <a:gd name="T17" fmla="*/ 358 w 358"/>
              <a:gd name="T18" fmla="*/ 930 h 930"/>
            </a:gdLst>
            <a:ahLst/>
            <a:cxnLst>
              <a:cxn ang="T10">
                <a:pos x="T0" y="T1"/>
              </a:cxn>
              <a:cxn ang="T11">
                <a:pos x="T2" y="T3"/>
              </a:cxn>
              <a:cxn ang="T12">
                <a:pos x="T4" y="T5"/>
              </a:cxn>
              <a:cxn ang="T13">
                <a:pos x="T6" y="T7"/>
              </a:cxn>
              <a:cxn ang="T14">
                <a:pos x="T8" y="T9"/>
              </a:cxn>
            </a:cxnLst>
            <a:rect l="T15" t="T16" r="T17" b="T18"/>
            <a:pathLst>
              <a:path w="358" h="930">
                <a:moveTo>
                  <a:pt x="0" y="930"/>
                </a:moveTo>
                <a:cubicBezTo>
                  <a:pt x="38" y="910"/>
                  <a:pt x="167" y="873"/>
                  <a:pt x="225" y="810"/>
                </a:cubicBezTo>
                <a:cubicBezTo>
                  <a:pt x="283" y="747"/>
                  <a:pt x="332" y="653"/>
                  <a:pt x="345" y="555"/>
                </a:cubicBezTo>
                <a:cubicBezTo>
                  <a:pt x="358" y="457"/>
                  <a:pt x="337" y="317"/>
                  <a:pt x="300" y="225"/>
                </a:cubicBezTo>
                <a:cubicBezTo>
                  <a:pt x="263" y="133"/>
                  <a:pt x="158" y="47"/>
                  <a:pt x="120" y="0"/>
                </a:cubicBezTo>
              </a:path>
            </a:pathLst>
          </a:custGeom>
          <a:noFill/>
          <a:ln w="25400">
            <a:solidFill>
              <a:schemeClr val="tx1"/>
            </a:solidFill>
            <a:round/>
            <a:headEnd/>
            <a:tailEnd type="triangle" w="med" len="lg"/>
          </a:ln>
          <a:extLst>
            <a:ext uri="{909E8E84-426E-40DD-AFC4-6F175D3DCCD1}">
              <a14:hiddenFill xmlns:a14="http://schemas.microsoft.com/office/drawing/2010/main">
                <a:solidFill>
                  <a:srgbClr val="FFFFFF"/>
                </a:solid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nvGrpSpPr>
          <p:cNvPr id="112650" name="Group 99"/>
          <p:cNvGrpSpPr>
            <a:grpSpLocks/>
          </p:cNvGrpSpPr>
          <p:nvPr/>
        </p:nvGrpSpPr>
        <p:grpSpPr bwMode="auto">
          <a:xfrm>
            <a:off x="6234113" y="2655888"/>
            <a:ext cx="954087" cy="636587"/>
            <a:chOff x="948" y="2750"/>
            <a:chExt cx="802" cy="534"/>
          </a:xfrm>
        </p:grpSpPr>
        <p:sp>
          <p:nvSpPr>
            <p:cNvPr id="75" name="Rectangle 135"/>
            <p:cNvSpPr>
              <a:spLocks noChangeArrowheads="1"/>
            </p:cNvSpPr>
            <p:nvPr/>
          </p:nvSpPr>
          <p:spPr bwMode="auto">
            <a:xfrm>
              <a:off x="948" y="2765"/>
              <a:ext cx="773" cy="519"/>
            </a:xfrm>
            <a:prstGeom prst="rect">
              <a:avLst/>
            </a:prstGeom>
            <a:noFill/>
            <a:ln w="25400">
              <a:solidFill>
                <a:schemeClr val="tx2">
                  <a:lumMod val="60000"/>
                  <a:lumOff val="40000"/>
                </a:schemeClr>
              </a:solidFill>
              <a:miter lim="800000"/>
              <a:headEnd/>
              <a:tailEnd/>
            </a:ln>
          </p:spPr>
          <p:txBody>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spcBef>
                  <a:spcPct val="0"/>
                </a:spcBef>
                <a:buClrTx/>
                <a:buSzTx/>
                <a:buFontTx/>
                <a:buNone/>
                <a:defRPr/>
              </a:pPr>
              <a:endParaRPr lang="zh-CN" altLang="en-US" sz="1200" b="0">
                <a:solidFill>
                  <a:prstClr val="black"/>
                </a:solidFill>
                <a:latin typeface="Times New Roman" panose="02020603050405020304" pitchFamily="18" charset="0"/>
                <a:ea typeface="楷体_GB2312" pitchFamily="49" charset="-122"/>
                <a:cs typeface="Times New Roman" panose="02020603050405020304" pitchFamily="18" charset="0"/>
              </a:endParaRPr>
            </a:p>
          </p:txBody>
        </p:sp>
        <p:sp>
          <p:nvSpPr>
            <p:cNvPr id="112658" name="Rectangle 136"/>
            <p:cNvSpPr>
              <a:spLocks noChangeArrowheads="1"/>
            </p:cNvSpPr>
            <p:nvPr/>
          </p:nvSpPr>
          <p:spPr bwMode="auto">
            <a:xfrm>
              <a:off x="975" y="2750"/>
              <a:ext cx="774"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buFont typeface="Symbol" panose="05050102010706020507" pitchFamily="18" charset="2"/>
                <a:buNone/>
              </a:pPr>
              <a:r>
                <a:rPr lang="en-US" altLang="zh-CN" sz="1200" i="1">
                  <a:solidFill>
                    <a:srgbClr val="000000"/>
                  </a:solidFill>
                  <a:cs typeface="Times New Roman" panose="02020603050405020304" pitchFamily="18" charset="0"/>
                </a:rPr>
                <a:t>e</a:t>
              </a:r>
              <a:endParaRPr lang="en-US" altLang="zh-CN" sz="1200">
                <a:solidFill>
                  <a:srgbClr val="000000"/>
                </a:solidFill>
                <a:cs typeface="Times New Roman" panose="02020603050405020304" pitchFamily="18" charset="0"/>
              </a:endParaRPr>
            </a:p>
          </p:txBody>
        </p:sp>
        <p:sp>
          <p:nvSpPr>
            <p:cNvPr id="112659" name="Rectangle 137"/>
            <p:cNvSpPr>
              <a:spLocks noChangeArrowheads="1"/>
            </p:cNvSpPr>
            <p:nvPr/>
          </p:nvSpPr>
          <p:spPr bwMode="auto">
            <a:xfrm>
              <a:off x="975" y="3113"/>
              <a:ext cx="775"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endParaRPr lang="en-US" altLang="zh-CN" sz="1200" i="1">
                <a:solidFill>
                  <a:srgbClr val="000000"/>
                </a:solidFill>
                <a:cs typeface="Times New Roman" panose="02020603050405020304" pitchFamily="18" charset="0"/>
              </a:endParaRPr>
            </a:p>
          </p:txBody>
        </p:sp>
        <p:sp>
          <p:nvSpPr>
            <p:cNvPr id="112660" name="Rectangle 138"/>
            <p:cNvSpPr>
              <a:spLocks noChangeArrowheads="1"/>
            </p:cNvSpPr>
            <p:nvPr/>
          </p:nvSpPr>
          <p:spPr bwMode="auto">
            <a:xfrm>
              <a:off x="975" y="2931"/>
              <a:ext cx="775"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zh-CN" altLang="en-US" sz="1200">
                  <a:solidFill>
                    <a:srgbClr val="000000"/>
                  </a:solidFill>
                  <a:latin typeface="楷体" panose="02010609060101010101" pitchFamily="49" charset="-122"/>
                  <a:ea typeface="楷体" panose="02010609060101010101" pitchFamily="49" charset="-122"/>
                  <a:cs typeface="Times New Roman" panose="02020603050405020304" pitchFamily="18" charset="0"/>
                </a:rPr>
                <a:t>访问链</a:t>
              </a:r>
            </a:p>
          </p:txBody>
        </p:sp>
        <p:sp>
          <p:nvSpPr>
            <p:cNvPr id="79" name="Line 139"/>
            <p:cNvSpPr>
              <a:spLocks noChangeShapeType="1"/>
            </p:cNvSpPr>
            <p:nvPr/>
          </p:nvSpPr>
          <p:spPr bwMode="auto">
            <a:xfrm flipV="1">
              <a:off x="975" y="2931"/>
              <a:ext cx="746" cy="1"/>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80" name="Line 140"/>
            <p:cNvSpPr>
              <a:spLocks noChangeShapeType="1"/>
            </p:cNvSpPr>
            <p:nvPr/>
          </p:nvSpPr>
          <p:spPr bwMode="auto">
            <a:xfrm flipV="1">
              <a:off x="975" y="3114"/>
              <a:ext cx="726" cy="0"/>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grpSp>
      <p:sp>
        <p:nvSpPr>
          <p:cNvPr id="81" name="任意多边形 80"/>
          <p:cNvSpPr/>
          <p:nvPr/>
        </p:nvSpPr>
        <p:spPr>
          <a:xfrm>
            <a:off x="7153275" y="506413"/>
            <a:ext cx="439738" cy="2443162"/>
          </a:xfrm>
          <a:custGeom>
            <a:avLst/>
            <a:gdLst>
              <a:gd name="connsiteX0" fmla="*/ 0 w 438897"/>
              <a:gd name="connsiteY0" fmla="*/ 2442758 h 2442758"/>
              <a:gd name="connsiteX1" fmla="*/ 421105 w 438897"/>
              <a:gd name="connsiteY1" fmla="*/ 1347884 h 2442758"/>
              <a:gd name="connsiteX2" fmla="*/ 324853 w 438897"/>
              <a:gd name="connsiteY2" fmla="*/ 192852 h 2442758"/>
              <a:gd name="connsiteX3" fmla="*/ 0 w 438897"/>
              <a:gd name="connsiteY3" fmla="*/ 12379 h 2442758"/>
            </a:gdLst>
            <a:ahLst/>
            <a:cxnLst>
              <a:cxn ang="0">
                <a:pos x="connsiteX0" y="connsiteY0"/>
              </a:cxn>
              <a:cxn ang="0">
                <a:pos x="connsiteX1" y="connsiteY1"/>
              </a:cxn>
              <a:cxn ang="0">
                <a:pos x="connsiteX2" y="connsiteY2"/>
              </a:cxn>
              <a:cxn ang="0">
                <a:pos x="connsiteX3" y="connsiteY3"/>
              </a:cxn>
            </a:cxnLst>
            <a:rect l="l" t="t" r="r" b="b"/>
            <a:pathLst>
              <a:path w="438897" h="2442758">
                <a:moveTo>
                  <a:pt x="0" y="2442758"/>
                </a:moveTo>
                <a:cubicBezTo>
                  <a:pt x="183481" y="2082813"/>
                  <a:pt x="366963" y="1722868"/>
                  <a:pt x="421105" y="1347884"/>
                </a:cubicBezTo>
                <a:cubicBezTo>
                  <a:pt x="475247" y="972900"/>
                  <a:pt x="395037" y="415436"/>
                  <a:pt x="324853" y="192852"/>
                </a:cubicBezTo>
                <a:cubicBezTo>
                  <a:pt x="254669" y="-29732"/>
                  <a:pt x="127334" y="-8677"/>
                  <a:pt x="0" y="12379"/>
                </a:cubicBezTo>
              </a:path>
            </a:pathLst>
          </a:custGeom>
          <a:noFill/>
          <a:ln w="25400">
            <a:solidFill>
              <a:schemeClr val="tx1"/>
            </a:solidFill>
            <a:tailEnd type="triangle" w="med" len="lg"/>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100">
              <a:solidFill>
                <a:prstClr val="white"/>
              </a:solidFill>
            </a:endParaRPr>
          </a:p>
        </p:txBody>
      </p:sp>
      <p:sp>
        <p:nvSpPr>
          <p:cNvPr id="82" name="任意多边形 81"/>
          <p:cNvSpPr/>
          <p:nvPr/>
        </p:nvSpPr>
        <p:spPr>
          <a:xfrm>
            <a:off x="7129463" y="519113"/>
            <a:ext cx="252412" cy="1106487"/>
          </a:xfrm>
          <a:custGeom>
            <a:avLst/>
            <a:gdLst>
              <a:gd name="connsiteX0" fmla="*/ 0 w 252896"/>
              <a:gd name="connsiteY0" fmla="*/ 1106905 h 1106905"/>
              <a:gd name="connsiteX1" fmla="*/ 252663 w 252896"/>
              <a:gd name="connsiteY1" fmla="*/ 204537 h 1106905"/>
              <a:gd name="connsiteX2" fmla="*/ 36095 w 252896"/>
              <a:gd name="connsiteY2" fmla="*/ 0 h 1106905"/>
            </a:gdLst>
            <a:ahLst/>
            <a:cxnLst>
              <a:cxn ang="0">
                <a:pos x="connsiteX0" y="connsiteY0"/>
              </a:cxn>
              <a:cxn ang="0">
                <a:pos x="connsiteX1" y="connsiteY1"/>
              </a:cxn>
              <a:cxn ang="0">
                <a:pos x="connsiteX2" y="connsiteY2"/>
              </a:cxn>
            </a:cxnLst>
            <a:rect l="l" t="t" r="r" b="b"/>
            <a:pathLst>
              <a:path w="252896" h="1106905">
                <a:moveTo>
                  <a:pt x="0" y="1106905"/>
                </a:moveTo>
                <a:cubicBezTo>
                  <a:pt x="123323" y="747963"/>
                  <a:pt x="246647" y="389021"/>
                  <a:pt x="252663" y="204537"/>
                </a:cubicBezTo>
                <a:cubicBezTo>
                  <a:pt x="258679" y="20053"/>
                  <a:pt x="147387" y="10026"/>
                  <a:pt x="36095" y="0"/>
                </a:cubicBezTo>
              </a:path>
            </a:pathLst>
          </a:custGeom>
          <a:noFill/>
          <a:ln w="25400">
            <a:solidFill>
              <a:schemeClr val="tx1"/>
            </a:solidFill>
            <a:tailEnd type="triangle" w="med" len="lg"/>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100">
              <a:solidFill>
                <a:prstClr val="white"/>
              </a:solidFill>
            </a:endParaRPr>
          </a:p>
        </p:txBody>
      </p:sp>
      <p:grpSp>
        <p:nvGrpSpPr>
          <p:cNvPr id="112653" name="组合 82"/>
          <p:cNvGrpSpPr>
            <a:grpSpLocks/>
          </p:cNvGrpSpPr>
          <p:nvPr/>
        </p:nvGrpSpPr>
        <p:grpSpPr bwMode="auto">
          <a:xfrm>
            <a:off x="6234113" y="3344863"/>
            <a:ext cx="2262187" cy="1728787"/>
            <a:chOff x="78177" y="3363243"/>
            <a:chExt cx="2261575" cy="1728787"/>
          </a:xfrm>
        </p:grpSpPr>
        <p:sp>
          <p:nvSpPr>
            <p:cNvPr id="84" name="Rectangle 4"/>
            <p:cNvSpPr>
              <a:spLocks noChangeArrowheads="1"/>
            </p:cNvSpPr>
            <p:nvPr/>
          </p:nvSpPr>
          <p:spPr bwMode="auto">
            <a:xfrm>
              <a:off x="78177" y="3363243"/>
              <a:ext cx="2261575" cy="1714500"/>
            </a:xfrm>
            <a:prstGeom prst="rect">
              <a:avLst/>
            </a:prstGeom>
            <a:solidFill>
              <a:schemeClr val="accent5">
                <a:lumMod val="60000"/>
                <a:lumOff val="40000"/>
              </a:schemeClr>
            </a:solidFill>
            <a:ln w="9525">
              <a:solidFill>
                <a:schemeClr val="tx1"/>
              </a:solidFill>
              <a:miter lim="800000"/>
              <a:headEnd/>
              <a:tailEnd/>
            </a:ln>
          </p:spPr>
          <p:txBody>
            <a:bodyPr lIns="68580" tIns="34290" rIns="68580" bIns="34290"/>
            <a:lstStyle/>
            <a:p>
              <a:pPr marL="257175" indent="-257175" eaLnBrk="1" hangingPunct="1">
                <a:lnSpc>
                  <a:spcPts val="1800"/>
                </a:lnSpc>
                <a:spcBef>
                  <a:spcPct val="20000"/>
                </a:spcBef>
                <a:buClr>
                  <a:srgbClr val="5EAEFF"/>
                </a:buClr>
                <a:buSzPct val="60000"/>
                <a:defRPr/>
              </a:pPr>
              <a:r>
                <a:rPr lang="zh-CN" altLang="en-US" sz="1200" dirty="0">
                  <a:solidFill>
                    <a:prstClr val="black"/>
                  </a:solidFill>
                  <a:latin typeface="楷体_GB2312"/>
                  <a:ea typeface="楷体_GB2312"/>
                </a:rPr>
                <a:t>	</a:t>
              </a:r>
              <a:r>
                <a:rPr lang="en-US" altLang="zh-CN" dirty="0">
                  <a:solidFill>
                    <a:srgbClr val="0000FF"/>
                  </a:solidFill>
                  <a:latin typeface="Times New Roman" panose="02020603050405020304" pitchFamily="18" charset="0"/>
                  <a:ea typeface="楷体_GB2312"/>
                  <a:cs typeface="Times New Roman" pitchFamily="18" charset="0"/>
                </a:rPr>
                <a:t>  </a:t>
              </a:r>
              <a:r>
                <a:rPr lang="zh-CN" altLang="en-US" dirty="0">
                  <a:solidFill>
                    <a:srgbClr val="0000FF"/>
                  </a:solidFill>
                  <a:latin typeface="楷体" pitchFamily="49" charset="-122"/>
                  <a:ea typeface="楷体" pitchFamily="49" charset="-122"/>
                  <a:cs typeface="Times New Roman" pitchFamily="18" charset="0"/>
                </a:rPr>
                <a:t>过程   嵌套深度</a:t>
              </a:r>
              <a:endParaRPr lang="en-US" altLang="zh-CN" dirty="0">
                <a:solidFill>
                  <a:srgbClr val="0000FF"/>
                </a:solidFill>
                <a:latin typeface="楷体" pitchFamily="49" charset="-122"/>
                <a:ea typeface="楷体" pitchFamily="49" charset="-122"/>
                <a:cs typeface="Times New Roman" pitchFamily="18" charset="0"/>
              </a:endParaRPr>
            </a:p>
            <a:p>
              <a:pPr marL="257175" indent="-257175" algn="just" eaLnBrk="1" hangingPunct="1">
                <a:lnSpc>
                  <a:spcPts val="1800"/>
                </a:lnSpc>
                <a:spcBef>
                  <a:spcPct val="20000"/>
                </a:spcBef>
                <a:buClr>
                  <a:srgbClr val="5EAEFF"/>
                </a:buClr>
                <a:buSzPct val="60000"/>
                <a:defRPr/>
              </a:pPr>
              <a:r>
                <a:rPr lang="en-US" altLang="zh-CN" i="1" dirty="0">
                  <a:solidFill>
                    <a:prstClr val="black"/>
                  </a:solidFill>
                  <a:latin typeface="Times New Roman" panose="02020603050405020304" pitchFamily="18" charset="0"/>
                  <a:ea typeface="楷体_GB2312"/>
                  <a:cs typeface="Times New Roman" pitchFamily="18" charset="0"/>
                </a:rPr>
                <a:t>sort</a:t>
              </a:r>
              <a:r>
                <a:rPr lang="en-US" altLang="zh-CN" dirty="0">
                  <a:solidFill>
                    <a:prstClr val="black"/>
                  </a:solidFill>
                  <a:latin typeface="Times New Roman" panose="02020603050405020304" pitchFamily="18" charset="0"/>
                  <a:ea typeface="楷体_GB2312"/>
                  <a:cs typeface="Times New Roman" pitchFamily="18" charset="0"/>
                </a:rPr>
                <a:t>		1</a:t>
              </a:r>
            </a:p>
            <a:p>
              <a:pPr marL="257175" indent="-257175" algn="just" eaLnBrk="1" hangingPunct="1">
                <a:lnSpc>
                  <a:spcPts val="1800"/>
                </a:lnSpc>
                <a:spcBef>
                  <a:spcPct val="20000"/>
                </a:spcBef>
                <a:buClr>
                  <a:srgbClr val="5EAEFF"/>
                </a:buClr>
                <a:buSzPct val="60000"/>
                <a:defRPr/>
              </a:pPr>
              <a:r>
                <a:rPr lang="en-US" altLang="zh-CN" dirty="0">
                  <a:solidFill>
                    <a:prstClr val="black"/>
                  </a:solidFill>
                  <a:latin typeface="Times New Roman" panose="02020603050405020304" pitchFamily="18" charset="0"/>
                  <a:ea typeface="楷体_GB2312"/>
                  <a:cs typeface="Times New Roman" pitchFamily="18" charset="0"/>
                </a:rPr>
                <a:t>   </a:t>
              </a:r>
              <a:r>
                <a:rPr lang="en-US" altLang="zh-CN" i="1" dirty="0" err="1">
                  <a:solidFill>
                    <a:prstClr val="black"/>
                  </a:solidFill>
                  <a:latin typeface="Times New Roman" panose="02020603050405020304" pitchFamily="18" charset="0"/>
                  <a:ea typeface="楷体_GB2312"/>
                  <a:cs typeface="Times New Roman" pitchFamily="18" charset="0"/>
                </a:rPr>
                <a:t>readarray</a:t>
              </a:r>
              <a:r>
                <a:rPr lang="en-US" altLang="zh-CN" i="1" dirty="0">
                  <a:solidFill>
                    <a:prstClr val="black"/>
                  </a:solidFill>
                  <a:latin typeface="Times New Roman" panose="02020603050405020304" pitchFamily="18" charset="0"/>
                  <a:ea typeface="楷体_GB2312"/>
                  <a:cs typeface="Times New Roman" pitchFamily="18" charset="0"/>
                </a:rPr>
                <a:t>	</a:t>
              </a:r>
              <a:r>
                <a:rPr lang="en-US" altLang="zh-CN" dirty="0">
                  <a:solidFill>
                    <a:prstClr val="black"/>
                  </a:solidFill>
                  <a:latin typeface="Times New Roman" panose="02020603050405020304" pitchFamily="18" charset="0"/>
                  <a:ea typeface="楷体_GB2312"/>
                  <a:cs typeface="Times New Roman" pitchFamily="18" charset="0"/>
                </a:rPr>
                <a:t>2</a:t>
              </a:r>
            </a:p>
            <a:p>
              <a:pPr marL="257175" indent="-257175" algn="just" eaLnBrk="1" hangingPunct="1">
                <a:lnSpc>
                  <a:spcPts val="1800"/>
                </a:lnSpc>
                <a:spcBef>
                  <a:spcPct val="20000"/>
                </a:spcBef>
                <a:buClr>
                  <a:srgbClr val="5EAEFF"/>
                </a:buClr>
                <a:buSzPct val="60000"/>
                <a:defRPr/>
              </a:pPr>
              <a:r>
                <a:rPr lang="en-US" altLang="zh-CN" dirty="0">
                  <a:solidFill>
                    <a:prstClr val="black"/>
                  </a:solidFill>
                  <a:latin typeface="Times New Roman" panose="02020603050405020304" pitchFamily="18" charset="0"/>
                  <a:ea typeface="楷体_GB2312"/>
                  <a:cs typeface="Times New Roman" pitchFamily="18" charset="0"/>
                </a:rPr>
                <a:t>   </a:t>
              </a:r>
              <a:r>
                <a:rPr lang="en-US" altLang="zh-CN" i="1" dirty="0">
                  <a:solidFill>
                    <a:prstClr val="black"/>
                  </a:solidFill>
                  <a:latin typeface="Times New Roman" panose="02020603050405020304" pitchFamily="18" charset="0"/>
                  <a:ea typeface="楷体_GB2312"/>
                  <a:cs typeface="Times New Roman" pitchFamily="18" charset="0"/>
                </a:rPr>
                <a:t>exchange</a:t>
              </a:r>
              <a:r>
                <a:rPr lang="en-US" altLang="zh-CN" dirty="0">
                  <a:solidFill>
                    <a:prstClr val="black"/>
                  </a:solidFill>
                  <a:latin typeface="Times New Roman" panose="02020603050405020304" pitchFamily="18" charset="0"/>
                  <a:ea typeface="楷体_GB2312"/>
                  <a:cs typeface="Times New Roman" pitchFamily="18" charset="0"/>
                </a:rPr>
                <a:t>	2</a:t>
              </a:r>
            </a:p>
            <a:p>
              <a:pPr marL="257175" indent="-257175" algn="just" eaLnBrk="1" hangingPunct="1">
                <a:lnSpc>
                  <a:spcPts val="1800"/>
                </a:lnSpc>
                <a:spcBef>
                  <a:spcPct val="20000"/>
                </a:spcBef>
                <a:buClr>
                  <a:srgbClr val="5EAEFF"/>
                </a:buClr>
                <a:buSzPct val="60000"/>
                <a:defRPr/>
              </a:pPr>
              <a:r>
                <a:rPr lang="en-US" altLang="zh-CN" dirty="0">
                  <a:solidFill>
                    <a:prstClr val="black"/>
                  </a:solidFill>
                  <a:latin typeface="Times New Roman" panose="02020603050405020304" pitchFamily="18" charset="0"/>
                  <a:ea typeface="楷体_GB2312"/>
                  <a:cs typeface="Times New Roman" pitchFamily="18" charset="0"/>
                </a:rPr>
                <a:t>   </a:t>
              </a:r>
              <a:r>
                <a:rPr lang="en-US" altLang="zh-CN" i="1" dirty="0">
                  <a:solidFill>
                    <a:prstClr val="black"/>
                  </a:solidFill>
                  <a:latin typeface="Times New Roman" panose="02020603050405020304" pitchFamily="18" charset="0"/>
                  <a:ea typeface="楷体_GB2312"/>
                  <a:cs typeface="Times New Roman" pitchFamily="18" charset="0"/>
                </a:rPr>
                <a:t>quicksort</a:t>
              </a:r>
              <a:r>
                <a:rPr lang="en-US" altLang="zh-CN" dirty="0">
                  <a:solidFill>
                    <a:prstClr val="black"/>
                  </a:solidFill>
                  <a:latin typeface="Times New Roman" panose="02020603050405020304" pitchFamily="18" charset="0"/>
                  <a:ea typeface="楷体_GB2312"/>
                  <a:cs typeface="Times New Roman" pitchFamily="18" charset="0"/>
                </a:rPr>
                <a:t>	2</a:t>
              </a:r>
            </a:p>
            <a:p>
              <a:pPr marL="257175" indent="-257175" algn="just" eaLnBrk="1" hangingPunct="1">
                <a:lnSpc>
                  <a:spcPts val="1800"/>
                </a:lnSpc>
                <a:spcBef>
                  <a:spcPct val="20000"/>
                </a:spcBef>
                <a:buClr>
                  <a:srgbClr val="5EAEFF"/>
                </a:buClr>
                <a:buSzPct val="60000"/>
                <a:defRPr/>
              </a:pPr>
              <a:r>
                <a:rPr lang="en-US" altLang="zh-CN" dirty="0">
                  <a:solidFill>
                    <a:prstClr val="black"/>
                  </a:solidFill>
                  <a:latin typeface="Times New Roman" panose="02020603050405020304" pitchFamily="18" charset="0"/>
                  <a:ea typeface="楷体_GB2312"/>
                  <a:cs typeface="Times New Roman" pitchFamily="18" charset="0"/>
                </a:rPr>
                <a:t>      </a:t>
              </a:r>
              <a:r>
                <a:rPr lang="en-US" altLang="zh-CN" i="1" dirty="0">
                  <a:solidFill>
                    <a:prstClr val="black"/>
                  </a:solidFill>
                  <a:latin typeface="Times New Roman" panose="02020603050405020304" pitchFamily="18" charset="0"/>
                  <a:ea typeface="楷体_GB2312"/>
                  <a:cs typeface="Times New Roman" pitchFamily="18" charset="0"/>
                </a:rPr>
                <a:t>partition</a:t>
              </a:r>
              <a:r>
                <a:rPr lang="en-US" altLang="zh-CN" dirty="0">
                  <a:solidFill>
                    <a:prstClr val="black"/>
                  </a:solidFill>
                  <a:latin typeface="Times New Roman" panose="02020603050405020304" pitchFamily="18" charset="0"/>
                  <a:ea typeface="楷体_GB2312"/>
                  <a:cs typeface="Times New Roman" pitchFamily="18" charset="0"/>
                </a:rPr>
                <a:t>	3</a:t>
              </a:r>
            </a:p>
          </p:txBody>
        </p:sp>
        <p:cxnSp>
          <p:nvCxnSpPr>
            <p:cNvPr id="85" name="直接连接符 84"/>
            <p:cNvCxnSpPr/>
            <p:nvPr/>
          </p:nvCxnSpPr>
          <p:spPr bwMode="auto">
            <a:xfrm>
              <a:off x="78177" y="3648993"/>
              <a:ext cx="226157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6" name="直接连接符 85"/>
            <p:cNvCxnSpPr/>
            <p:nvPr/>
          </p:nvCxnSpPr>
          <p:spPr bwMode="auto">
            <a:xfrm>
              <a:off x="1331963" y="3363243"/>
              <a:ext cx="0" cy="172878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灯片编号占位符 1"/>
          <p:cNvSpPr>
            <a:spLocks noGrp="1"/>
          </p:cNvSpPr>
          <p:nvPr>
            <p:ph type="sldNum" sz="quarter" idx="12"/>
          </p:nvPr>
        </p:nvSpPr>
        <p:spPr/>
        <p:txBody>
          <a:bodyPr/>
          <a:lstStyle/>
          <a:p>
            <a:pPr>
              <a:defRPr/>
            </a:pPr>
            <a:fld id="{64CF1D47-2B30-44A6-81DA-EC28584A641A}" type="slidenum">
              <a:rPr lang="zh-CN" altLang="en-US" smtClean="0"/>
              <a:pPr>
                <a:defRPr/>
              </a:pPr>
              <a:t>15</a:t>
            </a:fld>
            <a:endParaRPr lang="en-US" altLang="zh-CN" dirty="0"/>
          </a:p>
        </p:txBody>
      </p:sp>
    </p:spTree>
    <p:extLst>
      <p:ext uri="{BB962C8B-B14F-4D97-AF65-F5344CB8AC3E}">
        <p14:creationId xmlns:p14="http://schemas.microsoft.com/office/powerpoint/2010/main" val="247578259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nodeType="clickEffect">
                                  <p:stCondLst>
                                    <p:cond delay="0"/>
                                  </p:stCondLst>
                                  <p:childTnLst>
                                    <p:set>
                                      <p:cBhvr>
                                        <p:cTn id="6" dur="1" fill="hold">
                                          <p:stCondLst>
                                            <p:cond delay="0"/>
                                          </p:stCondLst>
                                        </p:cTn>
                                        <p:tgtEl>
                                          <p:spTgt spid="715778">
                                            <p:txEl>
                                              <p:pRg st="0" end="0"/>
                                            </p:txEl>
                                          </p:spTgt>
                                        </p:tgtEl>
                                        <p:attrNameLst>
                                          <p:attrName>style.visibility</p:attrName>
                                        </p:attrNameLst>
                                      </p:cBhvr>
                                      <p:to>
                                        <p:strVal val="visible"/>
                                      </p:to>
                                    </p:set>
                                    <p:anim calcmode="lin" valueType="num">
                                      <p:cBhvr>
                                        <p:cTn id="7" dur="500" fill="hold"/>
                                        <p:tgtEl>
                                          <p:spTgt spid="715778">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715778">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715778">
                                            <p:txEl>
                                              <p:pRg st="0" end="0"/>
                                            </p:txEl>
                                          </p:spTgt>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0" fill="hold" nodeType="clickEffect">
                                  <p:stCondLst>
                                    <p:cond delay="0"/>
                                  </p:stCondLst>
                                  <p:childTnLst>
                                    <p:set>
                                      <p:cBhvr>
                                        <p:cTn id="13" dur="1" fill="hold">
                                          <p:stCondLst>
                                            <p:cond delay="0"/>
                                          </p:stCondLst>
                                        </p:cTn>
                                        <p:tgtEl>
                                          <p:spTgt spid="715778">
                                            <p:txEl>
                                              <p:pRg st="1" end="1"/>
                                            </p:txEl>
                                          </p:spTgt>
                                        </p:tgtEl>
                                        <p:attrNameLst>
                                          <p:attrName>style.visibility</p:attrName>
                                        </p:attrNameLst>
                                      </p:cBhvr>
                                      <p:to>
                                        <p:strVal val="visible"/>
                                      </p:to>
                                    </p:set>
                                    <p:anim calcmode="lin" valueType="num">
                                      <p:cBhvr>
                                        <p:cTn id="14" dur="500" fill="hold"/>
                                        <p:tgtEl>
                                          <p:spTgt spid="715778">
                                            <p:txEl>
                                              <p:pRg st="1" end="1"/>
                                            </p:txEl>
                                          </p:spTgt>
                                        </p:tgtEl>
                                        <p:attrNameLst>
                                          <p:attrName>ppt_w</p:attrName>
                                        </p:attrNameLst>
                                      </p:cBhvr>
                                      <p:tavLst>
                                        <p:tav tm="0">
                                          <p:val>
                                            <p:fltVal val="0"/>
                                          </p:val>
                                        </p:tav>
                                        <p:tav tm="100000">
                                          <p:val>
                                            <p:strVal val="#ppt_w"/>
                                          </p:val>
                                        </p:tav>
                                      </p:tavLst>
                                    </p:anim>
                                    <p:anim calcmode="lin" valueType="num">
                                      <p:cBhvr>
                                        <p:cTn id="15" dur="500" fill="hold"/>
                                        <p:tgtEl>
                                          <p:spTgt spid="715778">
                                            <p:txEl>
                                              <p:pRg st="1" end="1"/>
                                            </p:txEl>
                                          </p:spTgt>
                                        </p:tgtEl>
                                        <p:attrNameLst>
                                          <p:attrName>ppt_h</p:attrName>
                                        </p:attrNameLst>
                                      </p:cBhvr>
                                      <p:tavLst>
                                        <p:tav tm="0">
                                          <p:val>
                                            <p:fltVal val="0"/>
                                          </p:val>
                                        </p:tav>
                                        <p:tav tm="100000">
                                          <p:val>
                                            <p:strVal val="#ppt_h"/>
                                          </p:val>
                                        </p:tav>
                                      </p:tavLst>
                                    </p:anim>
                                    <p:animEffect transition="in" filter="fade">
                                      <p:cBhvr>
                                        <p:cTn id="16" dur="500"/>
                                        <p:tgtEl>
                                          <p:spTgt spid="715778">
                                            <p:txEl>
                                              <p:pRg st="1" end="1"/>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3" presetClass="entr" presetSubtype="0" fill="hold" nodeType="clickEffect">
                                  <p:stCondLst>
                                    <p:cond delay="0"/>
                                  </p:stCondLst>
                                  <p:childTnLst>
                                    <p:set>
                                      <p:cBhvr>
                                        <p:cTn id="20" dur="1" fill="hold">
                                          <p:stCondLst>
                                            <p:cond delay="0"/>
                                          </p:stCondLst>
                                        </p:cTn>
                                        <p:tgtEl>
                                          <p:spTgt spid="715778">
                                            <p:txEl>
                                              <p:pRg st="2" end="2"/>
                                            </p:txEl>
                                          </p:spTgt>
                                        </p:tgtEl>
                                        <p:attrNameLst>
                                          <p:attrName>style.visibility</p:attrName>
                                        </p:attrNameLst>
                                      </p:cBhvr>
                                      <p:to>
                                        <p:strVal val="visible"/>
                                      </p:to>
                                    </p:set>
                                    <p:anim calcmode="lin" valueType="num">
                                      <p:cBhvr>
                                        <p:cTn id="21" dur="500" fill="hold"/>
                                        <p:tgtEl>
                                          <p:spTgt spid="715778">
                                            <p:txEl>
                                              <p:pRg st="2" end="2"/>
                                            </p:txEl>
                                          </p:spTgt>
                                        </p:tgtEl>
                                        <p:attrNameLst>
                                          <p:attrName>ppt_w</p:attrName>
                                        </p:attrNameLst>
                                      </p:cBhvr>
                                      <p:tavLst>
                                        <p:tav tm="0">
                                          <p:val>
                                            <p:fltVal val="0"/>
                                          </p:val>
                                        </p:tav>
                                        <p:tav tm="100000">
                                          <p:val>
                                            <p:strVal val="#ppt_w"/>
                                          </p:val>
                                        </p:tav>
                                      </p:tavLst>
                                    </p:anim>
                                    <p:anim calcmode="lin" valueType="num">
                                      <p:cBhvr>
                                        <p:cTn id="22" dur="500" fill="hold"/>
                                        <p:tgtEl>
                                          <p:spTgt spid="715778">
                                            <p:txEl>
                                              <p:pRg st="2" end="2"/>
                                            </p:txEl>
                                          </p:spTgt>
                                        </p:tgtEl>
                                        <p:attrNameLst>
                                          <p:attrName>ppt_h</p:attrName>
                                        </p:attrNameLst>
                                      </p:cBhvr>
                                      <p:tavLst>
                                        <p:tav tm="0">
                                          <p:val>
                                            <p:fltVal val="0"/>
                                          </p:val>
                                        </p:tav>
                                        <p:tav tm="100000">
                                          <p:val>
                                            <p:strVal val="#ppt_h"/>
                                          </p:val>
                                        </p:tav>
                                      </p:tavLst>
                                    </p:anim>
                                    <p:animEffect transition="in" filter="fade">
                                      <p:cBhvr>
                                        <p:cTn id="23" dur="500"/>
                                        <p:tgtEl>
                                          <p:spTgt spid="715778">
                                            <p:txEl>
                                              <p:pRg st="2" end="2"/>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53" presetClass="entr" presetSubtype="0" fill="hold" nodeType="clickEffect">
                                  <p:stCondLst>
                                    <p:cond delay="0"/>
                                  </p:stCondLst>
                                  <p:childTnLst>
                                    <p:set>
                                      <p:cBhvr>
                                        <p:cTn id="27" dur="1" fill="hold">
                                          <p:stCondLst>
                                            <p:cond delay="0"/>
                                          </p:stCondLst>
                                        </p:cTn>
                                        <p:tgtEl>
                                          <p:spTgt spid="715778">
                                            <p:txEl>
                                              <p:pRg st="3" end="3"/>
                                            </p:txEl>
                                          </p:spTgt>
                                        </p:tgtEl>
                                        <p:attrNameLst>
                                          <p:attrName>style.visibility</p:attrName>
                                        </p:attrNameLst>
                                      </p:cBhvr>
                                      <p:to>
                                        <p:strVal val="visible"/>
                                      </p:to>
                                    </p:set>
                                    <p:anim calcmode="lin" valueType="num">
                                      <p:cBhvr>
                                        <p:cTn id="28" dur="500" fill="hold"/>
                                        <p:tgtEl>
                                          <p:spTgt spid="715778">
                                            <p:txEl>
                                              <p:pRg st="3" end="3"/>
                                            </p:txEl>
                                          </p:spTgt>
                                        </p:tgtEl>
                                        <p:attrNameLst>
                                          <p:attrName>ppt_w</p:attrName>
                                        </p:attrNameLst>
                                      </p:cBhvr>
                                      <p:tavLst>
                                        <p:tav tm="0">
                                          <p:val>
                                            <p:fltVal val="0"/>
                                          </p:val>
                                        </p:tav>
                                        <p:tav tm="100000">
                                          <p:val>
                                            <p:strVal val="#ppt_w"/>
                                          </p:val>
                                        </p:tav>
                                      </p:tavLst>
                                    </p:anim>
                                    <p:anim calcmode="lin" valueType="num">
                                      <p:cBhvr>
                                        <p:cTn id="29" dur="500" fill="hold"/>
                                        <p:tgtEl>
                                          <p:spTgt spid="715778">
                                            <p:txEl>
                                              <p:pRg st="3" end="3"/>
                                            </p:txEl>
                                          </p:spTgt>
                                        </p:tgtEl>
                                        <p:attrNameLst>
                                          <p:attrName>ppt_h</p:attrName>
                                        </p:attrNameLst>
                                      </p:cBhvr>
                                      <p:tavLst>
                                        <p:tav tm="0">
                                          <p:val>
                                            <p:fltVal val="0"/>
                                          </p:val>
                                        </p:tav>
                                        <p:tav tm="100000">
                                          <p:val>
                                            <p:strVal val="#ppt_h"/>
                                          </p:val>
                                        </p:tav>
                                      </p:tavLst>
                                    </p:anim>
                                    <p:animEffect transition="in" filter="fade">
                                      <p:cBhvr>
                                        <p:cTn id="30" dur="500"/>
                                        <p:tgtEl>
                                          <p:spTgt spid="715778">
                                            <p:txEl>
                                              <p:pRg st="3" end="3"/>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53" presetClass="entr" presetSubtype="0" fill="hold" nodeType="clickEffect">
                                  <p:stCondLst>
                                    <p:cond delay="0"/>
                                  </p:stCondLst>
                                  <p:childTnLst>
                                    <p:set>
                                      <p:cBhvr>
                                        <p:cTn id="34" dur="1" fill="hold">
                                          <p:stCondLst>
                                            <p:cond delay="0"/>
                                          </p:stCondLst>
                                        </p:cTn>
                                        <p:tgtEl>
                                          <p:spTgt spid="715778">
                                            <p:txEl>
                                              <p:pRg st="4" end="4"/>
                                            </p:txEl>
                                          </p:spTgt>
                                        </p:tgtEl>
                                        <p:attrNameLst>
                                          <p:attrName>style.visibility</p:attrName>
                                        </p:attrNameLst>
                                      </p:cBhvr>
                                      <p:to>
                                        <p:strVal val="visible"/>
                                      </p:to>
                                    </p:set>
                                    <p:anim calcmode="lin" valueType="num">
                                      <p:cBhvr>
                                        <p:cTn id="35" dur="500" fill="hold"/>
                                        <p:tgtEl>
                                          <p:spTgt spid="715778">
                                            <p:txEl>
                                              <p:pRg st="4" end="4"/>
                                            </p:txEl>
                                          </p:spTgt>
                                        </p:tgtEl>
                                        <p:attrNameLst>
                                          <p:attrName>ppt_w</p:attrName>
                                        </p:attrNameLst>
                                      </p:cBhvr>
                                      <p:tavLst>
                                        <p:tav tm="0">
                                          <p:val>
                                            <p:fltVal val="0"/>
                                          </p:val>
                                        </p:tav>
                                        <p:tav tm="100000">
                                          <p:val>
                                            <p:strVal val="#ppt_w"/>
                                          </p:val>
                                        </p:tav>
                                      </p:tavLst>
                                    </p:anim>
                                    <p:anim calcmode="lin" valueType="num">
                                      <p:cBhvr>
                                        <p:cTn id="36" dur="500" fill="hold"/>
                                        <p:tgtEl>
                                          <p:spTgt spid="715778">
                                            <p:txEl>
                                              <p:pRg st="4" end="4"/>
                                            </p:txEl>
                                          </p:spTgt>
                                        </p:tgtEl>
                                        <p:attrNameLst>
                                          <p:attrName>ppt_h</p:attrName>
                                        </p:attrNameLst>
                                      </p:cBhvr>
                                      <p:tavLst>
                                        <p:tav tm="0">
                                          <p:val>
                                            <p:fltVal val="0"/>
                                          </p:val>
                                        </p:tav>
                                        <p:tav tm="100000">
                                          <p:val>
                                            <p:strVal val="#ppt_h"/>
                                          </p:val>
                                        </p:tav>
                                      </p:tavLst>
                                    </p:anim>
                                    <p:animEffect transition="in" filter="fade">
                                      <p:cBhvr>
                                        <p:cTn id="37" dur="500"/>
                                        <p:tgtEl>
                                          <p:spTgt spid="715778">
                                            <p:txEl>
                                              <p:pRg st="4" end="4"/>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7" presetClass="emph" presetSubtype="1" nodeType="clickEffect">
                                  <p:stCondLst>
                                    <p:cond delay="0"/>
                                  </p:stCondLst>
                                  <p:childTnLst>
                                    <p:set>
                                      <p:cBhvr>
                                        <p:cTn id="41" dur="indefinite"/>
                                        <p:tgtEl>
                                          <p:spTgt spid="73"/>
                                        </p:tgtEl>
                                        <p:attrNameLst>
                                          <p:attrName>stroke.color</p:attrName>
                                        </p:attrNameLst>
                                      </p:cBhvr>
                                      <p:to>
                                        <p:clrVal>
                                          <a:srgbClr val="FF0000"/>
                                        </p:clrVal>
                                      </p:to>
                                    </p:set>
                                    <p:set>
                                      <p:cBhvr>
                                        <p:cTn id="42" dur="indefinite"/>
                                        <p:tgtEl>
                                          <p:spTgt spid="73"/>
                                        </p:tgtEl>
                                        <p:attrNameLst>
                                          <p:attrName>stroke.on</p:attrName>
                                        </p:attrNameLst>
                                      </p:cBhvr>
                                      <p:to>
                                        <p:strVal val="true"/>
                                      </p:to>
                                    </p:set>
                                  </p:childTnLst>
                                </p:cTn>
                              </p:par>
                              <p:par>
                                <p:cTn id="43" presetID="7" presetClass="emph" presetSubtype="1" nodeType="withEffect">
                                  <p:stCondLst>
                                    <p:cond delay="0"/>
                                  </p:stCondLst>
                                  <p:childTnLst>
                                    <p:set>
                                      <p:cBhvr>
                                        <p:cTn id="44" dur="indefinite"/>
                                        <p:tgtEl>
                                          <p:spTgt spid="72"/>
                                        </p:tgtEl>
                                        <p:attrNameLst>
                                          <p:attrName>stroke.color</p:attrName>
                                        </p:attrNameLst>
                                      </p:cBhvr>
                                      <p:to>
                                        <p:clrVal>
                                          <a:srgbClr val="FF0000"/>
                                        </p:clrVal>
                                      </p:to>
                                    </p:set>
                                    <p:set>
                                      <p:cBhvr>
                                        <p:cTn id="45" dur="indefinite"/>
                                        <p:tgtEl>
                                          <p:spTgt spid="72"/>
                                        </p:tgtEl>
                                        <p:attrNameLst>
                                          <p:attrName>stroke.on</p:attrName>
                                        </p:attrNameLst>
                                      </p:cBhvr>
                                      <p:to>
                                        <p:strVal val="true"/>
                                      </p:to>
                                    </p:set>
                                  </p:childTnLst>
                                </p:cTn>
                              </p:par>
                            </p:childTnLst>
                          </p:cTn>
                        </p:par>
                      </p:childTnLst>
                    </p:cTn>
                  </p:par>
                  <p:par>
                    <p:cTn id="46" fill="hold" nodeType="clickPar">
                      <p:stCondLst>
                        <p:cond delay="indefinite"/>
                      </p:stCondLst>
                      <p:childTnLst>
                        <p:par>
                          <p:cTn id="47" fill="hold" nodeType="withGroup">
                            <p:stCondLst>
                              <p:cond delay="0"/>
                            </p:stCondLst>
                            <p:childTnLst>
                              <p:par>
                                <p:cTn id="48" presetID="53" presetClass="exit" presetSubtype="0" fill="hold" nodeType="clickEffect">
                                  <p:stCondLst>
                                    <p:cond delay="0"/>
                                  </p:stCondLst>
                                  <p:childTnLst>
                                    <p:anim calcmode="lin" valueType="num">
                                      <p:cBhvr>
                                        <p:cTn id="49" dur="500"/>
                                        <p:tgtEl>
                                          <p:spTgt spid="715778">
                                            <p:txEl>
                                              <p:pRg st="3" end="3"/>
                                            </p:txEl>
                                          </p:spTgt>
                                        </p:tgtEl>
                                        <p:attrNameLst>
                                          <p:attrName>ppt_w</p:attrName>
                                        </p:attrNameLst>
                                      </p:cBhvr>
                                      <p:tavLst>
                                        <p:tav tm="0">
                                          <p:val>
                                            <p:strVal val="ppt_w"/>
                                          </p:val>
                                        </p:tav>
                                        <p:tav tm="100000">
                                          <p:val>
                                            <p:fltVal val="0"/>
                                          </p:val>
                                        </p:tav>
                                      </p:tavLst>
                                    </p:anim>
                                    <p:anim calcmode="lin" valueType="num">
                                      <p:cBhvr>
                                        <p:cTn id="50" dur="500"/>
                                        <p:tgtEl>
                                          <p:spTgt spid="715778">
                                            <p:txEl>
                                              <p:pRg st="3" end="3"/>
                                            </p:txEl>
                                          </p:spTgt>
                                        </p:tgtEl>
                                        <p:attrNameLst>
                                          <p:attrName>ppt_h</p:attrName>
                                        </p:attrNameLst>
                                      </p:cBhvr>
                                      <p:tavLst>
                                        <p:tav tm="0">
                                          <p:val>
                                            <p:strVal val="ppt_h"/>
                                          </p:val>
                                        </p:tav>
                                        <p:tav tm="100000">
                                          <p:val>
                                            <p:fltVal val="0"/>
                                          </p:val>
                                        </p:tav>
                                      </p:tavLst>
                                    </p:anim>
                                    <p:animEffect transition="out" filter="fade">
                                      <p:cBhvr>
                                        <p:cTn id="51" dur="500"/>
                                        <p:tgtEl>
                                          <p:spTgt spid="715778">
                                            <p:txEl>
                                              <p:pRg st="3" end="3"/>
                                            </p:txEl>
                                          </p:spTgt>
                                        </p:tgtEl>
                                      </p:cBhvr>
                                    </p:animEffect>
                                    <p:set>
                                      <p:cBhvr>
                                        <p:cTn id="52" dur="1" fill="hold">
                                          <p:stCondLst>
                                            <p:cond delay="499"/>
                                          </p:stCondLst>
                                        </p:cTn>
                                        <p:tgtEl>
                                          <p:spTgt spid="715778">
                                            <p:txEl>
                                              <p:pRg st="3" end="3"/>
                                            </p:txEl>
                                          </p:spTgt>
                                        </p:tgtEl>
                                        <p:attrNameLst>
                                          <p:attrName>style.visibility</p:attrName>
                                        </p:attrNameLst>
                                      </p:cBhvr>
                                      <p:to>
                                        <p:strVal val="hidden"/>
                                      </p:to>
                                    </p:set>
                                  </p:childTnLst>
                                </p:cTn>
                              </p:par>
                              <p:par>
                                <p:cTn id="53" presetID="53" presetClass="exit" presetSubtype="0" fill="hold" nodeType="withEffect">
                                  <p:stCondLst>
                                    <p:cond delay="0"/>
                                  </p:stCondLst>
                                  <p:childTnLst>
                                    <p:anim calcmode="lin" valueType="num">
                                      <p:cBhvr>
                                        <p:cTn id="54" dur="500"/>
                                        <p:tgtEl>
                                          <p:spTgt spid="715778">
                                            <p:txEl>
                                              <p:pRg st="4" end="4"/>
                                            </p:txEl>
                                          </p:spTgt>
                                        </p:tgtEl>
                                        <p:attrNameLst>
                                          <p:attrName>ppt_w</p:attrName>
                                        </p:attrNameLst>
                                      </p:cBhvr>
                                      <p:tavLst>
                                        <p:tav tm="0">
                                          <p:val>
                                            <p:strVal val="ppt_w"/>
                                          </p:val>
                                        </p:tav>
                                        <p:tav tm="100000">
                                          <p:val>
                                            <p:fltVal val="0"/>
                                          </p:val>
                                        </p:tav>
                                      </p:tavLst>
                                    </p:anim>
                                    <p:anim calcmode="lin" valueType="num">
                                      <p:cBhvr>
                                        <p:cTn id="55" dur="500"/>
                                        <p:tgtEl>
                                          <p:spTgt spid="715778">
                                            <p:txEl>
                                              <p:pRg st="4" end="4"/>
                                            </p:txEl>
                                          </p:spTgt>
                                        </p:tgtEl>
                                        <p:attrNameLst>
                                          <p:attrName>ppt_h</p:attrName>
                                        </p:attrNameLst>
                                      </p:cBhvr>
                                      <p:tavLst>
                                        <p:tav tm="0">
                                          <p:val>
                                            <p:strVal val="ppt_h"/>
                                          </p:val>
                                        </p:tav>
                                        <p:tav tm="100000">
                                          <p:val>
                                            <p:fltVal val="0"/>
                                          </p:val>
                                        </p:tav>
                                      </p:tavLst>
                                    </p:anim>
                                    <p:animEffect transition="out" filter="fade">
                                      <p:cBhvr>
                                        <p:cTn id="56" dur="500"/>
                                        <p:tgtEl>
                                          <p:spTgt spid="715778">
                                            <p:txEl>
                                              <p:pRg st="4" end="4"/>
                                            </p:txEl>
                                          </p:spTgt>
                                        </p:tgtEl>
                                      </p:cBhvr>
                                    </p:animEffect>
                                    <p:set>
                                      <p:cBhvr>
                                        <p:cTn id="57" dur="1" fill="hold">
                                          <p:stCondLst>
                                            <p:cond delay="499"/>
                                          </p:stCondLst>
                                        </p:cTn>
                                        <p:tgtEl>
                                          <p:spTgt spid="715778">
                                            <p:txEl>
                                              <p:pRg st="4" end="4"/>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p:cNvSpPr txBox="1">
            <a:spLocks noChangeArrowheads="1"/>
          </p:cNvSpPr>
          <p:nvPr/>
        </p:nvSpPr>
        <p:spPr bwMode="auto">
          <a:xfrm>
            <a:off x="339725" y="2962275"/>
            <a:ext cx="5214938" cy="169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lstStyle>
            <a:lvl1pPr marL="342900" indent="-342900">
              <a:defRPr sz="1100" b="1">
                <a:solidFill>
                  <a:schemeClr val="tx1"/>
                </a:solidFill>
                <a:latin typeface="Times New Roman" panose="02020603050405020304" pitchFamily="18" charset="0"/>
                <a:ea typeface="楷体_GB2312"/>
                <a:cs typeface="楷体_GB2312"/>
              </a:defRPr>
            </a:lvl1pPr>
            <a:lvl2pPr marL="557213" indent="-214313">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lvl="1" eaLnBrk="1" hangingPunct="1">
              <a:lnSpc>
                <a:spcPts val="2600"/>
              </a:lnSpc>
              <a:spcBef>
                <a:spcPct val="20000"/>
              </a:spcBef>
              <a:buSzPct val="100000"/>
              <a:buFont typeface="Wingdings" panose="05000000000000000000" pitchFamily="2" charset="2"/>
              <a:buChar char="Ø"/>
            </a:pPr>
            <a:endParaRPr lang="zh-CN" altLang="en-US" sz="1800">
              <a:solidFill>
                <a:prstClr val="black"/>
              </a:solidFill>
              <a:ea typeface="楷体" panose="02010609060101010101" pitchFamily="49" charset="-122"/>
              <a:cs typeface="Times New Roman" panose="02020603050405020304" pitchFamily="18" charset="0"/>
            </a:endParaRPr>
          </a:p>
        </p:txBody>
      </p:sp>
      <p:grpSp>
        <p:nvGrpSpPr>
          <p:cNvPr id="114691" name="Group 99"/>
          <p:cNvGrpSpPr>
            <a:grpSpLocks/>
          </p:cNvGrpSpPr>
          <p:nvPr/>
        </p:nvGrpSpPr>
        <p:grpSpPr bwMode="auto">
          <a:xfrm>
            <a:off x="6227763" y="96838"/>
            <a:ext cx="923925" cy="647700"/>
            <a:chOff x="975" y="2750"/>
            <a:chExt cx="776" cy="544"/>
          </a:xfrm>
        </p:grpSpPr>
        <p:sp>
          <p:nvSpPr>
            <p:cNvPr id="47" name="Rectangle 135"/>
            <p:cNvSpPr>
              <a:spLocks noChangeArrowheads="1"/>
            </p:cNvSpPr>
            <p:nvPr/>
          </p:nvSpPr>
          <p:spPr bwMode="auto">
            <a:xfrm>
              <a:off x="978" y="2775"/>
              <a:ext cx="773" cy="519"/>
            </a:xfrm>
            <a:prstGeom prst="rect">
              <a:avLst/>
            </a:prstGeom>
            <a:noFill/>
            <a:ln w="25400">
              <a:solidFill>
                <a:schemeClr val="tx2">
                  <a:lumMod val="60000"/>
                  <a:lumOff val="40000"/>
                </a:schemeClr>
              </a:solidFill>
              <a:miter lim="800000"/>
              <a:headEnd/>
              <a:tailEnd/>
            </a:ln>
          </p:spPr>
          <p:txBody>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spcBef>
                  <a:spcPct val="0"/>
                </a:spcBef>
                <a:buClrTx/>
                <a:buSzTx/>
                <a:buFontTx/>
                <a:buNone/>
                <a:defRPr/>
              </a:pPr>
              <a:endParaRPr lang="zh-CN" altLang="en-US" sz="1200" b="0">
                <a:solidFill>
                  <a:prstClr val="black"/>
                </a:solidFill>
                <a:latin typeface="Times New Roman" panose="02020603050405020304" pitchFamily="18" charset="0"/>
                <a:ea typeface="楷体_GB2312" pitchFamily="49" charset="-122"/>
                <a:cs typeface="Times New Roman" panose="02020603050405020304" pitchFamily="18" charset="0"/>
              </a:endParaRPr>
            </a:p>
          </p:txBody>
        </p:sp>
        <p:sp>
          <p:nvSpPr>
            <p:cNvPr id="114731" name="Rectangle 136"/>
            <p:cNvSpPr>
              <a:spLocks noChangeArrowheads="1"/>
            </p:cNvSpPr>
            <p:nvPr/>
          </p:nvSpPr>
          <p:spPr bwMode="auto">
            <a:xfrm>
              <a:off x="975" y="2750"/>
              <a:ext cx="774"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1200" i="1">
                  <a:solidFill>
                    <a:prstClr val="black"/>
                  </a:solidFill>
                  <a:cs typeface="Times New Roman" panose="02020603050405020304" pitchFamily="18" charset="0"/>
                </a:rPr>
                <a:t>s</a:t>
              </a:r>
            </a:p>
          </p:txBody>
        </p:sp>
        <p:sp>
          <p:nvSpPr>
            <p:cNvPr id="114732" name="Rectangle 137"/>
            <p:cNvSpPr>
              <a:spLocks noChangeArrowheads="1"/>
            </p:cNvSpPr>
            <p:nvPr/>
          </p:nvSpPr>
          <p:spPr bwMode="auto">
            <a:xfrm>
              <a:off x="975" y="3113"/>
              <a:ext cx="775"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1200" i="1">
                  <a:solidFill>
                    <a:prstClr val="black"/>
                  </a:solidFill>
                  <a:cs typeface="Times New Roman" panose="02020603050405020304" pitchFamily="18" charset="0"/>
                </a:rPr>
                <a:t>a</a:t>
              </a:r>
            </a:p>
          </p:txBody>
        </p:sp>
        <p:sp>
          <p:nvSpPr>
            <p:cNvPr id="114733" name="Rectangle 138"/>
            <p:cNvSpPr>
              <a:spLocks noChangeArrowheads="1"/>
            </p:cNvSpPr>
            <p:nvPr/>
          </p:nvSpPr>
          <p:spPr bwMode="auto">
            <a:xfrm>
              <a:off x="975" y="2931"/>
              <a:ext cx="775"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zh-CN" altLang="en-US" sz="1200">
                  <a:solidFill>
                    <a:prstClr val="black"/>
                  </a:solidFill>
                  <a:latin typeface="楷体" panose="02010609060101010101" pitchFamily="49" charset="-122"/>
                  <a:ea typeface="楷体" panose="02010609060101010101" pitchFamily="49" charset="-122"/>
                  <a:cs typeface="Times New Roman" panose="02020603050405020304" pitchFamily="18" charset="0"/>
                </a:rPr>
                <a:t>访问链</a:t>
              </a:r>
            </a:p>
          </p:txBody>
        </p:sp>
        <p:sp>
          <p:nvSpPr>
            <p:cNvPr id="51" name="Line 139"/>
            <p:cNvSpPr>
              <a:spLocks noChangeShapeType="1"/>
            </p:cNvSpPr>
            <p:nvPr/>
          </p:nvSpPr>
          <p:spPr bwMode="auto">
            <a:xfrm flipV="1">
              <a:off x="975" y="2931"/>
              <a:ext cx="745" cy="1"/>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52" name="Line 140"/>
            <p:cNvSpPr>
              <a:spLocks noChangeShapeType="1"/>
            </p:cNvSpPr>
            <p:nvPr/>
          </p:nvSpPr>
          <p:spPr bwMode="auto">
            <a:xfrm flipV="1">
              <a:off x="975" y="3113"/>
              <a:ext cx="725" cy="1"/>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grpSp>
      <p:grpSp>
        <p:nvGrpSpPr>
          <p:cNvPr id="114692" name="Group 99"/>
          <p:cNvGrpSpPr>
            <a:grpSpLocks/>
          </p:cNvGrpSpPr>
          <p:nvPr/>
        </p:nvGrpSpPr>
        <p:grpSpPr bwMode="auto">
          <a:xfrm>
            <a:off x="6234113" y="723900"/>
            <a:ext cx="954087" cy="636588"/>
            <a:chOff x="948" y="2750"/>
            <a:chExt cx="802" cy="534"/>
          </a:xfrm>
        </p:grpSpPr>
        <p:sp>
          <p:nvSpPr>
            <p:cNvPr id="54" name="Rectangle 135"/>
            <p:cNvSpPr>
              <a:spLocks noChangeArrowheads="1"/>
            </p:cNvSpPr>
            <p:nvPr/>
          </p:nvSpPr>
          <p:spPr bwMode="auto">
            <a:xfrm>
              <a:off x="948" y="2765"/>
              <a:ext cx="773" cy="519"/>
            </a:xfrm>
            <a:prstGeom prst="rect">
              <a:avLst/>
            </a:prstGeom>
            <a:noFill/>
            <a:ln w="25400">
              <a:solidFill>
                <a:schemeClr val="tx2">
                  <a:lumMod val="60000"/>
                  <a:lumOff val="40000"/>
                </a:schemeClr>
              </a:solidFill>
              <a:miter lim="800000"/>
              <a:headEnd/>
              <a:tailEnd/>
            </a:ln>
          </p:spPr>
          <p:txBody>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spcBef>
                  <a:spcPct val="0"/>
                </a:spcBef>
                <a:buClrTx/>
                <a:buSzTx/>
                <a:buFontTx/>
                <a:buNone/>
                <a:defRPr/>
              </a:pPr>
              <a:endParaRPr lang="zh-CN" altLang="en-US" sz="1200" b="0">
                <a:solidFill>
                  <a:prstClr val="black"/>
                </a:solidFill>
                <a:latin typeface="Times New Roman" panose="02020603050405020304" pitchFamily="18" charset="0"/>
                <a:ea typeface="楷体_GB2312" pitchFamily="49" charset="-122"/>
                <a:cs typeface="Times New Roman" panose="02020603050405020304" pitchFamily="18" charset="0"/>
              </a:endParaRPr>
            </a:p>
          </p:txBody>
        </p:sp>
        <p:sp>
          <p:nvSpPr>
            <p:cNvPr id="114725" name="Rectangle 136"/>
            <p:cNvSpPr>
              <a:spLocks noChangeArrowheads="1"/>
            </p:cNvSpPr>
            <p:nvPr/>
          </p:nvSpPr>
          <p:spPr bwMode="auto">
            <a:xfrm>
              <a:off x="975" y="2750"/>
              <a:ext cx="774"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buFont typeface="Symbol" panose="05050102010706020507" pitchFamily="18" charset="2"/>
                <a:buNone/>
              </a:pPr>
              <a:r>
                <a:rPr lang="en-US" altLang="zh-CN" sz="1200" i="1">
                  <a:solidFill>
                    <a:prstClr val="black"/>
                  </a:solidFill>
                  <a:cs typeface="Times New Roman" panose="02020603050405020304" pitchFamily="18" charset="0"/>
                </a:rPr>
                <a:t>q</a:t>
              </a:r>
              <a:r>
                <a:rPr lang="en-US" altLang="zh-CN" sz="1200">
                  <a:solidFill>
                    <a:prstClr val="black"/>
                  </a:solidFill>
                  <a:cs typeface="Times New Roman" panose="02020603050405020304" pitchFamily="18" charset="0"/>
                </a:rPr>
                <a:t> (1, 9)</a:t>
              </a:r>
            </a:p>
          </p:txBody>
        </p:sp>
        <p:sp>
          <p:nvSpPr>
            <p:cNvPr id="114726" name="Rectangle 137"/>
            <p:cNvSpPr>
              <a:spLocks noChangeArrowheads="1"/>
            </p:cNvSpPr>
            <p:nvPr/>
          </p:nvSpPr>
          <p:spPr bwMode="auto">
            <a:xfrm>
              <a:off x="975" y="3113"/>
              <a:ext cx="775"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1200" i="1">
                  <a:solidFill>
                    <a:prstClr val="black"/>
                  </a:solidFill>
                  <a:cs typeface="Times New Roman" panose="02020603050405020304" pitchFamily="18" charset="0"/>
                </a:rPr>
                <a:t>v</a:t>
              </a:r>
            </a:p>
          </p:txBody>
        </p:sp>
        <p:sp>
          <p:nvSpPr>
            <p:cNvPr id="114727" name="Rectangle 138"/>
            <p:cNvSpPr>
              <a:spLocks noChangeArrowheads="1"/>
            </p:cNvSpPr>
            <p:nvPr/>
          </p:nvSpPr>
          <p:spPr bwMode="auto">
            <a:xfrm>
              <a:off x="975" y="2931"/>
              <a:ext cx="775"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zh-CN" altLang="en-US" sz="1200">
                  <a:solidFill>
                    <a:prstClr val="black"/>
                  </a:solidFill>
                  <a:latin typeface="楷体" panose="02010609060101010101" pitchFamily="49" charset="-122"/>
                  <a:ea typeface="楷体" panose="02010609060101010101" pitchFamily="49" charset="-122"/>
                  <a:cs typeface="Times New Roman" panose="02020603050405020304" pitchFamily="18" charset="0"/>
                </a:rPr>
                <a:t>访问链</a:t>
              </a:r>
            </a:p>
          </p:txBody>
        </p:sp>
        <p:sp>
          <p:nvSpPr>
            <p:cNvPr id="58" name="Line 139"/>
            <p:cNvSpPr>
              <a:spLocks noChangeShapeType="1"/>
            </p:cNvSpPr>
            <p:nvPr/>
          </p:nvSpPr>
          <p:spPr bwMode="auto">
            <a:xfrm flipV="1">
              <a:off x="975" y="2931"/>
              <a:ext cx="746" cy="1"/>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59" name="Line 140"/>
            <p:cNvSpPr>
              <a:spLocks noChangeShapeType="1"/>
            </p:cNvSpPr>
            <p:nvPr/>
          </p:nvSpPr>
          <p:spPr bwMode="auto">
            <a:xfrm flipV="1">
              <a:off x="975" y="3114"/>
              <a:ext cx="726" cy="0"/>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grpSp>
      <p:grpSp>
        <p:nvGrpSpPr>
          <p:cNvPr id="114693" name="Group 99"/>
          <p:cNvGrpSpPr>
            <a:grpSpLocks/>
          </p:cNvGrpSpPr>
          <p:nvPr/>
        </p:nvGrpSpPr>
        <p:grpSpPr bwMode="auto">
          <a:xfrm>
            <a:off x="6234113" y="1360488"/>
            <a:ext cx="954087" cy="635000"/>
            <a:chOff x="948" y="2750"/>
            <a:chExt cx="802" cy="534"/>
          </a:xfrm>
        </p:grpSpPr>
        <p:sp>
          <p:nvSpPr>
            <p:cNvPr id="61" name="Rectangle 135"/>
            <p:cNvSpPr>
              <a:spLocks noChangeArrowheads="1"/>
            </p:cNvSpPr>
            <p:nvPr/>
          </p:nvSpPr>
          <p:spPr bwMode="auto">
            <a:xfrm>
              <a:off x="948" y="2765"/>
              <a:ext cx="773" cy="519"/>
            </a:xfrm>
            <a:prstGeom prst="rect">
              <a:avLst/>
            </a:prstGeom>
            <a:noFill/>
            <a:ln w="25400">
              <a:solidFill>
                <a:schemeClr val="tx2">
                  <a:lumMod val="60000"/>
                  <a:lumOff val="40000"/>
                </a:schemeClr>
              </a:solidFill>
              <a:miter lim="800000"/>
              <a:headEnd/>
              <a:tailEnd/>
            </a:ln>
          </p:spPr>
          <p:txBody>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spcBef>
                  <a:spcPct val="0"/>
                </a:spcBef>
                <a:buClrTx/>
                <a:buSzTx/>
                <a:buFontTx/>
                <a:buNone/>
                <a:defRPr/>
              </a:pPr>
              <a:endParaRPr lang="zh-CN" altLang="en-US" sz="1200" b="0">
                <a:solidFill>
                  <a:prstClr val="black"/>
                </a:solidFill>
                <a:latin typeface="Times New Roman" panose="02020603050405020304" pitchFamily="18" charset="0"/>
                <a:ea typeface="楷体_GB2312" pitchFamily="49" charset="-122"/>
                <a:cs typeface="Times New Roman" panose="02020603050405020304" pitchFamily="18" charset="0"/>
              </a:endParaRPr>
            </a:p>
          </p:txBody>
        </p:sp>
        <p:sp>
          <p:nvSpPr>
            <p:cNvPr id="114719" name="Rectangle 136"/>
            <p:cNvSpPr>
              <a:spLocks noChangeArrowheads="1"/>
            </p:cNvSpPr>
            <p:nvPr/>
          </p:nvSpPr>
          <p:spPr bwMode="auto">
            <a:xfrm>
              <a:off x="975" y="2750"/>
              <a:ext cx="774"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buFont typeface="Symbol" panose="05050102010706020507" pitchFamily="18" charset="2"/>
                <a:buNone/>
              </a:pPr>
              <a:r>
                <a:rPr lang="en-US" altLang="zh-CN" sz="1200" i="1">
                  <a:solidFill>
                    <a:prstClr val="black"/>
                  </a:solidFill>
                  <a:cs typeface="Times New Roman" panose="02020603050405020304" pitchFamily="18" charset="0"/>
                </a:rPr>
                <a:t>q</a:t>
              </a:r>
              <a:r>
                <a:rPr lang="en-US" altLang="zh-CN" sz="1200">
                  <a:solidFill>
                    <a:prstClr val="black"/>
                  </a:solidFill>
                  <a:cs typeface="Times New Roman" panose="02020603050405020304" pitchFamily="18" charset="0"/>
                </a:rPr>
                <a:t> (1, 3)</a:t>
              </a:r>
            </a:p>
          </p:txBody>
        </p:sp>
        <p:sp>
          <p:nvSpPr>
            <p:cNvPr id="114720" name="Rectangle 137"/>
            <p:cNvSpPr>
              <a:spLocks noChangeArrowheads="1"/>
            </p:cNvSpPr>
            <p:nvPr/>
          </p:nvSpPr>
          <p:spPr bwMode="auto">
            <a:xfrm>
              <a:off x="975" y="3113"/>
              <a:ext cx="775"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1200" i="1">
                  <a:solidFill>
                    <a:prstClr val="black"/>
                  </a:solidFill>
                  <a:cs typeface="Times New Roman" panose="02020603050405020304" pitchFamily="18" charset="0"/>
                </a:rPr>
                <a:t>v</a:t>
              </a:r>
            </a:p>
          </p:txBody>
        </p:sp>
        <p:sp>
          <p:nvSpPr>
            <p:cNvPr id="114721" name="Rectangle 138"/>
            <p:cNvSpPr>
              <a:spLocks noChangeArrowheads="1"/>
            </p:cNvSpPr>
            <p:nvPr/>
          </p:nvSpPr>
          <p:spPr bwMode="auto">
            <a:xfrm>
              <a:off x="975" y="2931"/>
              <a:ext cx="775"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zh-CN" altLang="en-US" sz="1200">
                  <a:solidFill>
                    <a:prstClr val="black"/>
                  </a:solidFill>
                  <a:latin typeface="楷体" panose="02010609060101010101" pitchFamily="49" charset="-122"/>
                  <a:ea typeface="楷体" panose="02010609060101010101" pitchFamily="49" charset="-122"/>
                  <a:cs typeface="Times New Roman" panose="02020603050405020304" pitchFamily="18" charset="0"/>
                </a:rPr>
                <a:t>访问链</a:t>
              </a:r>
            </a:p>
          </p:txBody>
        </p:sp>
        <p:sp>
          <p:nvSpPr>
            <p:cNvPr id="65" name="Line 139"/>
            <p:cNvSpPr>
              <a:spLocks noChangeShapeType="1"/>
            </p:cNvSpPr>
            <p:nvPr/>
          </p:nvSpPr>
          <p:spPr bwMode="auto">
            <a:xfrm flipV="1">
              <a:off x="975" y="2932"/>
              <a:ext cx="746" cy="0"/>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66" name="Line 140"/>
            <p:cNvSpPr>
              <a:spLocks noChangeShapeType="1"/>
            </p:cNvSpPr>
            <p:nvPr/>
          </p:nvSpPr>
          <p:spPr bwMode="auto">
            <a:xfrm flipV="1">
              <a:off x="975" y="3113"/>
              <a:ext cx="726" cy="1"/>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grpSp>
      <p:grpSp>
        <p:nvGrpSpPr>
          <p:cNvPr id="114694" name="Group 99"/>
          <p:cNvGrpSpPr>
            <a:grpSpLocks/>
          </p:cNvGrpSpPr>
          <p:nvPr/>
        </p:nvGrpSpPr>
        <p:grpSpPr bwMode="auto">
          <a:xfrm>
            <a:off x="6234113" y="2008188"/>
            <a:ext cx="954087" cy="635000"/>
            <a:chOff x="948" y="2750"/>
            <a:chExt cx="802" cy="534"/>
          </a:xfrm>
        </p:grpSpPr>
        <p:sp>
          <p:nvSpPr>
            <p:cNvPr id="68" name="Rectangle 135"/>
            <p:cNvSpPr>
              <a:spLocks noChangeArrowheads="1"/>
            </p:cNvSpPr>
            <p:nvPr/>
          </p:nvSpPr>
          <p:spPr bwMode="auto">
            <a:xfrm>
              <a:off x="948" y="2765"/>
              <a:ext cx="773" cy="519"/>
            </a:xfrm>
            <a:prstGeom prst="rect">
              <a:avLst/>
            </a:prstGeom>
            <a:noFill/>
            <a:ln w="25400">
              <a:solidFill>
                <a:schemeClr val="tx2">
                  <a:lumMod val="60000"/>
                  <a:lumOff val="40000"/>
                </a:schemeClr>
              </a:solidFill>
              <a:miter lim="800000"/>
              <a:headEnd/>
              <a:tailEnd/>
            </a:ln>
          </p:spPr>
          <p:txBody>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spcBef>
                  <a:spcPct val="0"/>
                </a:spcBef>
                <a:buClrTx/>
                <a:buSzTx/>
                <a:buFontTx/>
                <a:buNone/>
                <a:defRPr/>
              </a:pPr>
              <a:endParaRPr lang="zh-CN" altLang="en-US" sz="1200" b="0">
                <a:solidFill>
                  <a:prstClr val="black"/>
                </a:solidFill>
                <a:latin typeface="Times New Roman" panose="02020603050405020304" pitchFamily="18" charset="0"/>
                <a:ea typeface="楷体_GB2312" pitchFamily="49" charset="-122"/>
                <a:cs typeface="Times New Roman" panose="02020603050405020304" pitchFamily="18" charset="0"/>
              </a:endParaRPr>
            </a:p>
          </p:txBody>
        </p:sp>
        <p:sp>
          <p:nvSpPr>
            <p:cNvPr id="114713" name="Rectangle 136"/>
            <p:cNvSpPr>
              <a:spLocks noChangeArrowheads="1"/>
            </p:cNvSpPr>
            <p:nvPr/>
          </p:nvSpPr>
          <p:spPr bwMode="auto">
            <a:xfrm>
              <a:off x="975" y="2750"/>
              <a:ext cx="774"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buFont typeface="Symbol" panose="05050102010706020507" pitchFamily="18" charset="2"/>
                <a:buNone/>
              </a:pPr>
              <a:r>
                <a:rPr lang="en-US" altLang="zh-CN" sz="1200" i="1">
                  <a:solidFill>
                    <a:prstClr val="black"/>
                  </a:solidFill>
                  <a:cs typeface="Times New Roman" panose="02020603050405020304" pitchFamily="18" charset="0"/>
                </a:rPr>
                <a:t>p</a:t>
              </a:r>
              <a:r>
                <a:rPr lang="en-US" altLang="zh-CN" sz="1200">
                  <a:solidFill>
                    <a:prstClr val="black"/>
                  </a:solidFill>
                  <a:cs typeface="Times New Roman" panose="02020603050405020304" pitchFamily="18" charset="0"/>
                </a:rPr>
                <a:t> (1, 3)</a:t>
              </a:r>
            </a:p>
          </p:txBody>
        </p:sp>
        <p:sp>
          <p:nvSpPr>
            <p:cNvPr id="114714" name="Rectangle 137"/>
            <p:cNvSpPr>
              <a:spLocks noChangeArrowheads="1"/>
            </p:cNvSpPr>
            <p:nvPr/>
          </p:nvSpPr>
          <p:spPr bwMode="auto">
            <a:xfrm>
              <a:off x="975" y="3113"/>
              <a:ext cx="775"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1200" i="1">
                  <a:solidFill>
                    <a:prstClr val="black"/>
                  </a:solidFill>
                  <a:cs typeface="Times New Roman" panose="02020603050405020304" pitchFamily="18" charset="0"/>
                </a:rPr>
                <a:t>i, j</a:t>
              </a:r>
            </a:p>
          </p:txBody>
        </p:sp>
        <p:sp>
          <p:nvSpPr>
            <p:cNvPr id="114715" name="Rectangle 138"/>
            <p:cNvSpPr>
              <a:spLocks noChangeArrowheads="1"/>
            </p:cNvSpPr>
            <p:nvPr/>
          </p:nvSpPr>
          <p:spPr bwMode="auto">
            <a:xfrm>
              <a:off x="975" y="2931"/>
              <a:ext cx="775"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zh-CN" altLang="en-US" sz="1200">
                  <a:solidFill>
                    <a:prstClr val="black"/>
                  </a:solidFill>
                  <a:latin typeface="楷体" panose="02010609060101010101" pitchFamily="49" charset="-122"/>
                  <a:ea typeface="楷体" panose="02010609060101010101" pitchFamily="49" charset="-122"/>
                  <a:cs typeface="Times New Roman" panose="02020603050405020304" pitchFamily="18" charset="0"/>
                </a:rPr>
                <a:t>访问链</a:t>
              </a:r>
            </a:p>
          </p:txBody>
        </p:sp>
        <p:sp>
          <p:nvSpPr>
            <p:cNvPr id="72" name="Line 139"/>
            <p:cNvSpPr>
              <a:spLocks noChangeShapeType="1"/>
            </p:cNvSpPr>
            <p:nvPr/>
          </p:nvSpPr>
          <p:spPr bwMode="auto">
            <a:xfrm flipV="1">
              <a:off x="975" y="2932"/>
              <a:ext cx="746" cy="0"/>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73" name="Line 140"/>
            <p:cNvSpPr>
              <a:spLocks noChangeShapeType="1"/>
            </p:cNvSpPr>
            <p:nvPr/>
          </p:nvSpPr>
          <p:spPr bwMode="auto">
            <a:xfrm flipV="1">
              <a:off x="975" y="3113"/>
              <a:ext cx="726" cy="1"/>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grpSp>
      <p:sp>
        <p:nvSpPr>
          <p:cNvPr id="114695" name="Freeform 56"/>
          <p:cNvSpPr>
            <a:spLocks/>
          </p:cNvSpPr>
          <p:nvPr/>
        </p:nvSpPr>
        <p:spPr bwMode="auto">
          <a:xfrm rot="-511685">
            <a:off x="7154863" y="1808163"/>
            <a:ext cx="247650" cy="520700"/>
          </a:xfrm>
          <a:custGeom>
            <a:avLst/>
            <a:gdLst>
              <a:gd name="T0" fmla="*/ 0 w 358"/>
              <a:gd name="T1" fmla="*/ 2147483646 h 930"/>
              <a:gd name="T2" fmla="*/ 2147483646 w 358"/>
              <a:gd name="T3" fmla="*/ 2147483646 h 930"/>
              <a:gd name="T4" fmla="*/ 2147483646 w 358"/>
              <a:gd name="T5" fmla="*/ 2147483646 h 930"/>
              <a:gd name="T6" fmla="*/ 2147483646 w 358"/>
              <a:gd name="T7" fmla="*/ 2147483646 h 930"/>
              <a:gd name="T8" fmla="*/ 2147483646 w 358"/>
              <a:gd name="T9" fmla="*/ 0 h 930"/>
              <a:gd name="T10" fmla="*/ 0 60000 65536"/>
              <a:gd name="T11" fmla="*/ 0 60000 65536"/>
              <a:gd name="T12" fmla="*/ 0 60000 65536"/>
              <a:gd name="T13" fmla="*/ 0 60000 65536"/>
              <a:gd name="T14" fmla="*/ 0 60000 65536"/>
              <a:gd name="T15" fmla="*/ 0 w 358"/>
              <a:gd name="T16" fmla="*/ 0 h 930"/>
              <a:gd name="T17" fmla="*/ 358 w 358"/>
              <a:gd name="T18" fmla="*/ 930 h 930"/>
            </a:gdLst>
            <a:ahLst/>
            <a:cxnLst>
              <a:cxn ang="T10">
                <a:pos x="T0" y="T1"/>
              </a:cxn>
              <a:cxn ang="T11">
                <a:pos x="T2" y="T3"/>
              </a:cxn>
              <a:cxn ang="T12">
                <a:pos x="T4" y="T5"/>
              </a:cxn>
              <a:cxn ang="T13">
                <a:pos x="T6" y="T7"/>
              </a:cxn>
              <a:cxn ang="T14">
                <a:pos x="T8" y="T9"/>
              </a:cxn>
            </a:cxnLst>
            <a:rect l="T15" t="T16" r="T17" b="T18"/>
            <a:pathLst>
              <a:path w="358" h="930">
                <a:moveTo>
                  <a:pt x="0" y="930"/>
                </a:moveTo>
                <a:cubicBezTo>
                  <a:pt x="38" y="910"/>
                  <a:pt x="167" y="873"/>
                  <a:pt x="225" y="810"/>
                </a:cubicBezTo>
                <a:cubicBezTo>
                  <a:pt x="283" y="747"/>
                  <a:pt x="332" y="653"/>
                  <a:pt x="345" y="555"/>
                </a:cubicBezTo>
                <a:cubicBezTo>
                  <a:pt x="358" y="457"/>
                  <a:pt x="337" y="317"/>
                  <a:pt x="300" y="225"/>
                </a:cubicBezTo>
                <a:cubicBezTo>
                  <a:pt x="263" y="133"/>
                  <a:pt x="158" y="47"/>
                  <a:pt x="120" y="0"/>
                </a:cubicBezTo>
              </a:path>
            </a:pathLst>
          </a:custGeom>
          <a:noFill/>
          <a:ln w="25400">
            <a:solidFill>
              <a:srgbClr val="FF0000"/>
            </a:solidFill>
            <a:round/>
            <a:headEnd/>
            <a:tailEnd type="triangle" w="med" len="lg"/>
          </a:ln>
          <a:extLst>
            <a:ext uri="{909E8E84-426E-40DD-AFC4-6F175D3DCCD1}">
              <a14:hiddenFill xmlns:a14="http://schemas.microsoft.com/office/drawing/2010/main">
                <a:solidFill>
                  <a:srgbClr val="FFFFFF"/>
                </a:solid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14696" name="Freeform 56"/>
          <p:cNvSpPr>
            <a:spLocks/>
          </p:cNvSpPr>
          <p:nvPr/>
        </p:nvSpPr>
        <p:spPr bwMode="auto">
          <a:xfrm rot="-511685">
            <a:off x="7153275" y="530225"/>
            <a:ext cx="128588" cy="496888"/>
          </a:xfrm>
          <a:custGeom>
            <a:avLst/>
            <a:gdLst>
              <a:gd name="T0" fmla="*/ 0 w 358"/>
              <a:gd name="T1" fmla="*/ 2147483646 h 930"/>
              <a:gd name="T2" fmla="*/ 2147483646 w 358"/>
              <a:gd name="T3" fmla="*/ 2147483646 h 930"/>
              <a:gd name="T4" fmla="*/ 2147483646 w 358"/>
              <a:gd name="T5" fmla="*/ 2147483646 h 930"/>
              <a:gd name="T6" fmla="*/ 2147483646 w 358"/>
              <a:gd name="T7" fmla="*/ 2147483646 h 930"/>
              <a:gd name="T8" fmla="*/ 2147483646 w 358"/>
              <a:gd name="T9" fmla="*/ 0 h 930"/>
              <a:gd name="T10" fmla="*/ 0 60000 65536"/>
              <a:gd name="T11" fmla="*/ 0 60000 65536"/>
              <a:gd name="T12" fmla="*/ 0 60000 65536"/>
              <a:gd name="T13" fmla="*/ 0 60000 65536"/>
              <a:gd name="T14" fmla="*/ 0 60000 65536"/>
              <a:gd name="T15" fmla="*/ 0 w 358"/>
              <a:gd name="T16" fmla="*/ 0 h 930"/>
              <a:gd name="T17" fmla="*/ 358 w 358"/>
              <a:gd name="T18" fmla="*/ 930 h 930"/>
            </a:gdLst>
            <a:ahLst/>
            <a:cxnLst>
              <a:cxn ang="T10">
                <a:pos x="T0" y="T1"/>
              </a:cxn>
              <a:cxn ang="T11">
                <a:pos x="T2" y="T3"/>
              </a:cxn>
              <a:cxn ang="T12">
                <a:pos x="T4" y="T5"/>
              </a:cxn>
              <a:cxn ang="T13">
                <a:pos x="T6" y="T7"/>
              </a:cxn>
              <a:cxn ang="T14">
                <a:pos x="T8" y="T9"/>
              </a:cxn>
            </a:cxnLst>
            <a:rect l="T15" t="T16" r="T17" b="T18"/>
            <a:pathLst>
              <a:path w="358" h="930">
                <a:moveTo>
                  <a:pt x="0" y="930"/>
                </a:moveTo>
                <a:cubicBezTo>
                  <a:pt x="38" y="910"/>
                  <a:pt x="167" y="873"/>
                  <a:pt x="225" y="810"/>
                </a:cubicBezTo>
                <a:cubicBezTo>
                  <a:pt x="283" y="747"/>
                  <a:pt x="332" y="653"/>
                  <a:pt x="345" y="555"/>
                </a:cubicBezTo>
                <a:cubicBezTo>
                  <a:pt x="358" y="457"/>
                  <a:pt x="337" y="317"/>
                  <a:pt x="300" y="225"/>
                </a:cubicBezTo>
                <a:cubicBezTo>
                  <a:pt x="263" y="133"/>
                  <a:pt x="158" y="47"/>
                  <a:pt x="120" y="0"/>
                </a:cubicBezTo>
              </a:path>
            </a:pathLst>
          </a:custGeom>
          <a:noFill/>
          <a:ln w="25400">
            <a:solidFill>
              <a:srgbClr val="FF0000"/>
            </a:solidFill>
            <a:round/>
            <a:headEnd/>
            <a:tailEnd type="triangle" w="med" len="lg"/>
          </a:ln>
          <a:extLst>
            <a:ext uri="{909E8E84-426E-40DD-AFC4-6F175D3DCCD1}">
              <a14:hiddenFill xmlns:a14="http://schemas.microsoft.com/office/drawing/2010/main">
                <a:solidFill>
                  <a:srgbClr val="FFFFFF"/>
                </a:solid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nvGrpSpPr>
          <p:cNvPr id="114697" name="Group 99"/>
          <p:cNvGrpSpPr>
            <a:grpSpLocks/>
          </p:cNvGrpSpPr>
          <p:nvPr/>
        </p:nvGrpSpPr>
        <p:grpSpPr bwMode="auto">
          <a:xfrm>
            <a:off x="6234113" y="2655888"/>
            <a:ext cx="954087" cy="636587"/>
            <a:chOff x="948" y="2750"/>
            <a:chExt cx="802" cy="534"/>
          </a:xfrm>
        </p:grpSpPr>
        <p:sp>
          <p:nvSpPr>
            <p:cNvPr id="77" name="Rectangle 135"/>
            <p:cNvSpPr>
              <a:spLocks noChangeArrowheads="1"/>
            </p:cNvSpPr>
            <p:nvPr/>
          </p:nvSpPr>
          <p:spPr bwMode="auto">
            <a:xfrm>
              <a:off x="948" y="2765"/>
              <a:ext cx="773" cy="519"/>
            </a:xfrm>
            <a:prstGeom prst="rect">
              <a:avLst/>
            </a:prstGeom>
            <a:noFill/>
            <a:ln w="25400">
              <a:solidFill>
                <a:schemeClr val="tx2">
                  <a:lumMod val="60000"/>
                  <a:lumOff val="40000"/>
                </a:schemeClr>
              </a:solidFill>
              <a:miter lim="800000"/>
              <a:headEnd/>
              <a:tailEnd/>
            </a:ln>
          </p:spPr>
          <p:txBody>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spcBef>
                  <a:spcPct val="0"/>
                </a:spcBef>
                <a:buClrTx/>
                <a:buSzTx/>
                <a:buFontTx/>
                <a:buNone/>
                <a:defRPr/>
              </a:pPr>
              <a:endParaRPr lang="zh-CN" altLang="en-US" sz="1200" b="0">
                <a:solidFill>
                  <a:prstClr val="black"/>
                </a:solidFill>
                <a:latin typeface="Times New Roman" panose="02020603050405020304" pitchFamily="18" charset="0"/>
                <a:ea typeface="楷体_GB2312" pitchFamily="49" charset="-122"/>
                <a:cs typeface="Times New Roman" panose="02020603050405020304" pitchFamily="18" charset="0"/>
              </a:endParaRPr>
            </a:p>
          </p:txBody>
        </p:sp>
        <p:sp>
          <p:nvSpPr>
            <p:cNvPr id="114707" name="Rectangle 136"/>
            <p:cNvSpPr>
              <a:spLocks noChangeArrowheads="1"/>
            </p:cNvSpPr>
            <p:nvPr/>
          </p:nvSpPr>
          <p:spPr bwMode="auto">
            <a:xfrm>
              <a:off x="975" y="2750"/>
              <a:ext cx="774"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buFont typeface="Symbol" panose="05050102010706020507" pitchFamily="18" charset="2"/>
                <a:buNone/>
              </a:pPr>
              <a:r>
                <a:rPr lang="en-US" altLang="zh-CN" sz="1200" i="1">
                  <a:solidFill>
                    <a:prstClr val="black"/>
                  </a:solidFill>
                  <a:cs typeface="Times New Roman" panose="02020603050405020304" pitchFamily="18" charset="0"/>
                </a:rPr>
                <a:t>e</a:t>
              </a:r>
              <a:endParaRPr lang="en-US" altLang="zh-CN" sz="1200">
                <a:solidFill>
                  <a:prstClr val="black"/>
                </a:solidFill>
                <a:cs typeface="Times New Roman" panose="02020603050405020304" pitchFamily="18" charset="0"/>
              </a:endParaRPr>
            </a:p>
          </p:txBody>
        </p:sp>
        <p:sp>
          <p:nvSpPr>
            <p:cNvPr id="114708" name="Rectangle 137"/>
            <p:cNvSpPr>
              <a:spLocks noChangeArrowheads="1"/>
            </p:cNvSpPr>
            <p:nvPr/>
          </p:nvSpPr>
          <p:spPr bwMode="auto">
            <a:xfrm>
              <a:off x="975" y="3113"/>
              <a:ext cx="775"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endParaRPr lang="en-US" altLang="zh-CN" sz="1200" i="1">
                <a:solidFill>
                  <a:prstClr val="black"/>
                </a:solidFill>
                <a:cs typeface="Times New Roman" panose="02020603050405020304" pitchFamily="18" charset="0"/>
              </a:endParaRPr>
            </a:p>
          </p:txBody>
        </p:sp>
        <p:sp>
          <p:nvSpPr>
            <p:cNvPr id="114709" name="Rectangle 138"/>
            <p:cNvSpPr>
              <a:spLocks noChangeArrowheads="1"/>
            </p:cNvSpPr>
            <p:nvPr/>
          </p:nvSpPr>
          <p:spPr bwMode="auto">
            <a:xfrm>
              <a:off x="975" y="2931"/>
              <a:ext cx="775"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zh-CN" altLang="en-US" sz="1200">
                  <a:solidFill>
                    <a:prstClr val="black"/>
                  </a:solidFill>
                  <a:latin typeface="楷体" panose="02010609060101010101" pitchFamily="49" charset="-122"/>
                  <a:ea typeface="楷体" panose="02010609060101010101" pitchFamily="49" charset="-122"/>
                  <a:cs typeface="Times New Roman" panose="02020603050405020304" pitchFamily="18" charset="0"/>
                </a:rPr>
                <a:t>访问链</a:t>
              </a:r>
            </a:p>
          </p:txBody>
        </p:sp>
        <p:sp>
          <p:nvSpPr>
            <p:cNvPr id="81" name="Line 139"/>
            <p:cNvSpPr>
              <a:spLocks noChangeShapeType="1"/>
            </p:cNvSpPr>
            <p:nvPr/>
          </p:nvSpPr>
          <p:spPr bwMode="auto">
            <a:xfrm flipV="1">
              <a:off x="975" y="2931"/>
              <a:ext cx="746" cy="1"/>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82" name="Line 140"/>
            <p:cNvSpPr>
              <a:spLocks noChangeShapeType="1"/>
            </p:cNvSpPr>
            <p:nvPr/>
          </p:nvSpPr>
          <p:spPr bwMode="auto">
            <a:xfrm flipV="1">
              <a:off x="975" y="3114"/>
              <a:ext cx="726" cy="0"/>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grpSp>
      <p:sp>
        <p:nvSpPr>
          <p:cNvPr id="83" name="任意多边形 82"/>
          <p:cNvSpPr/>
          <p:nvPr/>
        </p:nvSpPr>
        <p:spPr>
          <a:xfrm>
            <a:off x="7153275" y="506413"/>
            <a:ext cx="439738" cy="2443162"/>
          </a:xfrm>
          <a:custGeom>
            <a:avLst/>
            <a:gdLst>
              <a:gd name="connsiteX0" fmla="*/ 0 w 438897"/>
              <a:gd name="connsiteY0" fmla="*/ 2442758 h 2442758"/>
              <a:gd name="connsiteX1" fmla="*/ 421105 w 438897"/>
              <a:gd name="connsiteY1" fmla="*/ 1347884 h 2442758"/>
              <a:gd name="connsiteX2" fmla="*/ 324853 w 438897"/>
              <a:gd name="connsiteY2" fmla="*/ 192852 h 2442758"/>
              <a:gd name="connsiteX3" fmla="*/ 0 w 438897"/>
              <a:gd name="connsiteY3" fmla="*/ 12379 h 2442758"/>
            </a:gdLst>
            <a:ahLst/>
            <a:cxnLst>
              <a:cxn ang="0">
                <a:pos x="connsiteX0" y="connsiteY0"/>
              </a:cxn>
              <a:cxn ang="0">
                <a:pos x="connsiteX1" y="connsiteY1"/>
              </a:cxn>
              <a:cxn ang="0">
                <a:pos x="connsiteX2" y="connsiteY2"/>
              </a:cxn>
              <a:cxn ang="0">
                <a:pos x="connsiteX3" y="connsiteY3"/>
              </a:cxn>
            </a:cxnLst>
            <a:rect l="l" t="t" r="r" b="b"/>
            <a:pathLst>
              <a:path w="438897" h="2442758">
                <a:moveTo>
                  <a:pt x="0" y="2442758"/>
                </a:moveTo>
                <a:cubicBezTo>
                  <a:pt x="183481" y="2082813"/>
                  <a:pt x="366963" y="1722868"/>
                  <a:pt x="421105" y="1347884"/>
                </a:cubicBezTo>
                <a:cubicBezTo>
                  <a:pt x="475247" y="972900"/>
                  <a:pt x="395037" y="415436"/>
                  <a:pt x="324853" y="192852"/>
                </a:cubicBezTo>
                <a:cubicBezTo>
                  <a:pt x="254669" y="-29732"/>
                  <a:pt x="127334" y="-8677"/>
                  <a:pt x="0" y="12379"/>
                </a:cubicBezTo>
              </a:path>
            </a:pathLst>
          </a:custGeom>
          <a:noFill/>
          <a:ln w="25400">
            <a:solidFill>
              <a:schemeClr val="tx1"/>
            </a:solidFill>
            <a:tailEnd type="triangle" w="med" len="lg"/>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100">
              <a:solidFill>
                <a:prstClr val="white"/>
              </a:solidFill>
            </a:endParaRPr>
          </a:p>
        </p:txBody>
      </p:sp>
      <p:sp>
        <p:nvSpPr>
          <p:cNvPr id="84" name="任意多边形 83"/>
          <p:cNvSpPr/>
          <p:nvPr/>
        </p:nvSpPr>
        <p:spPr>
          <a:xfrm>
            <a:off x="7129463" y="519113"/>
            <a:ext cx="252412" cy="1106487"/>
          </a:xfrm>
          <a:custGeom>
            <a:avLst/>
            <a:gdLst>
              <a:gd name="connsiteX0" fmla="*/ 0 w 252896"/>
              <a:gd name="connsiteY0" fmla="*/ 1106905 h 1106905"/>
              <a:gd name="connsiteX1" fmla="*/ 252663 w 252896"/>
              <a:gd name="connsiteY1" fmla="*/ 204537 h 1106905"/>
              <a:gd name="connsiteX2" fmla="*/ 36095 w 252896"/>
              <a:gd name="connsiteY2" fmla="*/ 0 h 1106905"/>
            </a:gdLst>
            <a:ahLst/>
            <a:cxnLst>
              <a:cxn ang="0">
                <a:pos x="connsiteX0" y="connsiteY0"/>
              </a:cxn>
              <a:cxn ang="0">
                <a:pos x="connsiteX1" y="connsiteY1"/>
              </a:cxn>
              <a:cxn ang="0">
                <a:pos x="connsiteX2" y="connsiteY2"/>
              </a:cxn>
            </a:cxnLst>
            <a:rect l="l" t="t" r="r" b="b"/>
            <a:pathLst>
              <a:path w="252896" h="1106905">
                <a:moveTo>
                  <a:pt x="0" y="1106905"/>
                </a:moveTo>
                <a:cubicBezTo>
                  <a:pt x="123323" y="747963"/>
                  <a:pt x="246647" y="389021"/>
                  <a:pt x="252663" y="204537"/>
                </a:cubicBezTo>
                <a:cubicBezTo>
                  <a:pt x="258679" y="20053"/>
                  <a:pt x="147387" y="10026"/>
                  <a:pt x="36095" y="0"/>
                </a:cubicBezTo>
              </a:path>
            </a:pathLst>
          </a:custGeom>
          <a:noFill/>
          <a:ln w="25400">
            <a:solidFill>
              <a:schemeClr val="tx1"/>
            </a:solidFill>
            <a:tailEnd type="triangle" w="med" len="lg"/>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100">
              <a:solidFill>
                <a:prstClr val="white"/>
              </a:solidFill>
            </a:endParaRPr>
          </a:p>
        </p:txBody>
      </p:sp>
      <p:grpSp>
        <p:nvGrpSpPr>
          <p:cNvPr id="114700" name="组合 84"/>
          <p:cNvGrpSpPr>
            <a:grpSpLocks/>
          </p:cNvGrpSpPr>
          <p:nvPr/>
        </p:nvGrpSpPr>
        <p:grpSpPr bwMode="auto">
          <a:xfrm>
            <a:off x="6234113" y="3344863"/>
            <a:ext cx="2262187" cy="1728787"/>
            <a:chOff x="78177" y="3363243"/>
            <a:chExt cx="2261575" cy="1728787"/>
          </a:xfrm>
        </p:grpSpPr>
        <p:sp>
          <p:nvSpPr>
            <p:cNvPr id="86" name="Rectangle 4"/>
            <p:cNvSpPr>
              <a:spLocks noChangeArrowheads="1"/>
            </p:cNvSpPr>
            <p:nvPr/>
          </p:nvSpPr>
          <p:spPr bwMode="auto">
            <a:xfrm>
              <a:off x="78177" y="3363243"/>
              <a:ext cx="2261575" cy="1714500"/>
            </a:xfrm>
            <a:prstGeom prst="rect">
              <a:avLst/>
            </a:prstGeom>
            <a:solidFill>
              <a:schemeClr val="accent5">
                <a:lumMod val="60000"/>
                <a:lumOff val="40000"/>
              </a:schemeClr>
            </a:solidFill>
            <a:ln w="9525">
              <a:solidFill>
                <a:schemeClr val="tx1"/>
              </a:solidFill>
              <a:miter lim="800000"/>
              <a:headEnd/>
              <a:tailEnd/>
            </a:ln>
          </p:spPr>
          <p:txBody>
            <a:bodyPr lIns="68580" tIns="34290" rIns="68580" bIns="34290"/>
            <a:lstStyle/>
            <a:p>
              <a:pPr marL="257175" indent="-257175" eaLnBrk="1" hangingPunct="1">
                <a:lnSpc>
                  <a:spcPts val="1800"/>
                </a:lnSpc>
                <a:spcBef>
                  <a:spcPct val="20000"/>
                </a:spcBef>
                <a:buClr>
                  <a:srgbClr val="5EAEFF"/>
                </a:buClr>
                <a:buSzPct val="60000"/>
                <a:defRPr/>
              </a:pPr>
              <a:r>
                <a:rPr lang="zh-CN" altLang="en-US" sz="1200" dirty="0">
                  <a:solidFill>
                    <a:prstClr val="black"/>
                  </a:solidFill>
                  <a:latin typeface="楷体_GB2312"/>
                  <a:ea typeface="楷体_GB2312"/>
                </a:rPr>
                <a:t>	</a:t>
              </a:r>
              <a:r>
                <a:rPr lang="en-US" altLang="zh-CN" dirty="0">
                  <a:solidFill>
                    <a:srgbClr val="0000FF"/>
                  </a:solidFill>
                  <a:latin typeface="Times New Roman" panose="02020603050405020304" pitchFamily="18" charset="0"/>
                  <a:ea typeface="楷体_GB2312"/>
                  <a:cs typeface="Times New Roman" pitchFamily="18" charset="0"/>
                </a:rPr>
                <a:t>  </a:t>
              </a:r>
              <a:r>
                <a:rPr lang="zh-CN" altLang="en-US" dirty="0">
                  <a:solidFill>
                    <a:srgbClr val="0000FF"/>
                  </a:solidFill>
                  <a:latin typeface="楷体" pitchFamily="49" charset="-122"/>
                  <a:ea typeface="楷体" pitchFamily="49" charset="-122"/>
                  <a:cs typeface="Times New Roman" pitchFamily="18" charset="0"/>
                </a:rPr>
                <a:t>过程   嵌套深度</a:t>
              </a:r>
              <a:endParaRPr lang="en-US" altLang="zh-CN" dirty="0">
                <a:solidFill>
                  <a:srgbClr val="0000FF"/>
                </a:solidFill>
                <a:latin typeface="楷体" pitchFamily="49" charset="-122"/>
                <a:ea typeface="楷体" pitchFamily="49" charset="-122"/>
                <a:cs typeface="Times New Roman" pitchFamily="18" charset="0"/>
              </a:endParaRPr>
            </a:p>
            <a:p>
              <a:pPr marL="257175" indent="-257175" algn="just" eaLnBrk="1" hangingPunct="1">
                <a:lnSpc>
                  <a:spcPts val="1800"/>
                </a:lnSpc>
                <a:spcBef>
                  <a:spcPct val="20000"/>
                </a:spcBef>
                <a:buClr>
                  <a:srgbClr val="5EAEFF"/>
                </a:buClr>
                <a:buSzPct val="60000"/>
                <a:defRPr/>
              </a:pPr>
              <a:r>
                <a:rPr lang="en-US" altLang="zh-CN" i="1" dirty="0">
                  <a:solidFill>
                    <a:prstClr val="black"/>
                  </a:solidFill>
                  <a:latin typeface="Times New Roman" panose="02020603050405020304" pitchFamily="18" charset="0"/>
                  <a:ea typeface="楷体_GB2312"/>
                  <a:cs typeface="Times New Roman" pitchFamily="18" charset="0"/>
                </a:rPr>
                <a:t>sort</a:t>
              </a:r>
              <a:r>
                <a:rPr lang="en-US" altLang="zh-CN" dirty="0">
                  <a:solidFill>
                    <a:prstClr val="black"/>
                  </a:solidFill>
                  <a:latin typeface="Times New Roman" panose="02020603050405020304" pitchFamily="18" charset="0"/>
                  <a:ea typeface="楷体_GB2312"/>
                  <a:cs typeface="Times New Roman" pitchFamily="18" charset="0"/>
                </a:rPr>
                <a:t>		1</a:t>
              </a:r>
            </a:p>
            <a:p>
              <a:pPr marL="257175" indent="-257175" algn="just" eaLnBrk="1" hangingPunct="1">
                <a:lnSpc>
                  <a:spcPts val="1800"/>
                </a:lnSpc>
                <a:spcBef>
                  <a:spcPct val="20000"/>
                </a:spcBef>
                <a:buClr>
                  <a:srgbClr val="5EAEFF"/>
                </a:buClr>
                <a:buSzPct val="60000"/>
                <a:defRPr/>
              </a:pPr>
              <a:r>
                <a:rPr lang="en-US" altLang="zh-CN" dirty="0">
                  <a:solidFill>
                    <a:prstClr val="black"/>
                  </a:solidFill>
                  <a:latin typeface="Times New Roman" panose="02020603050405020304" pitchFamily="18" charset="0"/>
                  <a:ea typeface="楷体_GB2312"/>
                  <a:cs typeface="Times New Roman" pitchFamily="18" charset="0"/>
                </a:rPr>
                <a:t>   </a:t>
              </a:r>
              <a:r>
                <a:rPr lang="en-US" altLang="zh-CN" i="1" dirty="0" err="1">
                  <a:solidFill>
                    <a:prstClr val="black"/>
                  </a:solidFill>
                  <a:latin typeface="Times New Roman" panose="02020603050405020304" pitchFamily="18" charset="0"/>
                  <a:ea typeface="楷体_GB2312"/>
                  <a:cs typeface="Times New Roman" pitchFamily="18" charset="0"/>
                </a:rPr>
                <a:t>readarray</a:t>
              </a:r>
              <a:r>
                <a:rPr lang="en-US" altLang="zh-CN" i="1" dirty="0">
                  <a:solidFill>
                    <a:prstClr val="black"/>
                  </a:solidFill>
                  <a:latin typeface="Times New Roman" panose="02020603050405020304" pitchFamily="18" charset="0"/>
                  <a:ea typeface="楷体_GB2312"/>
                  <a:cs typeface="Times New Roman" pitchFamily="18" charset="0"/>
                </a:rPr>
                <a:t>	</a:t>
              </a:r>
              <a:r>
                <a:rPr lang="en-US" altLang="zh-CN" dirty="0">
                  <a:solidFill>
                    <a:prstClr val="black"/>
                  </a:solidFill>
                  <a:latin typeface="Times New Roman" panose="02020603050405020304" pitchFamily="18" charset="0"/>
                  <a:ea typeface="楷体_GB2312"/>
                  <a:cs typeface="Times New Roman" pitchFamily="18" charset="0"/>
                </a:rPr>
                <a:t>2</a:t>
              </a:r>
            </a:p>
            <a:p>
              <a:pPr marL="257175" indent="-257175" algn="just" eaLnBrk="1" hangingPunct="1">
                <a:lnSpc>
                  <a:spcPts val="1800"/>
                </a:lnSpc>
                <a:spcBef>
                  <a:spcPct val="20000"/>
                </a:spcBef>
                <a:buClr>
                  <a:srgbClr val="5EAEFF"/>
                </a:buClr>
                <a:buSzPct val="60000"/>
                <a:defRPr/>
              </a:pPr>
              <a:r>
                <a:rPr lang="en-US" altLang="zh-CN" dirty="0">
                  <a:solidFill>
                    <a:prstClr val="black"/>
                  </a:solidFill>
                  <a:latin typeface="Times New Roman" panose="02020603050405020304" pitchFamily="18" charset="0"/>
                  <a:ea typeface="楷体_GB2312"/>
                  <a:cs typeface="Times New Roman" pitchFamily="18" charset="0"/>
                </a:rPr>
                <a:t>   </a:t>
              </a:r>
              <a:r>
                <a:rPr lang="en-US" altLang="zh-CN" i="1" dirty="0">
                  <a:solidFill>
                    <a:prstClr val="black"/>
                  </a:solidFill>
                  <a:latin typeface="Times New Roman" panose="02020603050405020304" pitchFamily="18" charset="0"/>
                  <a:ea typeface="楷体_GB2312"/>
                  <a:cs typeface="Times New Roman" pitchFamily="18" charset="0"/>
                </a:rPr>
                <a:t>exchange</a:t>
              </a:r>
              <a:r>
                <a:rPr lang="en-US" altLang="zh-CN" dirty="0">
                  <a:solidFill>
                    <a:prstClr val="black"/>
                  </a:solidFill>
                  <a:latin typeface="Times New Roman" panose="02020603050405020304" pitchFamily="18" charset="0"/>
                  <a:ea typeface="楷体_GB2312"/>
                  <a:cs typeface="Times New Roman" pitchFamily="18" charset="0"/>
                </a:rPr>
                <a:t>	2</a:t>
              </a:r>
            </a:p>
            <a:p>
              <a:pPr marL="257175" indent="-257175" algn="just" eaLnBrk="1" hangingPunct="1">
                <a:lnSpc>
                  <a:spcPts val="1800"/>
                </a:lnSpc>
                <a:spcBef>
                  <a:spcPct val="20000"/>
                </a:spcBef>
                <a:buClr>
                  <a:srgbClr val="5EAEFF"/>
                </a:buClr>
                <a:buSzPct val="60000"/>
                <a:defRPr/>
              </a:pPr>
              <a:r>
                <a:rPr lang="en-US" altLang="zh-CN" dirty="0">
                  <a:solidFill>
                    <a:prstClr val="black"/>
                  </a:solidFill>
                  <a:latin typeface="Times New Roman" panose="02020603050405020304" pitchFamily="18" charset="0"/>
                  <a:ea typeface="楷体_GB2312"/>
                  <a:cs typeface="Times New Roman" pitchFamily="18" charset="0"/>
                </a:rPr>
                <a:t>   </a:t>
              </a:r>
              <a:r>
                <a:rPr lang="en-US" altLang="zh-CN" i="1" dirty="0">
                  <a:solidFill>
                    <a:prstClr val="black"/>
                  </a:solidFill>
                  <a:latin typeface="Times New Roman" panose="02020603050405020304" pitchFamily="18" charset="0"/>
                  <a:ea typeface="楷体_GB2312"/>
                  <a:cs typeface="Times New Roman" pitchFamily="18" charset="0"/>
                </a:rPr>
                <a:t>quicksort</a:t>
              </a:r>
              <a:r>
                <a:rPr lang="en-US" altLang="zh-CN" dirty="0">
                  <a:solidFill>
                    <a:prstClr val="black"/>
                  </a:solidFill>
                  <a:latin typeface="Times New Roman" panose="02020603050405020304" pitchFamily="18" charset="0"/>
                  <a:ea typeface="楷体_GB2312"/>
                  <a:cs typeface="Times New Roman" pitchFamily="18" charset="0"/>
                </a:rPr>
                <a:t>	2</a:t>
              </a:r>
            </a:p>
            <a:p>
              <a:pPr marL="257175" indent="-257175" algn="just" eaLnBrk="1" hangingPunct="1">
                <a:lnSpc>
                  <a:spcPts val="1800"/>
                </a:lnSpc>
                <a:spcBef>
                  <a:spcPct val="20000"/>
                </a:spcBef>
                <a:buClr>
                  <a:srgbClr val="5EAEFF"/>
                </a:buClr>
                <a:buSzPct val="60000"/>
                <a:defRPr/>
              </a:pPr>
              <a:r>
                <a:rPr lang="en-US" altLang="zh-CN" dirty="0">
                  <a:solidFill>
                    <a:prstClr val="black"/>
                  </a:solidFill>
                  <a:latin typeface="Times New Roman" panose="02020603050405020304" pitchFamily="18" charset="0"/>
                  <a:ea typeface="楷体_GB2312"/>
                  <a:cs typeface="Times New Roman" pitchFamily="18" charset="0"/>
                </a:rPr>
                <a:t>      </a:t>
              </a:r>
              <a:r>
                <a:rPr lang="en-US" altLang="zh-CN" i="1" dirty="0">
                  <a:solidFill>
                    <a:prstClr val="black"/>
                  </a:solidFill>
                  <a:latin typeface="Times New Roman" panose="02020603050405020304" pitchFamily="18" charset="0"/>
                  <a:ea typeface="楷体_GB2312"/>
                  <a:cs typeface="Times New Roman" pitchFamily="18" charset="0"/>
                </a:rPr>
                <a:t>partition</a:t>
              </a:r>
              <a:r>
                <a:rPr lang="en-US" altLang="zh-CN" dirty="0">
                  <a:solidFill>
                    <a:prstClr val="black"/>
                  </a:solidFill>
                  <a:latin typeface="Times New Roman" panose="02020603050405020304" pitchFamily="18" charset="0"/>
                  <a:ea typeface="楷体_GB2312"/>
                  <a:cs typeface="Times New Roman" pitchFamily="18" charset="0"/>
                </a:rPr>
                <a:t>	3</a:t>
              </a:r>
            </a:p>
          </p:txBody>
        </p:sp>
        <p:cxnSp>
          <p:nvCxnSpPr>
            <p:cNvPr id="87" name="直接连接符 86"/>
            <p:cNvCxnSpPr/>
            <p:nvPr/>
          </p:nvCxnSpPr>
          <p:spPr bwMode="auto">
            <a:xfrm>
              <a:off x="78177" y="3648993"/>
              <a:ext cx="226157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8" name="直接连接符 87"/>
            <p:cNvCxnSpPr/>
            <p:nvPr/>
          </p:nvCxnSpPr>
          <p:spPr bwMode="auto">
            <a:xfrm>
              <a:off x="1331963" y="3363243"/>
              <a:ext cx="0" cy="172878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4701" name="标题 1"/>
          <p:cNvSpPr>
            <a:spLocks noGrp="1"/>
          </p:cNvSpPr>
          <p:nvPr>
            <p:ph type="title"/>
          </p:nvPr>
        </p:nvSpPr>
        <p:spPr>
          <a:xfrm>
            <a:off x="755650" y="268288"/>
            <a:ext cx="7931150" cy="358775"/>
          </a:xfrm>
        </p:spPr>
        <p:txBody>
          <a:bodyPr/>
          <a:lstStyle/>
          <a:p>
            <a:r>
              <a:rPr lang="zh-CN" altLang="en-US" sz="300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访问链的建立</a:t>
            </a:r>
            <a:endParaRPr lang="zh-CN" altLang="en-US">
              <a:ea typeface="微软雅黑" panose="020B0503020204020204" pitchFamily="34" charset="-122"/>
              <a:cs typeface="Times New Roman" panose="02020603050405020304" pitchFamily="18" charset="0"/>
            </a:endParaRPr>
          </a:p>
        </p:txBody>
      </p:sp>
      <p:sp>
        <p:nvSpPr>
          <p:cNvPr id="89" name="Rectangle 2"/>
          <p:cNvSpPr>
            <a:spLocks noGrp="1" noChangeArrowheads="1"/>
          </p:cNvSpPr>
          <p:nvPr>
            <p:ph idx="1"/>
          </p:nvPr>
        </p:nvSpPr>
        <p:spPr>
          <a:xfrm>
            <a:off x="357188" y="714375"/>
            <a:ext cx="5588000" cy="3225800"/>
          </a:xfrm>
        </p:spPr>
        <p:txBody>
          <a:bodyPr/>
          <a:lstStyle/>
          <a:p>
            <a:pPr eaLnBrk="1" hangingPunct="1">
              <a:lnSpc>
                <a:spcPts val="2600"/>
              </a:lnSpc>
              <a:buClrTx/>
              <a:buFont typeface="Wingdings" pitchFamily="2" charset="2"/>
              <a:buChar char="Ø"/>
              <a:defRPr/>
            </a:pPr>
            <a:r>
              <a:rPr lang="zh-CN" altLang="en-US" sz="2000" b="1" dirty="0">
                <a:solidFill>
                  <a:schemeClr val="tx1"/>
                </a:solidFill>
                <a:cs typeface="Times New Roman" pitchFamily="18" charset="0"/>
              </a:rPr>
              <a:t>建立访问链的代码属于</a:t>
            </a:r>
            <a:r>
              <a:rPr lang="zh-CN" altLang="en-US" sz="2000" b="1" dirty="0">
                <a:solidFill>
                  <a:schemeClr val="tx2">
                    <a:lumMod val="60000"/>
                    <a:lumOff val="40000"/>
                  </a:schemeClr>
                </a:solidFill>
                <a:cs typeface="Times New Roman" pitchFamily="18" charset="0"/>
              </a:rPr>
              <a:t>调用序列</a:t>
            </a:r>
            <a:r>
              <a:rPr lang="zh-CN" altLang="en-US" sz="2000" b="1" dirty="0">
                <a:solidFill>
                  <a:schemeClr val="tx1"/>
                </a:solidFill>
                <a:cs typeface="Times New Roman" pitchFamily="18" charset="0"/>
              </a:rPr>
              <a:t>的一部分</a:t>
            </a:r>
            <a:endParaRPr lang="en-US" altLang="zh-CN" sz="2000" b="1" dirty="0">
              <a:solidFill>
                <a:schemeClr val="tx1"/>
              </a:solidFill>
              <a:cs typeface="Times New Roman" pitchFamily="18" charset="0"/>
            </a:endParaRPr>
          </a:p>
          <a:p>
            <a:pPr eaLnBrk="1" hangingPunct="1">
              <a:lnSpc>
                <a:spcPts val="2600"/>
              </a:lnSpc>
              <a:buClrTx/>
              <a:buFont typeface="Wingdings" pitchFamily="2" charset="2"/>
              <a:buChar char="Ø"/>
              <a:defRPr/>
            </a:pPr>
            <a:r>
              <a:rPr lang="zh-CN" altLang="en-US" sz="2000" b="1" dirty="0">
                <a:solidFill>
                  <a:schemeClr val="tx1"/>
                </a:solidFill>
                <a:cs typeface="Times New Roman" pitchFamily="18" charset="0"/>
              </a:rPr>
              <a:t>假设嵌套深度为</a:t>
            </a:r>
            <a:r>
              <a:rPr lang="en-US" altLang="zh-CN" sz="2000" b="1" i="1" dirty="0">
                <a:solidFill>
                  <a:schemeClr val="tx1"/>
                </a:solidFill>
                <a:ea typeface="楷体_GB2312"/>
                <a:cs typeface="Times New Roman" pitchFamily="18" charset="0"/>
              </a:rPr>
              <a:t>n</a:t>
            </a:r>
            <a:r>
              <a:rPr lang="en-US" altLang="zh-CN" sz="2000" b="1" i="1" baseline="-30000" dirty="0">
                <a:solidFill>
                  <a:schemeClr val="tx1"/>
                </a:solidFill>
                <a:ea typeface="楷体_GB2312"/>
                <a:cs typeface="Times New Roman" pitchFamily="18" charset="0"/>
              </a:rPr>
              <a:t>x</a:t>
            </a:r>
            <a:r>
              <a:rPr lang="zh-CN" altLang="en-US" sz="2000" b="1" dirty="0">
                <a:solidFill>
                  <a:schemeClr val="tx1"/>
                </a:solidFill>
                <a:cs typeface="Times New Roman" pitchFamily="18" charset="0"/>
              </a:rPr>
              <a:t>的过程</a:t>
            </a:r>
            <a:r>
              <a:rPr lang="en-US" altLang="zh-CN" sz="2000" b="1" i="1" dirty="0">
                <a:solidFill>
                  <a:schemeClr val="tx1"/>
                </a:solidFill>
                <a:cs typeface="Times New Roman" pitchFamily="18" charset="0"/>
              </a:rPr>
              <a:t>x</a:t>
            </a:r>
            <a:r>
              <a:rPr lang="zh-CN" altLang="en-US" sz="2000" b="1" dirty="0">
                <a:solidFill>
                  <a:schemeClr val="tx1"/>
                </a:solidFill>
                <a:cs typeface="Times New Roman" pitchFamily="18" charset="0"/>
              </a:rPr>
              <a:t>调用嵌套深度为</a:t>
            </a:r>
            <a:r>
              <a:rPr lang="en-US" altLang="zh-CN" sz="2000" b="1" i="1" dirty="0" err="1">
                <a:solidFill>
                  <a:schemeClr val="tx1"/>
                </a:solidFill>
                <a:ea typeface="楷体_GB2312"/>
                <a:cs typeface="楷体_GB2312"/>
              </a:rPr>
              <a:t>n</a:t>
            </a:r>
            <a:r>
              <a:rPr lang="en-US" altLang="zh-CN" sz="2000" b="1" i="1" baseline="-30000" dirty="0" err="1">
                <a:solidFill>
                  <a:schemeClr val="tx1"/>
                </a:solidFill>
                <a:ea typeface="楷体_GB2312"/>
                <a:cs typeface="楷体_GB2312"/>
              </a:rPr>
              <a:t>y</a:t>
            </a:r>
            <a:r>
              <a:rPr lang="zh-CN" altLang="en-US" sz="2000" b="1" dirty="0">
                <a:solidFill>
                  <a:schemeClr val="tx1"/>
                </a:solidFill>
              </a:rPr>
              <a:t>的过程</a:t>
            </a:r>
            <a:r>
              <a:rPr lang="en-US" altLang="zh-CN" sz="2000" b="1" i="1" dirty="0">
                <a:solidFill>
                  <a:schemeClr val="tx1"/>
                </a:solidFill>
              </a:rPr>
              <a:t>y</a:t>
            </a:r>
            <a:r>
              <a:rPr lang="zh-CN" altLang="en-US" sz="2000" b="1" dirty="0">
                <a:solidFill>
                  <a:schemeClr val="tx1"/>
                </a:solidFill>
              </a:rPr>
              <a:t> </a:t>
            </a:r>
            <a:r>
              <a:rPr lang="en-US" altLang="zh-CN" sz="2000" b="1" dirty="0">
                <a:solidFill>
                  <a:schemeClr val="tx1"/>
                </a:solidFill>
                <a:ea typeface="楷体_GB2312"/>
                <a:cs typeface="楷体_GB2312"/>
              </a:rPr>
              <a:t>(</a:t>
            </a:r>
            <a:r>
              <a:rPr lang="en-US" altLang="zh-CN" sz="2000" b="1" i="1" dirty="0" err="1">
                <a:solidFill>
                  <a:schemeClr val="tx1"/>
                </a:solidFill>
                <a:ea typeface="楷体_GB2312"/>
                <a:cs typeface="楷体_GB2312"/>
              </a:rPr>
              <a:t>x</a:t>
            </a:r>
            <a:r>
              <a:rPr lang="en-US" altLang="zh-CN" sz="2000" b="1" dirty="0" err="1">
                <a:solidFill>
                  <a:schemeClr val="tx1"/>
                </a:solidFill>
                <a:ea typeface="楷体_GB2312"/>
                <a:cs typeface="楷体_GB2312"/>
              </a:rPr>
              <a:t>→</a:t>
            </a:r>
            <a:r>
              <a:rPr lang="en-US" altLang="zh-CN" sz="2000" b="1" i="1" dirty="0" err="1">
                <a:solidFill>
                  <a:schemeClr val="tx1"/>
                </a:solidFill>
                <a:ea typeface="楷体_GB2312"/>
                <a:cs typeface="楷体_GB2312"/>
              </a:rPr>
              <a:t>y</a:t>
            </a:r>
            <a:r>
              <a:rPr lang="en-US" altLang="zh-CN" sz="2000" b="1" dirty="0">
                <a:solidFill>
                  <a:schemeClr val="tx1"/>
                </a:solidFill>
                <a:ea typeface="楷体_GB2312"/>
                <a:cs typeface="楷体_GB2312"/>
              </a:rPr>
              <a:t>)</a:t>
            </a:r>
          </a:p>
          <a:p>
            <a:pPr lvl="1" eaLnBrk="1" hangingPunct="1">
              <a:lnSpc>
                <a:spcPts val="2600"/>
              </a:lnSpc>
              <a:buClrTx/>
              <a:buFont typeface="Wingdings" pitchFamily="2" charset="2"/>
              <a:buChar char="Ø"/>
              <a:defRPr/>
            </a:pPr>
            <a:r>
              <a:rPr lang="en-US" altLang="zh-CN" sz="2000" b="1" i="1" dirty="0">
                <a:solidFill>
                  <a:schemeClr val="tx1"/>
                </a:solidFill>
                <a:ea typeface="楷体_GB2312"/>
                <a:cs typeface="楷体_GB2312"/>
              </a:rPr>
              <a:t>n</a:t>
            </a:r>
            <a:r>
              <a:rPr lang="en-US" altLang="zh-CN" sz="2000" b="1" i="1" baseline="-30000" dirty="0">
                <a:solidFill>
                  <a:schemeClr val="tx1"/>
                </a:solidFill>
                <a:ea typeface="楷体_GB2312"/>
                <a:cs typeface="楷体_GB2312"/>
              </a:rPr>
              <a:t>x </a:t>
            </a:r>
            <a:r>
              <a:rPr lang="en-US" altLang="zh-CN" sz="2000" b="1" dirty="0">
                <a:solidFill>
                  <a:schemeClr val="tx1"/>
                </a:solidFill>
                <a:ea typeface="楷体_GB2312"/>
                <a:cs typeface="楷体_GB2312"/>
              </a:rPr>
              <a:t>&lt; </a:t>
            </a:r>
            <a:r>
              <a:rPr lang="en-US" altLang="zh-CN" sz="2000" b="1" i="1" dirty="0" err="1">
                <a:solidFill>
                  <a:schemeClr val="tx1"/>
                </a:solidFill>
                <a:ea typeface="楷体_GB2312"/>
                <a:cs typeface="楷体_GB2312"/>
              </a:rPr>
              <a:t>n</a:t>
            </a:r>
            <a:r>
              <a:rPr lang="en-US" altLang="zh-CN" sz="1800" b="1" i="1" baseline="-30000" dirty="0" err="1">
                <a:solidFill>
                  <a:schemeClr val="tx1"/>
                </a:solidFill>
                <a:ea typeface="楷体_GB2312"/>
                <a:cs typeface="楷体_GB2312"/>
              </a:rPr>
              <a:t>y</a:t>
            </a:r>
            <a:r>
              <a:rPr lang="zh-CN" altLang="en-US" sz="2000" b="1" dirty="0">
                <a:solidFill>
                  <a:schemeClr val="tx1"/>
                </a:solidFill>
                <a:latin typeface="楷体" pitchFamily="49" charset="-122"/>
              </a:rPr>
              <a:t>的情况</a:t>
            </a:r>
            <a:r>
              <a:rPr lang="en-US" altLang="zh-CN" sz="2000" b="1" dirty="0">
                <a:solidFill>
                  <a:schemeClr val="tx1"/>
                </a:solidFill>
                <a:ea typeface="楷体_GB2312"/>
                <a:cs typeface="楷体_GB2312"/>
              </a:rPr>
              <a:t>(</a:t>
            </a:r>
            <a:r>
              <a:rPr lang="zh-CN" altLang="en-US" sz="2000" b="1" dirty="0">
                <a:solidFill>
                  <a:schemeClr val="tx1"/>
                </a:solidFill>
                <a:latin typeface="楷体" pitchFamily="49" charset="-122"/>
              </a:rPr>
              <a:t>外层调用内层</a:t>
            </a:r>
            <a:r>
              <a:rPr lang="en-US" altLang="zh-CN" sz="2000" b="1" dirty="0">
                <a:solidFill>
                  <a:schemeClr val="tx1"/>
                </a:solidFill>
                <a:ea typeface="楷体_GB2312"/>
                <a:cs typeface="楷体_GB2312"/>
              </a:rPr>
              <a:t>)</a:t>
            </a:r>
          </a:p>
          <a:p>
            <a:pPr lvl="1" eaLnBrk="1" hangingPunct="1">
              <a:lnSpc>
                <a:spcPts val="2600"/>
              </a:lnSpc>
              <a:buClrTx/>
              <a:buFont typeface="Wingdings" pitchFamily="2" charset="2"/>
              <a:buChar char="Ø"/>
              <a:defRPr/>
            </a:pPr>
            <a:r>
              <a:rPr lang="en-US" altLang="zh-CN" sz="2000" b="1" i="1" dirty="0" err="1">
                <a:solidFill>
                  <a:prstClr val="black"/>
                </a:solidFill>
                <a:ea typeface="楷体_GB2312" pitchFamily="49" charset="-122"/>
              </a:rPr>
              <a:t>n</a:t>
            </a:r>
            <a:r>
              <a:rPr lang="en-US" altLang="zh-CN" sz="2000" b="1" i="1" baseline="-30000" dirty="0" err="1">
                <a:solidFill>
                  <a:prstClr val="black"/>
                </a:solidFill>
                <a:ea typeface="楷体" panose="02010609060101010101" pitchFamily="49" charset="-122"/>
                <a:cs typeface="Times New Roman" panose="02020603050405020304" pitchFamily="18" charset="0"/>
              </a:rPr>
              <a:t>x</a:t>
            </a:r>
            <a:r>
              <a:rPr lang="en-US" altLang="zh-CN" sz="2000" b="1" i="1" baseline="-30000" dirty="0">
                <a:solidFill>
                  <a:prstClr val="black"/>
                </a:solidFill>
                <a:ea typeface="楷体" panose="02010609060101010101" pitchFamily="49" charset="-122"/>
                <a:cs typeface="Times New Roman" panose="02020603050405020304" pitchFamily="18" charset="0"/>
              </a:rPr>
              <a:t> </a:t>
            </a:r>
            <a:r>
              <a:rPr lang="en-US" altLang="zh-CN" sz="2000" b="1" dirty="0">
                <a:solidFill>
                  <a:prstClr val="black"/>
                </a:solidFill>
                <a:ea typeface="楷体" panose="02010609060101010101" pitchFamily="49" charset="-122"/>
                <a:cs typeface="Times New Roman" panose="02020603050405020304" pitchFamily="18" charset="0"/>
              </a:rPr>
              <a:t>= </a:t>
            </a:r>
            <a:r>
              <a:rPr lang="en-US" altLang="zh-CN" sz="2000" b="1" i="1" dirty="0" err="1">
                <a:solidFill>
                  <a:prstClr val="black"/>
                </a:solidFill>
                <a:ea typeface="楷体" panose="02010609060101010101" pitchFamily="49" charset="-122"/>
                <a:cs typeface="Times New Roman" panose="02020603050405020304" pitchFamily="18" charset="0"/>
              </a:rPr>
              <a:t>n</a:t>
            </a:r>
            <a:r>
              <a:rPr lang="en-US" altLang="zh-CN" sz="1800" b="1" i="1" baseline="-30000" dirty="0" err="1">
                <a:solidFill>
                  <a:prstClr val="black"/>
                </a:solidFill>
                <a:ea typeface="楷体" panose="02010609060101010101" pitchFamily="49" charset="-122"/>
                <a:cs typeface="Times New Roman" panose="02020603050405020304" pitchFamily="18" charset="0"/>
              </a:rPr>
              <a:t>y</a:t>
            </a:r>
            <a:r>
              <a:rPr lang="zh-CN" altLang="en-US" sz="2000" b="1" dirty="0">
                <a:solidFill>
                  <a:prstClr val="black"/>
                </a:solidFill>
                <a:ea typeface="楷体" panose="02010609060101010101" pitchFamily="49" charset="-122"/>
                <a:cs typeface="Times New Roman" panose="02020603050405020304" pitchFamily="18" charset="0"/>
              </a:rPr>
              <a:t>的情况</a:t>
            </a:r>
            <a:r>
              <a:rPr lang="en-US" altLang="zh-CN" sz="2000" b="1" dirty="0">
                <a:solidFill>
                  <a:prstClr val="black"/>
                </a:solidFill>
                <a:ea typeface="楷体" panose="02010609060101010101" pitchFamily="49" charset="-122"/>
                <a:cs typeface="Times New Roman" panose="02020603050405020304" pitchFamily="18" charset="0"/>
              </a:rPr>
              <a:t>(</a:t>
            </a:r>
            <a:r>
              <a:rPr lang="zh-CN" altLang="en-US" sz="2000" b="1" dirty="0">
                <a:solidFill>
                  <a:schemeClr val="tx1"/>
                </a:solidFill>
                <a:latin typeface="楷体" pitchFamily="49" charset="-122"/>
              </a:rPr>
              <a:t>本层调用本层</a:t>
            </a:r>
            <a:r>
              <a:rPr lang="en-US" altLang="zh-CN" sz="2000" b="1" dirty="0">
                <a:solidFill>
                  <a:prstClr val="black"/>
                </a:solidFill>
                <a:ea typeface="楷体" panose="02010609060101010101" pitchFamily="49" charset="-122"/>
                <a:cs typeface="Times New Roman" panose="02020603050405020304" pitchFamily="18" charset="0"/>
              </a:rPr>
              <a:t> )</a:t>
            </a:r>
          </a:p>
          <a:p>
            <a:pPr marL="685800" lvl="2" indent="228600">
              <a:lnSpc>
                <a:spcPts val="2600"/>
              </a:lnSpc>
              <a:spcBef>
                <a:spcPct val="0"/>
              </a:spcBef>
              <a:buClrTx/>
              <a:buSzTx/>
              <a:buFont typeface="Wingdings" panose="05000000000000000000" pitchFamily="2" charset="2"/>
              <a:buChar char="Ø"/>
              <a:defRPr/>
            </a:pPr>
            <a:r>
              <a:rPr lang="zh-CN" altLang="en-US" sz="1800" b="1" dirty="0">
                <a:solidFill>
                  <a:prstClr val="black"/>
                </a:solidFill>
                <a:ea typeface="楷体" panose="02010609060101010101" pitchFamily="49" charset="-122"/>
                <a:cs typeface="Times New Roman" panose="02020603050405020304" pitchFamily="18" charset="0"/>
              </a:rPr>
              <a:t>递归调用</a:t>
            </a:r>
            <a:r>
              <a:rPr lang="en-US" altLang="zh-CN" sz="1800" b="1" dirty="0">
                <a:solidFill>
                  <a:prstClr val="black"/>
                </a:solidFill>
                <a:ea typeface="楷体" panose="02010609060101010101" pitchFamily="49" charset="-122"/>
                <a:cs typeface="Times New Roman" panose="02020603050405020304" pitchFamily="18" charset="0"/>
              </a:rPr>
              <a:t>(</a:t>
            </a:r>
            <a:r>
              <a:rPr lang="zh-CN" altLang="en-US" sz="1800" b="1" dirty="0">
                <a:solidFill>
                  <a:prstClr val="black"/>
                </a:solidFill>
                <a:ea typeface="楷体" panose="02010609060101010101" pitchFamily="49" charset="-122"/>
                <a:cs typeface="Times New Roman" panose="02020603050405020304" pitchFamily="18" charset="0"/>
              </a:rPr>
              <a:t>例如： </a:t>
            </a:r>
            <a:r>
              <a:rPr lang="en-US" altLang="zh-CN" sz="1800" b="1" i="1" dirty="0" err="1">
                <a:solidFill>
                  <a:prstClr val="black"/>
                </a:solidFill>
                <a:ea typeface="楷体" panose="02010609060101010101" pitchFamily="49" charset="-122"/>
                <a:cs typeface="Times New Roman" panose="02020603050405020304" pitchFamily="18" charset="0"/>
              </a:rPr>
              <a:t>q</a:t>
            </a:r>
            <a:r>
              <a:rPr lang="en-US" altLang="zh-CN" sz="1800" b="1" dirty="0" err="1">
                <a:solidFill>
                  <a:prstClr val="black"/>
                </a:solidFill>
                <a:ea typeface="楷体" panose="02010609060101010101" pitchFamily="49" charset="-122"/>
                <a:cs typeface="Times New Roman" panose="02020603050405020304" pitchFamily="18" charset="0"/>
              </a:rPr>
              <a:t>→</a:t>
            </a:r>
            <a:r>
              <a:rPr lang="en-US" altLang="zh-CN" sz="1800" b="1" i="1" dirty="0" err="1">
                <a:solidFill>
                  <a:prstClr val="black"/>
                </a:solidFill>
                <a:ea typeface="楷体" panose="02010609060101010101" pitchFamily="49" charset="-122"/>
                <a:cs typeface="Times New Roman" panose="02020603050405020304" pitchFamily="18" charset="0"/>
              </a:rPr>
              <a:t>q</a:t>
            </a:r>
            <a:r>
              <a:rPr lang="en-US" altLang="zh-CN" sz="1800" b="1" dirty="0">
                <a:solidFill>
                  <a:prstClr val="black"/>
                </a:solidFill>
                <a:ea typeface="楷体" panose="02010609060101010101" pitchFamily="49" charset="-122"/>
                <a:cs typeface="Times New Roman" panose="02020603050405020304" pitchFamily="18" charset="0"/>
              </a:rPr>
              <a:t> )</a:t>
            </a:r>
          </a:p>
          <a:p>
            <a:pPr marL="685800" lvl="2" indent="228600">
              <a:lnSpc>
                <a:spcPts val="2600"/>
              </a:lnSpc>
              <a:spcBef>
                <a:spcPct val="0"/>
              </a:spcBef>
              <a:buClrTx/>
              <a:buSzTx/>
              <a:buFont typeface="Wingdings" panose="05000000000000000000" pitchFamily="2" charset="2"/>
              <a:buChar char="Ø"/>
              <a:defRPr/>
            </a:pPr>
            <a:r>
              <a:rPr lang="zh-CN" altLang="en-US" sz="1800" b="1" dirty="0">
                <a:solidFill>
                  <a:prstClr val="black"/>
                </a:solidFill>
                <a:ea typeface="楷体" panose="02010609060101010101" pitchFamily="49" charset="-122"/>
                <a:cs typeface="Times New Roman" panose="02020603050405020304" pitchFamily="18" charset="0"/>
              </a:rPr>
              <a:t>被调用者的活动记录的访问链与调用者的活动记录的访问链是相同的，可以直接复制</a:t>
            </a:r>
          </a:p>
          <a:p>
            <a:pPr lvl="1" eaLnBrk="1" hangingPunct="1">
              <a:lnSpc>
                <a:spcPts val="2600"/>
              </a:lnSpc>
              <a:buClrTx/>
              <a:buFont typeface="Wingdings" pitchFamily="2" charset="2"/>
              <a:buChar char="Ø"/>
              <a:defRPr/>
            </a:pPr>
            <a:endParaRPr lang="zh-CN" altLang="en-US" sz="2000" b="1" dirty="0">
              <a:solidFill>
                <a:schemeClr val="tx1"/>
              </a:solidFill>
              <a:ea typeface="楷体_GB2312"/>
              <a:cs typeface="楷体_GB2312"/>
            </a:endParaRPr>
          </a:p>
        </p:txBody>
      </p:sp>
      <p:sp>
        <p:nvSpPr>
          <p:cNvPr id="2" name="灯片编号占位符 1"/>
          <p:cNvSpPr>
            <a:spLocks noGrp="1"/>
          </p:cNvSpPr>
          <p:nvPr>
            <p:ph type="sldNum" sz="quarter" idx="12"/>
          </p:nvPr>
        </p:nvSpPr>
        <p:spPr/>
        <p:txBody>
          <a:bodyPr/>
          <a:lstStyle/>
          <a:p>
            <a:pPr>
              <a:defRPr/>
            </a:pPr>
            <a:fld id="{64CF1D47-2B30-44A6-81DA-EC28584A641A}" type="slidenum">
              <a:rPr lang="zh-CN" altLang="en-US" smtClean="0"/>
              <a:pPr>
                <a:defRPr/>
              </a:pPr>
              <a:t>16</a:t>
            </a:fld>
            <a:endParaRPr lang="en-US" altLang="zh-CN" dirty="0"/>
          </a:p>
        </p:txBody>
      </p:sp>
    </p:spTree>
    <p:extLst>
      <p:ext uri="{BB962C8B-B14F-4D97-AF65-F5344CB8AC3E}">
        <p14:creationId xmlns:p14="http://schemas.microsoft.com/office/powerpoint/2010/main" val="64511705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nodeType="withEffect">
                                  <p:stCondLst>
                                    <p:cond delay="0"/>
                                  </p:stCondLst>
                                  <p:childTnLst>
                                    <p:set>
                                      <p:cBhvr>
                                        <p:cTn id="6" dur="1" fill="hold">
                                          <p:stCondLst>
                                            <p:cond delay="0"/>
                                          </p:stCondLst>
                                        </p:cTn>
                                        <p:tgtEl>
                                          <p:spTgt spid="89">
                                            <p:txEl>
                                              <p:pRg st="3" end="3"/>
                                            </p:txEl>
                                          </p:spTgt>
                                        </p:tgtEl>
                                        <p:attrNameLst>
                                          <p:attrName>style.visibility</p:attrName>
                                        </p:attrNameLst>
                                      </p:cBhvr>
                                      <p:to>
                                        <p:strVal val="visible"/>
                                      </p:to>
                                    </p:set>
                                    <p:anim calcmode="lin" valueType="num">
                                      <p:cBhvr>
                                        <p:cTn id="7" dur="500" fill="hold"/>
                                        <p:tgtEl>
                                          <p:spTgt spid="89">
                                            <p:txEl>
                                              <p:pRg st="3" end="3"/>
                                            </p:txEl>
                                          </p:spTgt>
                                        </p:tgtEl>
                                        <p:attrNameLst>
                                          <p:attrName>ppt_w</p:attrName>
                                        </p:attrNameLst>
                                      </p:cBhvr>
                                      <p:tavLst>
                                        <p:tav tm="0">
                                          <p:val>
                                            <p:fltVal val="0"/>
                                          </p:val>
                                        </p:tav>
                                        <p:tav tm="100000">
                                          <p:val>
                                            <p:strVal val="#ppt_w"/>
                                          </p:val>
                                        </p:tav>
                                      </p:tavLst>
                                    </p:anim>
                                    <p:anim calcmode="lin" valueType="num">
                                      <p:cBhvr>
                                        <p:cTn id="8" dur="500" fill="hold"/>
                                        <p:tgtEl>
                                          <p:spTgt spid="89">
                                            <p:txEl>
                                              <p:pRg st="3" end="3"/>
                                            </p:txEl>
                                          </p:spTgt>
                                        </p:tgtEl>
                                        <p:attrNameLst>
                                          <p:attrName>ppt_h</p:attrName>
                                        </p:attrNameLst>
                                      </p:cBhvr>
                                      <p:tavLst>
                                        <p:tav tm="0">
                                          <p:val>
                                            <p:fltVal val="0"/>
                                          </p:val>
                                        </p:tav>
                                        <p:tav tm="100000">
                                          <p:val>
                                            <p:strVal val="#ppt_h"/>
                                          </p:val>
                                        </p:tav>
                                      </p:tavLst>
                                    </p:anim>
                                    <p:animEffect transition="in" filter="fade">
                                      <p:cBhvr>
                                        <p:cTn id="9" dur="500"/>
                                        <p:tgtEl>
                                          <p:spTgt spid="89">
                                            <p:txEl>
                                              <p:pRg st="3" end="3"/>
                                            </p:txEl>
                                          </p:spTgt>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16" fill="hold" nodeType="clickEffect">
                                  <p:stCondLst>
                                    <p:cond delay="0"/>
                                  </p:stCondLst>
                                  <p:childTnLst>
                                    <p:set>
                                      <p:cBhvr>
                                        <p:cTn id="13" dur="1" fill="hold">
                                          <p:stCondLst>
                                            <p:cond delay="0"/>
                                          </p:stCondLst>
                                        </p:cTn>
                                        <p:tgtEl>
                                          <p:spTgt spid="89">
                                            <p:txEl>
                                              <p:pRg st="4" end="4"/>
                                            </p:txEl>
                                          </p:spTgt>
                                        </p:tgtEl>
                                        <p:attrNameLst>
                                          <p:attrName>style.visibility</p:attrName>
                                        </p:attrNameLst>
                                      </p:cBhvr>
                                      <p:to>
                                        <p:strVal val="visible"/>
                                      </p:to>
                                    </p:set>
                                    <p:anim calcmode="lin" valueType="num">
                                      <p:cBhvr>
                                        <p:cTn id="14" dur="500" fill="hold"/>
                                        <p:tgtEl>
                                          <p:spTgt spid="89">
                                            <p:txEl>
                                              <p:pRg st="4" end="4"/>
                                            </p:txEl>
                                          </p:spTgt>
                                        </p:tgtEl>
                                        <p:attrNameLst>
                                          <p:attrName>ppt_w</p:attrName>
                                        </p:attrNameLst>
                                      </p:cBhvr>
                                      <p:tavLst>
                                        <p:tav tm="0">
                                          <p:val>
                                            <p:fltVal val="0"/>
                                          </p:val>
                                        </p:tav>
                                        <p:tav tm="100000">
                                          <p:val>
                                            <p:strVal val="#ppt_w"/>
                                          </p:val>
                                        </p:tav>
                                      </p:tavLst>
                                    </p:anim>
                                    <p:anim calcmode="lin" valueType="num">
                                      <p:cBhvr>
                                        <p:cTn id="15" dur="500" fill="hold"/>
                                        <p:tgtEl>
                                          <p:spTgt spid="89">
                                            <p:txEl>
                                              <p:pRg st="4" end="4"/>
                                            </p:txEl>
                                          </p:spTgt>
                                        </p:tgtEl>
                                        <p:attrNameLst>
                                          <p:attrName>ppt_h</p:attrName>
                                        </p:attrNameLst>
                                      </p:cBhvr>
                                      <p:tavLst>
                                        <p:tav tm="0">
                                          <p:val>
                                            <p:fltVal val="0"/>
                                          </p:val>
                                        </p:tav>
                                        <p:tav tm="100000">
                                          <p:val>
                                            <p:strVal val="#ppt_h"/>
                                          </p:val>
                                        </p:tav>
                                      </p:tavLst>
                                    </p:anim>
                                    <p:animEffect transition="in" filter="fade">
                                      <p:cBhvr>
                                        <p:cTn id="16" dur="500"/>
                                        <p:tgtEl>
                                          <p:spTgt spid="89">
                                            <p:txEl>
                                              <p:pRg st="4" end="4"/>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3" presetClass="entr" presetSubtype="16" fill="hold" nodeType="clickEffect">
                                  <p:stCondLst>
                                    <p:cond delay="0"/>
                                  </p:stCondLst>
                                  <p:childTnLst>
                                    <p:set>
                                      <p:cBhvr>
                                        <p:cTn id="20" dur="1" fill="hold">
                                          <p:stCondLst>
                                            <p:cond delay="0"/>
                                          </p:stCondLst>
                                        </p:cTn>
                                        <p:tgtEl>
                                          <p:spTgt spid="89">
                                            <p:txEl>
                                              <p:pRg st="5" end="5"/>
                                            </p:txEl>
                                          </p:spTgt>
                                        </p:tgtEl>
                                        <p:attrNameLst>
                                          <p:attrName>style.visibility</p:attrName>
                                        </p:attrNameLst>
                                      </p:cBhvr>
                                      <p:to>
                                        <p:strVal val="visible"/>
                                      </p:to>
                                    </p:set>
                                    <p:anim calcmode="lin" valueType="num">
                                      <p:cBhvr>
                                        <p:cTn id="21" dur="500" fill="hold"/>
                                        <p:tgtEl>
                                          <p:spTgt spid="89">
                                            <p:txEl>
                                              <p:pRg st="5" end="5"/>
                                            </p:txEl>
                                          </p:spTgt>
                                        </p:tgtEl>
                                        <p:attrNameLst>
                                          <p:attrName>ppt_w</p:attrName>
                                        </p:attrNameLst>
                                      </p:cBhvr>
                                      <p:tavLst>
                                        <p:tav tm="0">
                                          <p:val>
                                            <p:fltVal val="0"/>
                                          </p:val>
                                        </p:tav>
                                        <p:tav tm="100000">
                                          <p:val>
                                            <p:strVal val="#ppt_w"/>
                                          </p:val>
                                        </p:tav>
                                      </p:tavLst>
                                    </p:anim>
                                    <p:anim calcmode="lin" valueType="num">
                                      <p:cBhvr>
                                        <p:cTn id="22" dur="500" fill="hold"/>
                                        <p:tgtEl>
                                          <p:spTgt spid="89">
                                            <p:txEl>
                                              <p:pRg st="5" end="5"/>
                                            </p:txEl>
                                          </p:spTgt>
                                        </p:tgtEl>
                                        <p:attrNameLst>
                                          <p:attrName>ppt_h</p:attrName>
                                        </p:attrNameLst>
                                      </p:cBhvr>
                                      <p:tavLst>
                                        <p:tav tm="0">
                                          <p:val>
                                            <p:fltVal val="0"/>
                                          </p:val>
                                        </p:tav>
                                        <p:tav tm="100000">
                                          <p:val>
                                            <p:strVal val="#ppt_h"/>
                                          </p:val>
                                        </p:tav>
                                      </p:tavLst>
                                    </p:anim>
                                    <p:animEffect transition="in" filter="fade">
                                      <p:cBhvr>
                                        <p:cTn id="23" dur="500"/>
                                        <p:tgtEl>
                                          <p:spTgt spid="89">
                                            <p:txEl>
                                              <p:pRg st="5" end="5"/>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7" presetClass="emph" presetSubtype="1" nodeType="clickEffect">
                                  <p:stCondLst>
                                    <p:cond delay="0"/>
                                  </p:stCondLst>
                                  <p:childTnLst>
                                    <p:set>
                                      <p:cBhvr>
                                        <p:cTn id="27" dur="indefinite"/>
                                        <p:tgtEl>
                                          <p:spTgt spid="84"/>
                                        </p:tgtEl>
                                        <p:attrNameLst>
                                          <p:attrName>stroke.color</p:attrName>
                                        </p:attrNameLst>
                                      </p:cBhvr>
                                      <p:to>
                                        <p:clrVal>
                                          <a:schemeClr val="accent2"/>
                                        </p:clrVal>
                                      </p:to>
                                    </p:set>
                                    <p:set>
                                      <p:cBhvr>
                                        <p:cTn id="28" dur="indefinite"/>
                                        <p:tgtEl>
                                          <p:spTgt spid="84"/>
                                        </p:tgtEl>
                                        <p:attrNameLst>
                                          <p:attrName>stroke.on</p:attrName>
                                        </p:attrNameLst>
                                      </p:cBhvr>
                                      <p:to>
                                        <p:strVal val="tru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53" presetClass="exit" presetSubtype="32" fill="hold" nodeType="clickEffect">
                                  <p:stCondLst>
                                    <p:cond delay="0"/>
                                  </p:stCondLst>
                                  <p:childTnLst>
                                    <p:anim calcmode="lin" valueType="num">
                                      <p:cBhvr>
                                        <p:cTn id="32" dur="500"/>
                                        <p:tgtEl>
                                          <p:spTgt spid="89">
                                            <p:txEl>
                                              <p:pRg st="4" end="4"/>
                                            </p:txEl>
                                          </p:spTgt>
                                        </p:tgtEl>
                                        <p:attrNameLst>
                                          <p:attrName>ppt_w</p:attrName>
                                        </p:attrNameLst>
                                      </p:cBhvr>
                                      <p:tavLst>
                                        <p:tav tm="0">
                                          <p:val>
                                            <p:strVal val="ppt_w"/>
                                          </p:val>
                                        </p:tav>
                                        <p:tav tm="100000">
                                          <p:val>
                                            <p:fltVal val="0"/>
                                          </p:val>
                                        </p:tav>
                                      </p:tavLst>
                                    </p:anim>
                                    <p:anim calcmode="lin" valueType="num">
                                      <p:cBhvr>
                                        <p:cTn id="33" dur="500"/>
                                        <p:tgtEl>
                                          <p:spTgt spid="89">
                                            <p:txEl>
                                              <p:pRg st="4" end="4"/>
                                            </p:txEl>
                                          </p:spTgt>
                                        </p:tgtEl>
                                        <p:attrNameLst>
                                          <p:attrName>ppt_h</p:attrName>
                                        </p:attrNameLst>
                                      </p:cBhvr>
                                      <p:tavLst>
                                        <p:tav tm="0">
                                          <p:val>
                                            <p:strVal val="ppt_h"/>
                                          </p:val>
                                        </p:tav>
                                        <p:tav tm="100000">
                                          <p:val>
                                            <p:fltVal val="0"/>
                                          </p:val>
                                        </p:tav>
                                      </p:tavLst>
                                    </p:anim>
                                    <p:animEffect transition="out" filter="fade">
                                      <p:cBhvr>
                                        <p:cTn id="34" dur="500"/>
                                        <p:tgtEl>
                                          <p:spTgt spid="89">
                                            <p:txEl>
                                              <p:pRg st="4" end="4"/>
                                            </p:txEl>
                                          </p:spTgt>
                                        </p:tgtEl>
                                      </p:cBhvr>
                                    </p:animEffect>
                                    <p:set>
                                      <p:cBhvr>
                                        <p:cTn id="35" dur="1" fill="hold">
                                          <p:stCondLst>
                                            <p:cond delay="499"/>
                                          </p:stCondLst>
                                        </p:cTn>
                                        <p:tgtEl>
                                          <p:spTgt spid="89">
                                            <p:txEl>
                                              <p:pRg st="4" end="4"/>
                                            </p:txEl>
                                          </p:spTgt>
                                        </p:tgtEl>
                                        <p:attrNameLst>
                                          <p:attrName>style.visibility</p:attrName>
                                        </p:attrNameLst>
                                      </p:cBhvr>
                                      <p:to>
                                        <p:strVal val="hidden"/>
                                      </p:to>
                                    </p:set>
                                  </p:childTnLst>
                                </p:cTn>
                              </p:par>
                              <p:par>
                                <p:cTn id="36" presetID="53" presetClass="exit" presetSubtype="32" fill="hold" nodeType="withEffect">
                                  <p:stCondLst>
                                    <p:cond delay="0"/>
                                  </p:stCondLst>
                                  <p:childTnLst>
                                    <p:anim calcmode="lin" valueType="num">
                                      <p:cBhvr>
                                        <p:cTn id="37" dur="500"/>
                                        <p:tgtEl>
                                          <p:spTgt spid="89">
                                            <p:txEl>
                                              <p:pRg st="5" end="5"/>
                                            </p:txEl>
                                          </p:spTgt>
                                        </p:tgtEl>
                                        <p:attrNameLst>
                                          <p:attrName>ppt_w</p:attrName>
                                        </p:attrNameLst>
                                      </p:cBhvr>
                                      <p:tavLst>
                                        <p:tav tm="0">
                                          <p:val>
                                            <p:strVal val="ppt_w"/>
                                          </p:val>
                                        </p:tav>
                                        <p:tav tm="100000">
                                          <p:val>
                                            <p:fltVal val="0"/>
                                          </p:val>
                                        </p:tav>
                                      </p:tavLst>
                                    </p:anim>
                                    <p:anim calcmode="lin" valueType="num">
                                      <p:cBhvr>
                                        <p:cTn id="38" dur="500"/>
                                        <p:tgtEl>
                                          <p:spTgt spid="89">
                                            <p:txEl>
                                              <p:pRg st="5" end="5"/>
                                            </p:txEl>
                                          </p:spTgt>
                                        </p:tgtEl>
                                        <p:attrNameLst>
                                          <p:attrName>ppt_h</p:attrName>
                                        </p:attrNameLst>
                                      </p:cBhvr>
                                      <p:tavLst>
                                        <p:tav tm="0">
                                          <p:val>
                                            <p:strVal val="ppt_h"/>
                                          </p:val>
                                        </p:tav>
                                        <p:tav tm="100000">
                                          <p:val>
                                            <p:fltVal val="0"/>
                                          </p:val>
                                        </p:tav>
                                      </p:tavLst>
                                    </p:anim>
                                    <p:animEffect transition="out" filter="fade">
                                      <p:cBhvr>
                                        <p:cTn id="39" dur="500"/>
                                        <p:tgtEl>
                                          <p:spTgt spid="89">
                                            <p:txEl>
                                              <p:pRg st="5" end="5"/>
                                            </p:txEl>
                                          </p:spTgt>
                                        </p:tgtEl>
                                      </p:cBhvr>
                                    </p:animEffect>
                                    <p:set>
                                      <p:cBhvr>
                                        <p:cTn id="40" dur="1" fill="hold">
                                          <p:stCondLst>
                                            <p:cond delay="499"/>
                                          </p:stCondLst>
                                        </p:cTn>
                                        <p:tgtEl>
                                          <p:spTgt spid="89">
                                            <p:txEl>
                                              <p:pRg st="5" end="5"/>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txBox="1">
            <a:spLocks noChangeArrowheads="1"/>
          </p:cNvSpPr>
          <p:nvPr/>
        </p:nvSpPr>
        <p:spPr bwMode="auto">
          <a:xfrm>
            <a:off x="339725" y="2962275"/>
            <a:ext cx="5214938" cy="169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lstStyle>
            <a:lvl1pPr marL="342900" indent="-342900">
              <a:defRPr sz="1100" b="1">
                <a:solidFill>
                  <a:schemeClr val="tx1"/>
                </a:solidFill>
                <a:latin typeface="Times New Roman" panose="02020603050405020304" pitchFamily="18" charset="0"/>
                <a:ea typeface="楷体_GB2312"/>
                <a:cs typeface="楷体_GB2312"/>
              </a:defRPr>
            </a:lvl1pPr>
            <a:lvl2pPr marL="557213" indent="-214313">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lvl="1" eaLnBrk="1" hangingPunct="1">
              <a:lnSpc>
                <a:spcPts val="2600"/>
              </a:lnSpc>
              <a:spcBef>
                <a:spcPct val="20000"/>
              </a:spcBef>
              <a:buSzPct val="100000"/>
              <a:buFont typeface="Wingdings" panose="05000000000000000000" pitchFamily="2" charset="2"/>
              <a:buChar char="Ø"/>
            </a:pPr>
            <a:endParaRPr lang="zh-CN" altLang="en-US" sz="1800">
              <a:solidFill>
                <a:srgbClr val="000000"/>
              </a:solidFill>
              <a:ea typeface="楷体" panose="02010609060101010101" pitchFamily="49" charset="-122"/>
              <a:cs typeface="Times New Roman" panose="02020603050405020304" pitchFamily="18" charset="0"/>
            </a:endParaRPr>
          </a:p>
        </p:txBody>
      </p:sp>
      <p:grpSp>
        <p:nvGrpSpPr>
          <p:cNvPr id="116739" name="Group 99"/>
          <p:cNvGrpSpPr>
            <a:grpSpLocks/>
          </p:cNvGrpSpPr>
          <p:nvPr/>
        </p:nvGrpSpPr>
        <p:grpSpPr bwMode="auto">
          <a:xfrm>
            <a:off x="6227763" y="96838"/>
            <a:ext cx="923925" cy="647700"/>
            <a:chOff x="975" y="2750"/>
            <a:chExt cx="776" cy="544"/>
          </a:xfrm>
        </p:grpSpPr>
        <p:sp>
          <p:nvSpPr>
            <p:cNvPr id="47" name="Rectangle 135"/>
            <p:cNvSpPr>
              <a:spLocks noChangeArrowheads="1"/>
            </p:cNvSpPr>
            <p:nvPr/>
          </p:nvSpPr>
          <p:spPr bwMode="auto">
            <a:xfrm>
              <a:off x="978" y="2775"/>
              <a:ext cx="773" cy="519"/>
            </a:xfrm>
            <a:prstGeom prst="rect">
              <a:avLst/>
            </a:prstGeom>
            <a:noFill/>
            <a:ln w="25400">
              <a:solidFill>
                <a:schemeClr val="tx2">
                  <a:lumMod val="60000"/>
                  <a:lumOff val="40000"/>
                </a:schemeClr>
              </a:solidFill>
              <a:miter lim="800000"/>
              <a:headEnd/>
              <a:tailEnd/>
            </a:ln>
          </p:spPr>
          <p:txBody>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spcBef>
                  <a:spcPct val="0"/>
                </a:spcBef>
                <a:buClrTx/>
                <a:buSzTx/>
                <a:buFontTx/>
                <a:buNone/>
                <a:defRPr/>
              </a:pPr>
              <a:endParaRPr lang="zh-CN" altLang="en-US" sz="1200" b="0">
                <a:solidFill>
                  <a:prstClr val="black"/>
                </a:solidFill>
                <a:latin typeface="Times New Roman" panose="02020603050405020304" pitchFamily="18" charset="0"/>
                <a:ea typeface="楷体_GB2312" pitchFamily="49" charset="-122"/>
                <a:cs typeface="Times New Roman" panose="02020603050405020304" pitchFamily="18" charset="0"/>
              </a:endParaRPr>
            </a:p>
          </p:txBody>
        </p:sp>
        <p:sp>
          <p:nvSpPr>
            <p:cNvPr id="116779" name="Rectangle 136"/>
            <p:cNvSpPr>
              <a:spLocks noChangeArrowheads="1"/>
            </p:cNvSpPr>
            <p:nvPr/>
          </p:nvSpPr>
          <p:spPr bwMode="auto">
            <a:xfrm>
              <a:off x="975" y="2750"/>
              <a:ext cx="774"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1200" i="1">
                  <a:solidFill>
                    <a:srgbClr val="000000"/>
                  </a:solidFill>
                  <a:cs typeface="Times New Roman" panose="02020603050405020304" pitchFamily="18" charset="0"/>
                </a:rPr>
                <a:t>s</a:t>
              </a:r>
            </a:p>
          </p:txBody>
        </p:sp>
        <p:sp>
          <p:nvSpPr>
            <p:cNvPr id="116780" name="Rectangle 137"/>
            <p:cNvSpPr>
              <a:spLocks noChangeArrowheads="1"/>
            </p:cNvSpPr>
            <p:nvPr/>
          </p:nvSpPr>
          <p:spPr bwMode="auto">
            <a:xfrm>
              <a:off x="975" y="3113"/>
              <a:ext cx="775"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1200" i="1">
                  <a:solidFill>
                    <a:srgbClr val="000000"/>
                  </a:solidFill>
                  <a:cs typeface="Times New Roman" panose="02020603050405020304" pitchFamily="18" charset="0"/>
                </a:rPr>
                <a:t>a</a:t>
              </a:r>
            </a:p>
          </p:txBody>
        </p:sp>
        <p:sp>
          <p:nvSpPr>
            <p:cNvPr id="116781" name="Rectangle 138"/>
            <p:cNvSpPr>
              <a:spLocks noChangeArrowheads="1"/>
            </p:cNvSpPr>
            <p:nvPr/>
          </p:nvSpPr>
          <p:spPr bwMode="auto">
            <a:xfrm>
              <a:off x="975" y="2931"/>
              <a:ext cx="775"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zh-CN" altLang="en-US" sz="1200">
                  <a:solidFill>
                    <a:srgbClr val="000000"/>
                  </a:solidFill>
                  <a:latin typeface="楷体" panose="02010609060101010101" pitchFamily="49" charset="-122"/>
                  <a:ea typeface="楷体" panose="02010609060101010101" pitchFamily="49" charset="-122"/>
                  <a:cs typeface="Times New Roman" panose="02020603050405020304" pitchFamily="18" charset="0"/>
                </a:rPr>
                <a:t>访问链</a:t>
              </a:r>
            </a:p>
          </p:txBody>
        </p:sp>
        <p:sp>
          <p:nvSpPr>
            <p:cNvPr id="51" name="Line 139"/>
            <p:cNvSpPr>
              <a:spLocks noChangeShapeType="1"/>
            </p:cNvSpPr>
            <p:nvPr/>
          </p:nvSpPr>
          <p:spPr bwMode="auto">
            <a:xfrm flipV="1">
              <a:off x="975" y="2931"/>
              <a:ext cx="745" cy="1"/>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52" name="Line 140"/>
            <p:cNvSpPr>
              <a:spLocks noChangeShapeType="1"/>
            </p:cNvSpPr>
            <p:nvPr/>
          </p:nvSpPr>
          <p:spPr bwMode="auto">
            <a:xfrm flipV="1">
              <a:off x="975" y="3113"/>
              <a:ext cx="725" cy="1"/>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grpSp>
      <p:grpSp>
        <p:nvGrpSpPr>
          <p:cNvPr id="116740" name="Group 99"/>
          <p:cNvGrpSpPr>
            <a:grpSpLocks/>
          </p:cNvGrpSpPr>
          <p:nvPr/>
        </p:nvGrpSpPr>
        <p:grpSpPr bwMode="auto">
          <a:xfrm>
            <a:off x="6234113" y="723900"/>
            <a:ext cx="954087" cy="636588"/>
            <a:chOff x="948" y="2750"/>
            <a:chExt cx="802" cy="534"/>
          </a:xfrm>
        </p:grpSpPr>
        <p:sp>
          <p:nvSpPr>
            <p:cNvPr id="54" name="Rectangle 135"/>
            <p:cNvSpPr>
              <a:spLocks noChangeArrowheads="1"/>
            </p:cNvSpPr>
            <p:nvPr/>
          </p:nvSpPr>
          <p:spPr bwMode="auto">
            <a:xfrm>
              <a:off x="948" y="2765"/>
              <a:ext cx="773" cy="519"/>
            </a:xfrm>
            <a:prstGeom prst="rect">
              <a:avLst/>
            </a:prstGeom>
            <a:noFill/>
            <a:ln w="25400">
              <a:solidFill>
                <a:schemeClr val="tx2">
                  <a:lumMod val="60000"/>
                  <a:lumOff val="40000"/>
                </a:schemeClr>
              </a:solidFill>
              <a:miter lim="800000"/>
              <a:headEnd/>
              <a:tailEnd/>
            </a:ln>
          </p:spPr>
          <p:txBody>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spcBef>
                  <a:spcPct val="0"/>
                </a:spcBef>
                <a:buClrTx/>
                <a:buSzTx/>
                <a:buFontTx/>
                <a:buNone/>
                <a:defRPr/>
              </a:pPr>
              <a:endParaRPr lang="zh-CN" altLang="en-US" sz="1200" b="0">
                <a:solidFill>
                  <a:prstClr val="black"/>
                </a:solidFill>
                <a:latin typeface="Times New Roman" panose="02020603050405020304" pitchFamily="18" charset="0"/>
                <a:ea typeface="楷体_GB2312" pitchFamily="49" charset="-122"/>
                <a:cs typeface="Times New Roman" panose="02020603050405020304" pitchFamily="18" charset="0"/>
              </a:endParaRPr>
            </a:p>
          </p:txBody>
        </p:sp>
        <p:sp>
          <p:nvSpPr>
            <p:cNvPr id="116773" name="Rectangle 136"/>
            <p:cNvSpPr>
              <a:spLocks noChangeArrowheads="1"/>
            </p:cNvSpPr>
            <p:nvPr/>
          </p:nvSpPr>
          <p:spPr bwMode="auto">
            <a:xfrm>
              <a:off x="975" y="2750"/>
              <a:ext cx="774"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buFont typeface="Symbol" panose="05050102010706020507" pitchFamily="18" charset="2"/>
                <a:buNone/>
              </a:pPr>
              <a:r>
                <a:rPr lang="en-US" altLang="zh-CN" sz="1200" i="1">
                  <a:solidFill>
                    <a:srgbClr val="000000"/>
                  </a:solidFill>
                  <a:cs typeface="Times New Roman" panose="02020603050405020304" pitchFamily="18" charset="0"/>
                </a:rPr>
                <a:t>q</a:t>
              </a:r>
              <a:r>
                <a:rPr lang="en-US" altLang="zh-CN" sz="1200">
                  <a:solidFill>
                    <a:srgbClr val="000000"/>
                  </a:solidFill>
                  <a:cs typeface="Times New Roman" panose="02020603050405020304" pitchFamily="18" charset="0"/>
                </a:rPr>
                <a:t> (1, 9)</a:t>
              </a:r>
            </a:p>
          </p:txBody>
        </p:sp>
        <p:sp>
          <p:nvSpPr>
            <p:cNvPr id="116774" name="Rectangle 137"/>
            <p:cNvSpPr>
              <a:spLocks noChangeArrowheads="1"/>
            </p:cNvSpPr>
            <p:nvPr/>
          </p:nvSpPr>
          <p:spPr bwMode="auto">
            <a:xfrm>
              <a:off x="975" y="3113"/>
              <a:ext cx="775"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1200" i="1">
                  <a:solidFill>
                    <a:srgbClr val="000000"/>
                  </a:solidFill>
                  <a:cs typeface="Times New Roman" panose="02020603050405020304" pitchFamily="18" charset="0"/>
                </a:rPr>
                <a:t>v</a:t>
              </a:r>
            </a:p>
          </p:txBody>
        </p:sp>
        <p:sp>
          <p:nvSpPr>
            <p:cNvPr id="116775" name="Rectangle 138"/>
            <p:cNvSpPr>
              <a:spLocks noChangeArrowheads="1"/>
            </p:cNvSpPr>
            <p:nvPr/>
          </p:nvSpPr>
          <p:spPr bwMode="auto">
            <a:xfrm>
              <a:off x="975" y="2931"/>
              <a:ext cx="775"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zh-CN" altLang="en-US" sz="1200">
                  <a:solidFill>
                    <a:srgbClr val="000000"/>
                  </a:solidFill>
                  <a:latin typeface="楷体" panose="02010609060101010101" pitchFamily="49" charset="-122"/>
                  <a:ea typeface="楷体" panose="02010609060101010101" pitchFamily="49" charset="-122"/>
                  <a:cs typeface="Times New Roman" panose="02020603050405020304" pitchFamily="18" charset="0"/>
                </a:rPr>
                <a:t>访问链</a:t>
              </a:r>
            </a:p>
          </p:txBody>
        </p:sp>
        <p:sp>
          <p:nvSpPr>
            <p:cNvPr id="58" name="Line 139"/>
            <p:cNvSpPr>
              <a:spLocks noChangeShapeType="1"/>
            </p:cNvSpPr>
            <p:nvPr/>
          </p:nvSpPr>
          <p:spPr bwMode="auto">
            <a:xfrm flipV="1">
              <a:off x="975" y="2931"/>
              <a:ext cx="746" cy="1"/>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59" name="Line 140"/>
            <p:cNvSpPr>
              <a:spLocks noChangeShapeType="1"/>
            </p:cNvSpPr>
            <p:nvPr/>
          </p:nvSpPr>
          <p:spPr bwMode="auto">
            <a:xfrm flipV="1">
              <a:off x="975" y="3114"/>
              <a:ext cx="726" cy="0"/>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grpSp>
      <p:grpSp>
        <p:nvGrpSpPr>
          <p:cNvPr id="116741" name="Group 99"/>
          <p:cNvGrpSpPr>
            <a:grpSpLocks/>
          </p:cNvGrpSpPr>
          <p:nvPr/>
        </p:nvGrpSpPr>
        <p:grpSpPr bwMode="auto">
          <a:xfrm>
            <a:off x="6234113" y="1360488"/>
            <a:ext cx="954087" cy="635000"/>
            <a:chOff x="948" y="2750"/>
            <a:chExt cx="802" cy="534"/>
          </a:xfrm>
        </p:grpSpPr>
        <p:sp>
          <p:nvSpPr>
            <p:cNvPr id="61" name="Rectangle 135"/>
            <p:cNvSpPr>
              <a:spLocks noChangeArrowheads="1"/>
            </p:cNvSpPr>
            <p:nvPr/>
          </p:nvSpPr>
          <p:spPr bwMode="auto">
            <a:xfrm>
              <a:off x="948" y="2765"/>
              <a:ext cx="773" cy="519"/>
            </a:xfrm>
            <a:prstGeom prst="rect">
              <a:avLst/>
            </a:prstGeom>
            <a:noFill/>
            <a:ln w="25400">
              <a:solidFill>
                <a:schemeClr val="tx2">
                  <a:lumMod val="60000"/>
                  <a:lumOff val="40000"/>
                </a:schemeClr>
              </a:solidFill>
              <a:miter lim="800000"/>
              <a:headEnd/>
              <a:tailEnd/>
            </a:ln>
          </p:spPr>
          <p:txBody>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spcBef>
                  <a:spcPct val="0"/>
                </a:spcBef>
                <a:buClrTx/>
                <a:buSzTx/>
                <a:buFontTx/>
                <a:buNone/>
                <a:defRPr/>
              </a:pPr>
              <a:endParaRPr lang="zh-CN" altLang="en-US" sz="1200" b="0">
                <a:solidFill>
                  <a:prstClr val="black"/>
                </a:solidFill>
                <a:latin typeface="Times New Roman" panose="02020603050405020304" pitchFamily="18" charset="0"/>
                <a:ea typeface="楷体_GB2312" pitchFamily="49" charset="-122"/>
                <a:cs typeface="Times New Roman" panose="02020603050405020304" pitchFamily="18" charset="0"/>
              </a:endParaRPr>
            </a:p>
          </p:txBody>
        </p:sp>
        <p:sp>
          <p:nvSpPr>
            <p:cNvPr id="116767" name="Rectangle 136"/>
            <p:cNvSpPr>
              <a:spLocks noChangeArrowheads="1"/>
            </p:cNvSpPr>
            <p:nvPr/>
          </p:nvSpPr>
          <p:spPr bwMode="auto">
            <a:xfrm>
              <a:off x="975" y="2750"/>
              <a:ext cx="774"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buFont typeface="Symbol" panose="05050102010706020507" pitchFamily="18" charset="2"/>
                <a:buNone/>
              </a:pPr>
              <a:r>
                <a:rPr lang="en-US" altLang="zh-CN" sz="1200" i="1">
                  <a:solidFill>
                    <a:srgbClr val="000000"/>
                  </a:solidFill>
                  <a:cs typeface="Times New Roman" panose="02020603050405020304" pitchFamily="18" charset="0"/>
                </a:rPr>
                <a:t>q</a:t>
              </a:r>
              <a:r>
                <a:rPr lang="en-US" altLang="zh-CN" sz="1200">
                  <a:solidFill>
                    <a:srgbClr val="000000"/>
                  </a:solidFill>
                  <a:cs typeface="Times New Roman" panose="02020603050405020304" pitchFamily="18" charset="0"/>
                </a:rPr>
                <a:t> (1, 3)</a:t>
              </a:r>
            </a:p>
          </p:txBody>
        </p:sp>
        <p:sp>
          <p:nvSpPr>
            <p:cNvPr id="116768" name="Rectangle 137"/>
            <p:cNvSpPr>
              <a:spLocks noChangeArrowheads="1"/>
            </p:cNvSpPr>
            <p:nvPr/>
          </p:nvSpPr>
          <p:spPr bwMode="auto">
            <a:xfrm>
              <a:off x="975" y="3113"/>
              <a:ext cx="775"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1200" i="1">
                  <a:solidFill>
                    <a:srgbClr val="000000"/>
                  </a:solidFill>
                  <a:cs typeface="Times New Roman" panose="02020603050405020304" pitchFamily="18" charset="0"/>
                </a:rPr>
                <a:t>v</a:t>
              </a:r>
            </a:p>
          </p:txBody>
        </p:sp>
        <p:sp>
          <p:nvSpPr>
            <p:cNvPr id="116769" name="Rectangle 138"/>
            <p:cNvSpPr>
              <a:spLocks noChangeArrowheads="1"/>
            </p:cNvSpPr>
            <p:nvPr/>
          </p:nvSpPr>
          <p:spPr bwMode="auto">
            <a:xfrm>
              <a:off x="975" y="2931"/>
              <a:ext cx="775"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zh-CN" altLang="en-US" sz="1200">
                  <a:solidFill>
                    <a:srgbClr val="000000"/>
                  </a:solidFill>
                  <a:latin typeface="楷体" panose="02010609060101010101" pitchFamily="49" charset="-122"/>
                  <a:ea typeface="楷体" panose="02010609060101010101" pitchFamily="49" charset="-122"/>
                  <a:cs typeface="Times New Roman" panose="02020603050405020304" pitchFamily="18" charset="0"/>
                </a:rPr>
                <a:t>访问链</a:t>
              </a:r>
            </a:p>
          </p:txBody>
        </p:sp>
        <p:sp>
          <p:nvSpPr>
            <p:cNvPr id="65" name="Line 139"/>
            <p:cNvSpPr>
              <a:spLocks noChangeShapeType="1"/>
            </p:cNvSpPr>
            <p:nvPr/>
          </p:nvSpPr>
          <p:spPr bwMode="auto">
            <a:xfrm flipV="1">
              <a:off x="975" y="2932"/>
              <a:ext cx="746" cy="0"/>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66" name="Line 140"/>
            <p:cNvSpPr>
              <a:spLocks noChangeShapeType="1"/>
            </p:cNvSpPr>
            <p:nvPr/>
          </p:nvSpPr>
          <p:spPr bwMode="auto">
            <a:xfrm flipV="1">
              <a:off x="975" y="3113"/>
              <a:ext cx="726" cy="1"/>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grpSp>
      <p:grpSp>
        <p:nvGrpSpPr>
          <p:cNvPr id="116742" name="Group 99"/>
          <p:cNvGrpSpPr>
            <a:grpSpLocks/>
          </p:cNvGrpSpPr>
          <p:nvPr/>
        </p:nvGrpSpPr>
        <p:grpSpPr bwMode="auto">
          <a:xfrm>
            <a:off x="6234113" y="2008188"/>
            <a:ext cx="954087" cy="635000"/>
            <a:chOff x="948" y="2750"/>
            <a:chExt cx="802" cy="534"/>
          </a:xfrm>
        </p:grpSpPr>
        <p:sp>
          <p:nvSpPr>
            <p:cNvPr id="68" name="Rectangle 135"/>
            <p:cNvSpPr>
              <a:spLocks noChangeArrowheads="1"/>
            </p:cNvSpPr>
            <p:nvPr/>
          </p:nvSpPr>
          <p:spPr bwMode="auto">
            <a:xfrm>
              <a:off x="948" y="2765"/>
              <a:ext cx="773" cy="519"/>
            </a:xfrm>
            <a:prstGeom prst="rect">
              <a:avLst/>
            </a:prstGeom>
            <a:noFill/>
            <a:ln w="25400">
              <a:solidFill>
                <a:schemeClr val="tx2">
                  <a:lumMod val="60000"/>
                  <a:lumOff val="40000"/>
                </a:schemeClr>
              </a:solidFill>
              <a:miter lim="800000"/>
              <a:headEnd/>
              <a:tailEnd/>
            </a:ln>
          </p:spPr>
          <p:txBody>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spcBef>
                  <a:spcPct val="0"/>
                </a:spcBef>
                <a:buClrTx/>
                <a:buSzTx/>
                <a:buFontTx/>
                <a:buNone/>
                <a:defRPr/>
              </a:pPr>
              <a:endParaRPr lang="zh-CN" altLang="en-US" sz="1200" b="0">
                <a:solidFill>
                  <a:prstClr val="black"/>
                </a:solidFill>
                <a:latin typeface="Times New Roman" panose="02020603050405020304" pitchFamily="18" charset="0"/>
                <a:ea typeface="楷体_GB2312" pitchFamily="49" charset="-122"/>
                <a:cs typeface="Times New Roman" panose="02020603050405020304" pitchFamily="18" charset="0"/>
              </a:endParaRPr>
            </a:p>
          </p:txBody>
        </p:sp>
        <p:sp>
          <p:nvSpPr>
            <p:cNvPr id="116761" name="Rectangle 136"/>
            <p:cNvSpPr>
              <a:spLocks noChangeArrowheads="1"/>
            </p:cNvSpPr>
            <p:nvPr/>
          </p:nvSpPr>
          <p:spPr bwMode="auto">
            <a:xfrm>
              <a:off x="975" y="2750"/>
              <a:ext cx="774"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buFont typeface="Symbol" panose="05050102010706020507" pitchFamily="18" charset="2"/>
                <a:buNone/>
              </a:pPr>
              <a:r>
                <a:rPr lang="en-US" altLang="zh-CN" sz="1200" i="1">
                  <a:solidFill>
                    <a:srgbClr val="000000"/>
                  </a:solidFill>
                  <a:cs typeface="Times New Roman" panose="02020603050405020304" pitchFamily="18" charset="0"/>
                </a:rPr>
                <a:t>p</a:t>
              </a:r>
              <a:r>
                <a:rPr lang="en-US" altLang="zh-CN" sz="1200">
                  <a:solidFill>
                    <a:srgbClr val="000000"/>
                  </a:solidFill>
                  <a:cs typeface="Times New Roman" panose="02020603050405020304" pitchFamily="18" charset="0"/>
                </a:rPr>
                <a:t> (1, 3)</a:t>
              </a:r>
            </a:p>
          </p:txBody>
        </p:sp>
        <p:sp>
          <p:nvSpPr>
            <p:cNvPr id="116762" name="Rectangle 137"/>
            <p:cNvSpPr>
              <a:spLocks noChangeArrowheads="1"/>
            </p:cNvSpPr>
            <p:nvPr/>
          </p:nvSpPr>
          <p:spPr bwMode="auto">
            <a:xfrm>
              <a:off x="975" y="3113"/>
              <a:ext cx="775"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1200" i="1">
                  <a:solidFill>
                    <a:srgbClr val="000000"/>
                  </a:solidFill>
                  <a:cs typeface="Times New Roman" panose="02020603050405020304" pitchFamily="18" charset="0"/>
                </a:rPr>
                <a:t>i, j</a:t>
              </a:r>
            </a:p>
          </p:txBody>
        </p:sp>
        <p:sp>
          <p:nvSpPr>
            <p:cNvPr id="116763" name="Rectangle 138"/>
            <p:cNvSpPr>
              <a:spLocks noChangeArrowheads="1"/>
            </p:cNvSpPr>
            <p:nvPr/>
          </p:nvSpPr>
          <p:spPr bwMode="auto">
            <a:xfrm>
              <a:off x="975" y="2931"/>
              <a:ext cx="775"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zh-CN" altLang="en-US" sz="1200">
                  <a:solidFill>
                    <a:srgbClr val="000000"/>
                  </a:solidFill>
                  <a:latin typeface="楷体" panose="02010609060101010101" pitchFamily="49" charset="-122"/>
                  <a:ea typeface="楷体" panose="02010609060101010101" pitchFamily="49" charset="-122"/>
                  <a:cs typeface="Times New Roman" panose="02020603050405020304" pitchFamily="18" charset="0"/>
                </a:rPr>
                <a:t>访问链</a:t>
              </a:r>
            </a:p>
          </p:txBody>
        </p:sp>
        <p:sp>
          <p:nvSpPr>
            <p:cNvPr id="72" name="Line 139"/>
            <p:cNvSpPr>
              <a:spLocks noChangeShapeType="1"/>
            </p:cNvSpPr>
            <p:nvPr/>
          </p:nvSpPr>
          <p:spPr bwMode="auto">
            <a:xfrm flipV="1">
              <a:off x="975" y="2932"/>
              <a:ext cx="746" cy="0"/>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73" name="Line 140"/>
            <p:cNvSpPr>
              <a:spLocks noChangeShapeType="1"/>
            </p:cNvSpPr>
            <p:nvPr/>
          </p:nvSpPr>
          <p:spPr bwMode="auto">
            <a:xfrm flipV="1">
              <a:off x="975" y="3113"/>
              <a:ext cx="726" cy="1"/>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grpSp>
      <p:sp>
        <p:nvSpPr>
          <p:cNvPr id="116743" name="Freeform 56"/>
          <p:cNvSpPr>
            <a:spLocks/>
          </p:cNvSpPr>
          <p:nvPr/>
        </p:nvSpPr>
        <p:spPr bwMode="auto">
          <a:xfrm rot="-511685">
            <a:off x="7154863" y="1808163"/>
            <a:ext cx="247650" cy="520700"/>
          </a:xfrm>
          <a:custGeom>
            <a:avLst/>
            <a:gdLst>
              <a:gd name="T0" fmla="*/ 0 w 358"/>
              <a:gd name="T1" fmla="*/ 2147483646 h 930"/>
              <a:gd name="T2" fmla="*/ 2147483646 w 358"/>
              <a:gd name="T3" fmla="*/ 2147483646 h 930"/>
              <a:gd name="T4" fmla="*/ 2147483646 w 358"/>
              <a:gd name="T5" fmla="*/ 2147483646 h 930"/>
              <a:gd name="T6" fmla="*/ 2147483646 w 358"/>
              <a:gd name="T7" fmla="*/ 2147483646 h 930"/>
              <a:gd name="T8" fmla="*/ 2147483646 w 358"/>
              <a:gd name="T9" fmla="*/ 0 h 930"/>
              <a:gd name="T10" fmla="*/ 0 60000 65536"/>
              <a:gd name="T11" fmla="*/ 0 60000 65536"/>
              <a:gd name="T12" fmla="*/ 0 60000 65536"/>
              <a:gd name="T13" fmla="*/ 0 60000 65536"/>
              <a:gd name="T14" fmla="*/ 0 60000 65536"/>
              <a:gd name="T15" fmla="*/ 0 w 358"/>
              <a:gd name="T16" fmla="*/ 0 h 930"/>
              <a:gd name="T17" fmla="*/ 358 w 358"/>
              <a:gd name="T18" fmla="*/ 930 h 930"/>
            </a:gdLst>
            <a:ahLst/>
            <a:cxnLst>
              <a:cxn ang="T10">
                <a:pos x="T0" y="T1"/>
              </a:cxn>
              <a:cxn ang="T11">
                <a:pos x="T2" y="T3"/>
              </a:cxn>
              <a:cxn ang="T12">
                <a:pos x="T4" y="T5"/>
              </a:cxn>
              <a:cxn ang="T13">
                <a:pos x="T6" y="T7"/>
              </a:cxn>
              <a:cxn ang="T14">
                <a:pos x="T8" y="T9"/>
              </a:cxn>
            </a:cxnLst>
            <a:rect l="T15" t="T16" r="T17" b="T18"/>
            <a:pathLst>
              <a:path w="358" h="930">
                <a:moveTo>
                  <a:pt x="0" y="930"/>
                </a:moveTo>
                <a:cubicBezTo>
                  <a:pt x="38" y="910"/>
                  <a:pt x="167" y="873"/>
                  <a:pt x="225" y="810"/>
                </a:cubicBezTo>
                <a:cubicBezTo>
                  <a:pt x="283" y="747"/>
                  <a:pt x="332" y="653"/>
                  <a:pt x="345" y="555"/>
                </a:cubicBezTo>
                <a:cubicBezTo>
                  <a:pt x="358" y="457"/>
                  <a:pt x="337" y="317"/>
                  <a:pt x="300" y="225"/>
                </a:cubicBezTo>
                <a:cubicBezTo>
                  <a:pt x="263" y="133"/>
                  <a:pt x="158" y="47"/>
                  <a:pt x="120" y="0"/>
                </a:cubicBezTo>
              </a:path>
            </a:pathLst>
          </a:custGeom>
          <a:noFill/>
          <a:ln w="25400">
            <a:solidFill>
              <a:srgbClr val="FF0000"/>
            </a:solidFill>
            <a:round/>
            <a:headEnd/>
            <a:tailEnd type="triangle" w="med" len="lg"/>
          </a:ln>
          <a:extLst>
            <a:ext uri="{909E8E84-426E-40DD-AFC4-6F175D3DCCD1}">
              <a14:hiddenFill xmlns:a14="http://schemas.microsoft.com/office/drawing/2010/main">
                <a:solidFill>
                  <a:srgbClr val="FFFFFF"/>
                </a:solid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16744" name="Freeform 56"/>
          <p:cNvSpPr>
            <a:spLocks/>
          </p:cNvSpPr>
          <p:nvPr/>
        </p:nvSpPr>
        <p:spPr bwMode="auto">
          <a:xfrm rot="-511685">
            <a:off x="7153275" y="530225"/>
            <a:ext cx="128588" cy="496888"/>
          </a:xfrm>
          <a:custGeom>
            <a:avLst/>
            <a:gdLst>
              <a:gd name="T0" fmla="*/ 0 w 358"/>
              <a:gd name="T1" fmla="*/ 2147483646 h 930"/>
              <a:gd name="T2" fmla="*/ 2147483646 w 358"/>
              <a:gd name="T3" fmla="*/ 2147483646 h 930"/>
              <a:gd name="T4" fmla="*/ 2147483646 w 358"/>
              <a:gd name="T5" fmla="*/ 2147483646 h 930"/>
              <a:gd name="T6" fmla="*/ 2147483646 w 358"/>
              <a:gd name="T7" fmla="*/ 2147483646 h 930"/>
              <a:gd name="T8" fmla="*/ 2147483646 w 358"/>
              <a:gd name="T9" fmla="*/ 0 h 930"/>
              <a:gd name="T10" fmla="*/ 0 60000 65536"/>
              <a:gd name="T11" fmla="*/ 0 60000 65536"/>
              <a:gd name="T12" fmla="*/ 0 60000 65536"/>
              <a:gd name="T13" fmla="*/ 0 60000 65536"/>
              <a:gd name="T14" fmla="*/ 0 60000 65536"/>
              <a:gd name="T15" fmla="*/ 0 w 358"/>
              <a:gd name="T16" fmla="*/ 0 h 930"/>
              <a:gd name="T17" fmla="*/ 358 w 358"/>
              <a:gd name="T18" fmla="*/ 930 h 930"/>
            </a:gdLst>
            <a:ahLst/>
            <a:cxnLst>
              <a:cxn ang="T10">
                <a:pos x="T0" y="T1"/>
              </a:cxn>
              <a:cxn ang="T11">
                <a:pos x="T2" y="T3"/>
              </a:cxn>
              <a:cxn ang="T12">
                <a:pos x="T4" y="T5"/>
              </a:cxn>
              <a:cxn ang="T13">
                <a:pos x="T6" y="T7"/>
              </a:cxn>
              <a:cxn ang="T14">
                <a:pos x="T8" y="T9"/>
              </a:cxn>
            </a:cxnLst>
            <a:rect l="T15" t="T16" r="T17" b="T18"/>
            <a:pathLst>
              <a:path w="358" h="930">
                <a:moveTo>
                  <a:pt x="0" y="930"/>
                </a:moveTo>
                <a:cubicBezTo>
                  <a:pt x="38" y="910"/>
                  <a:pt x="167" y="873"/>
                  <a:pt x="225" y="810"/>
                </a:cubicBezTo>
                <a:cubicBezTo>
                  <a:pt x="283" y="747"/>
                  <a:pt x="332" y="653"/>
                  <a:pt x="345" y="555"/>
                </a:cubicBezTo>
                <a:cubicBezTo>
                  <a:pt x="358" y="457"/>
                  <a:pt x="337" y="317"/>
                  <a:pt x="300" y="225"/>
                </a:cubicBezTo>
                <a:cubicBezTo>
                  <a:pt x="263" y="133"/>
                  <a:pt x="158" y="47"/>
                  <a:pt x="120" y="0"/>
                </a:cubicBezTo>
              </a:path>
            </a:pathLst>
          </a:custGeom>
          <a:noFill/>
          <a:ln w="25400">
            <a:solidFill>
              <a:srgbClr val="FF0000"/>
            </a:solidFill>
            <a:round/>
            <a:headEnd/>
            <a:tailEnd type="triangle" w="med" len="lg"/>
          </a:ln>
          <a:extLst>
            <a:ext uri="{909E8E84-426E-40DD-AFC4-6F175D3DCCD1}">
              <a14:hiddenFill xmlns:a14="http://schemas.microsoft.com/office/drawing/2010/main">
                <a:solidFill>
                  <a:srgbClr val="FFFFFF"/>
                </a:solid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nvGrpSpPr>
          <p:cNvPr id="116745" name="Group 99"/>
          <p:cNvGrpSpPr>
            <a:grpSpLocks/>
          </p:cNvGrpSpPr>
          <p:nvPr/>
        </p:nvGrpSpPr>
        <p:grpSpPr bwMode="auto">
          <a:xfrm>
            <a:off x="6234113" y="2655888"/>
            <a:ext cx="954087" cy="636587"/>
            <a:chOff x="948" y="2750"/>
            <a:chExt cx="802" cy="534"/>
          </a:xfrm>
        </p:grpSpPr>
        <p:sp>
          <p:nvSpPr>
            <p:cNvPr id="77" name="Rectangle 135"/>
            <p:cNvSpPr>
              <a:spLocks noChangeArrowheads="1"/>
            </p:cNvSpPr>
            <p:nvPr/>
          </p:nvSpPr>
          <p:spPr bwMode="auto">
            <a:xfrm>
              <a:off x="948" y="2765"/>
              <a:ext cx="773" cy="519"/>
            </a:xfrm>
            <a:prstGeom prst="rect">
              <a:avLst/>
            </a:prstGeom>
            <a:noFill/>
            <a:ln w="25400">
              <a:solidFill>
                <a:schemeClr val="tx2">
                  <a:lumMod val="60000"/>
                  <a:lumOff val="40000"/>
                </a:schemeClr>
              </a:solidFill>
              <a:miter lim="800000"/>
              <a:headEnd/>
              <a:tailEnd/>
            </a:ln>
          </p:spPr>
          <p:txBody>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spcBef>
                  <a:spcPct val="0"/>
                </a:spcBef>
                <a:buClrTx/>
                <a:buSzTx/>
                <a:buFontTx/>
                <a:buNone/>
                <a:defRPr/>
              </a:pPr>
              <a:endParaRPr lang="zh-CN" altLang="en-US" sz="1200" b="0">
                <a:solidFill>
                  <a:prstClr val="black"/>
                </a:solidFill>
                <a:latin typeface="Times New Roman" panose="02020603050405020304" pitchFamily="18" charset="0"/>
                <a:ea typeface="楷体_GB2312" pitchFamily="49" charset="-122"/>
                <a:cs typeface="Times New Roman" panose="02020603050405020304" pitchFamily="18" charset="0"/>
              </a:endParaRPr>
            </a:p>
          </p:txBody>
        </p:sp>
        <p:sp>
          <p:nvSpPr>
            <p:cNvPr id="116755" name="Rectangle 136"/>
            <p:cNvSpPr>
              <a:spLocks noChangeArrowheads="1"/>
            </p:cNvSpPr>
            <p:nvPr/>
          </p:nvSpPr>
          <p:spPr bwMode="auto">
            <a:xfrm>
              <a:off x="975" y="2750"/>
              <a:ext cx="774"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buFont typeface="Symbol" panose="05050102010706020507" pitchFamily="18" charset="2"/>
                <a:buNone/>
              </a:pPr>
              <a:r>
                <a:rPr lang="en-US" altLang="zh-CN" sz="1200" i="1">
                  <a:solidFill>
                    <a:srgbClr val="000000"/>
                  </a:solidFill>
                  <a:cs typeface="Times New Roman" panose="02020603050405020304" pitchFamily="18" charset="0"/>
                </a:rPr>
                <a:t>e</a:t>
              </a:r>
              <a:endParaRPr lang="en-US" altLang="zh-CN" sz="1200">
                <a:solidFill>
                  <a:srgbClr val="000000"/>
                </a:solidFill>
                <a:cs typeface="Times New Roman" panose="02020603050405020304" pitchFamily="18" charset="0"/>
              </a:endParaRPr>
            </a:p>
          </p:txBody>
        </p:sp>
        <p:sp>
          <p:nvSpPr>
            <p:cNvPr id="116756" name="Rectangle 137"/>
            <p:cNvSpPr>
              <a:spLocks noChangeArrowheads="1"/>
            </p:cNvSpPr>
            <p:nvPr/>
          </p:nvSpPr>
          <p:spPr bwMode="auto">
            <a:xfrm>
              <a:off x="975" y="3113"/>
              <a:ext cx="775"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endParaRPr lang="en-US" altLang="zh-CN" sz="1200" i="1">
                <a:solidFill>
                  <a:srgbClr val="000000"/>
                </a:solidFill>
                <a:cs typeface="Times New Roman" panose="02020603050405020304" pitchFamily="18" charset="0"/>
              </a:endParaRPr>
            </a:p>
          </p:txBody>
        </p:sp>
        <p:sp>
          <p:nvSpPr>
            <p:cNvPr id="116757" name="Rectangle 138"/>
            <p:cNvSpPr>
              <a:spLocks noChangeArrowheads="1"/>
            </p:cNvSpPr>
            <p:nvPr/>
          </p:nvSpPr>
          <p:spPr bwMode="auto">
            <a:xfrm>
              <a:off x="975" y="2931"/>
              <a:ext cx="775"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zh-CN" altLang="en-US" sz="1200">
                  <a:solidFill>
                    <a:srgbClr val="000000"/>
                  </a:solidFill>
                  <a:latin typeface="楷体" panose="02010609060101010101" pitchFamily="49" charset="-122"/>
                  <a:ea typeface="楷体" panose="02010609060101010101" pitchFamily="49" charset="-122"/>
                  <a:cs typeface="Times New Roman" panose="02020603050405020304" pitchFamily="18" charset="0"/>
                </a:rPr>
                <a:t>访问链</a:t>
              </a:r>
            </a:p>
          </p:txBody>
        </p:sp>
        <p:sp>
          <p:nvSpPr>
            <p:cNvPr id="81" name="Line 139"/>
            <p:cNvSpPr>
              <a:spLocks noChangeShapeType="1"/>
            </p:cNvSpPr>
            <p:nvPr/>
          </p:nvSpPr>
          <p:spPr bwMode="auto">
            <a:xfrm flipV="1">
              <a:off x="975" y="2931"/>
              <a:ext cx="746" cy="1"/>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82" name="Line 140"/>
            <p:cNvSpPr>
              <a:spLocks noChangeShapeType="1"/>
            </p:cNvSpPr>
            <p:nvPr/>
          </p:nvSpPr>
          <p:spPr bwMode="auto">
            <a:xfrm flipV="1">
              <a:off x="975" y="3114"/>
              <a:ext cx="726" cy="0"/>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grpSp>
      <p:sp>
        <p:nvSpPr>
          <p:cNvPr id="83" name="任意多边形 82"/>
          <p:cNvSpPr/>
          <p:nvPr/>
        </p:nvSpPr>
        <p:spPr>
          <a:xfrm>
            <a:off x="7153275" y="506413"/>
            <a:ext cx="439738" cy="2443162"/>
          </a:xfrm>
          <a:custGeom>
            <a:avLst/>
            <a:gdLst>
              <a:gd name="connsiteX0" fmla="*/ 0 w 438897"/>
              <a:gd name="connsiteY0" fmla="*/ 2442758 h 2442758"/>
              <a:gd name="connsiteX1" fmla="*/ 421105 w 438897"/>
              <a:gd name="connsiteY1" fmla="*/ 1347884 h 2442758"/>
              <a:gd name="connsiteX2" fmla="*/ 324853 w 438897"/>
              <a:gd name="connsiteY2" fmla="*/ 192852 h 2442758"/>
              <a:gd name="connsiteX3" fmla="*/ 0 w 438897"/>
              <a:gd name="connsiteY3" fmla="*/ 12379 h 2442758"/>
            </a:gdLst>
            <a:ahLst/>
            <a:cxnLst>
              <a:cxn ang="0">
                <a:pos x="connsiteX0" y="connsiteY0"/>
              </a:cxn>
              <a:cxn ang="0">
                <a:pos x="connsiteX1" y="connsiteY1"/>
              </a:cxn>
              <a:cxn ang="0">
                <a:pos x="connsiteX2" y="connsiteY2"/>
              </a:cxn>
              <a:cxn ang="0">
                <a:pos x="connsiteX3" y="connsiteY3"/>
              </a:cxn>
            </a:cxnLst>
            <a:rect l="l" t="t" r="r" b="b"/>
            <a:pathLst>
              <a:path w="438897" h="2442758">
                <a:moveTo>
                  <a:pt x="0" y="2442758"/>
                </a:moveTo>
                <a:cubicBezTo>
                  <a:pt x="183481" y="2082813"/>
                  <a:pt x="366963" y="1722868"/>
                  <a:pt x="421105" y="1347884"/>
                </a:cubicBezTo>
                <a:cubicBezTo>
                  <a:pt x="475247" y="972900"/>
                  <a:pt x="395037" y="415436"/>
                  <a:pt x="324853" y="192852"/>
                </a:cubicBezTo>
                <a:cubicBezTo>
                  <a:pt x="254669" y="-29732"/>
                  <a:pt x="127334" y="-8677"/>
                  <a:pt x="0" y="12379"/>
                </a:cubicBezTo>
              </a:path>
            </a:pathLst>
          </a:custGeom>
          <a:noFill/>
          <a:ln w="25400">
            <a:solidFill>
              <a:schemeClr val="tx1"/>
            </a:solidFill>
            <a:tailEnd type="triangle" w="med" len="lg"/>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100">
              <a:solidFill>
                <a:prstClr val="white"/>
              </a:solidFill>
            </a:endParaRPr>
          </a:p>
        </p:txBody>
      </p:sp>
      <p:sp>
        <p:nvSpPr>
          <p:cNvPr id="84" name="任意多边形 83"/>
          <p:cNvSpPr/>
          <p:nvPr/>
        </p:nvSpPr>
        <p:spPr>
          <a:xfrm>
            <a:off x="7129463" y="519113"/>
            <a:ext cx="252412" cy="1106487"/>
          </a:xfrm>
          <a:custGeom>
            <a:avLst/>
            <a:gdLst>
              <a:gd name="connsiteX0" fmla="*/ 0 w 252896"/>
              <a:gd name="connsiteY0" fmla="*/ 1106905 h 1106905"/>
              <a:gd name="connsiteX1" fmla="*/ 252663 w 252896"/>
              <a:gd name="connsiteY1" fmla="*/ 204537 h 1106905"/>
              <a:gd name="connsiteX2" fmla="*/ 36095 w 252896"/>
              <a:gd name="connsiteY2" fmla="*/ 0 h 1106905"/>
            </a:gdLst>
            <a:ahLst/>
            <a:cxnLst>
              <a:cxn ang="0">
                <a:pos x="connsiteX0" y="connsiteY0"/>
              </a:cxn>
              <a:cxn ang="0">
                <a:pos x="connsiteX1" y="connsiteY1"/>
              </a:cxn>
              <a:cxn ang="0">
                <a:pos x="connsiteX2" y="connsiteY2"/>
              </a:cxn>
            </a:cxnLst>
            <a:rect l="l" t="t" r="r" b="b"/>
            <a:pathLst>
              <a:path w="252896" h="1106905">
                <a:moveTo>
                  <a:pt x="0" y="1106905"/>
                </a:moveTo>
                <a:cubicBezTo>
                  <a:pt x="123323" y="747963"/>
                  <a:pt x="246647" y="389021"/>
                  <a:pt x="252663" y="204537"/>
                </a:cubicBezTo>
                <a:cubicBezTo>
                  <a:pt x="258679" y="20053"/>
                  <a:pt x="147387" y="10026"/>
                  <a:pt x="36095" y="0"/>
                </a:cubicBezTo>
              </a:path>
            </a:pathLst>
          </a:custGeom>
          <a:noFill/>
          <a:ln w="25400">
            <a:solidFill>
              <a:schemeClr val="tx2">
                <a:lumMod val="60000"/>
                <a:lumOff val="40000"/>
              </a:schemeClr>
            </a:solidFill>
            <a:tailEnd type="triangle" w="med" len="lg"/>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100">
              <a:solidFill>
                <a:prstClr val="white"/>
              </a:solidFill>
            </a:endParaRPr>
          </a:p>
        </p:txBody>
      </p:sp>
      <p:grpSp>
        <p:nvGrpSpPr>
          <p:cNvPr id="116748" name="组合 84"/>
          <p:cNvGrpSpPr>
            <a:grpSpLocks/>
          </p:cNvGrpSpPr>
          <p:nvPr/>
        </p:nvGrpSpPr>
        <p:grpSpPr bwMode="auto">
          <a:xfrm>
            <a:off x="6234113" y="3344863"/>
            <a:ext cx="2262187" cy="1728787"/>
            <a:chOff x="78177" y="3363243"/>
            <a:chExt cx="2261575" cy="1728787"/>
          </a:xfrm>
        </p:grpSpPr>
        <p:sp>
          <p:nvSpPr>
            <p:cNvPr id="86" name="Rectangle 4"/>
            <p:cNvSpPr>
              <a:spLocks noChangeArrowheads="1"/>
            </p:cNvSpPr>
            <p:nvPr/>
          </p:nvSpPr>
          <p:spPr bwMode="auto">
            <a:xfrm>
              <a:off x="78177" y="3363243"/>
              <a:ext cx="2261575" cy="1714500"/>
            </a:xfrm>
            <a:prstGeom prst="rect">
              <a:avLst/>
            </a:prstGeom>
            <a:solidFill>
              <a:schemeClr val="accent5">
                <a:lumMod val="60000"/>
                <a:lumOff val="40000"/>
              </a:schemeClr>
            </a:solidFill>
            <a:ln w="9525">
              <a:solidFill>
                <a:schemeClr val="tx1"/>
              </a:solidFill>
              <a:miter lim="800000"/>
              <a:headEnd/>
              <a:tailEnd/>
            </a:ln>
          </p:spPr>
          <p:txBody>
            <a:bodyPr lIns="68580" tIns="34290" rIns="68580" bIns="34290"/>
            <a:lstStyle/>
            <a:p>
              <a:pPr marL="257175" indent="-257175" eaLnBrk="1" hangingPunct="1">
                <a:lnSpc>
                  <a:spcPts val="1800"/>
                </a:lnSpc>
                <a:spcBef>
                  <a:spcPct val="20000"/>
                </a:spcBef>
                <a:buClr>
                  <a:srgbClr val="5EAEFF"/>
                </a:buClr>
                <a:buSzPct val="60000"/>
                <a:defRPr/>
              </a:pPr>
              <a:r>
                <a:rPr lang="zh-CN" altLang="en-US" sz="1200" dirty="0">
                  <a:solidFill>
                    <a:prstClr val="black"/>
                  </a:solidFill>
                  <a:latin typeface="楷体_GB2312"/>
                  <a:ea typeface="楷体_GB2312"/>
                </a:rPr>
                <a:t>	</a:t>
              </a:r>
              <a:r>
                <a:rPr lang="en-US" altLang="zh-CN" dirty="0">
                  <a:solidFill>
                    <a:srgbClr val="0000FF"/>
                  </a:solidFill>
                  <a:latin typeface="Times New Roman" panose="02020603050405020304" pitchFamily="18" charset="0"/>
                  <a:ea typeface="楷体_GB2312"/>
                  <a:cs typeface="Times New Roman" pitchFamily="18" charset="0"/>
                </a:rPr>
                <a:t>  </a:t>
              </a:r>
              <a:r>
                <a:rPr lang="zh-CN" altLang="en-US" dirty="0">
                  <a:solidFill>
                    <a:srgbClr val="0000FF"/>
                  </a:solidFill>
                  <a:latin typeface="楷体" pitchFamily="49" charset="-122"/>
                  <a:ea typeface="楷体" pitchFamily="49" charset="-122"/>
                  <a:cs typeface="Times New Roman" pitchFamily="18" charset="0"/>
                </a:rPr>
                <a:t>过程   嵌套深度</a:t>
              </a:r>
              <a:endParaRPr lang="en-US" altLang="zh-CN" dirty="0">
                <a:solidFill>
                  <a:srgbClr val="0000FF"/>
                </a:solidFill>
                <a:latin typeface="楷体" pitchFamily="49" charset="-122"/>
                <a:ea typeface="楷体" pitchFamily="49" charset="-122"/>
                <a:cs typeface="Times New Roman" pitchFamily="18" charset="0"/>
              </a:endParaRPr>
            </a:p>
            <a:p>
              <a:pPr marL="257175" indent="-257175" algn="just" eaLnBrk="1" hangingPunct="1">
                <a:lnSpc>
                  <a:spcPts val="1800"/>
                </a:lnSpc>
                <a:spcBef>
                  <a:spcPct val="20000"/>
                </a:spcBef>
                <a:buClr>
                  <a:srgbClr val="5EAEFF"/>
                </a:buClr>
                <a:buSzPct val="60000"/>
                <a:defRPr/>
              </a:pPr>
              <a:r>
                <a:rPr lang="en-US" altLang="zh-CN" i="1" dirty="0">
                  <a:solidFill>
                    <a:prstClr val="black"/>
                  </a:solidFill>
                  <a:latin typeface="Times New Roman" panose="02020603050405020304" pitchFamily="18" charset="0"/>
                  <a:ea typeface="楷体_GB2312"/>
                  <a:cs typeface="Times New Roman" pitchFamily="18" charset="0"/>
                </a:rPr>
                <a:t>sort</a:t>
              </a:r>
              <a:r>
                <a:rPr lang="en-US" altLang="zh-CN" dirty="0">
                  <a:solidFill>
                    <a:prstClr val="black"/>
                  </a:solidFill>
                  <a:latin typeface="Times New Roman" panose="02020603050405020304" pitchFamily="18" charset="0"/>
                  <a:ea typeface="楷体_GB2312"/>
                  <a:cs typeface="Times New Roman" pitchFamily="18" charset="0"/>
                </a:rPr>
                <a:t>		1</a:t>
              </a:r>
            </a:p>
            <a:p>
              <a:pPr marL="257175" indent="-257175" algn="just" eaLnBrk="1" hangingPunct="1">
                <a:lnSpc>
                  <a:spcPts val="1800"/>
                </a:lnSpc>
                <a:spcBef>
                  <a:spcPct val="20000"/>
                </a:spcBef>
                <a:buClr>
                  <a:srgbClr val="5EAEFF"/>
                </a:buClr>
                <a:buSzPct val="60000"/>
                <a:defRPr/>
              </a:pPr>
              <a:r>
                <a:rPr lang="en-US" altLang="zh-CN" dirty="0">
                  <a:solidFill>
                    <a:prstClr val="black"/>
                  </a:solidFill>
                  <a:latin typeface="Times New Roman" panose="02020603050405020304" pitchFamily="18" charset="0"/>
                  <a:ea typeface="楷体_GB2312"/>
                  <a:cs typeface="Times New Roman" pitchFamily="18" charset="0"/>
                </a:rPr>
                <a:t>   </a:t>
              </a:r>
              <a:r>
                <a:rPr lang="en-US" altLang="zh-CN" i="1" dirty="0" err="1">
                  <a:solidFill>
                    <a:prstClr val="black"/>
                  </a:solidFill>
                  <a:latin typeface="Times New Roman" panose="02020603050405020304" pitchFamily="18" charset="0"/>
                  <a:ea typeface="楷体_GB2312"/>
                  <a:cs typeface="Times New Roman" pitchFamily="18" charset="0"/>
                </a:rPr>
                <a:t>readarray</a:t>
              </a:r>
              <a:r>
                <a:rPr lang="en-US" altLang="zh-CN" i="1" dirty="0">
                  <a:solidFill>
                    <a:prstClr val="black"/>
                  </a:solidFill>
                  <a:latin typeface="Times New Roman" panose="02020603050405020304" pitchFamily="18" charset="0"/>
                  <a:ea typeface="楷体_GB2312"/>
                  <a:cs typeface="Times New Roman" pitchFamily="18" charset="0"/>
                </a:rPr>
                <a:t>	</a:t>
              </a:r>
              <a:r>
                <a:rPr lang="en-US" altLang="zh-CN" dirty="0">
                  <a:solidFill>
                    <a:prstClr val="black"/>
                  </a:solidFill>
                  <a:latin typeface="Times New Roman" panose="02020603050405020304" pitchFamily="18" charset="0"/>
                  <a:ea typeface="楷体_GB2312"/>
                  <a:cs typeface="Times New Roman" pitchFamily="18" charset="0"/>
                </a:rPr>
                <a:t>2</a:t>
              </a:r>
            </a:p>
            <a:p>
              <a:pPr marL="257175" indent="-257175" algn="just" eaLnBrk="1" hangingPunct="1">
                <a:lnSpc>
                  <a:spcPts val="1800"/>
                </a:lnSpc>
                <a:spcBef>
                  <a:spcPct val="20000"/>
                </a:spcBef>
                <a:buClr>
                  <a:srgbClr val="5EAEFF"/>
                </a:buClr>
                <a:buSzPct val="60000"/>
                <a:defRPr/>
              </a:pPr>
              <a:r>
                <a:rPr lang="en-US" altLang="zh-CN" dirty="0">
                  <a:solidFill>
                    <a:prstClr val="black"/>
                  </a:solidFill>
                  <a:latin typeface="Times New Roman" panose="02020603050405020304" pitchFamily="18" charset="0"/>
                  <a:ea typeface="楷体_GB2312"/>
                  <a:cs typeface="Times New Roman" pitchFamily="18" charset="0"/>
                </a:rPr>
                <a:t>   </a:t>
              </a:r>
              <a:r>
                <a:rPr lang="en-US" altLang="zh-CN" i="1" dirty="0">
                  <a:solidFill>
                    <a:prstClr val="black"/>
                  </a:solidFill>
                  <a:latin typeface="Times New Roman" panose="02020603050405020304" pitchFamily="18" charset="0"/>
                  <a:ea typeface="楷体_GB2312"/>
                  <a:cs typeface="Times New Roman" pitchFamily="18" charset="0"/>
                </a:rPr>
                <a:t>exchange</a:t>
              </a:r>
              <a:r>
                <a:rPr lang="en-US" altLang="zh-CN" dirty="0">
                  <a:solidFill>
                    <a:prstClr val="black"/>
                  </a:solidFill>
                  <a:latin typeface="Times New Roman" panose="02020603050405020304" pitchFamily="18" charset="0"/>
                  <a:ea typeface="楷体_GB2312"/>
                  <a:cs typeface="Times New Roman" pitchFamily="18" charset="0"/>
                </a:rPr>
                <a:t>	2</a:t>
              </a:r>
            </a:p>
            <a:p>
              <a:pPr marL="257175" indent="-257175" algn="just" eaLnBrk="1" hangingPunct="1">
                <a:lnSpc>
                  <a:spcPts val="1800"/>
                </a:lnSpc>
                <a:spcBef>
                  <a:spcPct val="20000"/>
                </a:spcBef>
                <a:buClr>
                  <a:srgbClr val="5EAEFF"/>
                </a:buClr>
                <a:buSzPct val="60000"/>
                <a:defRPr/>
              </a:pPr>
              <a:r>
                <a:rPr lang="en-US" altLang="zh-CN" dirty="0">
                  <a:solidFill>
                    <a:prstClr val="black"/>
                  </a:solidFill>
                  <a:latin typeface="Times New Roman" panose="02020603050405020304" pitchFamily="18" charset="0"/>
                  <a:ea typeface="楷体_GB2312"/>
                  <a:cs typeface="Times New Roman" pitchFamily="18" charset="0"/>
                </a:rPr>
                <a:t>   </a:t>
              </a:r>
              <a:r>
                <a:rPr lang="en-US" altLang="zh-CN" i="1" dirty="0">
                  <a:solidFill>
                    <a:prstClr val="black"/>
                  </a:solidFill>
                  <a:latin typeface="Times New Roman" panose="02020603050405020304" pitchFamily="18" charset="0"/>
                  <a:ea typeface="楷体_GB2312"/>
                  <a:cs typeface="Times New Roman" pitchFamily="18" charset="0"/>
                </a:rPr>
                <a:t>quicksort</a:t>
              </a:r>
              <a:r>
                <a:rPr lang="en-US" altLang="zh-CN" dirty="0">
                  <a:solidFill>
                    <a:prstClr val="black"/>
                  </a:solidFill>
                  <a:latin typeface="Times New Roman" panose="02020603050405020304" pitchFamily="18" charset="0"/>
                  <a:ea typeface="楷体_GB2312"/>
                  <a:cs typeface="Times New Roman" pitchFamily="18" charset="0"/>
                </a:rPr>
                <a:t>	2</a:t>
              </a:r>
            </a:p>
            <a:p>
              <a:pPr marL="257175" indent="-257175" algn="just" eaLnBrk="1" hangingPunct="1">
                <a:lnSpc>
                  <a:spcPts val="1800"/>
                </a:lnSpc>
                <a:spcBef>
                  <a:spcPct val="20000"/>
                </a:spcBef>
                <a:buClr>
                  <a:srgbClr val="5EAEFF"/>
                </a:buClr>
                <a:buSzPct val="60000"/>
                <a:defRPr/>
              </a:pPr>
              <a:r>
                <a:rPr lang="en-US" altLang="zh-CN" dirty="0">
                  <a:solidFill>
                    <a:prstClr val="black"/>
                  </a:solidFill>
                  <a:latin typeface="Times New Roman" panose="02020603050405020304" pitchFamily="18" charset="0"/>
                  <a:ea typeface="楷体_GB2312"/>
                  <a:cs typeface="Times New Roman" pitchFamily="18" charset="0"/>
                </a:rPr>
                <a:t>      </a:t>
              </a:r>
              <a:r>
                <a:rPr lang="en-US" altLang="zh-CN" i="1" dirty="0">
                  <a:solidFill>
                    <a:prstClr val="black"/>
                  </a:solidFill>
                  <a:latin typeface="Times New Roman" panose="02020603050405020304" pitchFamily="18" charset="0"/>
                  <a:ea typeface="楷体_GB2312"/>
                  <a:cs typeface="Times New Roman" pitchFamily="18" charset="0"/>
                </a:rPr>
                <a:t>partition</a:t>
              </a:r>
              <a:r>
                <a:rPr lang="en-US" altLang="zh-CN" dirty="0">
                  <a:solidFill>
                    <a:prstClr val="black"/>
                  </a:solidFill>
                  <a:latin typeface="Times New Roman" panose="02020603050405020304" pitchFamily="18" charset="0"/>
                  <a:ea typeface="楷体_GB2312"/>
                  <a:cs typeface="Times New Roman" pitchFamily="18" charset="0"/>
                </a:rPr>
                <a:t>	3</a:t>
              </a:r>
            </a:p>
          </p:txBody>
        </p:sp>
        <p:cxnSp>
          <p:nvCxnSpPr>
            <p:cNvPr id="87" name="直接连接符 86"/>
            <p:cNvCxnSpPr/>
            <p:nvPr/>
          </p:nvCxnSpPr>
          <p:spPr bwMode="auto">
            <a:xfrm>
              <a:off x="78177" y="3648993"/>
              <a:ext cx="226157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8" name="直接连接符 87"/>
            <p:cNvCxnSpPr/>
            <p:nvPr/>
          </p:nvCxnSpPr>
          <p:spPr bwMode="auto">
            <a:xfrm>
              <a:off x="1331963" y="3363243"/>
              <a:ext cx="0" cy="172878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6749" name="标题 1"/>
          <p:cNvSpPr>
            <a:spLocks noGrp="1"/>
          </p:cNvSpPr>
          <p:nvPr>
            <p:ph type="title"/>
          </p:nvPr>
        </p:nvSpPr>
        <p:spPr>
          <a:xfrm>
            <a:off x="755650" y="268288"/>
            <a:ext cx="7931150" cy="358775"/>
          </a:xfrm>
        </p:spPr>
        <p:txBody>
          <a:bodyPr/>
          <a:lstStyle/>
          <a:p>
            <a:r>
              <a:rPr lang="zh-CN" altLang="en-US" sz="300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访问链的建立</a:t>
            </a:r>
            <a:endParaRPr lang="zh-CN" altLang="en-US">
              <a:ea typeface="微软雅黑" panose="020B0503020204020204" pitchFamily="34" charset="-122"/>
              <a:cs typeface="Times New Roman" panose="02020603050405020304" pitchFamily="18" charset="0"/>
            </a:endParaRPr>
          </a:p>
        </p:txBody>
      </p:sp>
      <p:sp>
        <p:nvSpPr>
          <p:cNvPr id="89" name="Rectangle 2"/>
          <p:cNvSpPr>
            <a:spLocks noGrp="1" noChangeArrowheads="1"/>
          </p:cNvSpPr>
          <p:nvPr>
            <p:ph idx="1"/>
          </p:nvPr>
        </p:nvSpPr>
        <p:spPr>
          <a:xfrm>
            <a:off x="357188" y="714375"/>
            <a:ext cx="5768975" cy="4344988"/>
          </a:xfrm>
        </p:spPr>
        <p:txBody>
          <a:bodyPr/>
          <a:lstStyle/>
          <a:p>
            <a:pPr eaLnBrk="1" hangingPunct="1">
              <a:lnSpc>
                <a:spcPts val="2600"/>
              </a:lnSpc>
              <a:buClrTx/>
              <a:buFont typeface="Wingdings" pitchFamily="2" charset="2"/>
              <a:buChar char="Ø"/>
              <a:defRPr/>
            </a:pPr>
            <a:r>
              <a:rPr lang="zh-CN" altLang="en-US" sz="2000" b="1" dirty="0">
                <a:solidFill>
                  <a:schemeClr val="tx1"/>
                </a:solidFill>
                <a:cs typeface="Times New Roman" pitchFamily="18" charset="0"/>
              </a:rPr>
              <a:t>建立访问链的代码属于</a:t>
            </a:r>
            <a:r>
              <a:rPr lang="zh-CN" altLang="en-US" sz="2000" b="1" dirty="0">
                <a:solidFill>
                  <a:schemeClr val="tx2">
                    <a:lumMod val="60000"/>
                    <a:lumOff val="40000"/>
                  </a:schemeClr>
                </a:solidFill>
                <a:cs typeface="Times New Roman" pitchFamily="18" charset="0"/>
              </a:rPr>
              <a:t>调用序列</a:t>
            </a:r>
            <a:r>
              <a:rPr lang="zh-CN" altLang="en-US" sz="2000" b="1" dirty="0">
                <a:solidFill>
                  <a:schemeClr val="tx1"/>
                </a:solidFill>
                <a:cs typeface="Times New Roman" pitchFamily="18" charset="0"/>
              </a:rPr>
              <a:t>的一部分</a:t>
            </a:r>
            <a:endParaRPr lang="en-US" altLang="zh-CN" sz="2000" b="1" dirty="0">
              <a:solidFill>
                <a:schemeClr val="tx1"/>
              </a:solidFill>
              <a:cs typeface="Times New Roman" pitchFamily="18" charset="0"/>
            </a:endParaRPr>
          </a:p>
          <a:p>
            <a:pPr eaLnBrk="1" hangingPunct="1">
              <a:lnSpc>
                <a:spcPts val="2600"/>
              </a:lnSpc>
              <a:buClrTx/>
              <a:buFont typeface="Wingdings" pitchFamily="2" charset="2"/>
              <a:buChar char="Ø"/>
              <a:defRPr/>
            </a:pPr>
            <a:r>
              <a:rPr lang="zh-CN" altLang="en-US" sz="2000" b="1" dirty="0">
                <a:solidFill>
                  <a:schemeClr val="tx1"/>
                </a:solidFill>
                <a:cs typeface="Times New Roman" pitchFamily="18" charset="0"/>
              </a:rPr>
              <a:t>假设嵌套深度为</a:t>
            </a:r>
            <a:r>
              <a:rPr lang="en-US" altLang="zh-CN" sz="2000" b="1" i="1" dirty="0">
                <a:solidFill>
                  <a:schemeClr val="tx1"/>
                </a:solidFill>
                <a:ea typeface="楷体_GB2312"/>
                <a:cs typeface="Times New Roman" pitchFamily="18" charset="0"/>
              </a:rPr>
              <a:t>n</a:t>
            </a:r>
            <a:r>
              <a:rPr lang="en-US" altLang="zh-CN" sz="2000" b="1" i="1" baseline="-30000" dirty="0">
                <a:solidFill>
                  <a:schemeClr val="tx1"/>
                </a:solidFill>
                <a:ea typeface="楷体_GB2312"/>
                <a:cs typeface="Times New Roman" pitchFamily="18" charset="0"/>
              </a:rPr>
              <a:t>x</a:t>
            </a:r>
            <a:r>
              <a:rPr lang="zh-CN" altLang="en-US" sz="2000" b="1" dirty="0">
                <a:solidFill>
                  <a:schemeClr val="tx1"/>
                </a:solidFill>
                <a:cs typeface="Times New Roman" pitchFamily="18" charset="0"/>
              </a:rPr>
              <a:t>的过程</a:t>
            </a:r>
            <a:r>
              <a:rPr lang="en-US" altLang="zh-CN" sz="2000" b="1" i="1" dirty="0">
                <a:solidFill>
                  <a:schemeClr val="tx1"/>
                </a:solidFill>
                <a:cs typeface="Times New Roman" pitchFamily="18" charset="0"/>
              </a:rPr>
              <a:t>x</a:t>
            </a:r>
            <a:r>
              <a:rPr lang="zh-CN" altLang="en-US" sz="2000" b="1" dirty="0">
                <a:solidFill>
                  <a:schemeClr val="tx1"/>
                </a:solidFill>
                <a:cs typeface="Times New Roman" pitchFamily="18" charset="0"/>
              </a:rPr>
              <a:t>调用嵌套深度为</a:t>
            </a:r>
            <a:r>
              <a:rPr lang="en-US" altLang="zh-CN" sz="2000" b="1" i="1" dirty="0" err="1">
                <a:solidFill>
                  <a:schemeClr val="tx1"/>
                </a:solidFill>
                <a:ea typeface="楷体_GB2312"/>
                <a:cs typeface="楷体_GB2312"/>
              </a:rPr>
              <a:t>n</a:t>
            </a:r>
            <a:r>
              <a:rPr lang="en-US" altLang="zh-CN" sz="2000" b="1" i="1" baseline="-30000" dirty="0" err="1">
                <a:solidFill>
                  <a:schemeClr val="tx1"/>
                </a:solidFill>
                <a:ea typeface="楷体_GB2312"/>
                <a:cs typeface="楷体_GB2312"/>
              </a:rPr>
              <a:t>y</a:t>
            </a:r>
            <a:r>
              <a:rPr lang="zh-CN" altLang="en-US" sz="2000" b="1" dirty="0">
                <a:solidFill>
                  <a:schemeClr val="tx1"/>
                </a:solidFill>
              </a:rPr>
              <a:t>的过程</a:t>
            </a:r>
            <a:r>
              <a:rPr lang="en-US" altLang="zh-CN" sz="2000" b="1" i="1" dirty="0">
                <a:solidFill>
                  <a:schemeClr val="tx1"/>
                </a:solidFill>
              </a:rPr>
              <a:t>y</a:t>
            </a:r>
            <a:r>
              <a:rPr lang="zh-CN" altLang="en-US" sz="2000" b="1" dirty="0">
                <a:solidFill>
                  <a:schemeClr val="tx1"/>
                </a:solidFill>
              </a:rPr>
              <a:t> </a:t>
            </a:r>
            <a:r>
              <a:rPr lang="en-US" altLang="zh-CN" sz="2000" b="1" dirty="0">
                <a:solidFill>
                  <a:schemeClr val="tx1"/>
                </a:solidFill>
                <a:ea typeface="楷体_GB2312"/>
                <a:cs typeface="楷体_GB2312"/>
              </a:rPr>
              <a:t>(</a:t>
            </a:r>
            <a:r>
              <a:rPr lang="en-US" altLang="zh-CN" sz="2000" b="1" i="1" dirty="0" err="1">
                <a:solidFill>
                  <a:schemeClr val="tx1"/>
                </a:solidFill>
                <a:ea typeface="楷体_GB2312"/>
                <a:cs typeface="楷体_GB2312"/>
              </a:rPr>
              <a:t>x</a:t>
            </a:r>
            <a:r>
              <a:rPr lang="en-US" altLang="zh-CN" sz="2000" b="1" dirty="0" err="1">
                <a:solidFill>
                  <a:schemeClr val="tx1"/>
                </a:solidFill>
                <a:ea typeface="楷体_GB2312"/>
                <a:cs typeface="楷体_GB2312"/>
              </a:rPr>
              <a:t>→</a:t>
            </a:r>
            <a:r>
              <a:rPr lang="en-US" altLang="zh-CN" sz="2000" b="1" i="1" dirty="0" err="1">
                <a:solidFill>
                  <a:schemeClr val="tx1"/>
                </a:solidFill>
                <a:ea typeface="楷体_GB2312"/>
                <a:cs typeface="楷体_GB2312"/>
              </a:rPr>
              <a:t>y</a:t>
            </a:r>
            <a:r>
              <a:rPr lang="en-US" altLang="zh-CN" sz="2000" b="1" dirty="0">
                <a:solidFill>
                  <a:schemeClr val="tx1"/>
                </a:solidFill>
                <a:ea typeface="楷体_GB2312"/>
                <a:cs typeface="楷体_GB2312"/>
              </a:rPr>
              <a:t>)</a:t>
            </a:r>
          </a:p>
          <a:p>
            <a:pPr lvl="1" eaLnBrk="1" hangingPunct="1">
              <a:lnSpc>
                <a:spcPts val="2600"/>
              </a:lnSpc>
              <a:buClrTx/>
              <a:buFont typeface="Wingdings" pitchFamily="2" charset="2"/>
              <a:buChar char="Ø"/>
              <a:defRPr/>
            </a:pPr>
            <a:r>
              <a:rPr lang="en-US" altLang="zh-CN" sz="2000" b="1" i="1" dirty="0">
                <a:solidFill>
                  <a:schemeClr val="tx1"/>
                </a:solidFill>
                <a:ea typeface="楷体_GB2312"/>
                <a:cs typeface="楷体_GB2312"/>
              </a:rPr>
              <a:t>n</a:t>
            </a:r>
            <a:r>
              <a:rPr lang="en-US" altLang="zh-CN" sz="2000" b="1" i="1" baseline="-30000" dirty="0">
                <a:solidFill>
                  <a:schemeClr val="tx1"/>
                </a:solidFill>
                <a:ea typeface="楷体_GB2312"/>
                <a:cs typeface="楷体_GB2312"/>
              </a:rPr>
              <a:t>x </a:t>
            </a:r>
            <a:r>
              <a:rPr lang="en-US" altLang="zh-CN" sz="2000" b="1" dirty="0">
                <a:solidFill>
                  <a:schemeClr val="tx1"/>
                </a:solidFill>
                <a:ea typeface="楷体_GB2312"/>
                <a:cs typeface="楷体_GB2312"/>
              </a:rPr>
              <a:t>&lt; </a:t>
            </a:r>
            <a:r>
              <a:rPr lang="en-US" altLang="zh-CN" sz="2000" b="1" i="1" dirty="0" err="1">
                <a:solidFill>
                  <a:schemeClr val="tx1"/>
                </a:solidFill>
                <a:ea typeface="楷体_GB2312"/>
                <a:cs typeface="楷体_GB2312"/>
              </a:rPr>
              <a:t>n</a:t>
            </a:r>
            <a:r>
              <a:rPr lang="en-US" altLang="zh-CN" sz="1800" b="1" i="1" baseline="-30000" dirty="0" err="1">
                <a:solidFill>
                  <a:schemeClr val="tx1"/>
                </a:solidFill>
                <a:ea typeface="楷体_GB2312"/>
                <a:cs typeface="楷体_GB2312"/>
              </a:rPr>
              <a:t>y</a:t>
            </a:r>
            <a:r>
              <a:rPr lang="zh-CN" altLang="en-US" sz="2000" b="1" dirty="0">
                <a:solidFill>
                  <a:schemeClr val="tx1"/>
                </a:solidFill>
                <a:latin typeface="楷体" pitchFamily="49" charset="-122"/>
              </a:rPr>
              <a:t>的情况</a:t>
            </a:r>
            <a:r>
              <a:rPr lang="en-US" altLang="zh-CN" sz="2000" b="1" dirty="0">
                <a:solidFill>
                  <a:schemeClr val="tx1"/>
                </a:solidFill>
                <a:ea typeface="楷体_GB2312"/>
                <a:cs typeface="楷体_GB2312"/>
              </a:rPr>
              <a:t>(</a:t>
            </a:r>
            <a:r>
              <a:rPr lang="zh-CN" altLang="en-US" sz="2000" b="1" dirty="0">
                <a:solidFill>
                  <a:schemeClr val="tx1"/>
                </a:solidFill>
                <a:latin typeface="楷体" pitchFamily="49" charset="-122"/>
              </a:rPr>
              <a:t>外层调用内层</a:t>
            </a:r>
            <a:r>
              <a:rPr lang="en-US" altLang="zh-CN" sz="2000" b="1" dirty="0">
                <a:solidFill>
                  <a:schemeClr val="tx1"/>
                </a:solidFill>
                <a:ea typeface="楷体_GB2312"/>
                <a:cs typeface="楷体_GB2312"/>
              </a:rPr>
              <a:t>)</a:t>
            </a:r>
          </a:p>
          <a:p>
            <a:pPr lvl="1" eaLnBrk="1" hangingPunct="1">
              <a:lnSpc>
                <a:spcPts val="2600"/>
              </a:lnSpc>
              <a:buClrTx/>
              <a:buFont typeface="Wingdings" pitchFamily="2" charset="2"/>
              <a:buChar char="Ø"/>
              <a:defRPr/>
            </a:pPr>
            <a:r>
              <a:rPr lang="en-US" altLang="zh-CN" sz="2000" b="1" i="1" dirty="0" err="1">
                <a:solidFill>
                  <a:prstClr val="black"/>
                </a:solidFill>
                <a:ea typeface="楷体_GB2312" pitchFamily="49" charset="-122"/>
              </a:rPr>
              <a:t>n</a:t>
            </a:r>
            <a:r>
              <a:rPr lang="en-US" altLang="zh-CN" sz="2000" b="1" i="1" baseline="-30000" dirty="0" err="1">
                <a:solidFill>
                  <a:prstClr val="black"/>
                </a:solidFill>
                <a:ea typeface="楷体" panose="02010609060101010101" pitchFamily="49" charset="-122"/>
                <a:cs typeface="Times New Roman" panose="02020603050405020304" pitchFamily="18" charset="0"/>
              </a:rPr>
              <a:t>x</a:t>
            </a:r>
            <a:r>
              <a:rPr lang="en-US" altLang="zh-CN" sz="2000" b="1" i="1" baseline="-30000" dirty="0">
                <a:solidFill>
                  <a:prstClr val="black"/>
                </a:solidFill>
                <a:ea typeface="楷体" panose="02010609060101010101" pitchFamily="49" charset="-122"/>
                <a:cs typeface="Times New Roman" panose="02020603050405020304" pitchFamily="18" charset="0"/>
              </a:rPr>
              <a:t> </a:t>
            </a:r>
            <a:r>
              <a:rPr lang="en-US" altLang="zh-CN" sz="2000" b="1" dirty="0">
                <a:solidFill>
                  <a:prstClr val="black"/>
                </a:solidFill>
                <a:ea typeface="楷体" panose="02010609060101010101" pitchFamily="49" charset="-122"/>
                <a:cs typeface="Times New Roman" panose="02020603050405020304" pitchFamily="18" charset="0"/>
              </a:rPr>
              <a:t>= </a:t>
            </a:r>
            <a:r>
              <a:rPr lang="en-US" altLang="zh-CN" sz="2000" b="1" i="1" dirty="0" err="1">
                <a:solidFill>
                  <a:prstClr val="black"/>
                </a:solidFill>
                <a:ea typeface="楷体" panose="02010609060101010101" pitchFamily="49" charset="-122"/>
                <a:cs typeface="Times New Roman" panose="02020603050405020304" pitchFamily="18" charset="0"/>
              </a:rPr>
              <a:t>n</a:t>
            </a:r>
            <a:r>
              <a:rPr lang="en-US" altLang="zh-CN" sz="1800" b="1" i="1" baseline="-30000" dirty="0" err="1">
                <a:solidFill>
                  <a:prstClr val="black"/>
                </a:solidFill>
                <a:ea typeface="楷体" panose="02010609060101010101" pitchFamily="49" charset="-122"/>
                <a:cs typeface="Times New Roman" panose="02020603050405020304" pitchFamily="18" charset="0"/>
              </a:rPr>
              <a:t>y</a:t>
            </a:r>
            <a:r>
              <a:rPr lang="zh-CN" altLang="en-US" sz="2000" b="1" dirty="0">
                <a:solidFill>
                  <a:prstClr val="black"/>
                </a:solidFill>
                <a:ea typeface="楷体" panose="02010609060101010101" pitchFamily="49" charset="-122"/>
                <a:cs typeface="Times New Roman" panose="02020603050405020304" pitchFamily="18" charset="0"/>
              </a:rPr>
              <a:t>的情况</a:t>
            </a:r>
            <a:r>
              <a:rPr lang="en-US" altLang="zh-CN" sz="2000" b="1" dirty="0">
                <a:solidFill>
                  <a:prstClr val="black"/>
                </a:solidFill>
                <a:ea typeface="楷体" panose="02010609060101010101" pitchFamily="49" charset="-122"/>
                <a:cs typeface="Times New Roman" panose="02020603050405020304" pitchFamily="18" charset="0"/>
              </a:rPr>
              <a:t>(</a:t>
            </a:r>
            <a:r>
              <a:rPr lang="zh-CN" altLang="en-US" sz="2000" b="1" dirty="0">
                <a:solidFill>
                  <a:schemeClr val="tx1"/>
                </a:solidFill>
                <a:latin typeface="楷体" pitchFamily="49" charset="-122"/>
              </a:rPr>
              <a:t>本层调用本层</a:t>
            </a:r>
            <a:r>
              <a:rPr lang="en-US" altLang="zh-CN" sz="2000" b="1" dirty="0">
                <a:solidFill>
                  <a:prstClr val="black"/>
                </a:solidFill>
                <a:ea typeface="楷体" panose="02010609060101010101" pitchFamily="49" charset="-122"/>
                <a:cs typeface="Times New Roman" panose="02020603050405020304" pitchFamily="18" charset="0"/>
              </a:rPr>
              <a:t> )</a:t>
            </a:r>
          </a:p>
          <a:p>
            <a:pPr lvl="1" eaLnBrk="1" hangingPunct="1">
              <a:lnSpc>
                <a:spcPts val="2600"/>
              </a:lnSpc>
              <a:buClrTx/>
              <a:buFont typeface="Wingdings" pitchFamily="2" charset="2"/>
              <a:buChar char="Ø"/>
              <a:defRPr/>
            </a:pPr>
            <a:r>
              <a:rPr lang="en-US" altLang="zh-CN" sz="2000" b="1" i="1" dirty="0" err="1">
                <a:solidFill>
                  <a:prstClr val="black"/>
                </a:solidFill>
                <a:ea typeface="楷体" panose="02010609060101010101" pitchFamily="49" charset="-122"/>
                <a:cs typeface="Times New Roman" panose="02020603050405020304" pitchFamily="18" charset="0"/>
              </a:rPr>
              <a:t>n</a:t>
            </a:r>
            <a:r>
              <a:rPr lang="en-US" altLang="zh-CN" sz="2000" b="1" i="1" baseline="-30000" dirty="0" err="1">
                <a:solidFill>
                  <a:prstClr val="black"/>
                </a:solidFill>
                <a:ea typeface="楷体" panose="02010609060101010101" pitchFamily="49" charset="-122"/>
                <a:cs typeface="Times New Roman" panose="02020603050405020304" pitchFamily="18" charset="0"/>
              </a:rPr>
              <a:t>x</a:t>
            </a:r>
            <a:r>
              <a:rPr lang="en-US" altLang="zh-CN" sz="2000" b="1" i="1" baseline="-30000" dirty="0">
                <a:solidFill>
                  <a:prstClr val="black"/>
                </a:solidFill>
                <a:ea typeface="楷体" panose="02010609060101010101" pitchFamily="49" charset="-122"/>
                <a:cs typeface="Times New Roman" panose="02020603050405020304" pitchFamily="18" charset="0"/>
              </a:rPr>
              <a:t> </a:t>
            </a:r>
            <a:r>
              <a:rPr lang="en-US" altLang="zh-CN" sz="2000" b="1" dirty="0">
                <a:solidFill>
                  <a:prstClr val="black"/>
                </a:solidFill>
                <a:ea typeface="楷体" panose="02010609060101010101" pitchFamily="49" charset="-122"/>
                <a:cs typeface="Times New Roman" panose="02020603050405020304" pitchFamily="18" charset="0"/>
              </a:rPr>
              <a:t>&gt; </a:t>
            </a:r>
            <a:r>
              <a:rPr lang="en-US" altLang="zh-CN" sz="2000" b="1" i="1" dirty="0" err="1">
                <a:solidFill>
                  <a:prstClr val="black"/>
                </a:solidFill>
                <a:ea typeface="楷体" panose="02010609060101010101" pitchFamily="49" charset="-122"/>
                <a:cs typeface="Times New Roman" panose="02020603050405020304" pitchFamily="18" charset="0"/>
              </a:rPr>
              <a:t>n</a:t>
            </a:r>
            <a:r>
              <a:rPr lang="en-US" altLang="zh-CN" sz="1800" b="1" i="1" baseline="-30000" dirty="0" err="1">
                <a:solidFill>
                  <a:prstClr val="black"/>
                </a:solidFill>
                <a:ea typeface="楷体" panose="02010609060101010101" pitchFamily="49" charset="-122"/>
                <a:cs typeface="Times New Roman" panose="02020603050405020304" pitchFamily="18" charset="0"/>
              </a:rPr>
              <a:t>y</a:t>
            </a:r>
            <a:r>
              <a:rPr lang="zh-CN" altLang="en-US" sz="2000" b="1" dirty="0">
                <a:solidFill>
                  <a:prstClr val="black"/>
                </a:solidFill>
                <a:ea typeface="楷体" panose="02010609060101010101" pitchFamily="49" charset="-122"/>
                <a:cs typeface="Times New Roman" panose="02020603050405020304" pitchFamily="18" charset="0"/>
              </a:rPr>
              <a:t>的情况</a:t>
            </a:r>
            <a:r>
              <a:rPr lang="en-US" altLang="zh-CN" sz="2000" b="1" dirty="0">
                <a:solidFill>
                  <a:prstClr val="black"/>
                </a:solidFill>
                <a:ea typeface="楷体" panose="02010609060101010101" pitchFamily="49" charset="-122"/>
                <a:cs typeface="Times New Roman" panose="02020603050405020304" pitchFamily="18" charset="0"/>
              </a:rPr>
              <a:t>(</a:t>
            </a:r>
            <a:r>
              <a:rPr lang="zh-CN" altLang="en-US" sz="2000" b="1" dirty="0">
                <a:solidFill>
                  <a:schemeClr val="tx1"/>
                </a:solidFill>
                <a:latin typeface="楷体" pitchFamily="49" charset="-122"/>
              </a:rPr>
              <a:t>内层调用外层，</a:t>
            </a:r>
            <a:r>
              <a:rPr lang="zh-CN" altLang="en-US" sz="2000" b="1" dirty="0">
                <a:solidFill>
                  <a:prstClr val="black"/>
                </a:solidFill>
                <a:ea typeface="楷体" panose="02010609060101010101" pitchFamily="49" charset="-122"/>
                <a:cs typeface="Times New Roman" panose="02020603050405020304" pitchFamily="18" charset="0"/>
              </a:rPr>
              <a:t>如： </a:t>
            </a:r>
            <a:r>
              <a:rPr lang="en-US" altLang="zh-CN" sz="2000" b="1" i="1" dirty="0" err="1">
                <a:solidFill>
                  <a:prstClr val="black"/>
                </a:solidFill>
                <a:ea typeface="楷体" panose="02010609060101010101" pitchFamily="49" charset="-122"/>
                <a:cs typeface="Times New Roman" panose="02020603050405020304" pitchFamily="18" charset="0"/>
              </a:rPr>
              <a:t>p</a:t>
            </a:r>
            <a:r>
              <a:rPr lang="en-US" altLang="zh-CN" sz="2000" b="1" dirty="0" err="1">
                <a:solidFill>
                  <a:prstClr val="black"/>
                </a:solidFill>
                <a:ea typeface="楷体" panose="02010609060101010101" pitchFamily="49" charset="-122"/>
                <a:cs typeface="Times New Roman" panose="02020603050405020304" pitchFamily="18" charset="0"/>
              </a:rPr>
              <a:t>→</a:t>
            </a:r>
            <a:r>
              <a:rPr lang="en-US" altLang="zh-CN" sz="2000" b="1" i="1" dirty="0" err="1">
                <a:solidFill>
                  <a:prstClr val="black"/>
                </a:solidFill>
                <a:ea typeface="楷体" panose="02010609060101010101" pitchFamily="49" charset="-122"/>
                <a:cs typeface="Times New Roman" panose="02020603050405020304" pitchFamily="18" charset="0"/>
              </a:rPr>
              <a:t>e</a:t>
            </a:r>
            <a:r>
              <a:rPr lang="en-US" altLang="zh-CN" sz="2000" b="1" dirty="0">
                <a:solidFill>
                  <a:prstClr val="black"/>
                </a:solidFill>
                <a:ea typeface="楷体" panose="02010609060101010101" pitchFamily="49" charset="-122"/>
                <a:cs typeface="Times New Roman" panose="02020603050405020304" pitchFamily="18" charset="0"/>
              </a:rPr>
              <a:t> )</a:t>
            </a:r>
          </a:p>
          <a:p>
            <a:pPr lvl="2" eaLnBrk="1" hangingPunct="1">
              <a:lnSpc>
                <a:spcPts val="2600"/>
              </a:lnSpc>
              <a:buClrTx/>
              <a:buFont typeface="Wingdings" pitchFamily="2" charset="2"/>
              <a:buChar char="Ø"/>
              <a:defRPr/>
            </a:pPr>
            <a:r>
              <a:rPr lang="zh-CN" altLang="en-US" sz="1800" b="1" dirty="0">
                <a:solidFill>
                  <a:prstClr val="black"/>
                </a:solidFill>
                <a:ea typeface="楷体" panose="02010609060101010101" pitchFamily="49" charset="-122"/>
                <a:cs typeface="Times New Roman" panose="02020603050405020304" pitchFamily="18" charset="0"/>
              </a:rPr>
              <a:t>过程</a:t>
            </a:r>
            <a:r>
              <a:rPr lang="en-US" altLang="zh-CN" sz="1800" b="1" i="1" dirty="0">
                <a:solidFill>
                  <a:prstClr val="black"/>
                </a:solidFill>
                <a:ea typeface="楷体" panose="02010609060101010101" pitchFamily="49" charset="-122"/>
                <a:cs typeface="Times New Roman" panose="02020603050405020304" pitchFamily="18" charset="0"/>
              </a:rPr>
              <a:t>x</a:t>
            </a:r>
            <a:r>
              <a:rPr lang="zh-CN" altLang="en-US" sz="1800" b="1" dirty="0">
                <a:solidFill>
                  <a:prstClr val="black"/>
                </a:solidFill>
                <a:ea typeface="楷体" panose="02010609060101010101" pitchFamily="49" charset="-122"/>
                <a:cs typeface="Times New Roman" panose="02020603050405020304" pitchFamily="18" charset="0"/>
              </a:rPr>
              <a:t>必定嵌套在某个过程</a:t>
            </a:r>
            <a:r>
              <a:rPr lang="en-US" altLang="zh-CN" sz="1800" b="1" i="1" dirty="0">
                <a:solidFill>
                  <a:prstClr val="black"/>
                </a:solidFill>
                <a:ea typeface="楷体" panose="02010609060101010101" pitchFamily="49" charset="-122"/>
                <a:cs typeface="Times New Roman" panose="02020603050405020304" pitchFamily="18" charset="0"/>
              </a:rPr>
              <a:t>z</a:t>
            </a:r>
            <a:r>
              <a:rPr lang="zh-CN" altLang="en-US" sz="1800" b="1" dirty="0">
                <a:solidFill>
                  <a:prstClr val="black"/>
                </a:solidFill>
                <a:ea typeface="楷体" panose="02010609060101010101" pitchFamily="49" charset="-122"/>
                <a:cs typeface="Times New Roman" panose="02020603050405020304" pitchFamily="18" charset="0"/>
              </a:rPr>
              <a:t>中，而</a:t>
            </a:r>
            <a:r>
              <a:rPr lang="en-US" altLang="zh-CN" sz="1800" b="1" i="1" dirty="0">
                <a:solidFill>
                  <a:prstClr val="black"/>
                </a:solidFill>
                <a:ea typeface="楷体" panose="02010609060101010101" pitchFamily="49" charset="-122"/>
                <a:cs typeface="Times New Roman" panose="02020603050405020304" pitchFamily="18" charset="0"/>
              </a:rPr>
              <a:t>z</a:t>
            </a:r>
            <a:r>
              <a:rPr lang="zh-CN" altLang="en-US" sz="1800" b="1" dirty="0">
                <a:solidFill>
                  <a:prstClr val="black"/>
                </a:solidFill>
                <a:ea typeface="楷体" panose="02010609060101010101" pitchFamily="49" charset="-122"/>
                <a:cs typeface="Times New Roman" panose="02020603050405020304" pitchFamily="18" charset="0"/>
              </a:rPr>
              <a:t>中直接定义了过程</a:t>
            </a:r>
            <a:r>
              <a:rPr lang="en-US" altLang="zh-CN" sz="1800" b="1" i="1" dirty="0">
                <a:solidFill>
                  <a:prstClr val="black"/>
                </a:solidFill>
                <a:ea typeface="楷体" panose="02010609060101010101" pitchFamily="49" charset="-122"/>
                <a:cs typeface="Times New Roman" panose="02020603050405020304" pitchFamily="18" charset="0"/>
              </a:rPr>
              <a:t>y</a:t>
            </a:r>
          </a:p>
          <a:p>
            <a:pPr lvl="2" eaLnBrk="1" hangingPunct="1">
              <a:lnSpc>
                <a:spcPts val="2600"/>
              </a:lnSpc>
              <a:buClrTx/>
              <a:buFont typeface="Wingdings" pitchFamily="2" charset="2"/>
              <a:buChar char="Ø"/>
              <a:defRPr/>
            </a:pPr>
            <a:r>
              <a:rPr lang="zh-CN" altLang="en-US" sz="1800" b="1" dirty="0">
                <a:solidFill>
                  <a:prstClr val="black"/>
                </a:solidFill>
                <a:ea typeface="楷体" panose="02010609060101010101" pitchFamily="49" charset="-122"/>
                <a:cs typeface="Times New Roman" panose="02020603050405020304" pitchFamily="18" charset="0"/>
              </a:rPr>
              <a:t>从</a:t>
            </a:r>
            <a:r>
              <a:rPr lang="en-US" altLang="zh-CN" sz="1800" b="1" i="1" dirty="0">
                <a:solidFill>
                  <a:prstClr val="black"/>
                </a:solidFill>
                <a:ea typeface="楷体" panose="02010609060101010101" pitchFamily="49" charset="-122"/>
                <a:cs typeface="Times New Roman" panose="02020603050405020304" pitchFamily="18" charset="0"/>
              </a:rPr>
              <a:t>x</a:t>
            </a:r>
            <a:r>
              <a:rPr lang="zh-CN" altLang="en-US" sz="1800" b="1" dirty="0">
                <a:solidFill>
                  <a:prstClr val="black"/>
                </a:solidFill>
                <a:ea typeface="楷体" panose="02010609060101010101" pitchFamily="49" charset="-122"/>
                <a:cs typeface="Times New Roman" panose="02020603050405020304" pitchFamily="18" charset="0"/>
              </a:rPr>
              <a:t>的活动记录开始，沿着访问链经过</a:t>
            </a:r>
            <a:r>
              <a:rPr lang="en-US" altLang="zh-CN" sz="1800" b="1" i="1" dirty="0" err="1">
                <a:solidFill>
                  <a:prstClr val="black"/>
                </a:solidFill>
                <a:ea typeface="楷体" panose="02010609060101010101" pitchFamily="49" charset="-122"/>
                <a:cs typeface="Times New Roman" panose="02020603050405020304" pitchFamily="18" charset="0"/>
              </a:rPr>
              <a:t>n</a:t>
            </a:r>
            <a:r>
              <a:rPr lang="en-US" altLang="zh-CN" sz="1800" b="1" i="1" baseline="-30000" dirty="0" err="1">
                <a:solidFill>
                  <a:prstClr val="black"/>
                </a:solidFill>
                <a:ea typeface="楷体" panose="02010609060101010101" pitchFamily="49" charset="-122"/>
                <a:cs typeface="Times New Roman" panose="02020603050405020304" pitchFamily="18" charset="0"/>
              </a:rPr>
              <a:t>x</a:t>
            </a:r>
            <a:r>
              <a:rPr lang="en-US" altLang="zh-CN" sz="1800" b="1" i="1" dirty="0">
                <a:solidFill>
                  <a:prstClr val="black"/>
                </a:solidFill>
                <a:ea typeface="楷体" panose="02010609060101010101" pitchFamily="49" charset="-122"/>
                <a:cs typeface="Times New Roman" panose="02020603050405020304" pitchFamily="18" charset="0"/>
              </a:rPr>
              <a:t> </a:t>
            </a:r>
            <a:r>
              <a:rPr lang="en-US" altLang="zh-CN" sz="1800" b="1" dirty="0">
                <a:solidFill>
                  <a:prstClr val="black"/>
                </a:solidFill>
                <a:ea typeface="楷体" panose="02010609060101010101" pitchFamily="49" charset="-122"/>
                <a:cs typeface="Times New Roman" panose="02020603050405020304" pitchFamily="18" charset="0"/>
              </a:rPr>
              <a:t>- </a:t>
            </a:r>
            <a:r>
              <a:rPr lang="en-US" altLang="zh-CN" sz="1800" b="1" i="1" dirty="0" err="1">
                <a:solidFill>
                  <a:prstClr val="black"/>
                </a:solidFill>
                <a:ea typeface="楷体" panose="02010609060101010101" pitchFamily="49" charset="-122"/>
                <a:cs typeface="Times New Roman" panose="02020603050405020304" pitchFamily="18" charset="0"/>
              </a:rPr>
              <a:t>n</a:t>
            </a:r>
            <a:r>
              <a:rPr lang="en-US" altLang="zh-CN" sz="1800" b="1" i="1" baseline="-30000" dirty="0" err="1">
                <a:solidFill>
                  <a:prstClr val="black"/>
                </a:solidFill>
                <a:ea typeface="楷体" panose="02010609060101010101" pitchFamily="49" charset="-122"/>
                <a:cs typeface="Times New Roman" panose="02020603050405020304" pitchFamily="18" charset="0"/>
              </a:rPr>
              <a:t>y</a:t>
            </a:r>
            <a:r>
              <a:rPr lang="en-US" altLang="zh-CN" sz="1800" b="1" i="1" dirty="0">
                <a:solidFill>
                  <a:prstClr val="black"/>
                </a:solidFill>
                <a:ea typeface="楷体" panose="02010609060101010101" pitchFamily="49" charset="-122"/>
                <a:cs typeface="Times New Roman" panose="02020603050405020304" pitchFamily="18" charset="0"/>
              </a:rPr>
              <a:t> </a:t>
            </a:r>
            <a:r>
              <a:rPr lang="en-US" altLang="zh-CN" sz="1800" b="1" dirty="0">
                <a:solidFill>
                  <a:prstClr val="black"/>
                </a:solidFill>
                <a:ea typeface="楷体" panose="02010609060101010101" pitchFamily="49" charset="-122"/>
                <a:cs typeface="Times New Roman" panose="02020603050405020304" pitchFamily="18" charset="0"/>
              </a:rPr>
              <a:t>+ 1</a:t>
            </a:r>
            <a:r>
              <a:rPr lang="zh-CN" altLang="en-US" sz="1800" b="1" dirty="0">
                <a:solidFill>
                  <a:prstClr val="black"/>
                </a:solidFill>
                <a:ea typeface="楷体" panose="02010609060101010101" pitchFamily="49" charset="-122"/>
                <a:cs typeface="Times New Roman" panose="02020603050405020304" pitchFamily="18" charset="0"/>
              </a:rPr>
              <a:t>步就可以找到离栈顶最近的</a:t>
            </a:r>
            <a:r>
              <a:rPr lang="en-US" altLang="zh-CN" sz="1800" b="1" i="1" dirty="0">
                <a:solidFill>
                  <a:prstClr val="black"/>
                </a:solidFill>
                <a:ea typeface="楷体" panose="02010609060101010101" pitchFamily="49" charset="-122"/>
                <a:cs typeface="Times New Roman" panose="02020603050405020304" pitchFamily="18" charset="0"/>
              </a:rPr>
              <a:t>z</a:t>
            </a:r>
            <a:r>
              <a:rPr lang="zh-CN" altLang="en-US" sz="1800" b="1" dirty="0">
                <a:solidFill>
                  <a:prstClr val="black"/>
                </a:solidFill>
                <a:ea typeface="楷体" panose="02010609060101010101" pitchFamily="49" charset="-122"/>
                <a:cs typeface="Times New Roman" panose="02020603050405020304" pitchFamily="18" charset="0"/>
              </a:rPr>
              <a:t>的活动记录。</a:t>
            </a:r>
            <a:r>
              <a:rPr lang="en-US" altLang="zh-CN" sz="1800" b="1" i="1" dirty="0">
                <a:solidFill>
                  <a:prstClr val="black"/>
                </a:solidFill>
                <a:ea typeface="楷体" panose="02010609060101010101" pitchFamily="49" charset="-122"/>
                <a:cs typeface="Times New Roman" panose="02020603050405020304" pitchFamily="18" charset="0"/>
              </a:rPr>
              <a:t> y</a:t>
            </a:r>
            <a:r>
              <a:rPr lang="zh-CN" altLang="en-US" sz="1800" b="1" dirty="0">
                <a:solidFill>
                  <a:prstClr val="black"/>
                </a:solidFill>
                <a:ea typeface="楷体" panose="02010609060101010101" pitchFamily="49" charset="-122"/>
                <a:cs typeface="Times New Roman" panose="02020603050405020304" pitchFamily="18" charset="0"/>
              </a:rPr>
              <a:t>的访问链必须指向</a:t>
            </a:r>
            <a:r>
              <a:rPr lang="en-US" altLang="zh-CN" sz="1800" b="1" i="1" dirty="0">
                <a:solidFill>
                  <a:prstClr val="black"/>
                </a:solidFill>
                <a:ea typeface="楷体" panose="02010609060101010101" pitchFamily="49" charset="-122"/>
                <a:cs typeface="Times New Roman" panose="02020603050405020304" pitchFamily="18" charset="0"/>
              </a:rPr>
              <a:t>z</a:t>
            </a:r>
            <a:r>
              <a:rPr lang="zh-CN" altLang="en-US" sz="1800" b="1" dirty="0">
                <a:solidFill>
                  <a:prstClr val="black"/>
                </a:solidFill>
                <a:ea typeface="楷体" panose="02010609060101010101" pitchFamily="49" charset="-122"/>
                <a:cs typeface="Times New Roman" panose="02020603050405020304" pitchFamily="18" charset="0"/>
              </a:rPr>
              <a:t>的这个活动记录</a:t>
            </a:r>
          </a:p>
          <a:p>
            <a:pPr lvl="1" eaLnBrk="1" hangingPunct="1">
              <a:lnSpc>
                <a:spcPts val="2600"/>
              </a:lnSpc>
              <a:buClrTx/>
              <a:buFont typeface="Wingdings" pitchFamily="2" charset="2"/>
              <a:buChar char="Ø"/>
              <a:defRPr/>
            </a:pPr>
            <a:endParaRPr lang="zh-CN" altLang="en-US" sz="1800" b="1" dirty="0">
              <a:solidFill>
                <a:schemeClr val="tx1"/>
              </a:solidFill>
              <a:ea typeface="楷体_GB2312"/>
              <a:cs typeface="楷体_GB2312"/>
            </a:endParaRPr>
          </a:p>
        </p:txBody>
      </p:sp>
      <p:sp>
        <p:nvSpPr>
          <p:cNvPr id="2" name="灯片编号占位符 1"/>
          <p:cNvSpPr>
            <a:spLocks noGrp="1"/>
          </p:cNvSpPr>
          <p:nvPr>
            <p:ph type="sldNum" sz="quarter" idx="12"/>
          </p:nvPr>
        </p:nvSpPr>
        <p:spPr/>
        <p:txBody>
          <a:bodyPr/>
          <a:lstStyle/>
          <a:p>
            <a:pPr>
              <a:defRPr/>
            </a:pPr>
            <a:fld id="{64CF1D47-2B30-44A6-81DA-EC28584A641A}" type="slidenum">
              <a:rPr lang="zh-CN" altLang="en-US" smtClean="0"/>
              <a:pPr>
                <a:defRPr/>
              </a:pPr>
              <a:t>17</a:t>
            </a:fld>
            <a:endParaRPr lang="en-US" altLang="zh-CN" dirty="0"/>
          </a:p>
        </p:txBody>
      </p:sp>
    </p:spTree>
    <p:extLst>
      <p:ext uri="{BB962C8B-B14F-4D97-AF65-F5344CB8AC3E}">
        <p14:creationId xmlns:p14="http://schemas.microsoft.com/office/powerpoint/2010/main" val="100054970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nodeType="withEffect">
                                  <p:stCondLst>
                                    <p:cond delay="0"/>
                                  </p:stCondLst>
                                  <p:childTnLst>
                                    <p:set>
                                      <p:cBhvr>
                                        <p:cTn id="6" dur="1" fill="hold">
                                          <p:stCondLst>
                                            <p:cond delay="0"/>
                                          </p:stCondLst>
                                        </p:cTn>
                                        <p:tgtEl>
                                          <p:spTgt spid="89">
                                            <p:txEl>
                                              <p:pRg st="4" end="4"/>
                                            </p:txEl>
                                          </p:spTgt>
                                        </p:tgtEl>
                                        <p:attrNameLst>
                                          <p:attrName>style.visibility</p:attrName>
                                        </p:attrNameLst>
                                      </p:cBhvr>
                                      <p:to>
                                        <p:strVal val="visible"/>
                                      </p:to>
                                    </p:set>
                                    <p:anim calcmode="lin" valueType="num">
                                      <p:cBhvr>
                                        <p:cTn id="7" dur="500" fill="hold"/>
                                        <p:tgtEl>
                                          <p:spTgt spid="89">
                                            <p:txEl>
                                              <p:pRg st="4" end="4"/>
                                            </p:txEl>
                                          </p:spTgt>
                                        </p:tgtEl>
                                        <p:attrNameLst>
                                          <p:attrName>ppt_w</p:attrName>
                                        </p:attrNameLst>
                                      </p:cBhvr>
                                      <p:tavLst>
                                        <p:tav tm="0">
                                          <p:val>
                                            <p:fltVal val="0"/>
                                          </p:val>
                                        </p:tav>
                                        <p:tav tm="100000">
                                          <p:val>
                                            <p:strVal val="#ppt_w"/>
                                          </p:val>
                                        </p:tav>
                                      </p:tavLst>
                                    </p:anim>
                                    <p:anim calcmode="lin" valueType="num">
                                      <p:cBhvr>
                                        <p:cTn id="8" dur="500" fill="hold"/>
                                        <p:tgtEl>
                                          <p:spTgt spid="89">
                                            <p:txEl>
                                              <p:pRg st="4" end="4"/>
                                            </p:txEl>
                                          </p:spTgt>
                                        </p:tgtEl>
                                        <p:attrNameLst>
                                          <p:attrName>ppt_h</p:attrName>
                                        </p:attrNameLst>
                                      </p:cBhvr>
                                      <p:tavLst>
                                        <p:tav tm="0">
                                          <p:val>
                                            <p:fltVal val="0"/>
                                          </p:val>
                                        </p:tav>
                                        <p:tav tm="100000">
                                          <p:val>
                                            <p:strVal val="#ppt_h"/>
                                          </p:val>
                                        </p:tav>
                                      </p:tavLst>
                                    </p:anim>
                                    <p:animEffect transition="in" filter="fade">
                                      <p:cBhvr>
                                        <p:cTn id="9" dur="500"/>
                                        <p:tgtEl>
                                          <p:spTgt spid="89">
                                            <p:txEl>
                                              <p:pRg st="4" end="4"/>
                                            </p:txEl>
                                          </p:spTgt>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16" fill="hold" nodeType="clickEffect">
                                  <p:stCondLst>
                                    <p:cond delay="0"/>
                                  </p:stCondLst>
                                  <p:childTnLst>
                                    <p:set>
                                      <p:cBhvr>
                                        <p:cTn id="13" dur="1" fill="hold">
                                          <p:stCondLst>
                                            <p:cond delay="0"/>
                                          </p:stCondLst>
                                        </p:cTn>
                                        <p:tgtEl>
                                          <p:spTgt spid="89">
                                            <p:txEl>
                                              <p:pRg st="5" end="5"/>
                                            </p:txEl>
                                          </p:spTgt>
                                        </p:tgtEl>
                                        <p:attrNameLst>
                                          <p:attrName>style.visibility</p:attrName>
                                        </p:attrNameLst>
                                      </p:cBhvr>
                                      <p:to>
                                        <p:strVal val="visible"/>
                                      </p:to>
                                    </p:set>
                                    <p:anim calcmode="lin" valueType="num">
                                      <p:cBhvr>
                                        <p:cTn id="14" dur="500" fill="hold"/>
                                        <p:tgtEl>
                                          <p:spTgt spid="89">
                                            <p:txEl>
                                              <p:pRg st="5" end="5"/>
                                            </p:txEl>
                                          </p:spTgt>
                                        </p:tgtEl>
                                        <p:attrNameLst>
                                          <p:attrName>ppt_w</p:attrName>
                                        </p:attrNameLst>
                                      </p:cBhvr>
                                      <p:tavLst>
                                        <p:tav tm="0">
                                          <p:val>
                                            <p:fltVal val="0"/>
                                          </p:val>
                                        </p:tav>
                                        <p:tav tm="100000">
                                          <p:val>
                                            <p:strVal val="#ppt_w"/>
                                          </p:val>
                                        </p:tav>
                                      </p:tavLst>
                                    </p:anim>
                                    <p:anim calcmode="lin" valueType="num">
                                      <p:cBhvr>
                                        <p:cTn id="15" dur="500" fill="hold"/>
                                        <p:tgtEl>
                                          <p:spTgt spid="89">
                                            <p:txEl>
                                              <p:pRg st="5" end="5"/>
                                            </p:txEl>
                                          </p:spTgt>
                                        </p:tgtEl>
                                        <p:attrNameLst>
                                          <p:attrName>ppt_h</p:attrName>
                                        </p:attrNameLst>
                                      </p:cBhvr>
                                      <p:tavLst>
                                        <p:tav tm="0">
                                          <p:val>
                                            <p:fltVal val="0"/>
                                          </p:val>
                                        </p:tav>
                                        <p:tav tm="100000">
                                          <p:val>
                                            <p:strVal val="#ppt_h"/>
                                          </p:val>
                                        </p:tav>
                                      </p:tavLst>
                                    </p:anim>
                                    <p:animEffect transition="in" filter="fade">
                                      <p:cBhvr>
                                        <p:cTn id="16" dur="500"/>
                                        <p:tgtEl>
                                          <p:spTgt spid="89">
                                            <p:txEl>
                                              <p:pRg st="5" end="5"/>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3" presetClass="entr" presetSubtype="16" fill="hold" nodeType="clickEffect">
                                  <p:stCondLst>
                                    <p:cond delay="0"/>
                                  </p:stCondLst>
                                  <p:childTnLst>
                                    <p:set>
                                      <p:cBhvr>
                                        <p:cTn id="20" dur="1" fill="hold">
                                          <p:stCondLst>
                                            <p:cond delay="0"/>
                                          </p:stCondLst>
                                        </p:cTn>
                                        <p:tgtEl>
                                          <p:spTgt spid="89">
                                            <p:txEl>
                                              <p:pRg st="6" end="6"/>
                                            </p:txEl>
                                          </p:spTgt>
                                        </p:tgtEl>
                                        <p:attrNameLst>
                                          <p:attrName>style.visibility</p:attrName>
                                        </p:attrNameLst>
                                      </p:cBhvr>
                                      <p:to>
                                        <p:strVal val="visible"/>
                                      </p:to>
                                    </p:set>
                                    <p:anim calcmode="lin" valueType="num">
                                      <p:cBhvr>
                                        <p:cTn id="21" dur="500" fill="hold"/>
                                        <p:tgtEl>
                                          <p:spTgt spid="89">
                                            <p:txEl>
                                              <p:pRg st="6" end="6"/>
                                            </p:txEl>
                                          </p:spTgt>
                                        </p:tgtEl>
                                        <p:attrNameLst>
                                          <p:attrName>ppt_w</p:attrName>
                                        </p:attrNameLst>
                                      </p:cBhvr>
                                      <p:tavLst>
                                        <p:tav tm="0">
                                          <p:val>
                                            <p:fltVal val="0"/>
                                          </p:val>
                                        </p:tav>
                                        <p:tav tm="100000">
                                          <p:val>
                                            <p:strVal val="#ppt_w"/>
                                          </p:val>
                                        </p:tav>
                                      </p:tavLst>
                                    </p:anim>
                                    <p:anim calcmode="lin" valueType="num">
                                      <p:cBhvr>
                                        <p:cTn id="22" dur="500" fill="hold"/>
                                        <p:tgtEl>
                                          <p:spTgt spid="89">
                                            <p:txEl>
                                              <p:pRg st="6" end="6"/>
                                            </p:txEl>
                                          </p:spTgt>
                                        </p:tgtEl>
                                        <p:attrNameLst>
                                          <p:attrName>ppt_h</p:attrName>
                                        </p:attrNameLst>
                                      </p:cBhvr>
                                      <p:tavLst>
                                        <p:tav tm="0">
                                          <p:val>
                                            <p:fltVal val="0"/>
                                          </p:val>
                                        </p:tav>
                                        <p:tav tm="100000">
                                          <p:val>
                                            <p:strVal val="#ppt_h"/>
                                          </p:val>
                                        </p:tav>
                                      </p:tavLst>
                                    </p:anim>
                                    <p:animEffect transition="in" filter="fade">
                                      <p:cBhvr>
                                        <p:cTn id="23" dur="500"/>
                                        <p:tgtEl>
                                          <p:spTgt spid="8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3"/>
          <p:cNvSpPr>
            <a:spLocks noGrp="1" noChangeArrowheads="1"/>
          </p:cNvSpPr>
          <p:nvPr>
            <p:ph idx="1"/>
          </p:nvPr>
        </p:nvSpPr>
        <p:spPr>
          <a:xfrm>
            <a:off x="428625" y="846138"/>
            <a:ext cx="8429625" cy="3225800"/>
          </a:xfrm>
        </p:spPr>
        <p:txBody>
          <a:bodyPr/>
          <a:lstStyle/>
          <a:p>
            <a:pPr eaLnBrk="1" hangingPunct="1">
              <a:buClrTx/>
              <a:buFont typeface="Wingdings" panose="05000000000000000000" pitchFamily="2" charset="2"/>
              <a:buChar char="Ø"/>
            </a:pPr>
            <a:r>
              <a:rPr lang="zh-CN" altLang="en-US" sz="3000" b="1">
                <a:solidFill>
                  <a:schemeClr val="tx1"/>
                </a:solidFill>
                <a:latin typeface="楷体" panose="02010609060101010101" pitchFamily="49" charset="-122"/>
              </a:rPr>
              <a:t>符号表的组织</a:t>
            </a:r>
          </a:p>
          <a:p>
            <a:pPr lvl="1" eaLnBrk="1" hangingPunct="1">
              <a:buClrTx/>
              <a:buFont typeface="Wingdings" panose="05000000000000000000" pitchFamily="2" charset="2"/>
              <a:buChar char="Ø"/>
            </a:pPr>
            <a:r>
              <a:rPr lang="zh-CN" altLang="en-US" sz="2500" b="1">
                <a:solidFill>
                  <a:schemeClr val="tx1"/>
                </a:solidFill>
                <a:latin typeface="楷体" panose="02010609060101010101" pitchFamily="49" charset="-122"/>
              </a:rPr>
              <a:t>为每个作用域（程序块）建立一个独立的符号表</a:t>
            </a:r>
          </a:p>
        </p:txBody>
      </p:sp>
      <p:sp>
        <p:nvSpPr>
          <p:cNvPr id="135171" name="Rectangle 2"/>
          <p:cNvSpPr>
            <a:spLocks noGrp="1" noChangeArrowheads="1"/>
          </p:cNvSpPr>
          <p:nvPr>
            <p:ph type="title"/>
          </p:nvPr>
        </p:nvSpPr>
        <p:spPr>
          <a:xfrm>
            <a:off x="755650" y="268288"/>
            <a:ext cx="7931150" cy="358775"/>
          </a:xfrm>
        </p:spPr>
        <p:txBody>
          <a:bodyPr/>
          <a:lstStyle/>
          <a:p>
            <a:pPr eaLnBrk="1" hangingPunct="1"/>
            <a:r>
              <a:rPr lang="en-US" altLang="zh-CN" sz="30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6. </a:t>
            </a:r>
            <a:r>
              <a:rPr lang="zh-CN" altLang="en-US" sz="30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符号表</a:t>
            </a:r>
          </a:p>
        </p:txBody>
      </p:sp>
      <p:sp>
        <p:nvSpPr>
          <p:cNvPr id="2" name="灯片编号占位符 1"/>
          <p:cNvSpPr>
            <a:spLocks noGrp="1"/>
          </p:cNvSpPr>
          <p:nvPr>
            <p:ph type="sldNum" sz="quarter" idx="12"/>
          </p:nvPr>
        </p:nvSpPr>
        <p:spPr/>
        <p:txBody>
          <a:bodyPr/>
          <a:lstStyle/>
          <a:p>
            <a:pPr>
              <a:defRPr/>
            </a:pPr>
            <a:fld id="{64CF1D47-2B30-44A6-81DA-EC28584A641A}" type="slidenum">
              <a:rPr lang="zh-CN" altLang="en-US" smtClean="0"/>
              <a:pPr>
                <a:defRPr/>
              </a:pPr>
              <a:t>18</a:t>
            </a:fld>
            <a:endParaRPr lang="en-US" altLang="zh-CN" dirty="0"/>
          </a:p>
        </p:txBody>
      </p:sp>
    </p:spTree>
    <p:extLst>
      <p:ext uri="{BB962C8B-B14F-4D97-AF65-F5344CB8AC3E}">
        <p14:creationId xmlns:p14="http://schemas.microsoft.com/office/powerpoint/2010/main" val="24544527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矩形 88"/>
          <p:cNvSpPr/>
          <p:nvPr/>
        </p:nvSpPr>
        <p:spPr>
          <a:xfrm>
            <a:off x="155575" y="828675"/>
            <a:ext cx="8177213" cy="4716463"/>
          </a:xfrm>
          <a:prstGeom prst="rect">
            <a:avLst/>
          </a:prstGeom>
          <a:noFill/>
          <a:ln>
            <a:noFill/>
          </a:ln>
        </p:spPr>
        <p:txBody>
          <a:bodyPr lIns="68580" tIns="34290" rIns="68580" bIns="34290">
            <a:spAutoFit/>
          </a:bodyPr>
          <a:lstStyle/>
          <a:p>
            <a:pPr marL="257175" indent="-257175" algn="just" eaLnBrk="1" hangingPunct="1">
              <a:lnSpc>
                <a:spcPct val="80000"/>
              </a:lnSpc>
              <a:spcBef>
                <a:spcPct val="12000"/>
              </a:spcBef>
              <a:buClr>
                <a:srgbClr val="3333CC"/>
              </a:buClr>
              <a:buSzPct val="60000"/>
              <a:defRPr/>
            </a:pPr>
            <a:r>
              <a:rPr lang="en-US" altLang="zh-CN" sz="2000" i="1" kern="0" dirty="0">
                <a:solidFill>
                  <a:srgbClr val="000000"/>
                </a:solidFill>
                <a:latin typeface="Times New Roman" panose="02020603050405020304" pitchFamily="18" charset="0"/>
                <a:ea typeface="楷体_GB2312" pitchFamily="49" charset="-122"/>
              </a:rPr>
              <a:t>program</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FF0000"/>
                </a:solidFill>
                <a:latin typeface="Times New Roman" panose="02020603050405020304" pitchFamily="18" charset="0"/>
                <a:ea typeface="楷体_GB2312" pitchFamily="49" charset="-122"/>
              </a:rPr>
              <a:t>sort </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input</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output</a:t>
            </a:r>
            <a:r>
              <a:rPr lang="en-US" altLang="zh-CN" sz="2000" kern="0" dirty="0">
                <a:solidFill>
                  <a:srgbClr val="000000"/>
                </a:solidFill>
                <a:latin typeface="Times New Roman" panose="02020603050405020304" pitchFamily="18" charset="0"/>
                <a:ea typeface="楷体_GB2312" pitchFamily="49" charset="-122"/>
              </a:rPr>
              <a:t> );</a:t>
            </a:r>
          </a:p>
          <a:p>
            <a:pPr marL="257175" indent="-257175" algn="just" eaLnBrk="1" hangingPunct="1">
              <a:lnSpc>
                <a:spcPct val="80000"/>
              </a:lnSpc>
              <a:spcBef>
                <a:spcPct val="12000"/>
              </a:spcBef>
              <a:buClr>
                <a:srgbClr val="3333CC"/>
              </a:buClr>
              <a:buSzPct val="60000"/>
              <a:defRPr/>
            </a:pP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err="1">
                <a:solidFill>
                  <a:srgbClr val="000000"/>
                </a:solidFill>
                <a:latin typeface="Times New Roman" panose="02020603050405020304" pitchFamily="18" charset="0"/>
                <a:ea typeface="楷体_GB2312" pitchFamily="49" charset="-122"/>
              </a:rPr>
              <a:t>var</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a</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array</a:t>
            </a:r>
            <a:r>
              <a:rPr lang="en-US" altLang="zh-CN" sz="2000" kern="0" dirty="0">
                <a:solidFill>
                  <a:srgbClr val="000000"/>
                </a:solidFill>
                <a:latin typeface="Times New Roman" panose="02020603050405020304" pitchFamily="18" charset="0"/>
                <a:ea typeface="楷体_GB2312" pitchFamily="49" charset="-122"/>
              </a:rPr>
              <a:t>[0..10] </a:t>
            </a:r>
            <a:r>
              <a:rPr lang="en-US" altLang="zh-CN" sz="2000" i="1" kern="0" dirty="0">
                <a:solidFill>
                  <a:srgbClr val="000000"/>
                </a:solidFill>
                <a:latin typeface="Times New Roman" panose="02020603050405020304" pitchFamily="18" charset="0"/>
                <a:ea typeface="楷体_GB2312" pitchFamily="49" charset="-122"/>
              </a:rPr>
              <a:t>of integer</a:t>
            </a:r>
            <a:r>
              <a:rPr lang="en-US" altLang="zh-CN" sz="2000" kern="0" dirty="0">
                <a:solidFill>
                  <a:srgbClr val="000000"/>
                </a:solidFill>
                <a:latin typeface="Times New Roman" panose="02020603050405020304" pitchFamily="18" charset="0"/>
                <a:ea typeface="楷体_GB2312" pitchFamily="49" charset="-122"/>
              </a:rPr>
              <a:t>; </a:t>
            </a:r>
          </a:p>
          <a:p>
            <a:pPr marL="257175" indent="-257175" algn="just" eaLnBrk="1" hangingPunct="1">
              <a:lnSpc>
                <a:spcPct val="80000"/>
              </a:lnSpc>
              <a:spcBef>
                <a:spcPct val="12000"/>
              </a:spcBef>
              <a:buClr>
                <a:srgbClr val="3333CC"/>
              </a:buClr>
              <a:buSzPct val="60000"/>
              <a:defRPr/>
            </a:pPr>
            <a:r>
              <a:rPr lang="en-US" altLang="zh-CN" sz="2000" i="1" kern="0" dirty="0">
                <a:solidFill>
                  <a:srgbClr val="000000"/>
                </a:solidFill>
                <a:latin typeface="Times New Roman" panose="02020603050405020304" pitchFamily="18" charset="0"/>
                <a:ea typeface="楷体_GB2312" pitchFamily="49" charset="-122"/>
              </a:rPr>
              <a:t>           x</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integer</a:t>
            </a:r>
            <a:r>
              <a:rPr lang="en-US" altLang="zh-CN" sz="2000" kern="0" dirty="0">
                <a:solidFill>
                  <a:srgbClr val="000000"/>
                </a:solidFill>
                <a:latin typeface="Times New Roman" panose="02020603050405020304" pitchFamily="18" charset="0"/>
                <a:ea typeface="楷体_GB2312" pitchFamily="49" charset="-122"/>
              </a:rPr>
              <a:t>;</a:t>
            </a:r>
          </a:p>
          <a:p>
            <a:pPr marL="257175" indent="-257175" algn="just" eaLnBrk="1" hangingPunct="1">
              <a:lnSpc>
                <a:spcPct val="80000"/>
              </a:lnSpc>
              <a:spcBef>
                <a:spcPct val="12000"/>
              </a:spcBef>
              <a:buClr>
                <a:srgbClr val="3333CC"/>
              </a:buClr>
              <a:buSzPct val="60000"/>
              <a:defRPr/>
            </a:pP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procedure</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err="1">
                <a:solidFill>
                  <a:srgbClr val="FF0000"/>
                </a:solidFill>
                <a:latin typeface="Times New Roman" panose="02020603050405020304" pitchFamily="18" charset="0"/>
                <a:ea typeface="楷体_GB2312" pitchFamily="49" charset="-122"/>
              </a:rPr>
              <a:t>readarray</a:t>
            </a:r>
            <a:r>
              <a:rPr lang="en-US" altLang="zh-CN" sz="2000" kern="0" dirty="0">
                <a:solidFill>
                  <a:srgbClr val="000000"/>
                </a:solidFill>
                <a:latin typeface="Times New Roman" panose="02020603050405020304" pitchFamily="18" charset="0"/>
                <a:ea typeface="楷体_GB2312" pitchFamily="49" charset="-122"/>
              </a:rPr>
              <a:t>;</a:t>
            </a:r>
          </a:p>
          <a:p>
            <a:pPr marL="257175" indent="-257175" algn="just" eaLnBrk="1" hangingPunct="1">
              <a:lnSpc>
                <a:spcPct val="80000"/>
              </a:lnSpc>
              <a:spcBef>
                <a:spcPct val="12000"/>
              </a:spcBef>
              <a:buClr>
                <a:srgbClr val="3333CC"/>
              </a:buClr>
              <a:buSzPct val="60000"/>
              <a:defRPr/>
            </a:pP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err="1">
                <a:solidFill>
                  <a:srgbClr val="000000"/>
                </a:solidFill>
                <a:latin typeface="Times New Roman" panose="02020603050405020304" pitchFamily="18" charset="0"/>
                <a:ea typeface="楷体_GB2312" pitchFamily="49" charset="-122"/>
              </a:rPr>
              <a:t>var</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i</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integer</a:t>
            </a:r>
            <a:r>
              <a:rPr lang="en-US" altLang="zh-CN" sz="2000" kern="0" dirty="0">
                <a:solidFill>
                  <a:srgbClr val="000000"/>
                </a:solidFill>
                <a:latin typeface="Times New Roman" panose="02020603050405020304" pitchFamily="18" charset="0"/>
                <a:ea typeface="楷体_GB2312" pitchFamily="49" charset="-122"/>
              </a:rPr>
              <a:t>; </a:t>
            </a:r>
          </a:p>
          <a:p>
            <a:pPr marL="257175" indent="-257175" algn="just" eaLnBrk="1" hangingPunct="1">
              <a:lnSpc>
                <a:spcPct val="80000"/>
              </a:lnSpc>
              <a:spcBef>
                <a:spcPct val="12000"/>
              </a:spcBef>
              <a:buClr>
                <a:srgbClr val="3333CC"/>
              </a:buClr>
              <a:buSzPct val="60000"/>
              <a:defRPr/>
            </a:pP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begin</a:t>
            </a:r>
            <a:r>
              <a:rPr lang="en-US" altLang="zh-CN" sz="2000" kern="0" dirty="0">
                <a:solidFill>
                  <a:srgbClr val="000000"/>
                </a:solidFill>
                <a:latin typeface="Times New Roman" panose="02020603050405020304" pitchFamily="18" charset="0"/>
                <a:ea typeface="楷体_GB2312" pitchFamily="49" charset="-122"/>
              </a:rPr>
              <a:t> … </a:t>
            </a:r>
            <a:r>
              <a:rPr lang="en-US" altLang="zh-CN" sz="2000" i="1" kern="0" dirty="0">
                <a:solidFill>
                  <a:srgbClr val="0000FF"/>
                </a:solidFill>
                <a:latin typeface="Times New Roman" panose="02020603050405020304" pitchFamily="18" charset="0"/>
                <a:ea typeface="楷体_GB2312" pitchFamily="49" charset="-122"/>
              </a:rPr>
              <a:t>a</a:t>
            </a:r>
            <a:r>
              <a:rPr lang="en-US" altLang="zh-CN" sz="2000" kern="0" dirty="0">
                <a:solidFill>
                  <a:srgbClr val="000000"/>
                </a:solidFill>
                <a:latin typeface="Times New Roman" panose="02020603050405020304" pitchFamily="18" charset="0"/>
                <a:ea typeface="楷体_GB2312" pitchFamily="49" charset="-122"/>
              </a:rPr>
              <a:t> … </a:t>
            </a:r>
            <a:r>
              <a:rPr lang="en-US" altLang="zh-CN" sz="2000" i="1" kern="0" dirty="0">
                <a:solidFill>
                  <a:srgbClr val="000000"/>
                </a:solidFill>
                <a:latin typeface="Times New Roman" panose="02020603050405020304" pitchFamily="18" charset="0"/>
                <a:ea typeface="楷体_GB2312" pitchFamily="49" charset="-122"/>
              </a:rPr>
              <a:t>end</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err="1">
                <a:solidFill>
                  <a:srgbClr val="0000FF"/>
                </a:solidFill>
                <a:latin typeface="Times New Roman" panose="02020603050405020304" pitchFamily="18" charset="0"/>
                <a:ea typeface="楷体_GB2312" pitchFamily="49" charset="-122"/>
              </a:rPr>
              <a:t>readarray</a:t>
            </a:r>
            <a:r>
              <a:rPr lang="en-US" altLang="zh-CN" sz="2000" kern="0" dirty="0">
                <a:solidFill>
                  <a:srgbClr val="000000"/>
                </a:solidFill>
                <a:latin typeface="Times New Roman" panose="02020603050405020304" pitchFamily="18" charset="0"/>
                <a:ea typeface="楷体_GB2312" pitchFamily="49" charset="-122"/>
              </a:rPr>
              <a:t>} </a:t>
            </a:r>
            <a:r>
              <a:rPr lang="zh-CN" altLang="en-US" sz="2000" kern="0" dirty="0">
                <a:solidFill>
                  <a:srgbClr val="000000"/>
                </a:solidFill>
                <a:latin typeface="Times New Roman" panose="02020603050405020304" pitchFamily="18" charset="0"/>
                <a:ea typeface="楷体_GB2312" pitchFamily="49" charset="-122"/>
              </a:rPr>
              <a:t>；</a:t>
            </a:r>
          </a:p>
          <a:p>
            <a:pPr marL="257175" indent="-257175" algn="just" eaLnBrk="1" hangingPunct="1">
              <a:lnSpc>
                <a:spcPct val="80000"/>
              </a:lnSpc>
              <a:spcBef>
                <a:spcPct val="12000"/>
              </a:spcBef>
              <a:buClr>
                <a:srgbClr val="3333CC"/>
              </a:buClr>
              <a:buSzPct val="60000"/>
              <a:defRPr/>
            </a:pP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procedure</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FF0000"/>
                </a:solidFill>
                <a:latin typeface="Times New Roman" panose="02020603050405020304" pitchFamily="18" charset="0"/>
                <a:ea typeface="楷体_GB2312" pitchFamily="49" charset="-122"/>
              </a:rPr>
              <a:t>exchang</a:t>
            </a:r>
            <a:r>
              <a:rPr lang="en-US" altLang="zh-CN" sz="2000" kern="0" dirty="0">
                <a:solidFill>
                  <a:srgbClr val="FF0000"/>
                </a:solidFill>
                <a:latin typeface="Times New Roman" panose="02020603050405020304" pitchFamily="18" charset="0"/>
                <a:ea typeface="楷体_GB2312" pitchFamily="49" charset="-122"/>
              </a:rPr>
              <a:t>e</a:t>
            </a:r>
            <a:r>
              <a:rPr lang="en-US" altLang="zh-CN" sz="2000" kern="0" dirty="0">
                <a:solidFill>
                  <a:prstClr val="black"/>
                </a:solidFill>
                <a:latin typeface="Times New Roman" panose="02020603050405020304" pitchFamily="18" charset="0"/>
                <a:ea typeface="楷体_GB2312" pitchFamily="49" charset="-122"/>
              </a:rPr>
              <a:t>(</a:t>
            </a:r>
            <a:r>
              <a:rPr lang="en-US" altLang="zh-CN" sz="2000" i="1" kern="0" dirty="0" err="1">
                <a:solidFill>
                  <a:prstClr val="black"/>
                </a:solidFill>
                <a:latin typeface="Times New Roman" panose="02020603050405020304" pitchFamily="18" charset="0"/>
                <a:ea typeface="楷体_GB2312" pitchFamily="49" charset="-122"/>
              </a:rPr>
              <a:t>i</a:t>
            </a:r>
            <a:r>
              <a:rPr lang="en-US" altLang="zh-CN" sz="2000" kern="0" dirty="0">
                <a:solidFill>
                  <a:prstClr val="black"/>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j</a:t>
            </a:r>
            <a:r>
              <a:rPr lang="en-US" altLang="zh-CN" sz="2000" kern="0" dirty="0">
                <a:solidFill>
                  <a:srgbClr val="000000"/>
                </a:solidFill>
                <a:latin typeface="Times New Roman" panose="02020603050405020304" pitchFamily="18" charset="0"/>
                <a:ea typeface="楷体_GB2312" pitchFamily="49" charset="-122"/>
              </a:rPr>
              <a:t>:</a:t>
            </a:r>
            <a:r>
              <a:rPr lang="en-US" altLang="zh-CN" sz="2000" i="1" kern="0" dirty="0">
                <a:solidFill>
                  <a:srgbClr val="000000"/>
                </a:solidFill>
                <a:latin typeface="Times New Roman" panose="02020603050405020304" pitchFamily="18" charset="0"/>
                <a:ea typeface="楷体_GB2312" pitchFamily="49" charset="-122"/>
              </a:rPr>
              <a:t>integer</a:t>
            </a:r>
            <a:r>
              <a:rPr lang="en-US" altLang="zh-CN" sz="2000" kern="0" dirty="0">
                <a:solidFill>
                  <a:srgbClr val="000000"/>
                </a:solidFill>
                <a:latin typeface="Times New Roman" panose="02020603050405020304" pitchFamily="18" charset="0"/>
                <a:ea typeface="楷体_GB2312" pitchFamily="49" charset="-122"/>
              </a:rPr>
              <a:t>);</a:t>
            </a:r>
          </a:p>
          <a:p>
            <a:pPr marL="257175" indent="-257175" algn="just" eaLnBrk="1" hangingPunct="1">
              <a:lnSpc>
                <a:spcPct val="80000"/>
              </a:lnSpc>
              <a:spcBef>
                <a:spcPct val="12000"/>
              </a:spcBef>
              <a:buClr>
                <a:srgbClr val="3333CC"/>
              </a:buClr>
              <a:buSzPct val="60000"/>
              <a:defRPr/>
            </a:pP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begin</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FF"/>
                </a:solidFill>
                <a:latin typeface="Times New Roman" panose="02020603050405020304" pitchFamily="18" charset="0"/>
                <a:ea typeface="楷体_GB2312" pitchFamily="49" charset="-122"/>
              </a:rPr>
              <a:t>x</a:t>
            </a:r>
            <a:r>
              <a:rPr lang="en-US" altLang="zh-CN" sz="2000" kern="0" dirty="0">
                <a:solidFill>
                  <a:srgbClr val="000000"/>
                </a:solidFill>
                <a:latin typeface="Times New Roman" panose="02020603050405020304" pitchFamily="18" charset="0"/>
                <a:ea typeface="楷体_GB2312" pitchFamily="49" charset="-122"/>
              </a:rPr>
              <a:t>=</a:t>
            </a:r>
            <a:r>
              <a:rPr lang="en-US" altLang="zh-CN" sz="2000" i="1" kern="0" dirty="0">
                <a:solidFill>
                  <a:srgbClr val="000000"/>
                </a:solidFill>
                <a:latin typeface="Times New Roman" panose="02020603050405020304" pitchFamily="18" charset="0"/>
                <a:ea typeface="楷体_GB2312" pitchFamily="49" charset="-122"/>
              </a:rPr>
              <a:t>a</a:t>
            </a:r>
            <a:r>
              <a:rPr lang="en-US" altLang="zh-CN" sz="2000" kern="0" dirty="0">
                <a:solidFill>
                  <a:srgbClr val="000000"/>
                </a:solidFill>
                <a:latin typeface="Times New Roman" panose="02020603050405020304" pitchFamily="18" charset="0"/>
                <a:ea typeface="楷体_GB2312" pitchFamily="49" charset="-122"/>
              </a:rPr>
              <a:t>[</a:t>
            </a:r>
            <a:r>
              <a:rPr lang="en-US" altLang="zh-CN" sz="2000" i="1" kern="0" dirty="0">
                <a:solidFill>
                  <a:srgbClr val="000000"/>
                </a:solidFill>
                <a:latin typeface="Times New Roman" panose="02020603050405020304" pitchFamily="18" charset="0"/>
                <a:ea typeface="楷体_GB2312" pitchFamily="49" charset="-122"/>
              </a:rPr>
              <a:t>i</a:t>
            </a:r>
            <a:r>
              <a:rPr lang="en-US" altLang="zh-CN" sz="2000" kern="0" dirty="0">
                <a:solidFill>
                  <a:srgbClr val="000000"/>
                </a:solidFill>
                <a:latin typeface="Times New Roman" panose="02020603050405020304" pitchFamily="18" charset="0"/>
                <a:ea typeface="楷体_GB2312" pitchFamily="49" charset="-122"/>
              </a:rPr>
              <a:t>];</a:t>
            </a:r>
            <a:r>
              <a:rPr lang="en-US" altLang="zh-CN" sz="2000" i="1" kern="0" dirty="0">
                <a:solidFill>
                  <a:srgbClr val="000000"/>
                </a:solidFill>
                <a:latin typeface="Times New Roman" panose="02020603050405020304" pitchFamily="18" charset="0"/>
                <a:ea typeface="楷体_GB2312" pitchFamily="49" charset="-122"/>
              </a:rPr>
              <a:t>a</a:t>
            </a:r>
            <a:r>
              <a:rPr lang="en-US" altLang="zh-CN" sz="2000" kern="0" dirty="0">
                <a:solidFill>
                  <a:srgbClr val="000000"/>
                </a:solidFill>
                <a:latin typeface="Times New Roman" panose="02020603050405020304" pitchFamily="18" charset="0"/>
                <a:ea typeface="楷体_GB2312" pitchFamily="49" charset="-122"/>
              </a:rPr>
              <a:t>[</a:t>
            </a:r>
            <a:r>
              <a:rPr lang="en-US" altLang="zh-CN" sz="2000" i="1" kern="0" dirty="0">
                <a:solidFill>
                  <a:srgbClr val="000000"/>
                </a:solidFill>
                <a:latin typeface="Times New Roman" panose="02020603050405020304" pitchFamily="18" charset="0"/>
                <a:ea typeface="楷体_GB2312" pitchFamily="49" charset="-122"/>
              </a:rPr>
              <a:t>i</a:t>
            </a:r>
            <a:r>
              <a:rPr lang="en-US" altLang="zh-CN" sz="2000" kern="0" dirty="0">
                <a:solidFill>
                  <a:srgbClr val="000000"/>
                </a:solidFill>
                <a:latin typeface="Times New Roman" panose="02020603050405020304" pitchFamily="18" charset="0"/>
                <a:ea typeface="楷体_GB2312" pitchFamily="49" charset="-122"/>
              </a:rPr>
              <a:t>]=</a:t>
            </a:r>
            <a:r>
              <a:rPr lang="en-US" altLang="zh-CN" sz="2000" i="1" kern="0" dirty="0">
                <a:solidFill>
                  <a:srgbClr val="000000"/>
                </a:solidFill>
                <a:latin typeface="Times New Roman" panose="02020603050405020304" pitchFamily="18" charset="0"/>
                <a:ea typeface="楷体_GB2312" pitchFamily="49" charset="-122"/>
              </a:rPr>
              <a:t>a</a:t>
            </a:r>
            <a:r>
              <a:rPr lang="en-US" altLang="zh-CN" sz="2000" kern="0" dirty="0">
                <a:solidFill>
                  <a:srgbClr val="000000"/>
                </a:solidFill>
                <a:latin typeface="Times New Roman" panose="02020603050405020304" pitchFamily="18" charset="0"/>
                <a:ea typeface="楷体_GB2312" pitchFamily="49" charset="-122"/>
              </a:rPr>
              <a:t>[</a:t>
            </a:r>
            <a:r>
              <a:rPr lang="en-US" altLang="zh-CN" sz="2000" i="1" kern="0" dirty="0">
                <a:solidFill>
                  <a:srgbClr val="000000"/>
                </a:solidFill>
                <a:latin typeface="Times New Roman" panose="02020603050405020304" pitchFamily="18" charset="0"/>
                <a:ea typeface="楷体_GB2312" pitchFamily="49" charset="-122"/>
              </a:rPr>
              <a:t>j</a:t>
            </a:r>
            <a:r>
              <a:rPr lang="en-US" altLang="zh-CN" sz="2000" kern="0" dirty="0">
                <a:solidFill>
                  <a:srgbClr val="000000"/>
                </a:solidFill>
                <a:latin typeface="Times New Roman" panose="02020603050405020304" pitchFamily="18" charset="0"/>
                <a:ea typeface="楷体_GB2312" pitchFamily="49" charset="-122"/>
              </a:rPr>
              <a:t>];</a:t>
            </a:r>
            <a:r>
              <a:rPr lang="en-US" altLang="zh-CN" sz="2000" i="1" kern="0" dirty="0">
                <a:solidFill>
                  <a:srgbClr val="000000"/>
                </a:solidFill>
                <a:latin typeface="Times New Roman" panose="02020603050405020304" pitchFamily="18" charset="0"/>
                <a:ea typeface="楷体_GB2312" pitchFamily="49" charset="-122"/>
              </a:rPr>
              <a:t>a</a:t>
            </a:r>
            <a:r>
              <a:rPr lang="en-US" altLang="zh-CN" sz="2000" kern="0" dirty="0">
                <a:solidFill>
                  <a:srgbClr val="000000"/>
                </a:solidFill>
                <a:latin typeface="Times New Roman" panose="02020603050405020304" pitchFamily="18" charset="0"/>
                <a:ea typeface="楷体_GB2312" pitchFamily="49" charset="-122"/>
              </a:rPr>
              <a:t>[</a:t>
            </a:r>
            <a:r>
              <a:rPr lang="en-US" altLang="zh-CN" sz="2000" i="1" kern="0" dirty="0">
                <a:solidFill>
                  <a:srgbClr val="000000"/>
                </a:solidFill>
                <a:latin typeface="Times New Roman" panose="02020603050405020304" pitchFamily="18" charset="0"/>
                <a:ea typeface="楷体_GB2312" pitchFamily="49" charset="-122"/>
              </a:rPr>
              <a:t>j</a:t>
            </a:r>
            <a:r>
              <a:rPr lang="en-US" altLang="zh-CN" sz="2000" kern="0" dirty="0">
                <a:solidFill>
                  <a:srgbClr val="000000"/>
                </a:solidFill>
                <a:latin typeface="Times New Roman" panose="02020603050405020304" pitchFamily="18" charset="0"/>
                <a:ea typeface="楷体_GB2312" pitchFamily="49" charset="-122"/>
              </a:rPr>
              <a:t>]=</a:t>
            </a:r>
            <a:r>
              <a:rPr lang="en-US" altLang="zh-CN" sz="2000" i="1" kern="0" dirty="0">
                <a:solidFill>
                  <a:srgbClr val="000000"/>
                </a:solidFill>
                <a:latin typeface="Times New Roman" panose="02020603050405020304" pitchFamily="18" charset="0"/>
                <a:ea typeface="楷体_GB2312" pitchFamily="49" charset="-122"/>
              </a:rPr>
              <a:t>x</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end</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FF"/>
                </a:solidFill>
                <a:latin typeface="Times New Roman" panose="02020603050405020304" pitchFamily="18" charset="0"/>
                <a:ea typeface="楷体_GB2312" pitchFamily="49" charset="-122"/>
              </a:rPr>
              <a:t>exchang</a:t>
            </a:r>
            <a:r>
              <a:rPr lang="en-US" altLang="zh-CN" sz="2000" kern="0" dirty="0">
                <a:solidFill>
                  <a:srgbClr val="0000FF"/>
                </a:solidFill>
                <a:latin typeface="Times New Roman" panose="02020603050405020304" pitchFamily="18" charset="0"/>
                <a:ea typeface="楷体_GB2312" pitchFamily="49" charset="-122"/>
              </a:rPr>
              <a:t>e</a:t>
            </a:r>
            <a:r>
              <a:rPr lang="en-US" altLang="zh-CN" sz="2000" kern="0" dirty="0">
                <a:solidFill>
                  <a:srgbClr val="000000"/>
                </a:solidFill>
                <a:latin typeface="Times New Roman" panose="02020603050405020304" pitchFamily="18" charset="0"/>
                <a:ea typeface="楷体_GB2312" pitchFamily="49" charset="-122"/>
              </a:rPr>
              <a:t>} </a:t>
            </a:r>
            <a:r>
              <a:rPr lang="zh-CN" altLang="en-US" sz="2000" kern="0" dirty="0">
                <a:solidFill>
                  <a:srgbClr val="000000"/>
                </a:solidFill>
                <a:latin typeface="Times New Roman" panose="02020603050405020304" pitchFamily="18" charset="0"/>
                <a:ea typeface="楷体_GB2312" pitchFamily="49" charset="-122"/>
              </a:rPr>
              <a:t>；</a:t>
            </a:r>
          </a:p>
          <a:p>
            <a:pPr marL="257175" indent="-257175" algn="just" eaLnBrk="1" hangingPunct="1">
              <a:lnSpc>
                <a:spcPct val="80000"/>
              </a:lnSpc>
              <a:spcBef>
                <a:spcPct val="12000"/>
              </a:spcBef>
              <a:buClr>
                <a:srgbClr val="3333CC"/>
              </a:buClr>
              <a:buSzPct val="60000"/>
              <a:defRPr/>
            </a:pP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procedure</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FF0000"/>
                </a:solidFill>
                <a:latin typeface="Times New Roman" panose="02020603050405020304" pitchFamily="18" charset="0"/>
                <a:ea typeface="楷体_GB2312" pitchFamily="49" charset="-122"/>
              </a:rPr>
              <a:t>quicksort</a:t>
            </a:r>
            <a:r>
              <a:rPr lang="en-US" altLang="zh-CN" sz="2000" kern="0" dirty="0">
                <a:solidFill>
                  <a:prstClr val="black"/>
                </a:solidFill>
                <a:latin typeface="Times New Roman" panose="02020603050405020304" pitchFamily="18" charset="0"/>
                <a:ea typeface="楷体_GB2312" pitchFamily="49" charset="-122"/>
              </a:rPr>
              <a:t>(</a:t>
            </a:r>
            <a:r>
              <a:rPr lang="en-US" altLang="zh-CN" sz="2000" i="1" kern="0" dirty="0">
                <a:solidFill>
                  <a:prstClr val="black"/>
                </a:solidFill>
                <a:latin typeface="Times New Roman" panose="02020603050405020304" pitchFamily="18" charset="0"/>
                <a:ea typeface="楷体_GB2312" pitchFamily="49" charset="-122"/>
              </a:rPr>
              <a:t>m</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n</a:t>
            </a:r>
            <a:r>
              <a:rPr lang="en-US" altLang="zh-CN" sz="2000" kern="0" dirty="0">
                <a:solidFill>
                  <a:srgbClr val="000000"/>
                </a:solidFill>
                <a:latin typeface="Times New Roman" panose="02020603050405020304" pitchFamily="18" charset="0"/>
                <a:ea typeface="楷体_GB2312" pitchFamily="49" charset="-122"/>
              </a:rPr>
              <a:t>:</a:t>
            </a:r>
            <a:r>
              <a:rPr lang="en-US" altLang="zh-CN" sz="2000" i="1" kern="0" dirty="0">
                <a:solidFill>
                  <a:srgbClr val="000000"/>
                </a:solidFill>
                <a:latin typeface="Times New Roman" panose="02020603050405020304" pitchFamily="18" charset="0"/>
                <a:ea typeface="楷体_GB2312" pitchFamily="49" charset="-122"/>
              </a:rPr>
              <a:t>integer</a:t>
            </a:r>
            <a:r>
              <a:rPr lang="en-US" altLang="zh-CN" sz="2000" kern="0" dirty="0">
                <a:solidFill>
                  <a:srgbClr val="000000"/>
                </a:solidFill>
                <a:latin typeface="Times New Roman" panose="02020603050405020304" pitchFamily="18" charset="0"/>
                <a:ea typeface="楷体_GB2312" pitchFamily="49" charset="-122"/>
              </a:rPr>
              <a:t>);</a:t>
            </a:r>
          </a:p>
          <a:p>
            <a:pPr marL="257175" indent="-257175" algn="just" eaLnBrk="1" hangingPunct="1">
              <a:lnSpc>
                <a:spcPct val="80000"/>
              </a:lnSpc>
              <a:spcBef>
                <a:spcPct val="12000"/>
              </a:spcBef>
              <a:buClr>
                <a:srgbClr val="3333CC"/>
              </a:buClr>
              <a:buSzPct val="60000"/>
              <a:defRPr/>
            </a:pP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err="1">
                <a:solidFill>
                  <a:srgbClr val="000000"/>
                </a:solidFill>
                <a:latin typeface="Times New Roman" panose="02020603050405020304" pitchFamily="18" charset="0"/>
                <a:ea typeface="楷体_GB2312" pitchFamily="49" charset="-122"/>
              </a:rPr>
              <a:t>var</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k</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v </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integer</a:t>
            </a:r>
            <a:r>
              <a:rPr lang="en-US" altLang="zh-CN" sz="2000" kern="0" dirty="0">
                <a:solidFill>
                  <a:srgbClr val="000000"/>
                </a:solidFill>
                <a:latin typeface="Times New Roman" panose="02020603050405020304" pitchFamily="18" charset="0"/>
                <a:ea typeface="楷体_GB2312" pitchFamily="49" charset="-122"/>
              </a:rPr>
              <a:t>;</a:t>
            </a:r>
          </a:p>
          <a:p>
            <a:pPr marL="257175" indent="-257175" algn="just" eaLnBrk="1" hangingPunct="1">
              <a:lnSpc>
                <a:spcPct val="80000"/>
              </a:lnSpc>
              <a:spcBef>
                <a:spcPct val="12000"/>
              </a:spcBef>
              <a:buClr>
                <a:srgbClr val="3333CC"/>
              </a:buClr>
              <a:buSzPct val="60000"/>
              <a:defRPr/>
            </a:pP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function</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FF0000"/>
                </a:solidFill>
                <a:latin typeface="Times New Roman" panose="02020603050405020304" pitchFamily="18" charset="0"/>
                <a:ea typeface="楷体_GB2312" pitchFamily="49" charset="-122"/>
              </a:rPr>
              <a:t>partition</a:t>
            </a:r>
            <a:r>
              <a:rPr lang="en-US" altLang="zh-CN" sz="2000" kern="0" dirty="0">
                <a:solidFill>
                  <a:prstClr val="black"/>
                </a:solidFill>
                <a:latin typeface="Times New Roman" panose="02020603050405020304" pitchFamily="18" charset="0"/>
                <a:ea typeface="楷体_GB2312" pitchFamily="49" charset="-122"/>
              </a:rPr>
              <a:t>(</a:t>
            </a:r>
            <a:r>
              <a:rPr lang="en-US" altLang="zh-CN" sz="2000" i="1" kern="0" dirty="0">
                <a:solidFill>
                  <a:prstClr val="black"/>
                </a:solidFill>
                <a:latin typeface="Times New Roman" panose="02020603050405020304" pitchFamily="18" charset="0"/>
                <a:ea typeface="楷体_GB2312" pitchFamily="49" charset="-122"/>
              </a:rPr>
              <a:t>y</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z</a:t>
            </a:r>
            <a:r>
              <a:rPr lang="en-US" altLang="zh-CN" sz="2000" kern="0" dirty="0">
                <a:solidFill>
                  <a:srgbClr val="000000"/>
                </a:solidFill>
                <a:latin typeface="Times New Roman" panose="02020603050405020304" pitchFamily="18" charset="0"/>
                <a:ea typeface="楷体_GB2312" pitchFamily="49" charset="-122"/>
              </a:rPr>
              <a:t>:</a:t>
            </a:r>
            <a:r>
              <a:rPr lang="en-US" altLang="zh-CN" sz="2000" i="1" kern="0" dirty="0">
                <a:solidFill>
                  <a:srgbClr val="000000"/>
                </a:solidFill>
                <a:latin typeface="Times New Roman" panose="02020603050405020304" pitchFamily="18" charset="0"/>
                <a:ea typeface="楷体_GB2312" pitchFamily="49" charset="-122"/>
              </a:rPr>
              <a:t>integer</a:t>
            </a:r>
            <a:r>
              <a:rPr lang="en-US" altLang="zh-CN" sz="2000" kern="0" dirty="0">
                <a:solidFill>
                  <a:srgbClr val="000000"/>
                </a:solidFill>
                <a:latin typeface="Times New Roman" panose="02020603050405020304" pitchFamily="18" charset="0"/>
                <a:ea typeface="楷体_GB2312" pitchFamily="49" charset="-122"/>
              </a:rPr>
              <a:t>):</a:t>
            </a:r>
            <a:r>
              <a:rPr lang="en-US" altLang="zh-CN" sz="2000" i="1" kern="0" dirty="0">
                <a:solidFill>
                  <a:srgbClr val="000000"/>
                </a:solidFill>
                <a:latin typeface="Times New Roman" panose="02020603050405020304" pitchFamily="18" charset="0"/>
                <a:ea typeface="楷体_GB2312" pitchFamily="49" charset="-122"/>
              </a:rPr>
              <a:t>intege</a:t>
            </a:r>
            <a:r>
              <a:rPr lang="en-US" altLang="zh-CN" sz="2000" kern="0" dirty="0">
                <a:solidFill>
                  <a:srgbClr val="000000"/>
                </a:solidFill>
                <a:latin typeface="Times New Roman" panose="02020603050405020304" pitchFamily="18" charset="0"/>
                <a:ea typeface="楷体_GB2312" pitchFamily="49" charset="-122"/>
              </a:rPr>
              <a:t>r;</a:t>
            </a:r>
          </a:p>
          <a:p>
            <a:pPr marL="257175" indent="-257175" algn="just" eaLnBrk="1" hangingPunct="1">
              <a:lnSpc>
                <a:spcPct val="80000"/>
              </a:lnSpc>
              <a:spcBef>
                <a:spcPct val="12000"/>
              </a:spcBef>
              <a:buClr>
                <a:srgbClr val="3333CC"/>
              </a:buClr>
              <a:buSzPct val="60000"/>
              <a:defRPr/>
            </a:pP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err="1">
                <a:solidFill>
                  <a:srgbClr val="000000"/>
                </a:solidFill>
                <a:latin typeface="Times New Roman" panose="02020603050405020304" pitchFamily="18" charset="0"/>
                <a:ea typeface="楷体_GB2312" pitchFamily="49" charset="-122"/>
              </a:rPr>
              <a:t>var</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err="1">
                <a:solidFill>
                  <a:srgbClr val="000000"/>
                </a:solidFill>
                <a:latin typeface="Times New Roman" panose="02020603050405020304" pitchFamily="18" charset="0"/>
                <a:ea typeface="楷体_GB2312" pitchFamily="49" charset="-122"/>
              </a:rPr>
              <a:t>i</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j </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integer</a:t>
            </a:r>
            <a:r>
              <a:rPr lang="en-US" altLang="zh-CN" sz="2000" kern="0" dirty="0">
                <a:solidFill>
                  <a:srgbClr val="000000"/>
                </a:solidFill>
                <a:latin typeface="Times New Roman" panose="02020603050405020304" pitchFamily="18" charset="0"/>
                <a:ea typeface="楷体_GB2312" pitchFamily="49" charset="-122"/>
              </a:rPr>
              <a:t>;</a:t>
            </a:r>
          </a:p>
          <a:p>
            <a:pPr marL="257175" indent="-257175" algn="just" eaLnBrk="1" hangingPunct="1">
              <a:lnSpc>
                <a:spcPct val="80000"/>
              </a:lnSpc>
              <a:spcBef>
                <a:spcPct val="12000"/>
              </a:spcBef>
              <a:buClr>
                <a:srgbClr val="3333CC"/>
              </a:buClr>
              <a:buSzPct val="60000"/>
              <a:defRPr/>
            </a:pP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begin</a:t>
            </a:r>
            <a:r>
              <a:rPr lang="en-US" altLang="zh-CN" sz="2000" kern="0" dirty="0">
                <a:solidFill>
                  <a:srgbClr val="000000"/>
                </a:solidFill>
                <a:latin typeface="Times New Roman" panose="02020603050405020304" pitchFamily="18" charset="0"/>
                <a:ea typeface="楷体_GB2312" pitchFamily="49" charset="-122"/>
              </a:rPr>
              <a:t> … </a:t>
            </a:r>
            <a:r>
              <a:rPr lang="en-US" altLang="zh-CN" sz="2000" i="1" kern="0" dirty="0">
                <a:solidFill>
                  <a:srgbClr val="0000FF"/>
                </a:solidFill>
                <a:latin typeface="Times New Roman" panose="02020603050405020304" pitchFamily="18" charset="0"/>
                <a:ea typeface="楷体_GB2312" pitchFamily="49" charset="-122"/>
              </a:rPr>
              <a:t>a</a:t>
            </a:r>
            <a:r>
              <a:rPr lang="en-US" altLang="zh-CN" sz="2000" kern="0" dirty="0">
                <a:solidFill>
                  <a:srgbClr val="000000"/>
                </a:solidFill>
                <a:latin typeface="Times New Roman" panose="02020603050405020304" pitchFamily="18" charset="0"/>
                <a:ea typeface="楷体_GB2312" pitchFamily="49" charset="-122"/>
              </a:rPr>
              <a:t> … </a:t>
            </a:r>
            <a:r>
              <a:rPr lang="en-US" altLang="zh-CN" sz="2000" i="1" kern="0" dirty="0">
                <a:solidFill>
                  <a:srgbClr val="0000FF"/>
                </a:solidFill>
                <a:latin typeface="Times New Roman" panose="02020603050405020304" pitchFamily="18" charset="0"/>
                <a:ea typeface="楷体_GB2312" pitchFamily="49" charset="-122"/>
              </a:rPr>
              <a:t>v</a:t>
            </a:r>
            <a:r>
              <a:rPr lang="en-US" altLang="zh-CN" sz="2000" kern="0" dirty="0">
                <a:solidFill>
                  <a:srgbClr val="0000FF"/>
                </a:solidFill>
                <a:latin typeface="Times New Roman" panose="02020603050405020304" pitchFamily="18" charset="0"/>
                <a:ea typeface="楷体_GB2312" pitchFamily="49" charset="-122"/>
              </a:rPr>
              <a:t> </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FF"/>
                </a:solidFill>
                <a:latin typeface="Times New Roman" panose="02020603050405020304" pitchFamily="18" charset="0"/>
                <a:ea typeface="楷体_GB2312" pitchFamily="49" charset="-122"/>
              </a:rPr>
              <a:t>exchange</a:t>
            </a:r>
            <a:r>
              <a:rPr lang="en-US" altLang="zh-CN" sz="2000" kern="0" dirty="0">
                <a:solidFill>
                  <a:srgbClr val="0000FF"/>
                </a:solidFill>
                <a:latin typeface="Times New Roman" panose="02020603050405020304" pitchFamily="18" charset="0"/>
                <a:ea typeface="楷体_GB2312" pitchFamily="49" charset="-122"/>
              </a:rPr>
              <a:t>(</a:t>
            </a:r>
            <a:r>
              <a:rPr lang="en-US" altLang="zh-CN" sz="2000" i="1" kern="0" dirty="0" err="1">
                <a:solidFill>
                  <a:srgbClr val="0000FF"/>
                </a:solidFill>
                <a:latin typeface="Times New Roman" panose="02020603050405020304" pitchFamily="18" charset="0"/>
                <a:ea typeface="楷体_GB2312" pitchFamily="49" charset="-122"/>
              </a:rPr>
              <a:t>i</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j</a:t>
            </a:r>
            <a:r>
              <a:rPr lang="en-US" altLang="zh-CN" sz="2000" kern="0" dirty="0">
                <a:solidFill>
                  <a:srgbClr val="000000"/>
                </a:solidFill>
                <a:latin typeface="Times New Roman" panose="02020603050405020304" pitchFamily="18" charset="0"/>
                <a:ea typeface="楷体_GB2312" pitchFamily="49" charset="-122"/>
              </a:rPr>
              <a:t>) … </a:t>
            </a:r>
            <a:r>
              <a:rPr lang="en-US" altLang="zh-CN" sz="2000" i="1" kern="0" dirty="0">
                <a:solidFill>
                  <a:srgbClr val="000000"/>
                </a:solidFill>
                <a:latin typeface="Times New Roman" panose="02020603050405020304" pitchFamily="18" charset="0"/>
                <a:ea typeface="楷体_GB2312" pitchFamily="49" charset="-122"/>
              </a:rPr>
              <a:t>end </a:t>
            </a:r>
            <a:r>
              <a:rPr lang="en-US" altLang="zh-CN" sz="2000" kern="0" dirty="0">
                <a:solidFill>
                  <a:srgbClr val="000000"/>
                </a:solidFill>
                <a:latin typeface="Times New Roman" panose="02020603050405020304" pitchFamily="18" charset="0"/>
                <a:ea typeface="楷体_GB2312" pitchFamily="49" charset="-122"/>
              </a:rPr>
              <a:t>{</a:t>
            </a:r>
            <a:r>
              <a:rPr lang="en-US" altLang="zh-CN" sz="2000" i="1" kern="0" dirty="0">
                <a:solidFill>
                  <a:srgbClr val="0000FF"/>
                </a:solidFill>
                <a:latin typeface="Times New Roman" panose="02020603050405020304" pitchFamily="18" charset="0"/>
                <a:ea typeface="楷体_GB2312" pitchFamily="49" charset="-122"/>
              </a:rPr>
              <a:t>partition</a:t>
            </a:r>
            <a:r>
              <a:rPr lang="en-US" altLang="zh-CN" sz="2000" kern="0" dirty="0">
                <a:solidFill>
                  <a:srgbClr val="000000"/>
                </a:solidFill>
                <a:latin typeface="Times New Roman" panose="02020603050405020304" pitchFamily="18" charset="0"/>
                <a:ea typeface="楷体_GB2312" pitchFamily="49" charset="-122"/>
              </a:rPr>
              <a:t>};</a:t>
            </a:r>
          </a:p>
          <a:p>
            <a:pPr marL="257175" indent="-257175" algn="just" eaLnBrk="1" hangingPunct="1">
              <a:lnSpc>
                <a:spcPct val="80000"/>
              </a:lnSpc>
              <a:spcBef>
                <a:spcPct val="12000"/>
              </a:spcBef>
              <a:buClr>
                <a:srgbClr val="3333CC"/>
              </a:buClr>
              <a:buSzPct val="60000"/>
              <a:defRPr/>
            </a:pP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begin</a:t>
            </a:r>
            <a:r>
              <a:rPr lang="en-US" altLang="zh-CN" sz="2000" kern="0" dirty="0">
                <a:solidFill>
                  <a:srgbClr val="000000"/>
                </a:solidFill>
                <a:latin typeface="Times New Roman" panose="02020603050405020304" pitchFamily="18" charset="0"/>
                <a:ea typeface="楷体_GB2312" pitchFamily="49" charset="-122"/>
              </a:rPr>
              <a:t> … </a:t>
            </a:r>
            <a:r>
              <a:rPr lang="en-US" altLang="zh-CN" sz="2000" i="1" kern="0" dirty="0">
                <a:solidFill>
                  <a:srgbClr val="0000FF"/>
                </a:solidFill>
                <a:latin typeface="Times New Roman" panose="02020603050405020304" pitchFamily="18" charset="0"/>
                <a:ea typeface="楷体_GB2312" pitchFamily="49" charset="-122"/>
              </a:rPr>
              <a:t>a</a:t>
            </a:r>
            <a:r>
              <a:rPr lang="en-US" altLang="zh-CN" sz="2000" kern="0" dirty="0">
                <a:solidFill>
                  <a:srgbClr val="000000"/>
                </a:solidFill>
                <a:latin typeface="Times New Roman" panose="02020603050405020304" pitchFamily="18" charset="0"/>
                <a:ea typeface="楷体_GB2312" pitchFamily="49" charset="-122"/>
              </a:rPr>
              <a:t> … </a:t>
            </a:r>
            <a:r>
              <a:rPr lang="en-US" altLang="zh-CN" sz="2000" i="1" kern="0" dirty="0">
                <a:solidFill>
                  <a:srgbClr val="0000FF"/>
                </a:solidFill>
                <a:latin typeface="Times New Roman" panose="02020603050405020304" pitchFamily="18" charset="0"/>
                <a:ea typeface="楷体_GB2312" pitchFamily="49" charset="-122"/>
              </a:rPr>
              <a:t>v</a:t>
            </a:r>
            <a:r>
              <a:rPr lang="en-US" altLang="zh-CN" sz="2000" kern="0" dirty="0">
                <a:solidFill>
                  <a:srgbClr val="000000"/>
                </a:solidFill>
                <a:latin typeface="Times New Roman" panose="02020603050405020304" pitchFamily="18" charset="0"/>
                <a:ea typeface="楷体_GB2312" pitchFamily="49" charset="-122"/>
              </a:rPr>
              <a:t> … </a:t>
            </a:r>
            <a:r>
              <a:rPr lang="en-US" altLang="zh-CN" sz="2000" i="1" kern="0" dirty="0">
                <a:solidFill>
                  <a:srgbClr val="0000FF"/>
                </a:solidFill>
                <a:latin typeface="Times New Roman" panose="02020603050405020304" pitchFamily="18" charset="0"/>
                <a:ea typeface="楷体_GB2312" pitchFamily="49" charset="-122"/>
              </a:rPr>
              <a:t>partition</a:t>
            </a:r>
            <a:r>
              <a:rPr lang="en-US" altLang="zh-CN" sz="2000" kern="0" dirty="0">
                <a:solidFill>
                  <a:srgbClr val="0000FF"/>
                </a:solidFill>
                <a:latin typeface="Times New Roman" panose="02020603050405020304" pitchFamily="18" charset="0"/>
                <a:ea typeface="楷体_GB2312" pitchFamily="49" charset="-122"/>
              </a:rPr>
              <a:t> </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FF"/>
                </a:solidFill>
                <a:latin typeface="Times New Roman" panose="02020603050405020304" pitchFamily="18" charset="0"/>
                <a:ea typeface="楷体_GB2312" pitchFamily="49" charset="-122"/>
              </a:rPr>
              <a:t>quicksort</a:t>
            </a:r>
            <a:r>
              <a:rPr lang="en-US" altLang="zh-CN" sz="2000" kern="0" dirty="0">
                <a:solidFill>
                  <a:srgbClr val="0000FF"/>
                </a:solidFill>
                <a:latin typeface="Times New Roman" panose="02020603050405020304" pitchFamily="18" charset="0"/>
                <a:ea typeface="楷体_GB2312" pitchFamily="49" charset="-122"/>
              </a:rPr>
              <a:t> </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end</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FF"/>
                </a:solidFill>
                <a:latin typeface="Times New Roman" panose="02020603050405020304" pitchFamily="18" charset="0"/>
                <a:ea typeface="楷体_GB2312" pitchFamily="49" charset="-122"/>
              </a:rPr>
              <a:t>quicksort</a:t>
            </a:r>
            <a:r>
              <a:rPr lang="en-US" altLang="zh-CN" sz="2000" kern="0" dirty="0">
                <a:solidFill>
                  <a:srgbClr val="000000"/>
                </a:solidFill>
                <a:latin typeface="Times New Roman" panose="02020603050405020304" pitchFamily="18" charset="0"/>
                <a:ea typeface="楷体_GB2312" pitchFamily="49" charset="-122"/>
              </a:rPr>
              <a:t>} </a:t>
            </a:r>
            <a:r>
              <a:rPr lang="zh-CN" altLang="en-US" sz="2000" kern="0" dirty="0">
                <a:solidFill>
                  <a:srgbClr val="000000"/>
                </a:solidFill>
                <a:latin typeface="Times New Roman" panose="02020603050405020304" pitchFamily="18" charset="0"/>
                <a:ea typeface="楷体_GB2312" pitchFamily="49" charset="-122"/>
              </a:rPr>
              <a:t>；</a:t>
            </a:r>
          </a:p>
          <a:p>
            <a:pPr marL="257175" indent="-257175" algn="just" eaLnBrk="1" hangingPunct="1">
              <a:lnSpc>
                <a:spcPct val="80000"/>
              </a:lnSpc>
              <a:spcBef>
                <a:spcPct val="12000"/>
              </a:spcBef>
              <a:buClr>
                <a:srgbClr val="3333CC"/>
              </a:buClr>
              <a:buSzPct val="60000"/>
              <a:defRPr/>
            </a:pP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begin</a:t>
            </a:r>
            <a:r>
              <a:rPr lang="en-US" altLang="zh-CN" sz="2000" kern="0" dirty="0">
                <a:solidFill>
                  <a:srgbClr val="000000"/>
                </a:solidFill>
                <a:latin typeface="Times New Roman" panose="02020603050405020304" pitchFamily="18" charset="0"/>
                <a:ea typeface="楷体_GB2312" pitchFamily="49" charset="-122"/>
              </a:rPr>
              <a:t> … </a:t>
            </a:r>
            <a:r>
              <a:rPr lang="en-US" altLang="zh-CN" sz="2000" i="1" kern="0" dirty="0">
                <a:solidFill>
                  <a:srgbClr val="000000"/>
                </a:solidFill>
                <a:latin typeface="Times New Roman" panose="02020603050405020304" pitchFamily="18" charset="0"/>
                <a:ea typeface="楷体_GB2312" pitchFamily="49" charset="-122"/>
              </a:rPr>
              <a:t>a</a:t>
            </a:r>
            <a:r>
              <a:rPr lang="en-US" altLang="zh-CN" sz="2000" kern="0" dirty="0">
                <a:solidFill>
                  <a:srgbClr val="000000"/>
                </a:solidFill>
                <a:latin typeface="Times New Roman" panose="02020603050405020304" pitchFamily="18" charset="0"/>
                <a:ea typeface="楷体_GB2312" pitchFamily="49" charset="-122"/>
              </a:rPr>
              <a:t> … </a:t>
            </a:r>
            <a:r>
              <a:rPr lang="en-US" altLang="zh-CN" sz="2000" i="1" kern="0" dirty="0" err="1">
                <a:solidFill>
                  <a:srgbClr val="0000FF"/>
                </a:solidFill>
                <a:latin typeface="Times New Roman" panose="02020603050405020304" pitchFamily="18" charset="0"/>
                <a:ea typeface="楷体_GB2312" pitchFamily="49" charset="-122"/>
              </a:rPr>
              <a:t>readarray</a:t>
            </a:r>
            <a:r>
              <a:rPr lang="en-US" altLang="zh-CN" sz="2000" kern="0" dirty="0">
                <a:solidFill>
                  <a:srgbClr val="0000FF"/>
                </a:solidFill>
                <a:latin typeface="Times New Roman" panose="02020603050405020304" pitchFamily="18" charset="0"/>
                <a:ea typeface="楷体_GB2312" pitchFamily="49" charset="-122"/>
              </a:rPr>
              <a:t> </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FF"/>
                </a:solidFill>
                <a:latin typeface="Times New Roman" panose="02020603050405020304" pitchFamily="18" charset="0"/>
                <a:ea typeface="楷体_GB2312" pitchFamily="49" charset="-122"/>
              </a:rPr>
              <a:t>quicksort</a:t>
            </a:r>
            <a:r>
              <a:rPr lang="en-US" altLang="zh-CN" sz="2000" kern="0" dirty="0">
                <a:solidFill>
                  <a:srgbClr val="0000FF"/>
                </a:solidFill>
                <a:latin typeface="Times New Roman" panose="02020603050405020304" pitchFamily="18" charset="0"/>
                <a:ea typeface="楷体_GB2312" pitchFamily="49" charset="-122"/>
              </a:rPr>
              <a:t> </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end</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FF"/>
                </a:solidFill>
                <a:latin typeface="Times New Roman" panose="02020603050405020304" pitchFamily="18" charset="0"/>
                <a:ea typeface="楷体_GB2312" pitchFamily="49" charset="-122"/>
              </a:rPr>
              <a:t>sort</a:t>
            </a:r>
            <a:r>
              <a:rPr lang="en-US" altLang="zh-CN" sz="2000" kern="0" dirty="0">
                <a:solidFill>
                  <a:srgbClr val="000000"/>
                </a:solidFill>
                <a:latin typeface="Times New Roman" panose="02020603050405020304" pitchFamily="18" charset="0"/>
                <a:ea typeface="楷体_GB2312" pitchFamily="49" charset="-122"/>
              </a:rPr>
              <a:t>}</a:t>
            </a:r>
            <a:r>
              <a:rPr lang="zh-CN" altLang="en-US" sz="2000" kern="0" dirty="0">
                <a:solidFill>
                  <a:srgbClr val="000000"/>
                </a:solidFill>
                <a:latin typeface="Times New Roman" panose="02020603050405020304" pitchFamily="18" charset="0"/>
                <a:ea typeface="楷体_GB2312" pitchFamily="49" charset="-122"/>
              </a:rPr>
              <a:t>；</a:t>
            </a:r>
            <a:endParaRPr lang="en-US" altLang="zh-CN" sz="2000" kern="0" dirty="0">
              <a:solidFill>
                <a:srgbClr val="000000"/>
              </a:solidFill>
              <a:latin typeface="Times New Roman" panose="02020603050405020304" pitchFamily="18" charset="0"/>
              <a:ea typeface="楷体_GB2312" pitchFamily="49" charset="-122"/>
            </a:endParaRPr>
          </a:p>
        </p:txBody>
      </p:sp>
      <p:sp>
        <p:nvSpPr>
          <p:cNvPr id="137219" name="Rectangle 2"/>
          <p:cNvSpPr>
            <a:spLocks noGrp="1" noChangeArrowheads="1"/>
          </p:cNvSpPr>
          <p:nvPr>
            <p:ph type="title"/>
          </p:nvPr>
        </p:nvSpPr>
        <p:spPr>
          <a:xfrm>
            <a:off x="755650" y="268288"/>
            <a:ext cx="7931150" cy="358775"/>
          </a:xfrm>
        </p:spPr>
        <p:txBody>
          <a:bodyPr/>
          <a:lstStyle/>
          <a:p>
            <a:pPr eaLnBrk="1" hangingPunct="1"/>
            <a:r>
              <a:rPr lang="zh-CN" altLang="en-US" sz="300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例</a:t>
            </a:r>
          </a:p>
        </p:txBody>
      </p:sp>
      <p:grpSp>
        <p:nvGrpSpPr>
          <p:cNvPr id="2" name="组合 2"/>
          <p:cNvGrpSpPr>
            <a:grpSpLocks/>
          </p:cNvGrpSpPr>
          <p:nvPr/>
        </p:nvGrpSpPr>
        <p:grpSpPr bwMode="auto">
          <a:xfrm>
            <a:off x="4465638" y="-15875"/>
            <a:ext cx="4714875" cy="4548188"/>
            <a:chOff x="4465638" y="-15875"/>
            <a:chExt cx="4714874" cy="4548188"/>
          </a:xfrm>
        </p:grpSpPr>
        <p:sp>
          <p:nvSpPr>
            <p:cNvPr id="137221" name="Rectangle 54"/>
            <p:cNvSpPr>
              <a:spLocks noChangeArrowheads="1"/>
            </p:cNvSpPr>
            <p:nvPr/>
          </p:nvSpPr>
          <p:spPr bwMode="auto">
            <a:xfrm>
              <a:off x="7108911" y="2277971"/>
              <a:ext cx="2035089" cy="3618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k             </a:t>
              </a:r>
              <a:r>
                <a:rPr lang="en-US" altLang="zh-CN" sz="1800">
                  <a:solidFill>
                    <a:srgbClr val="000000"/>
                  </a:solidFill>
                  <a:ea typeface="宋体" panose="02010600030101010101" pitchFamily="2" charset="-122"/>
                  <a:cs typeface="Times New Roman" panose="02020603050405020304" pitchFamily="18" charset="0"/>
                </a:rPr>
                <a:t>int  0</a:t>
              </a:r>
            </a:p>
          </p:txBody>
        </p:sp>
        <p:sp>
          <p:nvSpPr>
            <p:cNvPr id="137222" name="Rectangle 55"/>
            <p:cNvSpPr>
              <a:spLocks noChangeArrowheads="1"/>
            </p:cNvSpPr>
            <p:nvPr/>
          </p:nvSpPr>
          <p:spPr bwMode="auto">
            <a:xfrm>
              <a:off x="7108910" y="2562088"/>
              <a:ext cx="2035089" cy="390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v             </a:t>
              </a:r>
              <a:r>
                <a:rPr lang="en-US" altLang="zh-CN" sz="1800">
                  <a:solidFill>
                    <a:srgbClr val="000000"/>
                  </a:solidFill>
                  <a:ea typeface="宋体" panose="02010600030101010101" pitchFamily="2" charset="-122"/>
                  <a:cs typeface="Times New Roman" panose="02020603050405020304" pitchFamily="18" charset="0"/>
                </a:rPr>
                <a:t>int  4</a:t>
              </a:r>
            </a:p>
          </p:txBody>
        </p:sp>
        <p:sp>
          <p:nvSpPr>
            <p:cNvPr id="137223" name="Rectangle 68"/>
            <p:cNvSpPr>
              <a:spLocks noChangeArrowheads="1"/>
            </p:cNvSpPr>
            <p:nvPr/>
          </p:nvSpPr>
          <p:spPr bwMode="auto">
            <a:xfrm>
              <a:off x="7559744" y="4168833"/>
              <a:ext cx="1620768" cy="363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j      </a:t>
              </a:r>
              <a:r>
                <a:rPr lang="en-US" altLang="zh-CN" sz="1800">
                  <a:solidFill>
                    <a:srgbClr val="000000"/>
                  </a:solidFill>
                  <a:ea typeface="宋体" panose="02010600030101010101" pitchFamily="2" charset="-122"/>
                  <a:cs typeface="Times New Roman" panose="02020603050405020304" pitchFamily="18" charset="0"/>
                </a:rPr>
                <a:t>int      4</a:t>
              </a:r>
            </a:p>
          </p:txBody>
        </p:sp>
        <p:sp>
          <p:nvSpPr>
            <p:cNvPr id="137224" name="Rectangle 67"/>
            <p:cNvSpPr>
              <a:spLocks noChangeArrowheads="1"/>
            </p:cNvSpPr>
            <p:nvPr/>
          </p:nvSpPr>
          <p:spPr bwMode="auto">
            <a:xfrm>
              <a:off x="7559744" y="3859319"/>
              <a:ext cx="1458850" cy="3634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i      </a:t>
              </a:r>
              <a:r>
                <a:rPr lang="en-US" altLang="zh-CN" sz="1800">
                  <a:solidFill>
                    <a:srgbClr val="000000"/>
                  </a:solidFill>
                  <a:ea typeface="宋体" panose="02010600030101010101" pitchFamily="2" charset="-122"/>
                  <a:cs typeface="Times New Roman" panose="02020603050405020304" pitchFamily="18" charset="0"/>
                </a:rPr>
                <a:t>int      0</a:t>
              </a:r>
            </a:p>
          </p:txBody>
        </p:sp>
        <p:sp>
          <p:nvSpPr>
            <p:cNvPr id="137225" name="Line 2"/>
            <p:cNvSpPr>
              <a:spLocks noChangeShapeType="1"/>
            </p:cNvSpPr>
            <p:nvPr/>
          </p:nvSpPr>
          <p:spPr bwMode="auto">
            <a:xfrm>
              <a:off x="4489326" y="1027296"/>
              <a:ext cx="1587" cy="178565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7226" name="Line 3"/>
            <p:cNvSpPr>
              <a:spLocks noChangeShapeType="1"/>
            </p:cNvSpPr>
            <p:nvPr/>
          </p:nvSpPr>
          <p:spPr bwMode="auto">
            <a:xfrm>
              <a:off x="6140057" y="1027296"/>
              <a:ext cx="0" cy="17602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7227" name="Line 4"/>
            <p:cNvSpPr>
              <a:spLocks noChangeShapeType="1"/>
            </p:cNvSpPr>
            <p:nvPr/>
          </p:nvSpPr>
          <p:spPr bwMode="auto">
            <a:xfrm flipV="1">
              <a:off x="4490913" y="2784951"/>
              <a:ext cx="198642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7228" name="Line 5"/>
            <p:cNvSpPr>
              <a:spLocks noChangeShapeType="1"/>
            </p:cNvSpPr>
            <p:nvPr/>
          </p:nvSpPr>
          <p:spPr bwMode="auto">
            <a:xfrm>
              <a:off x="4490913" y="2489723"/>
              <a:ext cx="19737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7229" name="Line 6"/>
            <p:cNvSpPr>
              <a:spLocks noChangeShapeType="1"/>
            </p:cNvSpPr>
            <p:nvPr/>
          </p:nvSpPr>
          <p:spPr bwMode="auto">
            <a:xfrm flipV="1">
              <a:off x="4478213" y="2200273"/>
              <a:ext cx="19864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7230" name="Line 7"/>
            <p:cNvSpPr>
              <a:spLocks noChangeShapeType="1"/>
            </p:cNvSpPr>
            <p:nvPr/>
          </p:nvSpPr>
          <p:spPr bwMode="auto">
            <a:xfrm flipV="1">
              <a:off x="4503612" y="1924093"/>
              <a:ext cx="1977941" cy="158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7231" name="Line 8"/>
            <p:cNvSpPr>
              <a:spLocks noChangeShapeType="1"/>
            </p:cNvSpPr>
            <p:nvPr/>
          </p:nvSpPr>
          <p:spPr bwMode="auto">
            <a:xfrm>
              <a:off x="4502025" y="1633625"/>
              <a:ext cx="2020800" cy="158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7232" name="Line 9"/>
            <p:cNvSpPr>
              <a:spLocks noChangeShapeType="1"/>
            </p:cNvSpPr>
            <p:nvPr/>
          </p:nvSpPr>
          <p:spPr bwMode="auto">
            <a:xfrm flipV="1">
              <a:off x="4490913" y="1338397"/>
              <a:ext cx="200916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7233" name="Rectangle 10"/>
            <p:cNvSpPr>
              <a:spLocks noChangeArrowheads="1"/>
            </p:cNvSpPr>
            <p:nvPr/>
          </p:nvSpPr>
          <p:spPr bwMode="auto">
            <a:xfrm>
              <a:off x="4916344" y="976504"/>
              <a:ext cx="1738457" cy="3618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header          </a:t>
              </a:r>
              <a:r>
                <a:rPr lang="en-US" altLang="zh-CN" sz="1800">
                  <a:solidFill>
                    <a:srgbClr val="000000"/>
                  </a:solidFill>
                  <a:ea typeface="宋体" panose="02010600030101010101" pitchFamily="2" charset="-122"/>
                  <a:cs typeface="Times New Roman" panose="02020603050405020304" pitchFamily="18" charset="0"/>
                </a:rPr>
                <a:t>48</a:t>
              </a:r>
            </a:p>
          </p:txBody>
        </p:sp>
        <p:sp>
          <p:nvSpPr>
            <p:cNvPr id="137234" name="Rectangle 11"/>
            <p:cNvSpPr>
              <a:spLocks noChangeArrowheads="1"/>
            </p:cNvSpPr>
            <p:nvPr/>
          </p:nvSpPr>
          <p:spPr bwMode="auto">
            <a:xfrm>
              <a:off x="4860213" y="703497"/>
              <a:ext cx="1168351" cy="3634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2100" i="1">
                  <a:solidFill>
                    <a:srgbClr val="000000"/>
                  </a:solidFill>
                  <a:ea typeface="宋体" panose="02010600030101010101" pitchFamily="2" charset="-122"/>
                  <a:cs typeface="Times New Roman" panose="02020603050405020304" pitchFamily="18" charset="0"/>
                </a:rPr>
                <a:t>sort</a:t>
              </a:r>
            </a:p>
          </p:txBody>
        </p:sp>
        <p:sp>
          <p:nvSpPr>
            <p:cNvPr id="137235" name="Line 12"/>
            <p:cNvSpPr>
              <a:spLocks noChangeShapeType="1"/>
            </p:cNvSpPr>
            <p:nvPr/>
          </p:nvSpPr>
          <p:spPr bwMode="auto">
            <a:xfrm flipV="1">
              <a:off x="4502024" y="1025709"/>
              <a:ext cx="2020801" cy="15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7236" name="Line 13"/>
            <p:cNvSpPr>
              <a:spLocks noChangeShapeType="1"/>
            </p:cNvSpPr>
            <p:nvPr/>
          </p:nvSpPr>
          <p:spPr bwMode="auto">
            <a:xfrm>
              <a:off x="4867135" y="1041582"/>
              <a:ext cx="0" cy="28411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7237" name="Line 14"/>
            <p:cNvSpPr>
              <a:spLocks noChangeShapeType="1"/>
            </p:cNvSpPr>
            <p:nvPr/>
          </p:nvSpPr>
          <p:spPr bwMode="auto">
            <a:xfrm>
              <a:off x="5564018" y="1314266"/>
              <a:ext cx="0" cy="14634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7238" name="Rectangle 15"/>
            <p:cNvSpPr>
              <a:spLocks noChangeArrowheads="1"/>
            </p:cNvSpPr>
            <p:nvPr/>
          </p:nvSpPr>
          <p:spPr bwMode="auto">
            <a:xfrm>
              <a:off x="7092367" y="-15875"/>
              <a:ext cx="1428690" cy="428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2100" i="1">
                  <a:solidFill>
                    <a:srgbClr val="000000"/>
                  </a:solidFill>
                  <a:ea typeface="宋体" panose="02010600030101010101" pitchFamily="2" charset="-122"/>
                  <a:cs typeface="Times New Roman" panose="02020603050405020304" pitchFamily="18" charset="0"/>
                </a:rPr>
                <a:t>readarrary</a:t>
              </a:r>
            </a:p>
          </p:txBody>
        </p:sp>
        <p:sp>
          <p:nvSpPr>
            <p:cNvPr id="137239" name="Rectangle 25"/>
            <p:cNvSpPr>
              <a:spLocks noChangeArrowheads="1"/>
            </p:cNvSpPr>
            <p:nvPr/>
          </p:nvSpPr>
          <p:spPr bwMode="auto">
            <a:xfrm>
              <a:off x="4484563" y="1282844"/>
              <a:ext cx="2038263" cy="3618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a                </a:t>
              </a:r>
              <a:r>
                <a:rPr lang="en-US" altLang="zh-CN" sz="1800">
                  <a:solidFill>
                    <a:srgbClr val="000000"/>
                  </a:solidFill>
                  <a:ea typeface="宋体" panose="02010600030101010101" pitchFamily="2" charset="-122"/>
                  <a:cs typeface="Times New Roman" panose="02020603050405020304" pitchFamily="18" charset="0"/>
                </a:rPr>
                <a:t>array  0</a:t>
              </a:r>
            </a:p>
          </p:txBody>
        </p:sp>
        <p:sp>
          <p:nvSpPr>
            <p:cNvPr id="137240" name="Rectangle 26"/>
            <p:cNvSpPr>
              <a:spLocks noChangeArrowheads="1"/>
            </p:cNvSpPr>
            <p:nvPr/>
          </p:nvSpPr>
          <p:spPr bwMode="auto">
            <a:xfrm>
              <a:off x="4501480" y="1585513"/>
              <a:ext cx="2070606" cy="363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x                 </a:t>
              </a:r>
              <a:r>
                <a:rPr lang="en-US" altLang="zh-CN" sz="1800">
                  <a:solidFill>
                    <a:srgbClr val="000000"/>
                  </a:solidFill>
                  <a:ea typeface="宋体" panose="02010600030101010101" pitchFamily="2" charset="-122"/>
                  <a:cs typeface="Times New Roman" panose="02020603050405020304" pitchFamily="18" charset="0"/>
                </a:rPr>
                <a:t>int     44</a:t>
              </a:r>
            </a:p>
          </p:txBody>
        </p:sp>
        <p:sp>
          <p:nvSpPr>
            <p:cNvPr id="137241" name="Rectangle 28"/>
            <p:cNvSpPr>
              <a:spLocks noChangeArrowheads="1"/>
            </p:cNvSpPr>
            <p:nvPr/>
          </p:nvSpPr>
          <p:spPr bwMode="auto">
            <a:xfrm>
              <a:off x="4465638" y="1835206"/>
              <a:ext cx="1314394" cy="3618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readarray</a:t>
              </a:r>
            </a:p>
          </p:txBody>
        </p:sp>
        <p:sp>
          <p:nvSpPr>
            <p:cNvPr id="137242" name="Rectangle 31"/>
            <p:cNvSpPr>
              <a:spLocks noChangeArrowheads="1"/>
            </p:cNvSpPr>
            <p:nvPr/>
          </p:nvSpPr>
          <p:spPr bwMode="auto">
            <a:xfrm>
              <a:off x="7169582" y="970179"/>
              <a:ext cx="1271534" cy="403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2100" i="1">
                  <a:solidFill>
                    <a:srgbClr val="000000"/>
                  </a:solidFill>
                  <a:ea typeface="宋体" panose="02010600030101010101" pitchFamily="2" charset="-122"/>
                  <a:cs typeface="Times New Roman" panose="02020603050405020304" pitchFamily="18" charset="0"/>
                </a:rPr>
                <a:t>exchange</a:t>
              </a:r>
            </a:p>
          </p:txBody>
        </p:sp>
        <p:sp>
          <p:nvSpPr>
            <p:cNvPr id="137243" name="Line 32"/>
            <p:cNvSpPr>
              <a:spLocks noChangeShapeType="1"/>
            </p:cNvSpPr>
            <p:nvPr/>
          </p:nvSpPr>
          <p:spPr bwMode="auto">
            <a:xfrm>
              <a:off x="7090260" y="1375449"/>
              <a:ext cx="0" cy="29205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7244" name="Line 33"/>
            <p:cNvSpPr>
              <a:spLocks noChangeShapeType="1"/>
            </p:cNvSpPr>
            <p:nvPr/>
          </p:nvSpPr>
          <p:spPr bwMode="auto">
            <a:xfrm>
              <a:off x="8321661" y="1375449"/>
              <a:ext cx="0" cy="32221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7245" name="Line 34"/>
            <p:cNvSpPr>
              <a:spLocks noChangeShapeType="1"/>
            </p:cNvSpPr>
            <p:nvPr/>
          </p:nvSpPr>
          <p:spPr bwMode="auto">
            <a:xfrm>
              <a:off x="7091847" y="1684961"/>
              <a:ext cx="11953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7246" name="Rectangle 35"/>
            <p:cNvSpPr>
              <a:spLocks noChangeArrowheads="1"/>
            </p:cNvSpPr>
            <p:nvPr/>
          </p:nvSpPr>
          <p:spPr bwMode="auto">
            <a:xfrm>
              <a:off x="7313591" y="1323070"/>
              <a:ext cx="1078362" cy="3634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header  </a:t>
              </a:r>
              <a:r>
                <a:rPr lang="en-US" altLang="zh-CN" sz="2100">
                  <a:solidFill>
                    <a:srgbClr val="000000"/>
                  </a:solidFill>
                  <a:ea typeface="宋体" panose="02010600030101010101" pitchFamily="2" charset="-122"/>
                  <a:cs typeface="Times New Roman" panose="02020603050405020304" pitchFamily="18" charset="0"/>
                </a:rPr>
                <a:t>0</a:t>
              </a:r>
            </a:p>
          </p:txBody>
        </p:sp>
        <p:sp>
          <p:nvSpPr>
            <p:cNvPr id="137247" name="Line 36"/>
            <p:cNvSpPr>
              <a:spLocks noChangeShapeType="1"/>
            </p:cNvSpPr>
            <p:nvPr/>
          </p:nvSpPr>
          <p:spPr bwMode="auto">
            <a:xfrm flipV="1">
              <a:off x="7104547" y="1373861"/>
              <a:ext cx="1217114" cy="158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7248" name="Line 37"/>
            <p:cNvSpPr>
              <a:spLocks noChangeShapeType="1"/>
            </p:cNvSpPr>
            <p:nvPr/>
          </p:nvSpPr>
          <p:spPr bwMode="auto">
            <a:xfrm>
              <a:off x="7313591" y="1389734"/>
              <a:ext cx="0" cy="28411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7249" name="Rectangle 39"/>
            <p:cNvSpPr>
              <a:spLocks noChangeArrowheads="1"/>
            </p:cNvSpPr>
            <p:nvPr/>
          </p:nvSpPr>
          <p:spPr bwMode="auto">
            <a:xfrm>
              <a:off x="4465638" y="2132022"/>
              <a:ext cx="1260422" cy="3634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exchange</a:t>
              </a:r>
            </a:p>
          </p:txBody>
        </p:sp>
        <p:sp>
          <p:nvSpPr>
            <p:cNvPr id="137250" name="Line 42"/>
            <p:cNvSpPr>
              <a:spLocks noChangeShapeType="1"/>
            </p:cNvSpPr>
            <p:nvPr/>
          </p:nvSpPr>
          <p:spPr bwMode="auto">
            <a:xfrm>
              <a:off x="7058113" y="1997027"/>
              <a:ext cx="1587" cy="117932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7251" name="Line 43"/>
            <p:cNvSpPr>
              <a:spLocks noChangeShapeType="1"/>
            </p:cNvSpPr>
            <p:nvPr/>
          </p:nvSpPr>
          <p:spPr bwMode="auto">
            <a:xfrm flipH="1">
              <a:off x="8694756" y="1995440"/>
              <a:ext cx="4763" cy="119678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7252" name="Line 44"/>
            <p:cNvSpPr>
              <a:spLocks noChangeShapeType="1"/>
            </p:cNvSpPr>
            <p:nvPr/>
          </p:nvSpPr>
          <p:spPr bwMode="auto">
            <a:xfrm flipV="1">
              <a:off x="7047001" y="3177941"/>
              <a:ext cx="1639819" cy="15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7253" name="Line 45"/>
            <p:cNvSpPr>
              <a:spLocks noChangeShapeType="1"/>
            </p:cNvSpPr>
            <p:nvPr/>
          </p:nvSpPr>
          <p:spPr bwMode="auto">
            <a:xfrm flipV="1">
              <a:off x="7070813" y="2895410"/>
              <a:ext cx="1642992" cy="15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7254" name="Line 46"/>
            <p:cNvSpPr>
              <a:spLocks noChangeShapeType="1"/>
            </p:cNvSpPr>
            <p:nvPr/>
          </p:nvSpPr>
          <p:spPr bwMode="auto">
            <a:xfrm flipV="1">
              <a:off x="7070813" y="2601770"/>
              <a:ext cx="1639818" cy="15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7255" name="Line 47"/>
            <p:cNvSpPr>
              <a:spLocks noChangeShapeType="1"/>
            </p:cNvSpPr>
            <p:nvPr/>
          </p:nvSpPr>
          <p:spPr bwMode="auto">
            <a:xfrm flipV="1">
              <a:off x="7059700" y="2306541"/>
              <a:ext cx="163981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7256" name="Rectangle 48"/>
            <p:cNvSpPr>
              <a:spLocks noChangeArrowheads="1"/>
            </p:cNvSpPr>
            <p:nvPr/>
          </p:nvSpPr>
          <p:spPr bwMode="auto">
            <a:xfrm>
              <a:off x="7550217" y="1944649"/>
              <a:ext cx="1304001" cy="3618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header  </a:t>
              </a:r>
              <a:r>
                <a:rPr lang="en-US" altLang="zh-CN" sz="2100">
                  <a:solidFill>
                    <a:srgbClr val="000000"/>
                  </a:solidFill>
                  <a:ea typeface="宋体" panose="02010600030101010101" pitchFamily="2" charset="-122"/>
                  <a:cs typeface="Times New Roman" panose="02020603050405020304" pitchFamily="18" charset="0"/>
                </a:rPr>
                <a:t>8</a:t>
              </a:r>
            </a:p>
          </p:txBody>
        </p:sp>
        <p:sp>
          <p:nvSpPr>
            <p:cNvPr id="137257" name="Rectangle 49"/>
            <p:cNvSpPr>
              <a:spLocks noChangeArrowheads="1"/>
            </p:cNvSpPr>
            <p:nvPr/>
          </p:nvSpPr>
          <p:spPr bwMode="auto">
            <a:xfrm>
              <a:off x="7270109" y="1658944"/>
              <a:ext cx="1350906" cy="387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2100" i="1">
                  <a:solidFill>
                    <a:srgbClr val="000000"/>
                  </a:solidFill>
                  <a:ea typeface="宋体" panose="02010600030101010101" pitchFamily="2" charset="-122"/>
                  <a:cs typeface="Times New Roman" panose="02020603050405020304" pitchFamily="18" charset="0"/>
                </a:rPr>
                <a:t>quicksort</a:t>
              </a:r>
            </a:p>
          </p:txBody>
        </p:sp>
        <p:sp>
          <p:nvSpPr>
            <p:cNvPr id="137258" name="Line 50"/>
            <p:cNvSpPr>
              <a:spLocks noChangeShapeType="1"/>
            </p:cNvSpPr>
            <p:nvPr/>
          </p:nvSpPr>
          <p:spPr bwMode="auto">
            <a:xfrm flipV="1">
              <a:off x="7070813" y="1995440"/>
              <a:ext cx="1639818" cy="15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7259" name="Line 51"/>
            <p:cNvSpPr>
              <a:spLocks noChangeShapeType="1"/>
            </p:cNvSpPr>
            <p:nvPr/>
          </p:nvSpPr>
          <p:spPr bwMode="auto">
            <a:xfrm>
              <a:off x="7435922" y="2011313"/>
              <a:ext cx="1587" cy="28253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7260" name="Line 52"/>
            <p:cNvSpPr>
              <a:spLocks noChangeShapeType="1"/>
            </p:cNvSpPr>
            <p:nvPr/>
          </p:nvSpPr>
          <p:spPr bwMode="auto">
            <a:xfrm>
              <a:off x="7990159" y="2330350"/>
              <a:ext cx="0" cy="86028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7261" name="Line 56"/>
            <p:cNvSpPr>
              <a:spLocks noChangeShapeType="1"/>
            </p:cNvSpPr>
            <p:nvPr/>
          </p:nvSpPr>
          <p:spPr bwMode="auto">
            <a:xfrm flipH="1">
              <a:off x="7507358" y="3589487"/>
              <a:ext cx="0" cy="90314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7262" name="Line 57"/>
            <p:cNvSpPr>
              <a:spLocks noChangeShapeType="1"/>
            </p:cNvSpPr>
            <p:nvPr/>
          </p:nvSpPr>
          <p:spPr bwMode="auto">
            <a:xfrm flipH="1">
              <a:off x="8802827" y="3589487"/>
              <a:ext cx="0" cy="90314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7263" name="Line 58"/>
            <p:cNvSpPr>
              <a:spLocks noChangeShapeType="1"/>
            </p:cNvSpPr>
            <p:nvPr/>
          </p:nvSpPr>
          <p:spPr bwMode="auto">
            <a:xfrm>
              <a:off x="7532757" y="4489458"/>
              <a:ext cx="127800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7264" name="Line 59"/>
            <p:cNvSpPr>
              <a:spLocks noChangeShapeType="1"/>
            </p:cNvSpPr>
            <p:nvPr/>
          </p:nvSpPr>
          <p:spPr bwMode="auto">
            <a:xfrm flipV="1">
              <a:off x="7531171" y="4175605"/>
              <a:ext cx="12795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7265" name="Line 60"/>
            <p:cNvSpPr>
              <a:spLocks noChangeShapeType="1"/>
            </p:cNvSpPr>
            <p:nvPr/>
          </p:nvSpPr>
          <p:spPr bwMode="auto">
            <a:xfrm flipV="1">
              <a:off x="7520058" y="3883550"/>
              <a:ext cx="129070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7266" name="Rectangle 61"/>
            <p:cNvSpPr>
              <a:spLocks noChangeArrowheads="1"/>
            </p:cNvSpPr>
            <p:nvPr/>
          </p:nvSpPr>
          <p:spPr bwMode="auto">
            <a:xfrm>
              <a:off x="7794758" y="3537108"/>
              <a:ext cx="1188914" cy="3618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header  </a:t>
              </a:r>
              <a:r>
                <a:rPr lang="en-US" altLang="zh-CN" sz="2100">
                  <a:solidFill>
                    <a:srgbClr val="000000"/>
                  </a:solidFill>
                  <a:ea typeface="宋体" panose="02010600030101010101" pitchFamily="2" charset="-122"/>
                  <a:cs typeface="Times New Roman" panose="02020603050405020304" pitchFamily="18" charset="0"/>
                </a:rPr>
                <a:t>8</a:t>
              </a:r>
            </a:p>
          </p:txBody>
        </p:sp>
        <p:sp>
          <p:nvSpPr>
            <p:cNvPr id="137267" name="Rectangle 62"/>
            <p:cNvSpPr>
              <a:spLocks noChangeArrowheads="1"/>
            </p:cNvSpPr>
            <p:nvPr/>
          </p:nvSpPr>
          <p:spPr bwMode="auto">
            <a:xfrm>
              <a:off x="7680290" y="3252197"/>
              <a:ext cx="1350906" cy="387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2100" i="1">
                  <a:solidFill>
                    <a:srgbClr val="000000"/>
                  </a:solidFill>
                  <a:ea typeface="宋体" panose="02010600030101010101" pitchFamily="2" charset="-122"/>
                  <a:cs typeface="Times New Roman" panose="02020603050405020304" pitchFamily="18" charset="0"/>
                </a:rPr>
                <a:t>partition</a:t>
              </a:r>
            </a:p>
          </p:txBody>
        </p:sp>
        <p:sp>
          <p:nvSpPr>
            <p:cNvPr id="137268" name="Line 63"/>
            <p:cNvSpPr>
              <a:spLocks noChangeShapeType="1"/>
            </p:cNvSpPr>
            <p:nvPr/>
          </p:nvSpPr>
          <p:spPr bwMode="auto">
            <a:xfrm>
              <a:off x="7531170" y="3591074"/>
              <a:ext cx="1269945" cy="1587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7269" name="Line 64"/>
            <p:cNvSpPr>
              <a:spLocks noChangeShapeType="1"/>
            </p:cNvSpPr>
            <p:nvPr/>
          </p:nvSpPr>
          <p:spPr bwMode="auto">
            <a:xfrm>
              <a:off x="7794758" y="3603773"/>
              <a:ext cx="1587" cy="28253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7270" name="Line 65"/>
            <p:cNvSpPr>
              <a:spLocks noChangeShapeType="1"/>
            </p:cNvSpPr>
            <p:nvPr/>
          </p:nvSpPr>
          <p:spPr bwMode="auto">
            <a:xfrm flipH="1">
              <a:off x="7801108" y="3902175"/>
              <a:ext cx="0" cy="57775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7271" name="Rectangle 69"/>
            <p:cNvSpPr>
              <a:spLocks noChangeArrowheads="1"/>
            </p:cNvSpPr>
            <p:nvPr/>
          </p:nvSpPr>
          <p:spPr bwMode="auto">
            <a:xfrm>
              <a:off x="7054938" y="2817636"/>
              <a:ext cx="1166763" cy="417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partition</a:t>
              </a:r>
            </a:p>
          </p:txBody>
        </p:sp>
        <p:sp>
          <p:nvSpPr>
            <p:cNvPr id="137272" name="Rectangle 72"/>
            <p:cNvSpPr>
              <a:spLocks noChangeArrowheads="1"/>
            </p:cNvSpPr>
            <p:nvPr/>
          </p:nvSpPr>
          <p:spPr bwMode="auto">
            <a:xfrm>
              <a:off x="4465638" y="2417726"/>
              <a:ext cx="1242959" cy="388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quicksort</a:t>
              </a:r>
            </a:p>
          </p:txBody>
        </p:sp>
        <p:sp>
          <p:nvSpPr>
            <p:cNvPr id="239" name="Line 103"/>
            <p:cNvSpPr>
              <a:spLocks noChangeShapeType="1"/>
            </p:cNvSpPr>
            <p:nvPr/>
          </p:nvSpPr>
          <p:spPr bwMode="auto">
            <a:xfrm flipH="1" flipV="1">
              <a:off x="6365875" y="2092325"/>
              <a:ext cx="269875" cy="0"/>
            </a:xfrm>
            <a:prstGeom prst="line">
              <a:avLst/>
            </a:prstGeom>
            <a:noFill/>
            <a:ln w="25400">
              <a:solidFill>
                <a:schemeClr val="tx2">
                  <a:lumMod val="60000"/>
                  <a:lumOff val="40000"/>
                </a:schemeClr>
              </a:solidFill>
              <a:round/>
              <a:headEnd/>
              <a:tailEnd/>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137274" name="Line 17"/>
            <p:cNvSpPr>
              <a:spLocks noChangeShapeType="1"/>
            </p:cNvSpPr>
            <p:nvPr/>
          </p:nvSpPr>
          <p:spPr bwMode="auto">
            <a:xfrm>
              <a:off x="7094996" y="360303"/>
              <a:ext cx="0" cy="59204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7275" name="Line 18"/>
            <p:cNvSpPr>
              <a:spLocks noChangeShapeType="1"/>
            </p:cNvSpPr>
            <p:nvPr/>
          </p:nvSpPr>
          <p:spPr bwMode="auto">
            <a:xfrm>
              <a:off x="8386620" y="360303"/>
              <a:ext cx="1587" cy="62061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7276" name="Line 19"/>
            <p:cNvSpPr>
              <a:spLocks noChangeShapeType="1"/>
            </p:cNvSpPr>
            <p:nvPr/>
          </p:nvSpPr>
          <p:spPr bwMode="auto">
            <a:xfrm flipV="1">
              <a:off x="7107695" y="952347"/>
              <a:ext cx="122832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7277" name="Line 20"/>
            <p:cNvSpPr>
              <a:spLocks noChangeShapeType="1"/>
            </p:cNvSpPr>
            <p:nvPr/>
          </p:nvSpPr>
          <p:spPr bwMode="auto">
            <a:xfrm flipV="1">
              <a:off x="7096583" y="653945"/>
              <a:ext cx="128582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7278" name="Rectangle 21"/>
            <p:cNvSpPr>
              <a:spLocks noChangeArrowheads="1"/>
            </p:cNvSpPr>
            <p:nvPr/>
          </p:nvSpPr>
          <p:spPr bwMode="auto">
            <a:xfrm>
              <a:off x="7339460" y="287463"/>
              <a:ext cx="1119165" cy="363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header  </a:t>
              </a:r>
              <a:r>
                <a:rPr lang="en-US" altLang="zh-CN" sz="2100">
                  <a:solidFill>
                    <a:srgbClr val="000000"/>
                  </a:solidFill>
                  <a:ea typeface="宋体" panose="02010600030101010101" pitchFamily="2" charset="-122"/>
                  <a:cs typeface="Times New Roman" panose="02020603050405020304" pitchFamily="18" charset="0"/>
                </a:rPr>
                <a:t>4</a:t>
              </a:r>
              <a:r>
                <a:rPr lang="en-US" altLang="zh-CN" sz="2100" i="1">
                  <a:solidFill>
                    <a:srgbClr val="000000"/>
                  </a:solidFill>
                  <a:ea typeface="宋体" panose="02010600030101010101" pitchFamily="2" charset="-122"/>
                  <a:cs typeface="Times New Roman" panose="02020603050405020304" pitchFamily="18" charset="0"/>
                </a:rPr>
                <a:t> </a:t>
              </a:r>
            </a:p>
          </p:txBody>
        </p:sp>
        <p:sp>
          <p:nvSpPr>
            <p:cNvPr id="137279" name="Line 22"/>
            <p:cNvSpPr>
              <a:spLocks noChangeShapeType="1"/>
            </p:cNvSpPr>
            <p:nvPr/>
          </p:nvSpPr>
          <p:spPr bwMode="auto">
            <a:xfrm>
              <a:off x="7107696" y="360303"/>
              <a:ext cx="125407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7280" name="Line 23"/>
            <p:cNvSpPr>
              <a:spLocks noChangeShapeType="1"/>
            </p:cNvSpPr>
            <p:nvPr/>
          </p:nvSpPr>
          <p:spPr bwMode="auto">
            <a:xfrm>
              <a:off x="7378551" y="374588"/>
              <a:ext cx="0" cy="28411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7281" name="Rectangle 40"/>
            <p:cNvSpPr>
              <a:spLocks noChangeArrowheads="1"/>
            </p:cNvSpPr>
            <p:nvPr/>
          </p:nvSpPr>
          <p:spPr bwMode="auto">
            <a:xfrm>
              <a:off x="7126744" y="615850"/>
              <a:ext cx="1220390" cy="3618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i      </a:t>
              </a:r>
              <a:r>
                <a:rPr lang="en-US" altLang="zh-CN" sz="1800">
                  <a:solidFill>
                    <a:srgbClr val="000000"/>
                  </a:solidFill>
                  <a:ea typeface="宋体" panose="02010600030101010101" pitchFamily="2" charset="-122"/>
                  <a:cs typeface="Times New Roman" panose="02020603050405020304" pitchFamily="18" charset="0"/>
                </a:rPr>
                <a:t>int     0</a:t>
              </a:r>
            </a:p>
          </p:txBody>
        </p:sp>
        <p:sp>
          <p:nvSpPr>
            <p:cNvPr id="137282" name="Line 24"/>
            <p:cNvSpPr>
              <a:spLocks noChangeShapeType="1"/>
            </p:cNvSpPr>
            <p:nvPr/>
          </p:nvSpPr>
          <p:spPr bwMode="auto">
            <a:xfrm>
              <a:off x="7378551" y="696799"/>
              <a:ext cx="0" cy="26983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249" name="Line 95"/>
            <p:cNvSpPr>
              <a:spLocks noChangeShapeType="1"/>
            </p:cNvSpPr>
            <p:nvPr/>
          </p:nvSpPr>
          <p:spPr bwMode="auto">
            <a:xfrm>
              <a:off x="6819900" y="2066925"/>
              <a:ext cx="0" cy="631825"/>
            </a:xfrm>
            <a:prstGeom prst="line">
              <a:avLst/>
            </a:prstGeom>
            <a:noFill/>
            <a:ln w="25400">
              <a:solidFill>
                <a:schemeClr val="tx2">
                  <a:lumMod val="60000"/>
                  <a:lumOff val="40000"/>
                </a:schemeClr>
              </a:solidFill>
              <a:round/>
              <a:headEnd/>
              <a:tailEnd/>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250" name="Line 43"/>
            <p:cNvSpPr>
              <a:spLocks noChangeShapeType="1"/>
            </p:cNvSpPr>
            <p:nvPr/>
          </p:nvSpPr>
          <p:spPr bwMode="auto">
            <a:xfrm>
              <a:off x="6804025" y="2066925"/>
              <a:ext cx="246063" cy="0"/>
            </a:xfrm>
            <a:prstGeom prst="line">
              <a:avLst/>
            </a:prstGeom>
            <a:noFill/>
            <a:ln w="25400">
              <a:solidFill>
                <a:schemeClr val="tx2">
                  <a:lumMod val="60000"/>
                  <a:lumOff val="40000"/>
                </a:schemeClr>
              </a:solidFill>
              <a:round/>
              <a:headEnd/>
              <a:tailEnd type="stealth" w="lg" len="lg"/>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137285" name="Line 51"/>
            <p:cNvSpPr>
              <a:spLocks noChangeShapeType="1"/>
            </p:cNvSpPr>
            <p:nvPr/>
          </p:nvSpPr>
          <p:spPr bwMode="auto">
            <a:xfrm flipH="1" flipV="1">
              <a:off x="6498916" y="2198608"/>
              <a:ext cx="821399" cy="438"/>
            </a:xfrm>
            <a:prstGeom prst="line">
              <a:avLst/>
            </a:prstGeom>
            <a:noFill/>
            <a:ln w="25400">
              <a:solidFill>
                <a:srgbClr val="FF0000"/>
              </a:solidFill>
              <a:round/>
              <a:headEnd/>
              <a:tailEnd type="stealth" w="lg" len="lg"/>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7286" name="Line 3"/>
            <p:cNvSpPr>
              <a:spLocks noChangeShapeType="1"/>
            </p:cNvSpPr>
            <p:nvPr/>
          </p:nvSpPr>
          <p:spPr bwMode="auto">
            <a:xfrm>
              <a:off x="6481777" y="1049790"/>
              <a:ext cx="0" cy="17602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7287" name="Line 18"/>
            <p:cNvSpPr>
              <a:spLocks noChangeShapeType="1"/>
            </p:cNvSpPr>
            <p:nvPr/>
          </p:nvSpPr>
          <p:spPr bwMode="auto">
            <a:xfrm>
              <a:off x="8098600" y="362956"/>
              <a:ext cx="1587" cy="62061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7288" name="Line 33"/>
            <p:cNvSpPr>
              <a:spLocks noChangeShapeType="1"/>
            </p:cNvSpPr>
            <p:nvPr/>
          </p:nvSpPr>
          <p:spPr bwMode="auto">
            <a:xfrm>
              <a:off x="8105646" y="1370687"/>
              <a:ext cx="0" cy="32221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7289" name="Line 57"/>
            <p:cNvSpPr>
              <a:spLocks noChangeShapeType="1"/>
            </p:cNvSpPr>
            <p:nvPr/>
          </p:nvSpPr>
          <p:spPr bwMode="auto">
            <a:xfrm flipH="1">
              <a:off x="8586812" y="3610543"/>
              <a:ext cx="0" cy="90314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7290" name="Line 43"/>
            <p:cNvSpPr>
              <a:spLocks noChangeShapeType="1"/>
            </p:cNvSpPr>
            <p:nvPr/>
          </p:nvSpPr>
          <p:spPr bwMode="auto">
            <a:xfrm flipH="1">
              <a:off x="8350184" y="1980237"/>
              <a:ext cx="4763" cy="119678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258" name="Line 103"/>
            <p:cNvSpPr>
              <a:spLocks noChangeShapeType="1"/>
            </p:cNvSpPr>
            <p:nvPr/>
          </p:nvSpPr>
          <p:spPr bwMode="auto">
            <a:xfrm flipH="1">
              <a:off x="6356350" y="2381250"/>
              <a:ext cx="374650" cy="0"/>
            </a:xfrm>
            <a:prstGeom prst="line">
              <a:avLst/>
            </a:prstGeom>
            <a:noFill/>
            <a:ln w="25400">
              <a:solidFill>
                <a:schemeClr val="tx2">
                  <a:lumMod val="60000"/>
                  <a:lumOff val="40000"/>
                </a:schemeClr>
              </a:solidFill>
              <a:round/>
              <a:headEnd/>
              <a:tailEnd/>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259" name="Line 103"/>
            <p:cNvSpPr>
              <a:spLocks noChangeShapeType="1"/>
            </p:cNvSpPr>
            <p:nvPr/>
          </p:nvSpPr>
          <p:spPr bwMode="auto">
            <a:xfrm flipH="1" flipV="1">
              <a:off x="6376988" y="2692400"/>
              <a:ext cx="431800" cy="0"/>
            </a:xfrm>
            <a:prstGeom prst="line">
              <a:avLst/>
            </a:prstGeom>
            <a:noFill/>
            <a:ln w="25400">
              <a:solidFill>
                <a:schemeClr val="tx2">
                  <a:lumMod val="60000"/>
                  <a:lumOff val="40000"/>
                </a:schemeClr>
              </a:solidFill>
              <a:round/>
              <a:headEnd/>
              <a:tailEnd/>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260" name="Line 95"/>
            <p:cNvSpPr>
              <a:spLocks noChangeShapeType="1"/>
            </p:cNvSpPr>
            <p:nvPr/>
          </p:nvSpPr>
          <p:spPr bwMode="auto">
            <a:xfrm flipH="1">
              <a:off x="6732588" y="1511300"/>
              <a:ext cx="0" cy="865188"/>
            </a:xfrm>
            <a:prstGeom prst="line">
              <a:avLst/>
            </a:prstGeom>
            <a:noFill/>
            <a:ln w="25400">
              <a:solidFill>
                <a:schemeClr val="tx2">
                  <a:lumMod val="60000"/>
                  <a:lumOff val="40000"/>
                </a:schemeClr>
              </a:solidFill>
              <a:round/>
              <a:headEnd/>
              <a:tailEnd/>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261" name="Line 95"/>
            <p:cNvSpPr>
              <a:spLocks noChangeShapeType="1"/>
            </p:cNvSpPr>
            <p:nvPr/>
          </p:nvSpPr>
          <p:spPr bwMode="auto">
            <a:xfrm flipH="1">
              <a:off x="6626225" y="852488"/>
              <a:ext cx="0" cy="1252537"/>
            </a:xfrm>
            <a:prstGeom prst="line">
              <a:avLst/>
            </a:prstGeom>
            <a:noFill/>
            <a:ln w="25400">
              <a:solidFill>
                <a:schemeClr val="tx2">
                  <a:lumMod val="60000"/>
                  <a:lumOff val="40000"/>
                </a:schemeClr>
              </a:solidFill>
              <a:round/>
              <a:headEnd/>
              <a:tailEnd/>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262" name="Line 43"/>
            <p:cNvSpPr>
              <a:spLocks noChangeShapeType="1"/>
            </p:cNvSpPr>
            <p:nvPr/>
          </p:nvSpPr>
          <p:spPr bwMode="auto">
            <a:xfrm flipV="1">
              <a:off x="6732588" y="1511300"/>
              <a:ext cx="284162" cy="0"/>
            </a:xfrm>
            <a:prstGeom prst="line">
              <a:avLst/>
            </a:prstGeom>
            <a:noFill/>
            <a:ln w="25400">
              <a:solidFill>
                <a:schemeClr val="tx2">
                  <a:lumMod val="60000"/>
                  <a:lumOff val="40000"/>
                </a:schemeClr>
              </a:solidFill>
              <a:round/>
              <a:headEnd/>
              <a:tailEnd type="stealth" w="lg" len="lg"/>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263" name="Line 43"/>
            <p:cNvSpPr>
              <a:spLocks noChangeShapeType="1"/>
            </p:cNvSpPr>
            <p:nvPr/>
          </p:nvSpPr>
          <p:spPr bwMode="auto">
            <a:xfrm>
              <a:off x="6635750" y="825500"/>
              <a:ext cx="471488" cy="0"/>
            </a:xfrm>
            <a:prstGeom prst="line">
              <a:avLst/>
            </a:prstGeom>
            <a:noFill/>
            <a:ln w="25400">
              <a:solidFill>
                <a:schemeClr val="tx2">
                  <a:lumMod val="60000"/>
                  <a:lumOff val="40000"/>
                </a:schemeClr>
              </a:solidFill>
              <a:round/>
              <a:headEnd/>
              <a:tailEnd type="stealth" w="lg" len="lg"/>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264" name="Line 95"/>
            <p:cNvSpPr>
              <a:spLocks noChangeShapeType="1"/>
            </p:cNvSpPr>
            <p:nvPr/>
          </p:nvSpPr>
          <p:spPr bwMode="auto">
            <a:xfrm flipH="1">
              <a:off x="8440737" y="3030538"/>
              <a:ext cx="0" cy="215900"/>
            </a:xfrm>
            <a:prstGeom prst="line">
              <a:avLst/>
            </a:prstGeom>
            <a:noFill/>
            <a:ln w="25400">
              <a:solidFill>
                <a:schemeClr val="tx2">
                  <a:lumMod val="60000"/>
                  <a:lumOff val="40000"/>
                </a:schemeClr>
              </a:solidFill>
              <a:round/>
              <a:headEnd/>
              <a:tailEnd/>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265" name="Line 43"/>
            <p:cNvSpPr>
              <a:spLocks noChangeShapeType="1"/>
            </p:cNvSpPr>
            <p:nvPr/>
          </p:nvSpPr>
          <p:spPr bwMode="auto">
            <a:xfrm>
              <a:off x="7740649" y="3262313"/>
              <a:ext cx="0" cy="280987"/>
            </a:xfrm>
            <a:prstGeom prst="line">
              <a:avLst/>
            </a:prstGeom>
            <a:noFill/>
            <a:ln w="25400">
              <a:solidFill>
                <a:schemeClr val="tx2">
                  <a:lumMod val="60000"/>
                  <a:lumOff val="40000"/>
                </a:schemeClr>
              </a:solidFill>
              <a:round/>
              <a:headEnd/>
              <a:tailEnd type="stealth" w="lg" len="lg"/>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266" name="Line 103"/>
            <p:cNvSpPr>
              <a:spLocks noChangeShapeType="1"/>
            </p:cNvSpPr>
            <p:nvPr/>
          </p:nvSpPr>
          <p:spPr bwMode="auto">
            <a:xfrm flipH="1" flipV="1">
              <a:off x="7740649" y="3233738"/>
              <a:ext cx="696913" cy="0"/>
            </a:xfrm>
            <a:prstGeom prst="line">
              <a:avLst/>
            </a:prstGeom>
            <a:noFill/>
            <a:ln w="25400">
              <a:solidFill>
                <a:schemeClr val="tx2">
                  <a:lumMod val="60000"/>
                  <a:lumOff val="40000"/>
                </a:schemeClr>
              </a:solidFill>
              <a:round/>
              <a:headEnd/>
              <a:tailEnd/>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137300" name="Line 51"/>
            <p:cNvSpPr>
              <a:spLocks noChangeShapeType="1"/>
            </p:cNvSpPr>
            <p:nvPr/>
          </p:nvSpPr>
          <p:spPr bwMode="auto">
            <a:xfrm flipV="1">
              <a:off x="7570011" y="3277643"/>
              <a:ext cx="1" cy="384628"/>
            </a:xfrm>
            <a:prstGeom prst="line">
              <a:avLst/>
            </a:prstGeom>
            <a:noFill/>
            <a:ln w="25400">
              <a:solidFill>
                <a:srgbClr val="FF0000"/>
              </a:solidFill>
              <a:round/>
              <a:headEnd/>
              <a:tailEnd type="stealth" w="lg" len="lg"/>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7301" name="Line 51"/>
            <p:cNvSpPr>
              <a:spLocks noChangeShapeType="1"/>
            </p:cNvSpPr>
            <p:nvPr/>
          </p:nvSpPr>
          <p:spPr bwMode="auto">
            <a:xfrm flipH="1">
              <a:off x="6464638" y="1609715"/>
              <a:ext cx="736791" cy="16598"/>
            </a:xfrm>
            <a:prstGeom prst="line">
              <a:avLst/>
            </a:prstGeom>
            <a:noFill/>
            <a:ln w="25400">
              <a:solidFill>
                <a:srgbClr val="FF0000"/>
              </a:solidFill>
              <a:round/>
              <a:headEnd/>
              <a:tailEnd type="stealth" w="lg" len="lg"/>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7302" name="Line 103"/>
            <p:cNvSpPr>
              <a:spLocks noChangeShapeType="1"/>
            </p:cNvSpPr>
            <p:nvPr/>
          </p:nvSpPr>
          <p:spPr bwMode="auto">
            <a:xfrm flipH="1" flipV="1">
              <a:off x="6282255" y="556698"/>
              <a:ext cx="968484"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7303" name="Line 51"/>
            <p:cNvSpPr>
              <a:spLocks noChangeShapeType="1"/>
            </p:cNvSpPr>
            <p:nvPr/>
          </p:nvSpPr>
          <p:spPr bwMode="auto">
            <a:xfrm flipH="1">
              <a:off x="6300658" y="542412"/>
              <a:ext cx="0" cy="458199"/>
            </a:xfrm>
            <a:prstGeom prst="line">
              <a:avLst/>
            </a:prstGeom>
            <a:noFill/>
            <a:ln w="25400">
              <a:solidFill>
                <a:srgbClr val="FF0000"/>
              </a:solidFill>
              <a:round/>
              <a:headEnd/>
              <a:tailEnd type="stealth" w="lg" len="lg"/>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sp>
        <p:nvSpPr>
          <p:cNvPr id="3" name="灯片编号占位符 2"/>
          <p:cNvSpPr>
            <a:spLocks noGrp="1"/>
          </p:cNvSpPr>
          <p:nvPr>
            <p:ph type="sldNum" sz="quarter" idx="12"/>
          </p:nvPr>
        </p:nvSpPr>
        <p:spPr/>
        <p:txBody>
          <a:bodyPr/>
          <a:lstStyle/>
          <a:p>
            <a:pPr>
              <a:defRPr/>
            </a:pPr>
            <a:fld id="{64CF1D47-2B30-44A6-81DA-EC28584A641A}" type="slidenum">
              <a:rPr lang="zh-CN" altLang="en-US" smtClean="0"/>
              <a:pPr>
                <a:defRPr/>
              </a:pPr>
              <a:t>19</a:t>
            </a:fld>
            <a:endParaRPr lang="en-US" altLang="zh-CN" dirty="0"/>
          </a:p>
        </p:txBody>
      </p:sp>
    </p:spTree>
    <p:extLst>
      <p:ext uri="{BB962C8B-B14F-4D97-AF65-F5344CB8AC3E}">
        <p14:creationId xmlns:p14="http://schemas.microsoft.com/office/powerpoint/2010/main" val="110296762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p:cNvSpPr>
            <a:spLocks noGrp="1" noChangeArrowheads="1"/>
          </p:cNvSpPr>
          <p:nvPr>
            <p:ph type="title"/>
          </p:nvPr>
        </p:nvSpPr>
        <p:spPr>
          <a:xfrm>
            <a:off x="755650" y="268288"/>
            <a:ext cx="7931150" cy="358775"/>
          </a:xfrm>
        </p:spPr>
        <p:txBody>
          <a:bodyPr/>
          <a:lstStyle/>
          <a:p>
            <a:pPr eaLnBrk="1" hangingPunct="1"/>
            <a:r>
              <a:rPr lang="zh-CN" altLang="en-US" sz="300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根据符号表进行数据访问</a:t>
            </a:r>
            <a:endParaRPr lang="zh-CN" altLang="en-US" sz="300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2" name="组合 3"/>
          <p:cNvGrpSpPr>
            <a:grpSpLocks/>
          </p:cNvGrpSpPr>
          <p:nvPr/>
        </p:nvGrpSpPr>
        <p:grpSpPr bwMode="auto">
          <a:xfrm>
            <a:off x="804863" y="1824038"/>
            <a:ext cx="1174750" cy="3154362"/>
            <a:chOff x="805248" y="1824384"/>
            <a:chExt cx="1174750" cy="3153908"/>
          </a:xfrm>
        </p:grpSpPr>
        <p:grpSp>
          <p:nvGrpSpPr>
            <p:cNvPr id="139353" name="Group 99"/>
            <p:cNvGrpSpPr>
              <a:grpSpLocks/>
            </p:cNvGrpSpPr>
            <p:nvPr/>
          </p:nvGrpSpPr>
          <p:grpSpPr bwMode="auto">
            <a:xfrm>
              <a:off x="805248" y="1824384"/>
              <a:ext cx="923925" cy="647700"/>
              <a:chOff x="975" y="2750"/>
              <a:chExt cx="776" cy="544"/>
            </a:xfrm>
          </p:grpSpPr>
          <p:sp>
            <p:nvSpPr>
              <p:cNvPr id="139379" name="Rectangle 135"/>
              <p:cNvSpPr>
                <a:spLocks noChangeArrowheads="1"/>
              </p:cNvSpPr>
              <p:nvPr/>
            </p:nvSpPr>
            <p:spPr bwMode="auto">
              <a:xfrm>
                <a:off x="978" y="2775"/>
                <a:ext cx="773" cy="519"/>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eaLnBrk="1" hangingPunct="1"/>
                <a:endParaRPr lang="zh-CN" altLang="en-US" sz="1200" b="0">
                  <a:solidFill>
                    <a:prstClr val="black"/>
                  </a:solidFill>
                  <a:cs typeface="Times New Roman" panose="02020603050405020304" pitchFamily="18" charset="0"/>
                </a:endParaRPr>
              </a:p>
            </p:txBody>
          </p:sp>
          <p:sp>
            <p:nvSpPr>
              <p:cNvPr id="139380" name="Rectangle 136"/>
              <p:cNvSpPr>
                <a:spLocks noChangeArrowheads="1"/>
              </p:cNvSpPr>
              <p:nvPr/>
            </p:nvSpPr>
            <p:spPr bwMode="auto">
              <a:xfrm>
                <a:off x="975" y="2750"/>
                <a:ext cx="774"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1200" i="1">
                    <a:solidFill>
                      <a:prstClr val="black"/>
                    </a:solidFill>
                    <a:cs typeface="Times New Roman" panose="02020603050405020304" pitchFamily="18" charset="0"/>
                  </a:rPr>
                  <a:t>s</a:t>
                </a:r>
              </a:p>
            </p:txBody>
          </p:sp>
          <p:sp>
            <p:nvSpPr>
              <p:cNvPr id="139381" name="Rectangle 137"/>
              <p:cNvSpPr>
                <a:spLocks noChangeArrowheads="1"/>
              </p:cNvSpPr>
              <p:nvPr/>
            </p:nvSpPr>
            <p:spPr bwMode="auto">
              <a:xfrm>
                <a:off x="975" y="3113"/>
                <a:ext cx="775"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1200" i="1">
                    <a:solidFill>
                      <a:prstClr val="black"/>
                    </a:solidFill>
                    <a:cs typeface="Times New Roman" panose="02020603050405020304" pitchFamily="18" charset="0"/>
                  </a:rPr>
                  <a:t>a</a:t>
                </a:r>
              </a:p>
            </p:txBody>
          </p:sp>
          <p:sp>
            <p:nvSpPr>
              <p:cNvPr id="139382" name="Rectangle 138"/>
              <p:cNvSpPr>
                <a:spLocks noChangeArrowheads="1"/>
              </p:cNvSpPr>
              <p:nvPr/>
            </p:nvSpPr>
            <p:spPr bwMode="auto">
              <a:xfrm>
                <a:off x="975" y="2931"/>
                <a:ext cx="775"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zh-CN" altLang="en-US" sz="1200">
                    <a:solidFill>
                      <a:prstClr val="black"/>
                    </a:solidFill>
                    <a:latin typeface="楷体" panose="02010609060101010101" pitchFamily="49" charset="-122"/>
                    <a:ea typeface="楷体" panose="02010609060101010101" pitchFamily="49" charset="-122"/>
                    <a:cs typeface="Times New Roman" panose="02020603050405020304" pitchFamily="18" charset="0"/>
                  </a:rPr>
                  <a:t>访问链</a:t>
                </a:r>
              </a:p>
            </p:txBody>
          </p:sp>
          <p:sp>
            <p:nvSpPr>
              <p:cNvPr id="95" name="Line 139"/>
              <p:cNvSpPr>
                <a:spLocks noChangeShapeType="1"/>
              </p:cNvSpPr>
              <p:nvPr/>
            </p:nvSpPr>
            <p:spPr bwMode="auto">
              <a:xfrm flipV="1">
                <a:off x="975" y="2931"/>
                <a:ext cx="745" cy="1"/>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96" name="Line 140"/>
              <p:cNvSpPr>
                <a:spLocks noChangeShapeType="1"/>
              </p:cNvSpPr>
              <p:nvPr/>
            </p:nvSpPr>
            <p:spPr bwMode="auto">
              <a:xfrm flipV="1">
                <a:off x="975" y="3113"/>
                <a:ext cx="725" cy="1"/>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grpSp>
        <p:grpSp>
          <p:nvGrpSpPr>
            <p:cNvPr id="139354" name="Group 99"/>
            <p:cNvGrpSpPr>
              <a:grpSpLocks/>
            </p:cNvGrpSpPr>
            <p:nvPr/>
          </p:nvGrpSpPr>
          <p:grpSpPr bwMode="auto">
            <a:xfrm>
              <a:off x="811598" y="2451447"/>
              <a:ext cx="954088" cy="636587"/>
              <a:chOff x="948" y="2750"/>
              <a:chExt cx="802" cy="534"/>
            </a:xfrm>
          </p:grpSpPr>
          <p:sp>
            <p:nvSpPr>
              <p:cNvPr id="139373" name="Rectangle 135"/>
              <p:cNvSpPr>
                <a:spLocks noChangeArrowheads="1"/>
              </p:cNvSpPr>
              <p:nvPr/>
            </p:nvSpPr>
            <p:spPr bwMode="auto">
              <a:xfrm>
                <a:off x="948" y="2765"/>
                <a:ext cx="773" cy="519"/>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eaLnBrk="1" hangingPunct="1"/>
                <a:endParaRPr lang="zh-CN" altLang="en-US" sz="1200" b="0">
                  <a:solidFill>
                    <a:prstClr val="black"/>
                  </a:solidFill>
                  <a:cs typeface="Times New Roman" panose="02020603050405020304" pitchFamily="18" charset="0"/>
                </a:endParaRPr>
              </a:p>
            </p:txBody>
          </p:sp>
          <p:sp>
            <p:nvSpPr>
              <p:cNvPr id="139374" name="Rectangle 136"/>
              <p:cNvSpPr>
                <a:spLocks noChangeArrowheads="1"/>
              </p:cNvSpPr>
              <p:nvPr/>
            </p:nvSpPr>
            <p:spPr bwMode="auto">
              <a:xfrm>
                <a:off x="975" y="2750"/>
                <a:ext cx="774"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buFont typeface="Symbol" panose="05050102010706020507" pitchFamily="18" charset="2"/>
                  <a:buNone/>
                </a:pPr>
                <a:r>
                  <a:rPr lang="en-US" altLang="zh-CN" sz="1200" i="1">
                    <a:solidFill>
                      <a:prstClr val="black"/>
                    </a:solidFill>
                    <a:cs typeface="Times New Roman" panose="02020603050405020304" pitchFamily="18" charset="0"/>
                  </a:rPr>
                  <a:t>q</a:t>
                </a:r>
                <a:r>
                  <a:rPr lang="en-US" altLang="zh-CN" sz="1200">
                    <a:solidFill>
                      <a:prstClr val="black"/>
                    </a:solidFill>
                    <a:cs typeface="Times New Roman" panose="02020603050405020304" pitchFamily="18" charset="0"/>
                  </a:rPr>
                  <a:t> (1, 9)</a:t>
                </a:r>
              </a:p>
            </p:txBody>
          </p:sp>
          <p:sp>
            <p:nvSpPr>
              <p:cNvPr id="139375" name="Rectangle 137"/>
              <p:cNvSpPr>
                <a:spLocks noChangeArrowheads="1"/>
              </p:cNvSpPr>
              <p:nvPr/>
            </p:nvSpPr>
            <p:spPr bwMode="auto">
              <a:xfrm>
                <a:off x="975" y="3113"/>
                <a:ext cx="775"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1200" i="1">
                    <a:solidFill>
                      <a:prstClr val="black"/>
                    </a:solidFill>
                    <a:cs typeface="Times New Roman" panose="02020603050405020304" pitchFamily="18" charset="0"/>
                  </a:rPr>
                  <a:t>v</a:t>
                </a:r>
              </a:p>
            </p:txBody>
          </p:sp>
          <p:sp>
            <p:nvSpPr>
              <p:cNvPr id="139376" name="Rectangle 138"/>
              <p:cNvSpPr>
                <a:spLocks noChangeArrowheads="1"/>
              </p:cNvSpPr>
              <p:nvPr/>
            </p:nvSpPr>
            <p:spPr bwMode="auto">
              <a:xfrm>
                <a:off x="975" y="2931"/>
                <a:ext cx="775"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zh-CN" altLang="en-US" sz="1200">
                    <a:solidFill>
                      <a:prstClr val="black"/>
                    </a:solidFill>
                    <a:latin typeface="楷体" panose="02010609060101010101" pitchFamily="49" charset="-122"/>
                    <a:ea typeface="楷体" panose="02010609060101010101" pitchFamily="49" charset="-122"/>
                    <a:cs typeface="Times New Roman" panose="02020603050405020304" pitchFamily="18" charset="0"/>
                  </a:rPr>
                  <a:t>访问链</a:t>
                </a:r>
              </a:p>
            </p:txBody>
          </p:sp>
          <p:sp>
            <p:nvSpPr>
              <p:cNvPr id="102" name="Line 139"/>
              <p:cNvSpPr>
                <a:spLocks noChangeShapeType="1"/>
              </p:cNvSpPr>
              <p:nvPr/>
            </p:nvSpPr>
            <p:spPr bwMode="auto">
              <a:xfrm flipV="1">
                <a:off x="975" y="2931"/>
                <a:ext cx="746" cy="1"/>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103" name="Line 140"/>
              <p:cNvSpPr>
                <a:spLocks noChangeShapeType="1"/>
              </p:cNvSpPr>
              <p:nvPr/>
            </p:nvSpPr>
            <p:spPr bwMode="auto">
              <a:xfrm flipV="1">
                <a:off x="975" y="3113"/>
                <a:ext cx="726" cy="0"/>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grpSp>
        <p:grpSp>
          <p:nvGrpSpPr>
            <p:cNvPr id="139355" name="Group 99"/>
            <p:cNvGrpSpPr>
              <a:grpSpLocks/>
            </p:cNvGrpSpPr>
            <p:nvPr/>
          </p:nvGrpSpPr>
          <p:grpSpPr bwMode="auto">
            <a:xfrm>
              <a:off x="811598" y="3088034"/>
              <a:ext cx="954088" cy="635000"/>
              <a:chOff x="948" y="2750"/>
              <a:chExt cx="802" cy="534"/>
            </a:xfrm>
          </p:grpSpPr>
          <p:sp>
            <p:nvSpPr>
              <p:cNvPr id="139367" name="Rectangle 135"/>
              <p:cNvSpPr>
                <a:spLocks noChangeArrowheads="1"/>
              </p:cNvSpPr>
              <p:nvPr/>
            </p:nvSpPr>
            <p:spPr bwMode="auto">
              <a:xfrm>
                <a:off x="948" y="2765"/>
                <a:ext cx="773" cy="519"/>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eaLnBrk="1" hangingPunct="1"/>
                <a:endParaRPr lang="zh-CN" altLang="en-US" sz="1200" b="0">
                  <a:solidFill>
                    <a:prstClr val="black"/>
                  </a:solidFill>
                  <a:cs typeface="Times New Roman" panose="02020603050405020304" pitchFamily="18" charset="0"/>
                </a:endParaRPr>
              </a:p>
            </p:txBody>
          </p:sp>
          <p:sp>
            <p:nvSpPr>
              <p:cNvPr id="139368" name="Rectangle 136"/>
              <p:cNvSpPr>
                <a:spLocks noChangeArrowheads="1"/>
              </p:cNvSpPr>
              <p:nvPr/>
            </p:nvSpPr>
            <p:spPr bwMode="auto">
              <a:xfrm>
                <a:off x="975" y="2750"/>
                <a:ext cx="774"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buFont typeface="Symbol" panose="05050102010706020507" pitchFamily="18" charset="2"/>
                  <a:buNone/>
                </a:pPr>
                <a:r>
                  <a:rPr lang="en-US" altLang="zh-CN" sz="1200" i="1">
                    <a:solidFill>
                      <a:prstClr val="black"/>
                    </a:solidFill>
                    <a:cs typeface="Times New Roman" panose="02020603050405020304" pitchFamily="18" charset="0"/>
                  </a:rPr>
                  <a:t>q</a:t>
                </a:r>
                <a:r>
                  <a:rPr lang="en-US" altLang="zh-CN" sz="1200">
                    <a:solidFill>
                      <a:prstClr val="black"/>
                    </a:solidFill>
                    <a:cs typeface="Times New Roman" panose="02020603050405020304" pitchFamily="18" charset="0"/>
                  </a:rPr>
                  <a:t> (1, 3)</a:t>
                </a:r>
              </a:p>
            </p:txBody>
          </p:sp>
          <p:sp>
            <p:nvSpPr>
              <p:cNvPr id="139369" name="Rectangle 137"/>
              <p:cNvSpPr>
                <a:spLocks noChangeArrowheads="1"/>
              </p:cNvSpPr>
              <p:nvPr/>
            </p:nvSpPr>
            <p:spPr bwMode="auto">
              <a:xfrm>
                <a:off x="975" y="3113"/>
                <a:ext cx="775"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1200" i="1">
                    <a:solidFill>
                      <a:prstClr val="black"/>
                    </a:solidFill>
                    <a:cs typeface="Times New Roman" panose="02020603050405020304" pitchFamily="18" charset="0"/>
                  </a:rPr>
                  <a:t>v</a:t>
                </a:r>
              </a:p>
            </p:txBody>
          </p:sp>
          <p:sp>
            <p:nvSpPr>
              <p:cNvPr id="139370" name="Rectangle 138"/>
              <p:cNvSpPr>
                <a:spLocks noChangeArrowheads="1"/>
              </p:cNvSpPr>
              <p:nvPr/>
            </p:nvSpPr>
            <p:spPr bwMode="auto">
              <a:xfrm>
                <a:off x="975" y="2931"/>
                <a:ext cx="775"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zh-CN" altLang="en-US" sz="1200">
                    <a:solidFill>
                      <a:prstClr val="black"/>
                    </a:solidFill>
                    <a:latin typeface="楷体" panose="02010609060101010101" pitchFamily="49" charset="-122"/>
                    <a:ea typeface="楷体" panose="02010609060101010101" pitchFamily="49" charset="-122"/>
                    <a:cs typeface="Times New Roman" panose="02020603050405020304" pitchFamily="18" charset="0"/>
                  </a:rPr>
                  <a:t>访问链</a:t>
                </a:r>
              </a:p>
            </p:txBody>
          </p:sp>
          <p:sp>
            <p:nvSpPr>
              <p:cNvPr id="109" name="Line 139"/>
              <p:cNvSpPr>
                <a:spLocks noChangeShapeType="1"/>
              </p:cNvSpPr>
              <p:nvPr/>
            </p:nvSpPr>
            <p:spPr bwMode="auto">
              <a:xfrm flipV="1">
                <a:off x="975" y="2931"/>
                <a:ext cx="746" cy="0"/>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110" name="Line 140"/>
              <p:cNvSpPr>
                <a:spLocks noChangeShapeType="1"/>
              </p:cNvSpPr>
              <p:nvPr/>
            </p:nvSpPr>
            <p:spPr bwMode="auto">
              <a:xfrm flipV="1">
                <a:off x="975" y="3113"/>
                <a:ext cx="726" cy="1"/>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grpSp>
        <p:grpSp>
          <p:nvGrpSpPr>
            <p:cNvPr id="139356" name="Group 99"/>
            <p:cNvGrpSpPr>
              <a:grpSpLocks/>
            </p:cNvGrpSpPr>
            <p:nvPr/>
          </p:nvGrpSpPr>
          <p:grpSpPr bwMode="auto">
            <a:xfrm>
              <a:off x="811598" y="3735734"/>
              <a:ext cx="954088" cy="635000"/>
              <a:chOff x="948" y="2750"/>
              <a:chExt cx="802" cy="534"/>
            </a:xfrm>
          </p:grpSpPr>
          <p:sp>
            <p:nvSpPr>
              <p:cNvPr id="139361" name="Rectangle 135"/>
              <p:cNvSpPr>
                <a:spLocks noChangeArrowheads="1"/>
              </p:cNvSpPr>
              <p:nvPr/>
            </p:nvSpPr>
            <p:spPr bwMode="auto">
              <a:xfrm>
                <a:off x="948" y="2765"/>
                <a:ext cx="773" cy="519"/>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eaLnBrk="1" hangingPunct="1"/>
                <a:endParaRPr lang="zh-CN" altLang="en-US" sz="1200" b="0">
                  <a:solidFill>
                    <a:prstClr val="black"/>
                  </a:solidFill>
                  <a:cs typeface="Times New Roman" panose="02020603050405020304" pitchFamily="18" charset="0"/>
                </a:endParaRPr>
              </a:p>
            </p:txBody>
          </p:sp>
          <p:sp>
            <p:nvSpPr>
              <p:cNvPr id="139362" name="Rectangle 136"/>
              <p:cNvSpPr>
                <a:spLocks noChangeArrowheads="1"/>
              </p:cNvSpPr>
              <p:nvPr/>
            </p:nvSpPr>
            <p:spPr bwMode="auto">
              <a:xfrm>
                <a:off x="975" y="2750"/>
                <a:ext cx="774"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buFont typeface="Symbol" panose="05050102010706020507" pitchFamily="18" charset="2"/>
                  <a:buNone/>
                </a:pPr>
                <a:r>
                  <a:rPr lang="en-US" altLang="zh-CN" sz="1200" i="1">
                    <a:solidFill>
                      <a:prstClr val="black"/>
                    </a:solidFill>
                    <a:cs typeface="Times New Roman" panose="02020603050405020304" pitchFamily="18" charset="0"/>
                  </a:rPr>
                  <a:t>p</a:t>
                </a:r>
                <a:r>
                  <a:rPr lang="en-US" altLang="zh-CN" sz="1200">
                    <a:solidFill>
                      <a:prstClr val="black"/>
                    </a:solidFill>
                    <a:cs typeface="Times New Roman" panose="02020603050405020304" pitchFamily="18" charset="0"/>
                  </a:rPr>
                  <a:t> (1, 3)</a:t>
                </a:r>
              </a:p>
            </p:txBody>
          </p:sp>
          <p:sp>
            <p:nvSpPr>
              <p:cNvPr id="139363" name="Rectangle 137"/>
              <p:cNvSpPr>
                <a:spLocks noChangeArrowheads="1"/>
              </p:cNvSpPr>
              <p:nvPr/>
            </p:nvSpPr>
            <p:spPr bwMode="auto">
              <a:xfrm>
                <a:off x="975" y="3113"/>
                <a:ext cx="775"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1200" i="1">
                    <a:solidFill>
                      <a:prstClr val="black"/>
                    </a:solidFill>
                    <a:cs typeface="Times New Roman" panose="02020603050405020304" pitchFamily="18" charset="0"/>
                  </a:rPr>
                  <a:t>i, j</a:t>
                </a:r>
              </a:p>
            </p:txBody>
          </p:sp>
          <p:sp>
            <p:nvSpPr>
              <p:cNvPr id="139364" name="Rectangle 138"/>
              <p:cNvSpPr>
                <a:spLocks noChangeArrowheads="1"/>
              </p:cNvSpPr>
              <p:nvPr/>
            </p:nvSpPr>
            <p:spPr bwMode="auto">
              <a:xfrm>
                <a:off x="975" y="2931"/>
                <a:ext cx="775"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zh-CN" altLang="en-US" sz="1200">
                    <a:solidFill>
                      <a:prstClr val="black"/>
                    </a:solidFill>
                    <a:latin typeface="楷体" panose="02010609060101010101" pitchFamily="49" charset="-122"/>
                    <a:ea typeface="楷体" panose="02010609060101010101" pitchFamily="49" charset="-122"/>
                    <a:cs typeface="Times New Roman" panose="02020603050405020304" pitchFamily="18" charset="0"/>
                  </a:rPr>
                  <a:t>访问链</a:t>
                </a:r>
              </a:p>
            </p:txBody>
          </p:sp>
          <p:sp>
            <p:nvSpPr>
              <p:cNvPr id="116" name="Line 139"/>
              <p:cNvSpPr>
                <a:spLocks noChangeShapeType="1"/>
              </p:cNvSpPr>
              <p:nvPr/>
            </p:nvSpPr>
            <p:spPr bwMode="auto">
              <a:xfrm flipV="1">
                <a:off x="975" y="2931"/>
                <a:ext cx="746" cy="0"/>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117" name="Line 140"/>
              <p:cNvSpPr>
                <a:spLocks noChangeShapeType="1"/>
              </p:cNvSpPr>
              <p:nvPr/>
            </p:nvSpPr>
            <p:spPr bwMode="auto">
              <a:xfrm flipV="1">
                <a:off x="975" y="3113"/>
                <a:ext cx="726" cy="1"/>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grpSp>
        <p:sp>
          <p:nvSpPr>
            <p:cNvPr id="139357" name="Freeform 56"/>
            <p:cNvSpPr>
              <a:spLocks/>
            </p:cNvSpPr>
            <p:nvPr/>
          </p:nvSpPr>
          <p:spPr bwMode="auto">
            <a:xfrm rot="-511685">
              <a:off x="1732348" y="3535709"/>
              <a:ext cx="247650" cy="520700"/>
            </a:xfrm>
            <a:custGeom>
              <a:avLst/>
              <a:gdLst>
                <a:gd name="T0" fmla="*/ 0 w 358"/>
                <a:gd name="T1" fmla="*/ 2147483646 h 930"/>
                <a:gd name="T2" fmla="*/ 2147483646 w 358"/>
                <a:gd name="T3" fmla="*/ 2147483646 h 930"/>
                <a:gd name="T4" fmla="*/ 2147483646 w 358"/>
                <a:gd name="T5" fmla="*/ 2147483646 h 930"/>
                <a:gd name="T6" fmla="*/ 2147483646 w 358"/>
                <a:gd name="T7" fmla="*/ 2147483646 h 930"/>
                <a:gd name="T8" fmla="*/ 2147483646 w 358"/>
                <a:gd name="T9" fmla="*/ 0 h 930"/>
                <a:gd name="T10" fmla="*/ 0 60000 65536"/>
                <a:gd name="T11" fmla="*/ 0 60000 65536"/>
                <a:gd name="T12" fmla="*/ 0 60000 65536"/>
                <a:gd name="T13" fmla="*/ 0 60000 65536"/>
                <a:gd name="T14" fmla="*/ 0 60000 65536"/>
                <a:gd name="T15" fmla="*/ 0 w 358"/>
                <a:gd name="T16" fmla="*/ 0 h 930"/>
                <a:gd name="T17" fmla="*/ 358 w 358"/>
                <a:gd name="T18" fmla="*/ 930 h 930"/>
              </a:gdLst>
              <a:ahLst/>
              <a:cxnLst>
                <a:cxn ang="T10">
                  <a:pos x="T0" y="T1"/>
                </a:cxn>
                <a:cxn ang="T11">
                  <a:pos x="T2" y="T3"/>
                </a:cxn>
                <a:cxn ang="T12">
                  <a:pos x="T4" y="T5"/>
                </a:cxn>
                <a:cxn ang="T13">
                  <a:pos x="T6" y="T7"/>
                </a:cxn>
                <a:cxn ang="T14">
                  <a:pos x="T8" y="T9"/>
                </a:cxn>
              </a:cxnLst>
              <a:rect l="T15" t="T16" r="T17" b="T18"/>
              <a:pathLst>
                <a:path w="358" h="930">
                  <a:moveTo>
                    <a:pt x="0" y="930"/>
                  </a:moveTo>
                  <a:cubicBezTo>
                    <a:pt x="38" y="910"/>
                    <a:pt x="167" y="873"/>
                    <a:pt x="225" y="810"/>
                  </a:cubicBezTo>
                  <a:cubicBezTo>
                    <a:pt x="283" y="747"/>
                    <a:pt x="332" y="653"/>
                    <a:pt x="345" y="555"/>
                  </a:cubicBezTo>
                  <a:cubicBezTo>
                    <a:pt x="358" y="457"/>
                    <a:pt x="337" y="317"/>
                    <a:pt x="300" y="225"/>
                  </a:cubicBezTo>
                  <a:cubicBezTo>
                    <a:pt x="263" y="133"/>
                    <a:pt x="158" y="47"/>
                    <a:pt x="120" y="0"/>
                  </a:cubicBezTo>
                </a:path>
              </a:pathLst>
            </a:custGeom>
            <a:noFill/>
            <a:ln w="25400">
              <a:solidFill>
                <a:schemeClr val="tx1"/>
              </a:solidFill>
              <a:round/>
              <a:headEnd/>
              <a:tailEnd type="triangle" w="med" len="lg"/>
            </a:ln>
            <a:extLst>
              <a:ext uri="{909E8E84-426E-40DD-AFC4-6F175D3DCCD1}">
                <a14:hiddenFill xmlns:a14="http://schemas.microsoft.com/office/drawing/2010/main">
                  <a:solidFill>
                    <a:srgbClr val="FFFFFF"/>
                  </a:solid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9358" name="Freeform 56"/>
            <p:cNvSpPr>
              <a:spLocks/>
            </p:cNvSpPr>
            <p:nvPr/>
          </p:nvSpPr>
          <p:spPr bwMode="auto">
            <a:xfrm rot="-511685">
              <a:off x="1730761" y="2257772"/>
              <a:ext cx="128587" cy="496887"/>
            </a:xfrm>
            <a:custGeom>
              <a:avLst/>
              <a:gdLst>
                <a:gd name="T0" fmla="*/ 0 w 358"/>
                <a:gd name="T1" fmla="*/ 2147483646 h 930"/>
                <a:gd name="T2" fmla="*/ 2147483646 w 358"/>
                <a:gd name="T3" fmla="*/ 2147483646 h 930"/>
                <a:gd name="T4" fmla="*/ 2147483646 w 358"/>
                <a:gd name="T5" fmla="*/ 2147483646 h 930"/>
                <a:gd name="T6" fmla="*/ 2147483646 w 358"/>
                <a:gd name="T7" fmla="*/ 2147483646 h 930"/>
                <a:gd name="T8" fmla="*/ 2147483646 w 358"/>
                <a:gd name="T9" fmla="*/ 0 h 930"/>
                <a:gd name="T10" fmla="*/ 0 60000 65536"/>
                <a:gd name="T11" fmla="*/ 0 60000 65536"/>
                <a:gd name="T12" fmla="*/ 0 60000 65536"/>
                <a:gd name="T13" fmla="*/ 0 60000 65536"/>
                <a:gd name="T14" fmla="*/ 0 60000 65536"/>
                <a:gd name="T15" fmla="*/ 0 w 358"/>
                <a:gd name="T16" fmla="*/ 0 h 930"/>
                <a:gd name="T17" fmla="*/ 358 w 358"/>
                <a:gd name="T18" fmla="*/ 930 h 930"/>
              </a:gdLst>
              <a:ahLst/>
              <a:cxnLst>
                <a:cxn ang="T10">
                  <a:pos x="T0" y="T1"/>
                </a:cxn>
                <a:cxn ang="T11">
                  <a:pos x="T2" y="T3"/>
                </a:cxn>
                <a:cxn ang="T12">
                  <a:pos x="T4" y="T5"/>
                </a:cxn>
                <a:cxn ang="T13">
                  <a:pos x="T6" y="T7"/>
                </a:cxn>
                <a:cxn ang="T14">
                  <a:pos x="T8" y="T9"/>
                </a:cxn>
              </a:cxnLst>
              <a:rect l="T15" t="T16" r="T17" b="T18"/>
              <a:pathLst>
                <a:path w="358" h="930">
                  <a:moveTo>
                    <a:pt x="0" y="930"/>
                  </a:moveTo>
                  <a:cubicBezTo>
                    <a:pt x="38" y="910"/>
                    <a:pt x="167" y="873"/>
                    <a:pt x="225" y="810"/>
                  </a:cubicBezTo>
                  <a:cubicBezTo>
                    <a:pt x="283" y="747"/>
                    <a:pt x="332" y="653"/>
                    <a:pt x="345" y="555"/>
                  </a:cubicBezTo>
                  <a:cubicBezTo>
                    <a:pt x="358" y="457"/>
                    <a:pt x="337" y="317"/>
                    <a:pt x="300" y="225"/>
                  </a:cubicBezTo>
                  <a:cubicBezTo>
                    <a:pt x="263" y="133"/>
                    <a:pt x="158" y="47"/>
                    <a:pt x="120" y="0"/>
                  </a:cubicBezTo>
                </a:path>
              </a:pathLst>
            </a:custGeom>
            <a:noFill/>
            <a:ln w="25400">
              <a:solidFill>
                <a:schemeClr val="tx1"/>
              </a:solidFill>
              <a:round/>
              <a:headEnd/>
              <a:tailEnd type="triangle" w="med" len="lg"/>
            </a:ln>
            <a:extLst>
              <a:ext uri="{909E8E84-426E-40DD-AFC4-6F175D3DCCD1}">
                <a14:hiddenFill xmlns:a14="http://schemas.microsoft.com/office/drawing/2010/main">
                  <a:solidFill>
                    <a:srgbClr val="FFFFFF"/>
                  </a:solid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9359" name="Rectangle 137"/>
            <p:cNvSpPr>
              <a:spLocks noChangeArrowheads="1"/>
            </p:cNvSpPr>
            <p:nvPr/>
          </p:nvSpPr>
          <p:spPr bwMode="auto">
            <a:xfrm>
              <a:off x="843718" y="4816165"/>
              <a:ext cx="921968" cy="162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endParaRPr lang="en-US" altLang="zh-CN" sz="1200" i="1">
                <a:solidFill>
                  <a:prstClr val="black"/>
                </a:solidFill>
                <a:cs typeface="Times New Roman" panose="02020603050405020304" pitchFamily="18" charset="0"/>
              </a:endParaRPr>
            </a:p>
          </p:txBody>
        </p:sp>
        <p:sp>
          <p:nvSpPr>
            <p:cNvPr id="128" name="任意多边形 127"/>
            <p:cNvSpPr/>
            <p:nvPr/>
          </p:nvSpPr>
          <p:spPr>
            <a:xfrm>
              <a:off x="1706948" y="2246598"/>
              <a:ext cx="252412" cy="1106328"/>
            </a:xfrm>
            <a:custGeom>
              <a:avLst/>
              <a:gdLst>
                <a:gd name="connsiteX0" fmla="*/ 0 w 252896"/>
                <a:gd name="connsiteY0" fmla="*/ 1106905 h 1106905"/>
                <a:gd name="connsiteX1" fmla="*/ 252663 w 252896"/>
                <a:gd name="connsiteY1" fmla="*/ 204537 h 1106905"/>
                <a:gd name="connsiteX2" fmla="*/ 36095 w 252896"/>
                <a:gd name="connsiteY2" fmla="*/ 0 h 1106905"/>
              </a:gdLst>
              <a:ahLst/>
              <a:cxnLst>
                <a:cxn ang="0">
                  <a:pos x="connsiteX0" y="connsiteY0"/>
                </a:cxn>
                <a:cxn ang="0">
                  <a:pos x="connsiteX1" y="connsiteY1"/>
                </a:cxn>
                <a:cxn ang="0">
                  <a:pos x="connsiteX2" y="connsiteY2"/>
                </a:cxn>
              </a:cxnLst>
              <a:rect l="l" t="t" r="r" b="b"/>
              <a:pathLst>
                <a:path w="252896" h="1106905">
                  <a:moveTo>
                    <a:pt x="0" y="1106905"/>
                  </a:moveTo>
                  <a:cubicBezTo>
                    <a:pt x="123323" y="747963"/>
                    <a:pt x="246647" y="389021"/>
                    <a:pt x="252663" y="204537"/>
                  </a:cubicBezTo>
                  <a:cubicBezTo>
                    <a:pt x="258679" y="20053"/>
                    <a:pt x="147387" y="10026"/>
                    <a:pt x="36095" y="0"/>
                  </a:cubicBezTo>
                </a:path>
              </a:pathLst>
            </a:custGeom>
            <a:noFill/>
            <a:ln w="25400">
              <a:solidFill>
                <a:schemeClr val="tx1"/>
              </a:solidFill>
              <a:tailEnd type="triangle" w="med" len="lg"/>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100">
                <a:solidFill>
                  <a:prstClr val="white"/>
                </a:solidFill>
              </a:endParaRPr>
            </a:p>
          </p:txBody>
        </p:sp>
      </p:grpSp>
      <p:sp>
        <p:nvSpPr>
          <p:cNvPr id="130" name="矩形 129"/>
          <p:cNvSpPr>
            <a:spLocks noChangeArrowheads="1"/>
          </p:cNvSpPr>
          <p:nvPr/>
        </p:nvSpPr>
        <p:spPr bwMode="auto">
          <a:xfrm>
            <a:off x="2714625" y="3786188"/>
            <a:ext cx="4143375" cy="1177925"/>
          </a:xfrm>
          <a:prstGeom prst="rect">
            <a:avLst/>
          </a:prstGeom>
          <a:solidFill>
            <a:schemeClr val="accent5">
              <a:lumMod val="60000"/>
              <a:lumOff val="40000"/>
            </a:schemeClr>
          </a:solidFill>
          <a:ln w="9525">
            <a:solidFill>
              <a:schemeClr val="tx1"/>
            </a:solidFill>
            <a:miter lim="800000"/>
            <a:headEnd/>
            <a:tailEnd/>
          </a:ln>
        </p:spPr>
        <p:txBody>
          <a:bodyPr lIns="68580" tIns="34290" rIns="68580" bIns="34290">
            <a:spAutoFit/>
          </a:bodyPr>
          <a:lstStyle/>
          <a:p>
            <a:pPr eaLnBrk="1" hangingPunct="1">
              <a:buClr>
                <a:srgbClr val="3333CC"/>
              </a:buClr>
              <a:defRPr/>
            </a:pPr>
            <a:r>
              <a:rPr lang="zh-CN" altLang="en-US" dirty="0">
                <a:solidFill>
                  <a:srgbClr val="000000"/>
                </a:solidFill>
                <a:latin typeface="楷体" pitchFamily="49" charset="-122"/>
                <a:ea typeface="楷体" pitchFamily="49" charset="-122"/>
              </a:rPr>
              <a:t>实际上，这种</a:t>
            </a:r>
            <a:r>
              <a:rPr lang="zh-CN" altLang="en-US" dirty="0">
                <a:solidFill>
                  <a:srgbClr val="0000FF"/>
                </a:solidFill>
                <a:latin typeface="楷体" pitchFamily="49" charset="-122"/>
                <a:ea typeface="楷体" pitchFamily="49" charset="-122"/>
              </a:rPr>
              <a:t>为每个过程或作用域建立的符号表</a:t>
            </a:r>
            <a:r>
              <a:rPr lang="zh-CN" altLang="en-US" dirty="0">
                <a:solidFill>
                  <a:srgbClr val="000000"/>
                </a:solidFill>
                <a:latin typeface="楷体" pitchFamily="49" charset="-122"/>
                <a:ea typeface="楷体" pitchFamily="49" charset="-122"/>
              </a:rPr>
              <a:t>与编译时的</a:t>
            </a:r>
            <a:r>
              <a:rPr lang="zh-CN" altLang="en-US" dirty="0">
                <a:solidFill>
                  <a:srgbClr val="0000FF"/>
                </a:solidFill>
                <a:latin typeface="楷体" pitchFamily="49" charset="-122"/>
                <a:ea typeface="楷体" pitchFamily="49" charset="-122"/>
              </a:rPr>
              <a:t>活动记录</a:t>
            </a:r>
            <a:r>
              <a:rPr lang="zh-CN" altLang="en-US" dirty="0">
                <a:solidFill>
                  <a:srgbClr val="000000"/>
                </a:solidFill>
                <a:latin typeface="楷体" pitchFamily="49" charset="-122"/>
                <a:ea typeface="楷体" pitchFamily="49" charset="-122"/>
              </a:rPr>
              <a:t>是</a:t>
            </a:r>
            <a:r>
              <a:rPr lang="zh-CN" altLang="en-US" dirty="0">
                <a:solidFill>
                  <a:srgbClr val="0000FF"/>
                </a:solidFill>
                <a:latin typeface="楷体" pitchFamily="49" charset="-122"/>
                <a:ea typeface="楷体" pitchFamily="49" charset="-122"/>
              </a:rPr>
              <a:t>对应</a:t>
            </a:r>
            <a:r>
              <a:rPr lang="zh-CN" altLang="en-US" dirty="0">
                <a:solidFill>
                  <a:srgbClr val="000000"/>
                </a:solidFill>
                <a:latin typeface="楷体" pitchFamily="49" charset="-122"/>
                <a:ea typeface="楷体" pitchFamily="49" charset="-122"/>
              </a:rPr>
              <a:t>的。</a:t>
            </a:r>
            <a:endParaRPr lang="en-US" altLang="zh-CN" dirty="0">
              <a:solidFill>
                <a:srgbClr val="000000"/>
              </a:solidFill>
              <a:latin typeface="楷体" pitchFamily="49" charset="-122"/>
              <a:ea typeface="楷体" pitchFamily="49" charset="-122"/>
            </a:endParaRPr>
          </a:p>
          <a:p>
            <a:pPr eaLnBrk="1" hangingPunct="1">
              <a:buClr>
                <a:srgbClr val="3333CC"/>
              </a:buClr>
              <a:defRPr/>
            </a:pPr>
            <a:r>
              <a:rPr lang="zh-CN" altLang="en-US" dirty="0">
                <a:solidFill>
                  <a:srgbClr val="000000"/>
                </a:solidFill>
                <a:latin typeface="楷体" pitchFamily="49" charset="-122"/>
                <a:ea typeface="楷体" pitchFamily="49" charset="-122"/>
              </a:rPr>
              <a:t>一个过程的</a:t>
            </a:r>
            <a:r>
              <a:rPr lang="zh-CN" altLang="en-US" dirty="0">
                <a:solidFill>
                  <a:srgbClr val="0000FF"/>
                </a:solidFill>
                <a:latin typeface="楷体" pitchFamily="49" charset="-122"/>
                <a:ea typeface="楷体" pitchFamily="49" charset="-122"/>
              </a:rPr>
              <a:t>非局部名字的信息</a:t>
            </a:r>
            <a:r>
              <a:rPr lang="zh-CN" altLang="en-US" dirty="0">
                <a:solidFill>
                  <a:srgbClr val="000000"/>
                </a:solidFill>
                <a:latin typeface="楷体" pitchFamily="49" charset="-122"/>
                <a:ea typeface="楷体" pitchFamily="49" charset="-122"/>
              </a:rPr>
              <a:t>可以通过扫描</a:t>
            </a:r>
            <a:r>
              <a:rPr lang="zh-CN" altLang="en-US" dirty="0">
                <a:solidFill>
                  <a:srgbClr val="0000FF"/>
                </a:solidFill>
                <a:latin typeface="楷体" pitchFamily="49" charset="-122"/>
                <a:ea typeface="楷体" pitchFamily="49" charset="-122"/>
              </a:rPr>
              <a:t>外围过程的符号表</a:t>
            </a:r>
            <a:r>
              <a:rPr lang="zh-CN" altLang="en-US" dirty="0">
                <a:solidFill>
                  <a:srgbClr val="000000"/>
                </a:solidFill>
                <a:latin typeface="楷体" pitchFamily="49" charset="-122"/>
                <a:ea typeface="楷体" pitchFamily="49" charset="-122"/>
              </a:rPr>
              <a:t>而得到</a:t>
            </a:r>
          </a:p>
        </p:txBody>
      </p:sp>
      <p:grpSp>
        <p:nvGrpSpPr>
          <p:cNvPr id="139269" name="组合 121"/>
          <p:cNvGrpSpPr>
            <a:grpSpLocks/>
          </p:cNvGrpSpPr>
          <p:nvPr/>
        </p:nvGrpSpPr>
        <p:grpSpPr bwMode="auto">
          <a:xfrm>
            <a:off x="4465638" y="-15875"/>
            <a:ext cx="4714875" cy="4548188"/>
            <a:chOff x="4465638" y="-15875"/>
            <a:chExt cx="4714874" cy="4548188"/>
          </a:xfrm>
        </p:grpSpPr>
        <p:sp>
          <p:nvSpPr>
            <p:cNvPr id="139270" name="Rectangle 54"/>
            <p:cNvSpPr>
              <a:spLocks noChangeArrowheads="1"/>
            </p:cNvSpPr>
            <p:nvPr/>
          </p:nvSpPr>
          <p:spPr bwMode="auto">
            <a:xfrm>
              <a:off x="7108911" y="2277971"/>
              <a:ext cx="2035089" cy="3618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k             </a:t>
              </a:r>
              <a:r>
                <a:rPr lang="en-US" altLang="zh-CN" sz="1800">
                  <a:solidFill>
                    <a:srgbClr val="000000"/>
                  </a:solidFill>
                  <a:ea typeface="宋体" panose="02010600030101010101" pitchFamily="2" charset="-122"/>
                  <a:cs typeface="Times New Roman" panose="02020603050405020304" pitchFamily="18" charset="0"/>
                </a:rPr>
                <a:t>int  0</a:t>
              </a:r>
            </a:p>
          </p:txBody>
        </p:sp>
        <p:sp>
          <p:nvSpPr>
            <p:cNvPr id="139271" name="Rectangle 55"/>
            <p:cNvSpPr>
              <a:spLocks noChangeArrowheads="1"/>
            </p:cNvSpPr>
            <p:nvPr/>
          </p:nvSpPr>
          <p:spPr bwMode="auto">
            <a:xfrm>
              <a:off x="7108910" y="2562088"/>
              <a:ext cx="2035089" cy="390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v             </a:t>
              </a:r>
              <a:r>
                <a:rPr lang="en-US" altLang="zh-CN" sz="1800">
                  <a:solidFill>
                    <a:srgbClr val="000000"/>
                  </a:solidFill>
                  <a:ea typeface="宋体" panose="02010600030101010101" pitchFamily="2" charset="-122"/>
                  <a:cs typeface="Times New Roman" panose="02020603050405020304" pitchFamily="18" charset="0"/>
                </a:rPr>
                <a:t>int  4</a:t>
              </a:r>
            </a:p>
          </p:txBody>
        </p:sp>
        <p:sp>
          <p:nvSpPr>
            <p:cNvPr id="139272" name="Rectangle 68"/>
            <p:cNvSpPr>
              <a:spLocks noChangeArrowheads="1"/>
            </p:cNvSpPr>
            <p:nvPr/>
          </p:nvSpPr>
          <p:spPr bwMode="auto">
            <a:xfrm>
              <a:off x="7559744" y="4168833"/>
              <a:ext cx="1620768" cy="363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j      </a:t>
              </a:r>
              <a:r>
                <a:rPr lang="en-US" altLang="zh-CN" sz="1800">
                  <a:solidFill>
                    <a:srgbClr val="000000"/>
                  </a:solidFill>
                  <a:ea typeface="宋体" panose="02010600030101010101" pitchFamily="2" charset="-122"/>
                  <a:cs typeface="Times New Roman" panose="02020603050405020304" pitchFamily="18" charset="0"/>
                </a:rPr>
                <a:t>int      4</a:t>
              </a:r>
            </a:p>
          </p:txBody>
        </p:sp>
        <p:sp>
          <p:nvSpPr>
            <p:cNvPr id="139273" name="Rectangle 67"/>
            <p:cNvSpPr>
              <a:spLocks noChangeArrowheads="1"/>
            </p:cNvSpPr>
            <p:nvPr/>
          </p:nvSpPr>
          <p:spPr bwMode="auto">
            <a:xfrm>
              <a:off x="7559744" y="3859319"/>
              <a:ext cx="1458850" cy="3634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i      </a:t>
              </a:r>
              <a:r>
                <a:rPr lang="en-US" altLang="zh-CN" sz="1800">
                  <a:solidFill>
                    <a:srgbClr val="000000"/>
                  </a:solidFill>
                  <a:ea typeface="宋体" panose="02010600030101010101" pitchFamily="2" charset="-122"/>
                  <a:cs typeface="Times New Roman" panose="02020603050405020304" pitchFamily="18" charset="0"/>
                </a:rPr>
                <a:t>int      0</a:t>
              </a:r>
            </a:p>
          </p:txBody>
        </p:sp>
        <p:sp>
          <p:nvSpPr>
            <p:cNvPr id="139274" name="Line 2"/>
            <p:cNvSpPr>
              <a:spLocks noChangeShapeType="1"/>
            </p:cNvSpPr>
            <p:nvPr/>
          </p:nvSpPr>
          <p:spPr bwMode="auto">
            <a:xfrm>
              <a:off x="4489326" y="1027296"/>
              <a:ext cx="1587" cy="178565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9275" name="Line 3"/>
            <p:cNvSpPr>
              <a:spLocks noChangeShapeType="1"/>
            </p:cNvSpPr>
            <p:nvPr/>
          </p:nvSpPr>
          <p:spPr bwMode="auto">
            <a:xfrm>
              <a:off x="6140057" y="1027296"/>
              <a:ext cx="0" cy="17602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9276" name="Line 4"/>
            <p:cNvSpPr>
              <a:spLocks noChangeShapeType="1"/>
            </p:cNvSpPr>
            <p:nvPr/>
          </p:nvSpPr>
          <p:spPr bwMode="auto">
            <a:xfrm flipV="1">
              <a:off x="4490913" y="2784951"/>
              <a:ext cx="198642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9277" name="Line 5"/>
            <p:cNvSpPr>
              <a:spLocks noChangeShapeType="1"/>
            </p:cNvSpPr>
            <p:nvPr/>
          </p:nvSpPr>
          <p:spPr bwMode="auto">
            <a:xfrm>
              <a:off x="4490913" y="2489723"/>
              <a:ext cx="19737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9278" name="Line 6"/>
            <p:cNvSpPr>
              <a:spLocks noChangeShapeType="1"/>
            </p:cNvSpPr>
            <p:nvPr/>
          </p:nvSpPr>
          <p:spPr bwMode="auto">
            <a:xfrm flipV="1">
              <a:off x="4478213" y="2200273"/>
              <a:ext cx="19864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9279" name="Line 7"/>
            <p:cNvSpPr>
              <a:spLocks noChangeShapeType="1"/>
            </p:cNvSpPr>
            <p:nvPr/>
          </p:nvSpPr>
          <p:spPr bwMode="auto">
            <a:xfrm flipV="1">
              <a:off x="4503612" y="1924093"/>
              <a:ext cx="1977941" cy="158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9280" name="Line 8"/>
            <p:cNvSpPr>
              <a:spLocks noChangeShapeType="1"/>
            </p:cNvSpPr>
            <p:nvPr/>
          </p:nvSpPr>
          <p:spPr bwMode="auto">
            <a:xfrm>
              <a:off x="4502025" y="1633625"/>
              <a:ext cx="2020800" cy="158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9281" name="Line 9"/>
            <p:cNvSpPr>
              <a:spLocks noChangeShapeType="1"/>
            </p:cNvSpPr>
            <p:nvPr/>
          </p:nvSpPr>
          <p:spPr bwMode="auto">
            <a:xfrm flipV="1">
              <a:off x="4490913" y="1338397"/>
              <a:ext cx="200916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9282" name="Rectangle 10"/>
            <p:cNvSpPr>
              <a:spLocks noChangeArrowheads="1"/>
            </p:cNvSpPr>
            <p:nvPr/>
          </p:nvSpPr>
          <p:spPr bwMode="auto">
            <a:xfrm>
              <a:off x="4916344" y="976504"/>
              <a:ext cx="1738457" cy="3618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header          </a:t>
              </a:r>
              <a:r>
                <a:rPr lang="en-US" altLang="zh-CN" sz="1800">
                  <a:solidFill>
                    <a:srgbClr val="000000"/>
                  </a:solidFill>
                  <a:ea typeface="宋体" panose="02010600030101010101" pitchFamily="2" charset="-122"/>
                  <a:cs typeface="Times New Roman" panose="02020603050405020304" pitchFamily="18" charset="0"/>
                </a:rPr>
                <a:t>48</a:t>
              </a:r>
            </a:p>
          </p:txBody>
        </p:sp>
        <p:sp>
          <p:nvSpPr>
            <p:cNvPr id="139283" name="Rectangle 11"/>
            <p:cNvSpPr>
              <a:spLocks noChangeArrowheads="1"/>
            </p:cNvSpPr>
            <p:nvPr/>
          </p:nvSpPr>
          <p:spPr bwMode="auto">
            <a:xfrm>
              <a:off x="4860213" y="703497"/>
              <a:ext cx="1168351" cy="3634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2100" i="1">
                  <a:solidFill>
                    <a:srgbClr val="000000"/>
                  </a:solidFill>
                  <a:ea typeface="宋体" panose="02010600030101010101" pitchFamily="2" charset="-122"/>
                  <a:cs typeface="Times New Roman" panose="02020603050405020304" pitchFamily="18" charset="0"/>
                </a:rPr>
                <a:t>sort</a:t>
              </a:r>
            </a:p>
          </p:txBody>
        </p:sp>
        <p:sp>
          <p:nvSpPr>
            <p:cNvPr id="139284" name="Line 12"/>
            <p:cNvSpPr>
              <a:spLocks noChangeShapeType="1"/>
            </p:cNvSpPr>
            <p:nvPr/>
          </p:nvSpPr>
          <p:spPr bwMode="auto">
            <a:xfrm flipV="1">
              <a:off x="4502024" y="1025709"/>
              <a:ext cx="2020801" cy="15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9285" name="Line 13"/>
            <p:cNvSpPr>
              <a:spLocks noChangeShapeType="1"/>
            </p:cNvSpPr>
            <p:nvPr/>
          </p:nvSpPr>
          <p:spPr bwMode="auto">
            <a:xfrm>
              <a:off x="4867135" y="1041582"/>
              <a:ext cx="0" cy="28411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9286" name="Line 14"/>
            <p:cNvSpPr>
              <a:spLocks noChangeShapeType="1"/>
            </p:cNvSpPr>
            <p:nvPr/>
          </p:nvSpPr>
          <p:spPr bwMode="auto">
            <a:xfrm>
              <a:off x="5564018" y="1314266"/>
              <a:ext cx="0" cy="14634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9287" name="Rectangle 15"/>
            <p:cNvSpPr>
              <a:spLocks noChangeArrowheads="1"/>
            </p:cNvSpPr>
            <p:nvPr/>
          </p:nvSpPr>
          <p:spPr bwMode="auto">
            <a:xfrm>
              <a:off x="7092367" y="-15875"/>
              <a:ext cx="1428690" cy="428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2100" i="1">
                  <a:solidFill>
                    <a:srgbClr val="000000"/>
                  </a:solidFill>
                  <a:ea typeface="宋体" panose="02010600030101010101" pitchFamily="2" charset="-122"/>
                  <a:cs typeface="Times New Roman" panose="02020603050405020304" pitchFamily="18" charset="0"/>
                </a:rPr>
                <a:t>readarrary</a:t>
              </a:r>
            </a:p>
          </p:txBody>
        </p:sp>
        <p:sp>
          <p:nvSpPr>
            <p:cNvPr id="139288" name="Rectangle 25"/>
            <p:cNvSpPr>
              <a:spLocks noChangeArrowheads="1"/>
            </p:cNvSpPr>
            <p:nvPr/>
          </p:nvSpPr>
          <p:spPr bwMode="auto">
            <a:xfrm>
              <a:off x="4484563" y="1282844"/>
              <a:ext cx="2038263" cy="3618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a                </a:t>
              </a:r>
              <a:r>
                <a:rPr lang="en-US" altLang="zh-CN" sz="1800">
                  <a:solidFill>
                    <a:srgbClr val="000000"/>
                  </a:solidFill>
                  <a:ea typeface="宋体" panose="02010600030101010101" pitchFamily="2" charset="-122"/>
                  <a:cs typeface="Times New Roman" panose="02020603050405020304" pitchFamily="18" charset="0"/>
                </a:rPr>
                <a:t>array  0</a:t>
              </a:r>
            </a:p>
          </p:txBody>
        </p:sp>
        <p:sp>
          <p:nvSpPr>
            <p:cNvPr id="139289" name="Rectangle 26"/>
            <p:cNvSpPr>
              <a:spLocks noChangeArrowheads="1"/>
            </p:cNvSpPr>
            <p:nvPr/>
          </p:nvSpPr>
          <p:spPr bwMode="auto">
            <a:xfrm>
              <a:off x="4501480" y="1585513"/>
              <a:ext cx="2070606" cy="363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x                 </a:t>
              </a:r>
              <a:r>
                <a:rPr lang="en-US" altLang="zh-CN" sz="1800">
                  <a:solidFill>
                    <a:srgbClr val="000000"/>
                  </a:solidFill>
                  <a:ea typeface="宋体" panose="02010600030101010101" pitchFamily="2" charset="-122"/>
                  <a:cs typeface="Times New Roman" panose="02020603050405020304" pitchFamily="18" charset="0"/>
                </a:rPr>
                <a:t>int     44</a:t>
              </a:r>
            </a:p>
          </p:txBody>
        </p:sp>
        <p:sp>
          <p:nvSpPr>
            <p:cNvPr id="139290" name="Rectangle 28"/>
            <p:cNvSpPr>
              <a:spLocks noChangeArrowheads="1"/>
            </p:cNvSpPr>
            <p:nvPr/>
          </p:nvSpPr>
          <p:spPr bwMode="auto">
            <a:xfrm>
              <a:off x="4465638" y="1835206"/>
              <a:ext cx="1314394" cy="3618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readarray</a:t>
              </a:r>
            </a:p>
          </p:txBody>
        </p:sp>
        <p:sp>
          <p:nvSpPr>
            <p:cNvPr id="139291" name="Rectangle 31"/>
            <p:cNvSpPr>
              <a:spLocks noChangeArrowheads="1"/>
            </p:cNvSpPr>
            <p:nvPr/>
          </p:nvSpPr>
          <p:spPr bwMode="auto">
            <a:xfrm>
              <a:off x="7169582" y="970179"/>
              <a:ext cx="1271534" cy="403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2100" i="1">
                  <a:solidFill>
                    <a:srgbClr val="000000"/>
                  </a:solidFill>
                  <a:ea typeface="宋体" panose="02010600030101010101" pitchFamily="2" charset="-122"/>
                  <a:cs typeface="Times New Roman" panose="02020603050405020304" pitchFamily="18" charset="0"/>
                </a:rPr>
                <a:t>exchange</a:t>
              </a:r>
            </a:p>
          </p:txBody>
        </p:sp>
        <p:sp>
          <p:nvSpPr>
            <p:cNvPr id="139292" name="Line 32"/>
            <p:cNvSpPr>
              <a:spLocks noChangeShapeType="1"/>
            </p:cNvSpPr>
            <p:nvPr/>
          </p:nvSpPr>
          <p:spPr bwMode="auto">
            <a:xfrm>
              <a:off x="7090260" y="1375449"/>
              <a:ext cx="0" cy="29205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9293" name="Line 33"/>
            <p:cNvSpPr>
              <a:spLocks noChangeShapeType="1"/>
            </p:cNvSpPr>
            <p:nvPr/>
          </p:nvSpPr>
          <p:spPr bwMode="auto">
            <a:xfrm>
              <a:off x="8321661" y="1375449"/>
              <a:ext cx="0" cy="32221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9294" name="Line 34"/>
            <p:cNvSpPr>
              <a:spLocks noChangeShapeType="1"/>
            </p:cNvSpPr>
            <p:nvPr/>
          </p:nvSpPr>
          <p:spPr bwMode="auto">
            <a:xfrm>
              <a:off x="7091847" y="1684961"/>
              <a:ext cx="11953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9295" name="Rectangle 35"/>
            <p:cNvSpPr>
              <a:spLocks noChangeArrowheads="1"/>
            </p:cNvSpPr>
            <p:nvPr/>
          </p:nvSpPr>
          <p:spPr bwMode="auto">
            <a:xfrm>
              <a:off x="7313591" y="1323070"/>
              <a:ext cx="1078362" cy="3634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header  </a:t>
              </a:r>
              <a:r>
                <a:rPr lang="en-US" altLang="zh-CN" sz="2100">
                  <a:solidFill>
                    <a:srgbClr val="000000"/>
                  </a:solidFill>
                  <a:ea typeface="宋体" panose="02010600030101010101" pitchFamily="2" charset="-122"/>
                  <a:cs typeface="Times New Roman" panose="02020603050405020304" pitchFamily="18" charset="0"/>
                </a:rPr>
                <a:t>0</a:t>
              </a:r>
            </a:p>
          </p:txBody>
        </p:sp>
        <p:sp>
          <p:nvSpPr>
            <p:cNvPr id="139296" name="Line 36"/>
            <p:cNvSpPr>
              <a:spLocks noChangeShapeType="1"/>
            </p:cNvSpPr>
            <p:nvPr/>
          </p:nvSpPr>
          <p:spPr bwMode="auto">
            <a:xfrm flipV="1">
              <a:off x="7104547" y="1373861"/>
              <a:ext cx="1217114" cy="158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9297" name="Line 37"/>
            <p:cNvSpPr>
              <a:spLocks noChangeShapeType="1"/>
            </p:cNvSpPr>
            <p:nvPr/>
          </p:nvSpPr>
          <p:spPr bwMode="auto">
            <a:xfrm>
              <a:off x="7313591" y="1389734"/>
              <a:ext cx="0" cy="28411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9298" name="Rectangle 39"/>
            <p:cNvSpPr>
              <a:spLocks noChangeArrowheads="1"/>
            </p:cNvSpPr>
            <p:nvPr/>
          </p:nvSpPr>
          <p:spPr bwMode="auto">
            <a:xfrm>
              <a:off x="4465638" y="2132022"/>
              <a:ext cx="1260422" cy="3634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exchange</a:t>
              </a:r>
            </a:p>
          </p:txBody>
        </p:sp>
        <p:sp>
          <p:nvSpPr>
            <p:cNvPr id="139299" name="Line 42"/>
            <p:cNvSpPr>
              <a:spLocks noChangeShapeType="1"/>
            </p:cNvSpPr>
            <p:nvPr/>
          </p:nvSpPr>
          <p:spPr bwMode="auto">
            <a:xfrm>
              <a:off x="7058113" y="1997027"/>
              <a:ext cx="1587" cy="117932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9300" name="Line 43"/>
            <p:cNvSpPr>
              <a:spLocks noChangeShapeType="1"/>
            </p:cNvSpPr>
            <p:nvPr/>
          </p:nvSpPr>
          <p:spPr bwMode="auto">
            <a:xfrm flipH="1">
              <a:off x="8694756" y="1995440"/>
              <a:ext cx="4763" cy="119678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9301" name="Line 44"/>
            <p:cNvSpPr>
              <a:spLocks noChangeShapeType="1"/>
            </p:cNvSpPr>
            <p:nvPr/>
          </p:nvSpPr>
          <p:spPr bwMode="auto">
            <a:xfrm flipV="1">
              <a:off x="7047001" y="3177941"/>
              <a:ext cx="1639819" cy="15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9302" name="Line 45"/>
            <p:cNvSpPr>
              <a:spLocks noChangeShapeType="1"/>
            </p:cNvSpPr>
            <p:nvPr/>
          </p:nvSpPr>
          <p:spPr bwMode="auto">
            <a:xfrm flipV="1">
              <a:off x="7070813" y="2895410"/>
              <a:ext cx="1642992" cy="15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9303" name="Line 46"/>
            <p:cNvSpPr>
              <a:spLocks noChangeShapeType="1"/>
            </p:cNvSpPr>
            <p:nvPr/>
          </p:nvSpPr>
          <p:spPr bwMode="auto">
            <a:xfrm flipV="1">
              <a:off x="7070813" y="2601770"/>
              <a:ext cx="1639818" cy="15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9304" name="Line 47"/>
            <p:cNvSpPr>
              <a:spLocks noChangeShapeType="1"/>
            </p:cNvSpPr>
            <p:nvPr/>
          </p:nvSpPr>
          <p:spPr bwMode="auto">
            <a:xfrm flipV="1">
              <a:off x="7059700" y="2306541"/>
              <a:ext cx="163981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9305" name="Rectangle 48"/>
            <p:cNvSpPr>
              <a:spLocks noChangeArrowheads="1"/>
            </p:cNvSpPr>
            <p:nvPr/>
          </p:nvSpPr>
          <p:spPr bwMode="auto">
            <a:xfrm>
              <a:off x="7550217" y="1944649"/>
              <a:ext cx="1304001" cy="3618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header  </a:t>
              </a:r>
              <a:r>
                <a:rPr lang="en-US" altLang="zh-CN" sz="2100">
                  <a:solidFill>
                    <a:srgbClr val="000000"/>
                  </a:solidFill>
                  <a:ea typeface="宋体" panose="02010600030101010101" pitchFamily="2" charset="-122"/>
                  <a:cs typeface="Times New Roman" panose="02020603050405020304" pitchFamily="18" charset="0"/>
                </a:rPr>
                <a:t>8</a:t>
              </a:r>
            </a:p>
          </p:txBody>
        </p:sp>
        <p:sp>
          <p:nvSpPr>
            <p:cNvPr id="139306" name="Rectangle 49"/>
            <p:cNvSpPr>
              <a:spLocks noChangeArrowheads="1"/>
            </p:cNvSpPr>
            <p:nvPr/>
          </p:nvSpPr>
          <p:spPr bwMode="auto">
            <a:xfrm>
              <a:off x="7270109" y="1658944"/>
              <a:ext cx="1350906" cy="387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2100" i="1">
                  <a:solidFill>
                    <a:srgbClr val="000000"/>
                  </a:solidFill>
                  <a:ea typeface="宋体" panose="02010600030101010101" pitchFamily="2" charset="-122"/>
                  <a:cs typeface="Times New Roman" panose="02020603050405020304" pitchFamily="18" charset="0"/>
                </a:rPr>
                <a:t>quicksort</a:t>
              </a:r>
            </a:p>
          </p:txBody>
        </p:sp>
        <p:sp>
          <p:nvSpPr>
            <p:cNvPr id="139307" name="Line 50"/>
            <p:cNvSpPr>
              <a:spLocks noChangeShapeType="1"/>
            </p:cNvSpPr>
            <p:nvPr/>
          </p:nvSpPr>
          <p:spPr bwMode="auto">
            <a:xfrm flipV="1">
              <a:off x="7070813" y="1995440"/>
              <a:ext cx="1639818" cy="15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9308" name="Line 51"/>
            <p:cNvSpPr>
              <a:spLocks noChangeShapeType="1"/>
            </p:cNvSpPr>
            <p:nvPr/>
          </p:nvSpPr>
          <p:spPr bwMode="auto">
            <a:xfrm>
              <a:off x="7435922" y="2011313"/>
              <a:ext cx="1587" cy="28253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9309" name="Line 52"/>
            <p:cNvSpPr>
              <a:spLocks noChangeShapeType="1"/>
            </p:cNvSpPr>
            <p:nvPr/>
          </p:nvSpPr>
          <p:spPr bwMode="auto">
            <a:xfrm>
              <a:off x="7990159" y="2330350"/>
              <a:ext cx="0" cy="86028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9310" name="Line 56"/>
            <p:cNvSpPr>
              <a:spLocks noChangeShapeType="1"/>
            </p:cNvSpPr>
            <p:nvPr/>
          </p:nvSpPr>
          <p:spPr bwMode="auto">
            <a:xfrm flipH="1">
              <a:off x="7507358" y="3589487"/>
              <a:ext cx="0" cy="90314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9311" name="Line 57"/>
            <p:cNvSpPr>
              <a:spLocks noChangeShapeType="1"/>
            </p:cNvSpPr>
            <p:nvPr/>
          </p:nvSpPr>
          <p:spPr bwMode="auto">
            <a:xfrm flipH="1">
              <a:off x="8802827" y="3589487"/>
              <a:ext cx="0" cy="90314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9312" name="Line 58"/>
            <p:cNvSpPr>
              <a:spLocks noChangeShapeType="1"/>
            </p:cNvSpPr>
            <p:nvPr/>
          </p:nvSpPr>
          <p:spPr bwMode="auto">
            <a:xfrm>
              <a:off x="7532757" y="4489458"/>
              <a:ext cx="127800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9313" name="Line 59"/>
            <p:cNvSpPr>
              <a:spLocks noChangeShapeType="1"/>
            </p:cNvSpPr>
            <p:nvPr/>
          </p:nvSpPr>
          <p:spPr bwMode="auto">
            <a:xfrm flipV="1">
              <a:off x="7531171" y="4175605"/>
              <a:ext cx="12795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9314" name="Line 60"/>
            <p:cNvSpPr>
              <a:spLocks noChangeShapeType="1"/>
            </p:cNvSpPr>
            <p:nvPr/>
          </p:nvSpPr>
          <p:spPr bwMode="auto">
            <a:xfrm flipV="1">
              <a:off x="7520058" y="3883550"/>
              <a:ext cx="129070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9315" name="Rectangle 61"/>
            <p:cNvSpPr>
              <a:spLocks noChangeArrowheads="1"/>
            </p:cNvSpPr>
            <p:nvPr/>
          </p:nvSpPr>
          <p:spPr bwMode="auto">
            <a:xfrm>
              <a:off x="7794758" y="3537108"/>
              <a:ext cx="1188914" cy="3618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header  </a:t>
              </a:r>
              <a:r>
                <a:rPr lang="en-US" altLang="zh-CN" sz="2100">
                  <a:solidFill>
                    <a:srgbClr val="000000"/>
                  </a:solidFill>
                  <a:ea typeface="宋体" panose="02010600030101010101" pitchFamily="2" charset="-122"/>
                  <a:cs typeface="Times New Roman" panose="02020603050405020304" pitchFamily="18" charset="0"/>
                </a:rPr>
                <a:t>8</a:t>
              </a:r>
            </a:p>
          </p:txBody>
        </p:sp>
        <p:sp>
          <p:nvSpPr>
            <p:cNvPr id="139316" name="Rectangle 62"/>
            <p:cNvSpPr>
              <a:spLocks noChangeArrowheads="1"/>
            </p:cNvSpPr>
            <p:nvPr/>
          </p:nvSpPr>
          <p:spPr bwMode="auto">
            <a:xfrm>
              <a:off x="7680290" y="3252197"/>
              <a:ext cx="1350906" cy="387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2100" i="1">
                  <a:solidFill>
                    <a:srgbClr val="000000"/>
                  </a:solidFill>
                  <a:ea typeface="宋体" panose="02010600030101010101" pitchFamily="2" charset="-122"/>
                  <a:cs typeface="Times New Roman" panose="02020603050405020304" pitchFamily="18" charset="0"/>
                </a:rPr>
                <a:t>partition</a:t>
              </a:r>
            </a:p>
          </p:txBody>
        </p:sp>
        <p:sp>
          <p:nvSpPr>
            <p:cNvPr id="139317" name="Line 63"/>
            <p:cNvSpPr>
              <a:spLocks noChangeShapeType="1"/>
            </p:cNvSpPr>
            <p:nvPr/>
          </p:nvSpPr>
          <p:spPr bwMode="auto">
            <a:xfrm>
              <a:off x="7531170" y="3591074"/>
              <a:ext cx="1269945" cy="1587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9318" name="Line 64"/>
            <p:cNvSpPr>
              <a:spLocks noChangeShapeType="1"/>
            </p:cNvSpPr>
            <p:nvPr/>
          </p:nvSpPr>
          <p:spPr bwMode="auto">
            <a:xfrm>
              <a:off x="7794758" y="3603773"/>
              <a:ext cx="1587" cy="28253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9319" name="Line 65"/>
            <p:cNvSpPr>
              <a:spLocks noChangeShapeType="1"/>
            </p:cNvSpPr>
            <p:nvPr/>
          </p:nvSpPr>
          <p:spPr bwMode="auto">
            <a:xfrm flipH="1">
              <a:off x="7801108" y="3902175"/>
              <a:ext cx="0" cy="57775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9320" name="Rectangle 69"/>
            <p:cNvSpPr>
              <a:spLocks noChangeArrowheads="1"/>
            </p:cNvSpPr>
            <p:nvPr/>
          </p:nvSpPr>
          <p:spPr bwMode="auto">
            <a:xfrm>
              <a:off x="7054938" y="2817636"/>
              <a:ext cx="1166763" cy="417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partition</a:t>
              </a:r>
            </a:p>
          </p:txBody>
        </p:sp>
        <p:sp>
          <p:nvSpPr>
            <p:cNvPr id="139321" name="Rectangle 72"/>
            <p:cNvSpPr>
              <a:spLocks noChangeArrowheads="1"/>
            </p:cNvSpPr>
            <p:nvPr/>
          </p:nvSpPr>
          <p:spPr bwMode="auto">
            <a:xfrm>
              <a:off x="4465638" y="2417726"/>
              <a:ext cx="1242959" cy="388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quicksort</a:t>
              </a:r>
            </a:p>
          </p:txBody>
        </p:sp>
        <p:sp>
          <p:nvSpPr>
            <p:cNvPr id="177" name="Line 103"/>
            <p:cNvSpPr>
              <a:spLocks noChangeShapeType="1"/>
            </p:cNvSpPr>
            <p:nvPr/>
          </p:nvSpPr>
          <p:spPr bwMode="auto">
            <a:xfrm flipH="1" flipV="1">
              <a:off x="6365875" y="2092325"/>
              <a:ext cx="269875" cy="0"/>
            </a:xfrm>
            <a:prstGeom prst="line">
              <a:avLst/>
            </a:prstGeom>
            <a:noFill/>
            <a:ln w="25400">
              <a:solidFill>
                <a:schemeClr val="tx2">
                  <a:lumMod val="60000"/>
                  <a:lumOff val="40000"/>
                </a:schemeClr>
              </a:solidFill>
              <a:round/>
              <a:headEnd/>
              <a:tailEnd/>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139323" name="Line 17"/>
            <p:cNvSpPr>
              <a:spLocks noChangeShapeType="1"/>
            </p:cNvSpPr>
            <p:nvPr/>
          </p:nvSpPr>
          <p:spPr bwMode="auto">
            <a:xfrm>
              <a:off x="7094996" y="360303"/>
              <a:ext cx="0" cy="59204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9324" name="Line 18"/>
            <p:cNvSpPr>
              <a:spLocks noChangeShapeType="1"/>
            </p:cNvSpPr>
            <p:nvPr/>
          </p:nvSpPr>
          <p:spPr bwMode="auto">
            <a:xfrm>
              <a:off x="8386620" y="360303"/>
              <a:ext cx="1587" cy="62061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9325" name="Line 19"/>
            <p:cNvSpPr>
              <a:spLocks noChangeShapeType="1"/>
            </p:cNvSpPr>
            <p:nvPr/>
          </p:nvSpPr>
          <p:spPr bwMode="auto">
            <a:xfrm flipV="1">
              <a:off x="7107695" y="952347"/>
              <a:ext cx="122832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9326" name="Line 20"/>
            <p:cNvSpPr>
              <a:spLocks noChangeShapeType="1"/>
            </p:cNvSpPr>
            <p:nvPr/>
          </p:nvSpPr>
          <p:spPr bwMode="auto">
            <a:xfrm flipV="1">
              <a:off x="7096583" y="653945"/>
              <a:ext cx="128582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9327" name="Rectangle 21"/>
            <p:cNvSpPr>
              <a:spLocks noChangeArrowheads="1"/>
            </p:cNvSpPr>
            <p:nvPr/>
          </p:nvSpPr>
          <p:spPr bwMode="auto">
            <a:xfrm>
              <a:off x="7339460" y="287463"/>
              <a:ext cx="1119165" cy="363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header  </a:t>
              </a:r>
              <a:r>
                <a:rPr lang="en-US" altLang="zh-CN" sz="2100">
                  <a:solidFill>
                    <a:srgbClr val="000000"/>
                  </a:solidFill>
                  <a:ea typeface="宋体" panose="02010600030101010101" pitchFamily="2" charset="-122"/>
                  <a:cs typeface="Times New Roman" panose="02020603050405020304" pitchFamily="18" charset="0"/>
                </a:rPr>
                <a:t>4</a:t>
              </a:r>
              <a:r>
                <a:rPr lang="en-US" altLang="zh-CN" sz="2100" i="1">
                  <a:solidFill>
                    <a:srgbClr val="000000"/>
                  </a:solidFill>
                  <a:ea typeface="宋体" panose="02010600030101010101" pitchFamily="2" charset="-122"/>
                  <a:cs typeface="Times New Roman" panose="02020603050405020304" pitchFamily="18" charset="0"/>
                </a:rPr>
                <a:t> </a:t>
              </a:r>
            </a:p>
          </p:txBody>
        </p:sp>
        <p:sp>
          <p:nvSpPr>
            <p:cNvPr id="139328" name="Line 22"/>
            <p:cNvSpPr>
              <a:spLocks noChangeShapeType="1"/>
            </p:cNvSpPr>
            <p:nvPr/>
          </p:nvSpPr>
          <p:spPr bwMode="auto">
            <a:xfrm>
              <a:off x="7107696" y="360303"/>
              <a:ext cx="125407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9329" name="Line 23"/>
            <p:cNvSpPr>
              <a:spLocks noChangeShapeType="1"/>
            </p:cNvSpPr>
            <p:nvPr/>
          </p:nvSpPr>
          <p:spPr bwMode="auto">
            <a:xfrm>
              <a:off x="7378551" y="374588"/>
              <a:ext cx="0" cy="28411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9330" name="Rectangle 40"/>
            <p:cNvSpPr>
              <a:spLocks noChangeArrowheads="1"/>
            </p:cNvSpPr>
            <p:nvPr/>
          </p:nvSpPr>
          <p:spPr bwMode="auto">
            <a:xfrm>
              <a:off x="7126744" y="615850"/>
              <a:ext cx="1220390" cy="3618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i      </a:t>
              </a:r>
              <a:r>
                <a:rPr lang="en-US" altLang="zh-CN" sz="1800">
                  <a:solidFill>
                    <a:srgbClr val="000000"/>
                  </a:solidFill>
                  <a:ea typeface="宋体" panose="02010600030101010101" pitchFamily="2" charset="-122"/>
                  <a:cs typeface="Times New Roman" panose="02020603050405020304" pitchFamily="18" charset="0"/>
                </a:rPr>
                <a:t>int     0</a:t>
              </a:r>
            </a:p>
          </p:txBody>
        </p:sp>
        <p:sp>
          <p:nvSpPr>
            <p:cNvPr id="139331" name="Line 24"/>
            <p:cNvSpPr>
              <a:spLocks noChangeShapeType="1"/>
            </p:cNvSpPr>
            <p:nvPr/>
          </p:nvSpPr>
          <p:spPr bwMode="auto">
            <a:xfrm>
              <a:off x="7378551" y="696799"/>
              <a:ext cx="0" cy="26983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87" name="Line 95"/>
            <p:cNvSpPr>
              <a:spLocks noChangeShapeType="1"/>
            </p:cNvSpPr>
            <p:nvPr/>
          </p:nvSpPr>
          <p:spPr bwMode="auto">
            <a:xfrm>
              <a:off x="6819900" y="2066925"/>
              <a:ext cx="0" cy="631825"/>
            </a:xfrm>
            <a:prstGeom prst="line">
              <a:avLst/>
            </a:prstGeom>
            <a:noFill/>
            <a:ln w="25400">
              <a:solidFill>
                <a:schemeClr val="tx2">
                  <a:lumMod val="60000"/>
                  <a:lumOff val="40000"/>
                </a:schemeClr>
              </a:solidFill>
              <a:round/>
              <a:headEnd/>
              <a:tailEnd/>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188" name="Line 43"/>
            <p:cNvSpPr>
              <a:spLocks noChangeShapeType="1"/>
            </p:cNvSpPr>
            <p:nvPr/>
          </p:nvSpPr>
          <p:spPr bwMode="auto">
            <a:xfrm>
              <a:off x="6804025" y="2066925"/>
              <a:ext cx="246063" cy="0"/>
            </a:xfrm>
            <a:prstGeom prst="line">
              <a:avLst/>
            </a:prstGeom>
            <a:noFill/>
            <a:ln w="25400">
              <a:solidFill>
                <a:schemeClr val="tx2">
                  <a:lumMod val="60000"/>
                  <a:lumOff val="40000"/>
                </a:schemeClr>
              </a:solidFill>
              <a:round/>
              <a:headEnd/>
              <a:tailEnd type="stealth" w="lg" len="lg"/>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139334" name="Line 51"/>
            <p:cNvSpPr>
              <a:spLocks noChangeShapeType="1"/>
            </p:cNvSpPr>
            <p:nvPr/>
          </p:nvSpPr>
          <p:spPr bwMode="auto">
            <a:xfrm flipH="1" flipV="1">
              <a:off x="6498916" y="2198608"/>
              <a:ext cx="821399" cy="438"/>
            </a:xfrm>
            <a:prstGeom prst="line">
              <a:avLst/>
            </a:prstGeom>
            <a:noFill/>
            <a:ln w="25400">
              <a:solidFill>
                <a:srgbClr val="FF0000"/>
              </a:solidFill>
              <a:round/>
              <a:headEnd/>
              <a:tailEnd type="stealth" w="lg" len="lg"/>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9335" name="Line 3"/>
            <p:cNvSpPr>
              <a:spLocks noChangeShapeType="1"/>
            </p:cNvSpPr>
            <p:nvPr/>
          </p:nvSpPr>
          <p:spPr bwMode="auto">
            <a:xfrm>
              <a:off x="6481777" y="1049790"/>
              <a:ext cx="0" cy="17602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9336" name="Line 18"/>
            <p:cNvSpPr>
              <a:spLocks noChangeShapeType="1"/>
            </p:cNvSpPr>
            <p:nvPr/>
          </p:nvSpPr>
          <p:spPr bwMode="auto">
            <a:xfrm>
              <a:off x="8098600" y="362956"/>
              <a:ext cx="1587" cy="62061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9337" name="Line 33"/>
            <p:cNvSpPr>
              <a:spLocks noChangeShapeType="1"/>
            </p:cNvSpPr>
            <p:nvPr/>
          </p:nvSpPr>
          <p:spPr bwMode="auto">
            <a:xfrm>
              <a:off x="8105646" y="1370687"/>
              <a:ext cx="0" cy="32221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9338" name="Line 57"/>
            <p:cNvSpPr>
              <a:spLocks noChangeShapeType="1"/>
            </p:cNvSpPr>
            <p:nvPr/>
          </p:nvSpPr>
          <p:spPr bwMode="auto">
            <a:xfrm flipH="1">
              <a:off x="8586812" y="3610543"/>
              <a:ext cx="0" cy="90314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9339" name="Line 43"/>
            <p:cNvSpPr>
              <a:spLocks noChangeShapeType="1"/>
            </p:cNvSpPr>
            <p:nvPr/>
          </p:nvSpPr>
          <p:spPr bwMode="auto">
            <a:xfrm flipH="1">
              <a:off x="8350184" y="1980237"/>
              <a:ext cx="4763" cy="119678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95" name="Line 103"/>
            <p:cNvSpPr>
              <a:spLocks noChangeShapeType="1"/>
            </p:cNvSpPr>
            <p:nvPr/>
          </p:nvSpPr>
          <p:spPr bwMode="auto">
            <a:xfrm flipH="1">
              <a:off x="6356350" y="2381250"/>
              <a:ext cx="374650" cy="0"/>
            </a:xfrm>
            <a:prstGeom prst="line">
              <a:avLst/>
            </a:prstGeom>
            <a:noFill/>
            <a:ln w="25400">
              <a:solidFill>
                <a:schemeClr val="tx2">
                  <a:lumMod val="60000"/>
                  <a:lumOff val="40000"/>
                </a:schemeClr>
              </a:solidFill>
              <a:round/>
              <a:headEnd/>
              <a:tailEnd/>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196" name="Line 103"/>
            <p:cNvSpPr>
              <a:spLocks noChangeShapeType="1"/>
            </p:cNvSpPr>
            <p:nvPr/>
          </p:nvSpPr>
          <p:spPr bwMode="auto">
            <a:xfrm flipH="1" flipV="1">
              <a:off x="6376988" y="2692400"/>
              <a:ext cx="431800" cy="0"/>
            </a:xfrm>
            <a:prstGeom prst="line">
              <a:avLst/>
            </a:prstGeom>
            <a:noFill/>
            <a:ln w="25400">
              <a:solidFill>
                <a:schemeClr val="tx2">
                  <a:lumMod val="60000"/>
                  <a:lumOff val="40000"/>
                </a:schemeClr>
              </a:solidFill>
              <a:round/>
              <a:headEnd/>
              <a:tailEnd/>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197" name="Line 95"/>
            <p:cNvSpPr>
              <a:spLocks noChangeShapeType="1"/>
            </p:cNvSpPr>
            <p:nvPr/>
          </p:nvSpPr>
          <p:spPr bwMode="auto">
            <a:xfrm flipH="1">
              <a:off x="6732588" y="1511300"/>
              <a:ext cx="0" cy="865188"/>
            </a:xfrm>
            <a:prstGeom prst="line">
              <a:avLst/>
            </a:prstGeom>
            <a:noFill/>
            <a:ln w="25400">
              <a:solidFill>
                <a:schemeClr val="tx2">
                  <a:lumMod val="60000"/>
                  <a:lumOff val="40000"/>
                </a:schemeClr>
              </a:solidFill>
              <a:round/>
              <a:headEnd/>
              <a:tailEnd/>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198" name="Line 95"/>
            <p:cNvSpPr>
              <a:spLocks noChangeShapeType="1"/>
            </p:cNvSpPr>
            <p:nvPr/>
          </p:nvSpPr>
          <p:spPr bwMode="auto">
            <a:xfrm flipH="1">
              <a:off x="6626225" y="852488"/>
              <a:ext cx="0" cy="1252537"/>
            </a:xfrm>
            <a:prstGeom prst="line">
              <a:avLst/>
            </a:prstGeom>
            <a:noFill/>
            <a:ln w="25400">
              <a:solidFill>
                <a:schemeClr val="tx2">
                  <a:lumMod val="60000"/>
                  <a:lumOff val="40000"/>
                </a:schemeClr>
              </a:solidFill>
              <a:round/>
              <a:headEnd/>
              <a:tailEnd/>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199" name="Line 43"/>
            <p:cNvSpPr>
              <a:spLocks noChangeShapeType="1"/>
            </p:cNvSpPr>
            <p:nvPr/>
          </p:nvSpPr>
          <p:spPr bwMode="auto">
            <a:xfrm flipV="1">
              <a:off x="6732588" y="1511300"/>
              <a:ext cx="284162" cy="0"/>
            </a:xfrm>
            <a:prstGeom prst="line">
              <a:avLst/>
            </a:prstGeom>
            <a:noFill/>
            <a:ln w="25400">
              <a:solidFill>
                <a:schemeClr val="tx2">
                  <a:lumMod val="60000"/>
                  <a:lumOff val="40000"/>
                </a:schemeClr>
              </a:solidFill>
              <a:round/>
              <a:headEnd/>
              <a:tailEnd type="stealth" w="lg" len="lg"/>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200" name="Line 43"/>
            <p:cNvSpPr>
              <a:spLocks noChangeShapeType="1"/>
            </p:cNvSpPr>
            <p:nvPr/>
          </p:nvSpPr>
          <p:spPr bwMode="auto">
            <a:xfrm>
              <a:off x="6635750" y="825500"/>
              <a:ext cx="471488" cy="0"/>
            </a:xfrm>
            <a:prstGeom prst="line">
              <a:avLst/>
            </a:prstGeom>
            <a:noFill/>
            <a:ln w="25400">
              <a:solidFill>
                <a:schemeClr val="tx2">
                  <a:lumMod val="60000"/>
                  <a:lumOff val="40000"/>
                </a:schemeClr>
              </a:solidFill>
              <a:round/>
              <a:headEnd/>
              <a:tailEnd type="stealth" w="lg" len="lg"/>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201" name="Line 95"/>
            <p:cNvSpPr>
              <a:spLocks noChangeShapeType="1"/>
            </p:cNvSpPr>
            <p:nvPr/>
          </p:nvSpPr>
          <p:spPr bwMode="auto">
            <a:xfrm flipH="1">
              <a:off x="8440737" y="3030538"/>
              <a:ext cx="0" cy="215900"/>
            </a:xfrm>
            <a:prstGeom prst="line">
              <a:avLst/>
            </a:prstGeom>
            <a:noFill/>
            <a:ln w="25400">
              <a:solidFill>
                <a:schemeClr val="tx2">
                  <a:lumMod val="60000"/>
                  <a:lumOff val="40000"/>
                </a:schemeClr>
              </a:solidFill>
              <a:round/>
              <a:headEnd/>
              <a:tailEnd/>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202" name="Line 43"/>
            <p:cNvSpPr>
              <a:spLocks noChangeShapeType="1"/>
            </p:cNvSpPr>
            <p:nvPr/>
          </p:nvSpPr>
          <p:spPr bwMode="auto">
            <a:xfrm>
              <a:off x="7740649" y="3262313"/>
              <a:ext cx="0" cy="280987"/>
            </a:xfrm>
            <a:prstGeom prst="line">
              <a:avLst/>
            </a:prstGeom>
            <a:noFill/>
            <a:ln w="25400">
              <a:solidFill>
                <a:schemeClr val="tx2">
                  <a:lumMod val="60000"/>
                  <a:lumOff val="40000"/>
                </a:schemeClr>
              </a:solidFill>
              <a:round/>
              <a:headEnd/>
              <a:tailEnd type="stealth" w="lg" len="lg"/>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203" name="Line 103"/>
            <p:cNvSpPr>
              <a:spLocks noChangeShapeType="1"/>
            </p:cNvSpPr>
            <p:nvPr/>
          </p:nvSpPr>
          <p:spPr bwMode="auto">
            <a:xfrm flipH="1" flipV="1">
              <a:off x="7740649" y="3233738"/>
              <a:ext cx="696913" cy="0"/>
            </a:xfrm>
            <a:prstGeom prst="line">
              <a:avLst/>
            </a:prstGeom>
            <a:noFill/>
            <a:ln w="25400">
              <a:solidFill>
                <a:schemeClr val="tx2">
                  <a:lumMod val="60000"/>
                  <a:lumOff val="40000"/>
                </a:schemeClr>
              </a:solidFill>
              <a:round/>
              <a:headEnd/>
              <a:tailEnd/>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139349" name="Line 51"/>
            <p:cNvSpPr>
              <a:spLocks noChangeShapeType="1"/>
            </p:cNvSpPr>
            <p:nvPr/>
          </p:nvSpPr>
          <p:spPr bwMode="auto">
            <a:xfrm flipV="1">
              <a:off x="7570011" y="3277643"/>
              <a:ext cx="1" cy="384628"/>
            </a:xfrm>
            <a:prstGeom prst="line">
              <a:avLst/>
            </a:prstGeom>
            <a:noFill/>
            <a:ln w="25400">
              <a:solidFill>
                <a:srgbClr val="FF0000"/>
              </a:solidFill>
              <a:round/>
              <a:headEnd/>
              <a:tailEnd type="stealth" w="lg" len="lg"/>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9350" name="Line 51"/>
            <p:cNvSpPr>
              <a:spLocks noChangeShapeType="1"/>
            </p:cNvSpPr>
            <p:nvPr/>
          </p:nvSpPr>
          <p:spPr bwMode="auto">
            <a:xfrm flipH="1">
              <a:off x="6464638" y="1609715"/>
              <a:ext cx="736791" cy="16598"/>
            </a:xfrm>
            <a:prstGeom prst="line">
              <a:avLst/>
            </a:prstGeom>
            <a:noFill/>
            <a:ln w="25400">
              <a:solidFill>
                <a:srgbClr val="FF0000"/>
              </a:solidFill>
              <a:round/>
              <a:headEnd/>
              <a:tailEnd type="stealth" w="lg" len="lg"/>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9351" name="Line 103"/>
            <p:cNvSpPr>
              <a:spLocks noChangeShapeType="1"/>
            </p:cNvSpPr>
            <p:nvPr/>
          </p:nvSpPr>
          <p:spPr bwMode="auto">
            <a:xfrm flipH="1" flipV="1">
              <a:off x="6282255" y="556698"/>
              <a:ext cx="968484"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9352" name="Line 51"/>
            <p:cNvSpPr>
              <a:spLocks noChangeShapeType="1"/>
            </p:cNvSpPr>
            <p:nvPr/>
          </p:nvSpPr>
          <p:spPr bwMode="auto">
            <a:xfrm flipH="1">
              <a:off x="6300658" y="542412"/>
              <a:ext cx="0" cy="458199"/>
            </a:xfrm>
            <a:prstGeom prst="line">
              <a:avLst/>
            </a:prstGeom>
            <a:noFill/>
            <a:ln w="25400">
              <a:solidFill>
                <a:srgbClr val="FF0000"/>
              </a:solidFill>
              <a:round/>
              <a:headEnd/>
              <a:tailEnd type="stealth" w="lg" len="lg"/>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sp>
        <p:nvSpPr>
          <p:cNvPr id="3" name="灯片编号占位符 2"/>
          <p:cNvSpPr>
            <a:spLocks noGrp="1"/>
          </p:cNvSpPr>
          <p:nvPr>
            <p:ph type="sldNum" sz="quarter" idx="12"/>
          </p:nvPr>
        </p:nvSpPr>
        <p:spPr/>
        <p:txBody>
          <a:bodyPr/>
          <a:lstStyle/>
          <a:p>
            <a:pPr>
              <a:defRPr/>
            </a:pPr>
            <a:fld id="{64CF1D47-2B30-44A6-81DA-EC28584A641A}" type="slidenum">
              <a:rPr lang="zh-CN" altLang="en-US" smtClean="0"/>
              <a:pPr>
                <a:defRPr/>
              </a:pPr>
              <a:t>20</a:t>
            </a:fld>
            <a:endParaRPr lang="en-US" altLang="zh-CN" dirty="0"/>
          </a:p>
        </p:txBody>
      </p:sp>
    </p:spTree>
    <p:extLst>
      <p:ext uri="{BB962C8B-B14F-4D97-AF65-F5344CB8AC3E}">
        <p14:creationId xmlns:p14="http://schemas.microsoft.com/office/powerpoint/2010/main" val="190820818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0" fill="hold" grpId="0" nodeType="withEffect">
                                  <p:stCondLst>
                                    <p:cond delay="0"/>
                                  </p:stCondLst>
                                  <p:childTnLst>
                                    <p:set>
                                      <p:cBhvr>
                                        <p:cTn id="6" dur="1" fill="hold">
                                          <p:stCondLst>
                                            <p:cond delay="0"/>
                                          </p:stCondLst>
                                        </p:cTn>
                                        <p:tgtEl>
                                          <p:spTgt spid="130"/>
                                        </p:tgtEl>
                                        <p:attrNameLst>
                                          <p:attrName>style.visibility</p:attrName>
                                        </p:attrNameLst>
                                      </p:cBhvr>
                                      <p:to>
                                        <p:strVal val="visible"/>
                                      </p:to>
                                    </p:set>
                                    <p:anim calcmode="lin" valueType="num">
                                      <p:cBhvr>
                                        <p:cTn id="7" dur="500" fill="hold"/>
                                        <p:tgtEl>
                                          <p:spTgt spid="130"/>
                                        </p:tgtEl>
                                        <p:attrNameLst>
                                          <p:attrName>ppt_w</p:attrName>
                                        </p:attrNameLst>
                                      </p:cBhvr>
                                      <p:tavLst>
                                        <p:tav tm="0">
                                          <p:val>
                                            <p:fltVal val="0"/>
                                          </p:val>
                                        </p:tav>
                                        <p:tav tm="100000">
                                          <p:val>
                                            <p:strVal val="#ppt_w"/>
                                          </p:val>
                                        </p:tav>
                                      </p:tavLst>
                                    </p:anim>
                                    <p:anim calcmode="lin" valueType="num">
                                      <p:cBhvr>
                                        <p:cTn id="8" dur="500" fill="hold"/>
                                        <p:tgtEl>
                                          <p:spTgt spid="130"/>
                                        </p:tgtEl>
                                        <p:attrNameLst>
                                          <p:attrName>ppt_h</p:attrName>
                                        </p:attrNameLst>
                                      </p:cBhvr>
                                      <p:tavLst>
                                        <p:tav tm="0">
                                          <p:val>
                                            <p:fltVal val="0"/>
                                          </p:val>
                                        </p:tav>
                                        <p:tav tm="100000">
                                          <p:val>
                                            <p:strVal val="#ppt_h"/>
                                          </p:val>
                                        </p:tav>
                                      </p:tavLst>
                                    </p:anim>
                                    <p:animEffect transition="in" filter="fade">
                                      <p:cBhvr>
                                        <p:cTn id="9" dur="500"/>
                                        <p:tgtEl>
                                          <p:spTgt spid="130"/>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16" fill="hold" nodeType="clickEffect">
                                  <p:stCondLst>
                                    <p:cond delay="0"/>
                                  </p:stCondLst>
                                  <p:childTnLst>
                                    <p:set>
                                      <p:cBhvr>
                                        <p:cTn id="13" dur="1" fill="hold">
                                          <p:stCondLst>
                                            <p:cond delay="0"/>
                                          </p:stCondLst>
                                        </p:cTn>
                                        <p:tgtEl>
                                          <p:spTgt spid="2"/>
                                        </p:tgtEl>
                                        <p:attrNameLst>
                                          <p:attrName>style.visibility</p:attrName>
                                        </p:attrNameLst>
                                      </p:cBhvr>
                                      <p:to>
                                        <p:strVal val="visible"/>
                                      </p:to>
                                    </p:set>
                                    <p:anim calcmode="lin" valueType="num">
                                      <p:cBhvr>
                                        <p:cTn id="14" dur="500" fill="hold"/>
                                        <p:tgtEl>
                                          <p:spTgt spid="2"/>
                                        </p:tgtEl>
                                        <p:attrNameLst>
                                          <p:attrName>ppt_w</p:attrName>
                                        </p:attrNameLst>
                                      </p:cBhvr>
                                      <p:tavLst>
                                        <p:tav tm="0">
                                          <p:val>
                                            <p:fltVal val="0"/>
                                          </p:val>
                                        </p:tav>
                                        <p:tav tm="100000">
                                          <p:val>
                                            <p:strVal val="#ppt_w"/>
                                          </p:val>
                                        </p:tav>
                                      </p:tavLst>
                                    </p:anim>
                                    <p:anim calcmode="lin" valueType="num">
                                      <p:cBhvr>
                                        <p:cTn id="15" dur="500" fill="hold"/>
                                        <p:tgtEl>
                                          <p:spTgt spid="2"/>
                                        </p:tgtEl>
                                        <p:attrNameLst>
                                          <p:attrName>ppt_h</p:attrName>
                                        </p:attrNameLst>
                                      </p:cBhvr>
                                      <p:tavLst>
                                        <p:tav tm="0">
                                          <p:val>
                                            <p:fltVal val="0"/>
                                          </p:val>
                                        </p:tav>
                                        <p:tav tm="100000">
                                          <p:val>
                                            <p:strVal val="#ppt_h"/>
                                          </p:val>
                                        </p:tav>
                                      </p:tavLst>
                                    </p:anim>
                                    <p:animEffect transition="in" filter="fade">
                                      <p:cBhvr>
                                        <p:cTn id="16" dur="500"/>
                                        <p:tgtEl>
                                          <p:spTgt spid="2"/>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3" presetClass="exit" presetSubtype="0" fill="hold" grpId="1" nodeType="clickEffect">
                                  <p:stCondLst>
                                    <p:cond delay="0"/>
                                  </p:stCondLst>
                                  <p:childTnLst>
                                    <p:anim calcmode="lin" valueType="num">
                                      <p:cBhvr>
                                        <p:cTn id="20" dur="500"/>
                                        <p:tgtEl>
                                          <p:spTgt spid="130"/>
                                        </p:tgtEl>
                                        <p:attrNameLst>
                                          <p:attrName>ppt_w</p:attrName>
                                        </p:attrNameLst>
                                      </p:cBhvr>
                                      <p:tavLst>
                                        <p:tav tm="0">
                                          <p:val>
                                            <p:strVal val="ppt_w"/>
                                          </p:val>
                                        </p:tav>
                                        <p:tav tm="100000">
                                          <p:val>
                                            <p:fltVal val="0"/>
                                          </p:val>
                                        </p:tav>
                                      </p:tavLst>
                                    </p:anim>
                                    <p:anim calcmode="lin" valueType="num">
                                      <p:cBhvr>
                                        <p:cTn id="21" dur="500"/>
                                        <p:tgtEl>
                                          <p:spTgt spid="130"/>
                                        </p:tgtEl>
                                        <p:attrNameLst>
                                          <p:attrName>ppt_h</p:attrName>
                                        </p:attrNameLst>
                                      </p:cBhvr>
                                      <p:tavLst>
                                        <p:tav tm="0">
                                          <p:val>
                                            <p:strVal val="ppt_h"/>
                                          </p:val>
                                        </p:tav>
                                        <p:tav tm="100000">
                                          <p:val>
                                            <p:fltVal val="0"/>
                                          </p:val>
                                        </p:tav>
                                      </p:tavLst>
                                    </p:anim>
                                    <p:animEffect transition="out" filter="fade">
                                      <p:cBhvr>
                                        <p:cTn id="22" dur="500"/>
                                        <p:tgtEl>
                                          <p:spTgt spid="130"/>
                                        </p:tgtEl>
                                      </p:cBhvr>
                                    </p:animEffect>
                                    <p:set>
                                      <p:cBhvr>
                                        <p:cTn id="23" dur="1" fill="hold">
                                          <p:stCondLst>
                                            <p:cond delay="499"/>
                                          </p:stCondLst>
                                        </p:cTn>
                                        <p:tgtEl>
                                          <p:spTgt spid="1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 grpId="0" animBg="1"/>
      <p:bldP spid="130" grpId="1"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p:cNvSpPr>
            <a:spLocks noGrp="1" noChangeArrowheads="1"/>
          </p:cNvSpPr>
          <p:nvPr>
            <p:ph type="title"/>
          </p:nvPr>
        </p:nvSpPr>
        <p:spPr>
          <a:xfrm>
            <a:off x="755650" y="268288"/>
            <a:ext cx="7931150" cy="358775"/>
          </a:xfrm>
        </p:spPr>
        <p:txBody>
          <a:bodyPr/>
          <a:lstStyle/>
          <a:p>
            <a:pPr eaLnBrk="1" hangingPunct="1"/>
            <a:r>
              <a:rPr lang="zh-CN" altLang="en-US" sz="300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根据符号表构造访问链</a:t>
            </a:r>
            <a:endParaRPr lang="zh-CN" altLang="en-US" sz="300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141315" name="Group 99"/>
          <p:cNvGrpSpPr>
            <a:grpSpLocks/>
          </p:cNvGrpSpPr>
          <p:nvPr/>
        </p:nvGrpSpPr>
        <p:grpSpPr bwMode="auto">
          <a:xfrm>
            <a:off x="804863" y="1824038"/>
            <a:ext cx="923925" cy="647700"/>
            <a:chOff x="975" y="2750"/>
            <a:chExt cx="776" cy="544"/>
          </a:xfrm>
        </p:grpSpPr>
        <p:sp>
          <p:nvSpPr>
            <p:cNvPr id="141439" name="Rectangle 135"/>
            <p:cNvSpPr>
              <a:spLocks noChangeArrowheads="1"/>
            </p:cNvSpPr>
            <p:nvPr/>
          </p:nvSpPr>
          <p:spPr bwMode="auto">
            <a:xfrm>
              <a:off x="978" y="2775"/>
              <a:ext cx="773" cy="519"/>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eaLnBrk="1" hangingPunct="1"/>
              <a:endParaRPr lang="zh-CN" altLang="en-US" sz="1200" b="0">
                <a:solidFill>
                  <a:srgbClr val="000000"/>
                </a:solidFill>
                <a:cs typeface="Times New Roman" panose="02020603050405020304" pitchFamily="18" charset="0"/>
              </a:endParaRPr>
            </a:p>
          </p:txBody>
        </p:sp>
        <p:sp>
          <p:nvSpPr>
            <p:cNvPr id="141440" name="Rectangle 136"/>
            <p:cNvSpPr>
              <a:spLocks noChangeArrowheads="1"/>
            </p:cNvSpPr>
            <p:nvPr/>
          </p:nvSpPr>
          <p:spPr bwMode="auto">
            <a:xfrm>
              <a:off x="975" y="2750"/>
              <a:ext cx="774"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1200" i="1">
                  <a:solidFill>
                    <a:srgbClr val="000000"/>
                  </a:solidFill>
                  <a:cs typeface="Times New Roman" panose="02020603050405020304" pitchFamily="18" charset="0"/>
                </a:rPr>
                <a:t>s</a:t>
              </a:r>
            </a:p>
          </p:txBody>
        </p:sp>
        <p:sp>
          <p:nvSpPr>
            <p:cNvPr id="141441" name="Rectangle 137"/>
            <p:cNvSpPr>
              <a:spLocks noChangeArrowheads="1"/>
            </p:cNvSpPr>
            <p:nvPr/>
          </p:nvSpPr>
          <p:spPr bwMode="auto">
            <a:xfrm>
              <a:off x="975" y="3113"/>
              <a:ext cx="775"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1200" i="1">
                  <a:solidFill>
                    <a:srgbClr val="000000"/>
                  </a:solidFill>
                  <a:cs typeface="Times New Roman" panose="02020603050405020304" pitchFamily="18" charset="0"/>
                </a:rPr>
                <a:t>a</a:t>
              </a:r>
            </a:p>
          </p:txBody>
        </p:sp>
        <p:sp>
          <p:nvSpPr>
            <p:cNvPr id="141442" name="Rectangle 138"/>
            <p:cNvSpPr>
              <a:spLocks noChangeArrowheads="1"/>
            </p:cNvSpPr>
            <p:nvPr/>
          </p:nvSpPr>
          <p:spPr bwMode="auto">
            <a:xfrm>
              <a:off x="975" y="2931"/>
              <a:ext cx="775"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zh-CN" altLang="en-US" sz="1200">
                  <a:solidFill>
                    <a:srgbClr val="000000"/>
                  </a:solidFill>
                  <a:latin typeface="楷体" panose="02010609060101010101" pitchFamily="49" charset="-122"/>
                  <a:ea typeface="楷体" panose="02010609060101010101" pitchFamily="49" charset="-122"/>
                  <a:cs typeface="Times New Roman" panose="02020603050405020304" pitchFamily="18" charset="0"/>
                </a:rPr>
                <a:t>访问链</a:t>
              </a:r>
            </a:p>
          </p:txBody>
        </p:sp>
        <p:sp>
          <p:nvSpPr>
            <p:cNvPr id="95" name="Line 139"/>
            <p:cNvSpPr>
              <a:spLocks noChangeShapeType="1"/>
            </p:cNvSpPr>
            <p:nvPr/>
          </p:nvSpPr>
          <p:spPr bwMode="auto">
            <a:xfrm flipV="1">
              <a:off x="975" y="2931"/>
              <a:ext cx="745" cy="1"/>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96" name="Line 140"/>
            <p:cNvSpPr>
              <a:spLocks noChangeShapeType="1"/>
            </p:cNvSpPr>
            <p:nvPr/>
          </p:nvSpPr>
          <p:spPr bwMode="auto">
            <a:xfrm flipV="1">
              <a:off x="975" y="3113"/>
              <a:ext cx="725" cy="1"/>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grpSp>
      <p:grpSp>
        <p:nvGrpSpPr>
          <p:cNvPr id="141316" name="Group 99"/>
          <p:cNvGrpSpPr>
            <a:grpSpLocks/>
          </p:cNvGrpSpPr>
          <p:nvPr/>
        </p:nvGrpSpPr>
        <p:grpSpPr bwMode="auto">
          <a:xfrm>
            <a:off x="811213" y="2451100"/>
            <a:ext cx="954087" cy="636588"/>
            <a:chOff x="948" y="2750"/>
            <a:chExt cx="802" cy="534"/>
          </a:xfrm>
        </p:grpSpPr>
        <p:sp>
          <p:nvSpPr>
            <p:cNvPr id="141433" name="Rectangle 135"/>
            <p:cNvSpPr>
              <a:spLocks noChangeArrowheads="1"/>
            </p:cNvSpPr>
            <p:nvPr/>
          </p:nvSpPr>
          <p:spPr bwMode="auto">
            <a:xfrm>
              <a:off x="948" y="2765"/>
              <a:ext cx="773" cy="519"/>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eaLnBrk="1" hangingPunct="1"/>
              <a:endParaRPr lang="zh-CN" altLang="en-US" sz="1200" b="0">
                <a:solidFill>
                  <a:srgbClr val="000000"/>
                </a:solidFill>
                <a:cs typeface="Times New Roman" panose="02020603050405020304" pitchFamily="18" charset="0"/>
              </a:endParaRPr>
            </a:p>
          </p:txBody>
        </p:sp>
        <p:sp>
          <p:nvSpPr>
            <p:cNvPr id="141434" name="Rectangle 136"/>
            <p:cNvSpPr>
              <a:spLocks noChangeArrowheads="1"/>
            </p:cNvSpPr>
            <p:nvPr/>
          </p:nvSpPr>
          <p:spPr bwMode="auto">
            <a:xfrm>
              <a:off x="975" y="2750"/>
              <a:ext cx="774"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buFont typeface="Symbol" panose="05050102010706020507" pitchFamily="18" charset="2"/>
                <a:buNone/>
              </a:pPr>
              <a:r>
                <a:rPr lang="en-US" altLang="zh-CN" sz="1200" i="1">
                  <a:solidFill>
                    <a:srgbClr val="000000"/>
                  </a:solidFill>
                  <a:cs typeface="Times New Roman" panose="02020603050405020304" pitchFamily="18" charset="0"/>
                </a:rPr>
                <a:t>q</a:t>
              </a:r>
              <a:r>
                <a:rPr lang="en-US" altLang="zh-CN" sz="1200">
                  <a:solidFill>
                    <a:srgbClr val="000000"/>
                  </a:solidFill>
                  <a:cs typeface="Times New Roman" panose="02020603050405020304" pitchFamily="18" charset="0"/>
                </a:rPr>
                <a:t> (1, 9)</a:t>
              </a:r>
            </a:p>
          </p:txBody>
        </p:sp>
        <p:sp>
          <p:nvSpPr>
            <p:cNvPr id="141435" name="Rectangle 137"/>
            <p:cNvSpPr>
              <a:spLocks noChangeArrowheads="1"/>
            </p:cNvSpPr>
            <p:nvPr/>
          </p:nvSpPr>
          <p:spPr bwMode="auto">
            <a:xfrm>
              <a:off x="975" y="3113"/>
              <a:ext cx="775"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1200" i="1">
                  <a:solidFill>
                    <a:srgbClr val="000000"/>
                  </a:solidFill>
                  <a:cs typeface="Times New Roman" panose="02020603050405020304" pitchFamily="18" charset="0"/>
                </a:rPr>
                <a:t>v</a:t>
              </a:r>
            </a:p>
          </p:txBody>
        </p:sp>
        <p:sp>
          <p:nvSpPr>
            <p:cNvPr id="141436" name="Rectangle 138"/>
            <p:cNvSpPr>
              <a:spLocks noChangeArrowheads="1"/>
            </p:cNvSpPr>
            <p:nvPr/>
          </p:nvSpPr>
          <p:spPr bwMode="auto">
            <a:xfrm>
              <a:off x="975" y="2931"/>
              <a:ext cx="775"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zh-CN" altLang="en-US" sz="1200">
                  <a:solidFill>
                    <a:srgbClr val="000000"/>
                  </a:solidFill>
                  <a:latin typeface="楷体" panose="02010609060101010101" pitchFamily="49" charset="-122"/>
                  <a:ea typeface="楷体" panose="02010609060101010101" pitchFamily="49" charset="-122"/>
                  <a:cs typeface="Times New Roman" panose="02020603050405020304" pitchFamily="18" charset="0"/>
                </a:rPr>
                <a:t>访问链</a:t>
              </a:r>
            </a:p>
          </p:txBody>
        </p:sp>
        <p:sp>
          <p:nvSpPr>
            <p:cNvPr id="102" name="Line 139"/>
            <p:cNvSpPr>
              <a:spLocks noChangeShapeType="1"/>
            </p:cNvSpPr>
            <p:nvPr/>
          </p:nvSpPr>
          <p:spPr bwMode="auto">
            <a:xfrm flipV="1">
              <a:off x="975" y="2931"/>
              <a:ext cx="746" cy="1"/>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103" name="Line 140"/>
            <p:cNvSpPr>
              <a:spLocks noChangeShapeType="1"/>
            </p:cNvSpPr>
            <p:nvPr/>
          </p:nvSpPr>
          <p:spPr bwMode="auto">
            <a:xfrm flipV="1">
              <a:off x="975" y="3114"/>
              <a:ext cx="726" cy="0"/>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grpSp>
      <p:grpSp>
        <p:nvGrpSpPr>
          <p:cNvPr id="141317" name="Group 99"/>
          <p:cNvGrpSpPr>
            <a:grpSpLocks/>
          </p:cNvGrpSpPr>
          <p:nvPr/>
        </p:nvGrpSpPr>
        <p:grpSpPr bwMode="auto">
          <a:xfrm>
            <a:off x="811213" y="3087688"/>
            <a:ext cx="954087" cy="635000"/>
            <a:chOff x="948" y="2750"/>
            <a:chExt cx="802" cy="534"/>
          </a:xfrm>
        </p:grpSpPr>
        <p:sp>
          <p:nvSpPr>
            <p:cNvPr id="141427" name="Rectangle 135"/>
            <p:cNvSpPr>
              <a:spLocks noChangeArrowheads="1"/>
            </p:cNvSpPr>
            <p:nvPr/>
          </p:nvSpPr>
          <p:spPr bwMode="auto">
            <a:xfrm>
              <a:off x="948" y="2765"/>
              <a:ext cx="773" cy="519"/>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eaLnBrk="1" hangingPunct="1"/>
              <a:endParaRPr lang="zh-CN" altLang="en-US" sz="1200" b="0">
                <a:solidFill>
                  <a:srgbClr val="000000"/>
                </a:solidFill>
                <a:cs typeface="Times New Roman" panose="02020603050405020304" pitchFamily="18" charset="0"/>
              </a:endParaRPr>
            </a:p>
          </p:txBody>
        </p:sp>
        <p:sp>
          <p:nvSpPr>
            <p:cNvPr id="141428" name="Rectangle 136"/>
            <p:cNvSpPr>
              <a:spLocks noChangeArrowheads="1"/>
            </p:cNvSpPr>
            <p:nvPr/>
          </p:nvSpPr>
          <p:spPr bwMode="auto">
            <a:xfrm>
              <a:off x="975" y="2750"/>
              <a:ext cx="774"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buFont typeface="Symbol" panose="05050102010706020507" pitchFamily="18" charset="2"/>
                <a:buNone/>
              </a:pPr>
              <a:r>
                <a:rPr lang="en-US" altLang="zh-CN" sz="1200" i="1">
                  <a:solidFill>
                    <a:srgbClr val="000000"/>
                  </a:solidFill>
                  <a:cs typeface="Times New Roman" panose="02020603050405020304" pitchFamily="18" charset="0"/>
                </a:rPr>
                <a:t>q</a:t>
              </a:r>
              <a:r>
                <a:rPr lang="en-US" altLang="zh-CN" sz="1200">
                  <a:solidFill>
                    <a:srgbClr val="000000"/>
                  </a:solidFill>
                  <a:cs typeface="Times New Roman" panose="02020603050405020304" pitchFamily="18" charset="0"/>
                </a:rPr>
                <a:t> (1, 3)</a:t>
              </a:r>
            </a:p>
          </p:txBody>
        </p:sp>
        <p:sp>
          <p:nvSpPr>
            <p:cNvPr id="141429" name="Rectangle 137"/>
            <p:cNvSpPr>
              <a:spLocks noChangeArrowheads="1"/>
            </p:cNvSpPr>
            <p:nvPr/>
          </p:nvSpPr>
          <p:spPr bwMode="auto">
            <a:xfrm>
              <a:off x="975" y="3113"/>
              <a:ext cx="775"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1200" i="1">
                  <a:solidFill>
                    <a:srgbClr val="000000"/>
                  </a:solidFill>
                  <a:cs typeface="Times New Roman" panose="02020603050405020304" pitchFamily="18" charset="0"/>
                </a:rPr>
                <a:t>v</a:t>
              </a:r>
            </a:p>
          </p:txBody>
        </p:sp>
        <p:sp>
          <p:nvSpPr>
            <p:cNvPr id="141430" name="Rectangle 138"/>
            <p:cNvSpPr>
              <a:spLocks noChangeArrowheads="1"/>
            </p:cNvSpPr>
            <p:nvPr/>
          </p:nvSpPr>
          <p:spPr bwMode="auto">
            <a:xfrm>
              <a:off x="975" y="2931"/>
              <a:ext cx="775"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zh-CN" altLang="en-US" sz="1200">
                  <a:solidFill>
                    <a:srgbClr val="000000"/>
                  </a:solidFill>
                  <a:latin typeface="楷体" panose="02010609060101010101" pitchFamily="49" charset="-122"/>
                  <a:ea typeface="楷体" panose="02010609060101010101" pitchFamily="49" charset="-122"/>
                  <a:cs typeface="Times New Roman" panose="02020603050405020304" pitchFamily="18" charset="0"/>
                </a:rPr>
                <a:t>访问链</a:t>
              </a:r>
            </a:p>
          </p:txBody>
        </p:sp>
        <p:sp>
          <p:nvSpPr>
            <p:cNvPr id="109" name="Line 139"/>
            <p:cNvSpPr>
              <a:spLocks noChangeShapeType="1"/>
            </p:cNvSpPr>
            <p:nvPr/>
          </p:nvSpPr>
          <p:spPr bwMode="auto">
            <a:xfrm flipV="1">
              <a:off x="975" y="2932"/>
              <a:ext cx="746" cy="0"/>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110" name="Line 140"/>
            <p:cNvSpPr>
              <a:spLocks noChangeShapeType="1"/>
            </p:cNvSpPr>
            <p:nvPr/>
          </p:nvSpPr>
          <p:spPr bwMode="auto">
            <a:xfrm flipV="1">
              <a:off x="975" y="3113"/>
              <a:ext cx="726" cy="1"/>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grpSp>
      <p:grpSp>
        <p:nvGrpSpPr>
          <p:cNvPr id="141318" name="Group 99"/>
          <p:cNvGrpSpPr>
            <a:grpSpLocks/>
          </p:cNvGrpSpPr>
          <p:nvPr/>
        </p:nvGrpSpPr>
        <p:grpSpPr bwMode="auto">
          <a:xfrm>
            <a:off x="811213" y="3735388"/>
            <a:ext cx="954087" cy="635000"/>
            <a:chOff x="948" y="2750"/>
            <a:chExt cx="802" cy="534"/>
          </a:xfrm>
        </p:grpSpPr>
        <p:sp>
          <p:nvSpPr>
            <p:cNvPr id="141421" name="Rectangle 135"/>
            <p:cNvSpPr>
              <a:spLocks noChangeArrowheads="1"/>
            </p:cNvSpPr>
            <p:nvPr/>
          </p:nvSpPr>
          <p:spPr bwMode="auto">
            <a:xfrm>
              <a:off x="948" y="2765"/>
              <a:ext cx="773" cy="519"/>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eaLnBrk="1" hangingPunct="1"/>
              <a:endParaRPr lang="zh-CN" altLang="en-US" sz="1200" b="0">
                <a:solidFill>
                  <a:srgbClr val="000000"/>
                </a:solidFill>
                <a:cs typeface="Times New Roman" panose="02020603050405020304" pitchFamily="18" charset="0"/>
              </a:endParaRPr>
            </a:p>
          </p:txBody>
        </p:sp>
        <p:sp>
          <p:nvSpPr>
            <p:cNvPr id="141422" name="Rectangle 136"/>
            <p:cNvSpPr>
              <a:spLocks noChangeArrowheads="1"/>
            </p:cNvSpPr>
            <p:nvPr/>
          </p:nvSpPr>
          <p:spPr bwMode="auto">
            <a:xfrm>
              <a:off x="975" y="2750"/>
              <a:ext cx="774"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buFont typeface="Symbol" panose="05050102010706020507" pitchFamily="18" charset="2"/>
                <a:buNone/>
              </a:pPr>
              <a:r>
                <a:rPr lang="en-US" altLang="zh-CN" sz="1200" i="1">
                  <a:solidFill>
                    <a:srgbClr val="000000"/>
                  </a:solidFill>
                  <a:cs typeface="Times New Roman" panose="02020603050405020304" pitchFamily="18" charset="0"/>
                </a:rPr>
                <a:t>p</a:t>
              </a:r>
              <a:r>
                <a:rPr lang="en-US" altLang="zh-CN" sz="1200">
                  <a:solidFill>
                    <a:srgbClr val="000000"/>
                  </a:solidFill>
                  <a:cs typeface="Times New Roman" panose="02020603050405020304" pitchFamily="18" charset="0"/>
                </a:rPr>
                <a:t> (1, 3)</a:t>
              </a:r>
            </a:p>
          </p:txBody>
        </p:sp>
        <p:sp>
          <p:nvSpPr>
            <p:cNvPr id="141423" name="Rectangle 137"/>
            <p:cNvSpPr>
              <a:spLocks noChangeArrowheads="1"/>
            </p:cNvSpPr>
            <p:nvPr/>
          </p:nvSpPr>
          <p:spPr bwMode="auto">
            <a:xfrm>
              <a:off x="975" y="3113"/>
              <a:ext cx="775"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1200" i="1">
                  <a:solidFill>
                    <a:srgbClr val="000000"/>
                  </a:solidFill>
                  <a:cs typeface="Times New Roman" panose="02020603050405020304" pitchFamily="18" charset="0"/>
                </a:rPr>
                <a:t>i, j</a:t>
              </a:r>
            </a:p>
          </p:txBody>
        </p:sp>
        <p:sp>
          <p:nvSpPr>
            <p:cNvPr id="141424" name="Rectangle 138"/>
            <p:cNvSpPr>
              <a:spLocks noChangeArrowheads="1"/>
            </p:cNvSpPr>
            <p:nvPr/>
          </p:nvSpPr>
          <p:spPr bwMode="auto">
            <a:xfrm>
              <a:off x="975" y="2931"/>
              <a:ext cx="775"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zh-CN" altLang="en-US" sz="1200">
                  <a:solidFill>
                    <a:srgbClr val="000000"/>
                  </a:solidFill>
                  <a:latin typeface="楷体" panose="02010609060101010101" pitchFamily="49" charset="-122"/>
                  <a:ea typeface="楷体" panose="02010609060101010101" pitchFamily="49" charset="-122"/>
                  <a:cs typeface="Times New Roman" panose="02020603050405020304" pitchFamily="18" charset="0"/>
                </a:rPr>
                <a:t>访问链</a:t>
              </a:r>
            </a:p>
          </p:txBody>
        </p:sp>
        <p:sp>
          <p:nvSpPr>
            <p:cNvPr id="116" name="Line 139"/>
            <p:cNvSpPr>
              <a:spLocks noChangeShapeType="1"/>
            </p:cNvSpPr>
            <p:nvPr/>
          </p:nvSpPr>
          <p:spPr bwMode="auto">
            <a:xfrm flipV="1">
              <a:off x="975" y="2932"/>
              <a:ext cx="746" cy="0"/>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117" name="Line 140"/>
            <p:cNvSpPr>
              <a:spLocks noChangeShapeType="1"/>
            </p:cNvSpPr>
            <p:nvPr/>
          </p:nvSpPr>
          <p:spPr bwMode="auto">
            <a:xfrm flipV="1">
              <a:off x="975" y="3113"/>
              <a:ext cx="726" cy="1"/>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grpSp>
      <p:sp>
        <p:nvSpPr>
          <p:cNvPr id="141319" name="Freeform 56"/>
          <p:cNvSpPr>
            <a:spLocks/>
          </p:cNvSpPr>
          <p:nvPr/>
        </p:nvSpPr>
        <p:spPr bwMode="auto">
          <a:xfrm rot="-511685">
            <a:off x="1731963" y="3535363"/>
            <a:ext cx="247650" cy="520700"/>
          </a:xfrm>
          <a:custGeom>
            <a:avLst/>
            <a:gdLst>
              <a:gd name="T0" fmla="*/ 0 w 358"/>
              <a:gd name="T1" fmla="*/ 2147483646 h 930"/>
              <a:gd name="T2" fmla="*/ 2147483646 w 358"/>
              <a:gd name="T3" fmla="*/ 2147483646 h 930"/>
              <a:gd name="T4" fmla="*/ 2147483646 w 358"/>
              <a:gd name="T5" fmla="*/ 2147483646 h 930"/>
              <a:gd name="T6" fmla="*/ 2147483646 w 358"/>
              <a:gd name="T7" fmla="*/ 2147483646 h 930"/>
              <a:gd name="T8" fmla="*/ 2147483646 w 358"/>
              <a:gd name="T9" fmla="*/ 0 h 930"/>
              <a:gd name="T10" fmla="*/ 0 60000 65536"/>
              <a:gd name="T11" fmla="*/ 0 60000 65536"/>
              <a:gd name="T12" fmla="*/ 0 60000 65536"/>
              <a:gd name="T13" fmla="*/ 0 60000 65536"/>
              <a:gd name="T14" fmla="*/ 0 60000 65536"/>
              <a:gd name="T15" fmla="*/ 0 w 358"/>
              <a:gd name="T16" fmla="*/ 0 h 930"/>
              <a:gd name="T17" fmla="*/ 358 w 358"/>
              <a:gd name="T18" fmla="*/ 930 h 930"/>
            </a:gdLst>
            <a:ahLst/>
            <a:cxnLst>
              <a:cxn ang="T10">
                <a:pos x="T0" y="T1"/>
              </a:cxn>
              <a:cxn ang="T11">
                <a:pos x="T2" y="T3"/>
              </a:cxn>
              <a:cxn ang="T12">
                <a:pos x="T4" y="T5"/>
              </a:cxn>
              <a:cxn ang="T13">
                <a:pos x="T6" y="T7"/>
              </a:cxn>
              <a:cxn ang="T14">
                <a:pos x="T8" y="T9"/>
              </a:cxn>
            </a:cxnLst>
            <a:rect l="T15" t="T16" r="T17" b="T18"/>
            <a:pathLst>
              <a:path w="358" h="930">
                <a:moveTo>
                  <a:pt x="0" y="930"/>
                </a:moveTo>
                <a:cubicBezTo>
                  <a:pt x="38" y="910"/>
                  <a:pt x="167" y="873"/>
                  <a:pt x="225" y="810"/>
                </a:cubicBezTo>
                <a:cubicBezTo>
                  <a:pt x="283" y="747"/>
                  <a:pt x="332" y="653"/>
                  <a:pt x="345" y="555"/>
                </a:cubicBezTo>
                <a:cubicBezTo>
                  <a:pt x="358" y="457"/>
                  <a:pt x="337" y="317"/>
                  <a:pt x="300" y="225"/>
                </a:cubicBezTo>
                <a:cubicBezTo>
                  <a:pt x="263" y="133"/>
                  <a:pt x="158" y="47"/>
                  <a:pt x="120" y="0"/>
                </a:cubicBezTo>
              </a:path>
            </a:pathLst>
          </a:custGeom>
          <a:noFill/>
          <a:ln w="25400">
            <a:solidFill>
              <a:schemeClr val="tx1"/>
            </a:solidFill>
            <a:round/>
            <a:headEnd/>
            <a:tailEnd type="triangle" w="med" len="lg"/>
          </a:ln>
          <a:extLst>
            <a:ext uri="{909E8E84-426E-40DD-AFC4-6F175D3DCCD1}">
              <a14:hiddenFill xmlns:a14="http://schemas.microsoft.com/office/drawing/2010/main">
                <a:solidFill>
                  <a:srgbClr val="FFFFFF"/>
                </a:solid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41320" name="Freeform 56"/>
          <p:cNvSpPr>
            <a:spLocks/>
          </p:cNvSpPr>
          <p:nvPr/>
        </p:nvSpPr>
        <p:spPr bwMode="auto">
          <a:xfrm rot="-511685">
            <a:off x="1730375" y="2257425"/>
            <a:ext cx="128588" cy="496888"/>
          </a:xfrm>
          <a:custGeom>
            <a:avLst/>
            <a:gdLst>
              <a:gd name="T0" fmla="*/ 0 w 358"/>
              <a:gd name="T1" fmla="*/ 2147483646 h 930"/>
              <a:gd name="T2" fmla="*/ 2147483646 w 358"/>
              <a:gd name="T3" fmla="*/ 2147483646 h 930"/>
              <a:gd name="T4" fmla="*/ 2147483646 w 358"/>
              <a:gd name="T5" fmla="*/ 2147483646 h 930"/>
              <a:gd name="T6" fmla="*/ 2147483646 w 358"/>
              <a:gd name="T7" fmla="*/ 2147483646 h 930"/>
              <a:gd name="T8" fmla="*/ 2147483646 w 358"/>
              <a:gd name="T9" fmla="*/ 0 h 930"/>
              <a:gd name="T10" fmla="*/ 0 60000 65536"/>
              <a:gd name="T11" fmla="*/ 0 60000 65536"/>
              <a:gd name="T12" fmla="*/ 0 60000 65536"/>
              <a:gd name="T13" fmla="*/ 0 60000 65536"/>
              <a:gd name="T14" fmla="*/ 0 60000 65536"/>
              <a:gd name="T15" fmla="*/ 0 w 358"/>
              <a:gd name="T16" fmla="*/ 0 h 930"/>
              <a:gd name="T17" fmla="*/ 358 w 358"/>
              <a:gd name="T18" fmla="*/ 930 h 930"/>
            </a:gdLst>
            <a:ahLst/>
            <a:cxnLst>
              <a:cxn ang="T10">
                <a:pos x="T0" y="T1"/>
              </a:cxn>
              <a:cxn ang="T11">
                <a:pos x="T2" y="T3"/>
              </a:cxn>
              <a:cxn ang="T12">
                <a:pos x="T4" y="T5"/>
              </a:cxn>
              <a:cxn ang="T13">
                <a:pos x="T6" y="T7"/>
              </a:cxn>
              <a:cxn ang="T14">
                <a:pos x="T8" y="T9"/>
              </a:cxn>
            </a:cxnLst>
            <a:rect l="T15" t="T16" r="T17" b="T18"/>
            <a:pathLst>
              <a:path w="358" h="930">
                <a:moveTo>
                  <a:pt x="0" y="930"/>
                </a:moveTo>
                <a:cubicBezTo>
                  <a:pt x="38" y="910"/>
                  <a:pt x="167" y="873"/>
                  <a:pt x="225" y="810"/>
                </a:cubicBezTo>
                <a:cubicBezTo>
                  <a:pt x="283" y="747"/>
                  <a:pt x="332" y="653"/>
                  <a:pt x="345" y="555"/>
                </a:cubicBezTo>
                <a:cubicBezTo>
                  <a:pt x="358" y="457"/>
                  <a:pt x="337" y="317"/>
                  <a:pt x="300" y="225"/>
                </a:cubicBezTo>
                <a:cubicBezTo>
                  <a:pt x="263" y="133"/>
                  <a:pt x="158" y="47"/>
                  <a:pt x="120" y="0"/>
                </a:cubicBezTo>
              </a:path>
            </a:pathLst>
          </a:custGeom>
          <a:noFill/>
          <a:ln w="25400">
            <a:solidFill>
              <a:schemeClr val="tx1"/>
            </a:solidFill>
            <a:round/>
            <a:headEnd/>
            <a:tailEnd type="triangle" w="med" len="lg"/>
          </a:ln>
          <a:extLst>
            <a:ext uri="{909E8E84-426E-40DD-AFC4-6F175D3DCCD1}">
              <a14:hiddenFill xmlns:a14="http://schemas.microsoft.com/office/drawing/2010/main">
                <a:solidFill>
                  <a:srgbClr val="FFFFFF"/>
                </a:solid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nvGrpSpPr>
          <p:cNvPr id="6" name="Group 99"/>
          <p:cNvGrpSpPr>
            <a:grpSpLocks/>
          </p:cNvGrpSpPr>
          <p:nvPr/>
        </p:nvGrpSpPr>
        <p:grpSpPr bwMode="auto">
          <a:xfrm>
            <a:off x="811213" y="4383088"/>
            <a:ext cx="954087" cy="636587"/>
            <a:chOff x="948" y="2750"/>
            <a:chExt cx="802" cy="534"/>
          </a:xfrm>
        </p:grpSpPr>
        <p:sp>
          <p:nvSpPr>
            <p:cNvPr id="141415" name="Rectangle 135"/>
            <p:cNvSpPr>
              <a:spLocks noChangeArrowheads="1"/>
            </p:cNvSpPr>
            <p:nvPr/>
          </p:nvSpPr>
          <p:spPr bwMode="auto">
            <a:xfrm>
              <a:off x="948" y="2765"/>
              <a:ext cx="773" cy="519"/>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eaLnBrk="1" hangingPunct="1"/>
              <a:endParaRPr lang="zh-CN" altLang="en-US" sz="1200" b="0">
                <a:solidFill>
                  <a:srgbClr val="000000"/>
                </a:solidFill>
                <a:cs typeface="Times New Roman" panose="02020603050405020304" pitchFamily="18" charset="0"/>
              </a:endParaRPr>
            </a:p>
          </p:txBody>
        </p:sp>
        <p:sp>
          <p:nvSpPr>
            <p:cNvPr id="141416" name="Rectangle 136"/>
            <p:cNvSpPr>
              <a:spLocks noChangeArrowheads="1"/>
            </p:cNvSpPr>
            <p:nvPr/>
          </p:nvSpPr>
          <p:spPr bwMode="auto">
            <a:xfrm>
              <a:off x="975" y="2750"/>
              <a:ext cx="774"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buFont typeface="Symbol" panose="05050102010706020507" pitchFamily="18" charset="2"/>
                <a:buNone/>
              </a:pPr>
              <a:r>
                <a:rPr lang="en-US" altLang="zh-CN" sz="1200" i="1">
                  <a:solidFill>
                    <a:srgbClr val="000000"/>
                  </a:solidFill>
                  <a:cs typeface="Times New Roman" panose="02020603050405020304" pitchFamily="18" charset="0"/>
                </a:rPr>
                <a:t>e</a:t>
              </a:r>
              <a:endParaRPr lang="en-US" altLang="zh-CN" sz="1200">
                <a:solidFill>
                  <a:srgbClr val="000000"/>
                </a:solidFill>
                <a:cs typeface="Times New Roman" panose="02020603050405020304" pitchFamily="18" charset="0"/>
              </a:endParaRPr>
            </a:p>
          </p:txBody>
        </p:sp>
        <p:sp>
          <p:nvSpPr>
            <p:cNvPr id="141417" name="Rectangle 137"/>
            <p:cNvSpPr>
              <a:spLocks noChangeArrowheads="1"/>
            </p:cNvSpPr>
            <p:nvPr/>
          </p:nvSpPr>
          <p:spPr bwMode="auto">
            <a:xfrm>
              <a:off x="975" y="3113"/>
              <a:ext cx="775"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endParaRPr lang="en-US" altLang="zh-CN" sz="1200" i="1">
                <a:solidFill>
                  <a:srgbClr val="000000"/>
                </a:solidFill>
                <a:cs typeface="Times New Roman" panose="02020603050405020304" pitchFamily="18" charset="0"/>
              </a:endParaRPr>
            </a:p>
          </p:txBody>
        </p:sp>
        <p:sp>
          <p:nvSpPr>
            <p:cNvPr id="141418" name="Rectangle 138"/>
            <p:cNvSpPr>
              <a:spLocks noChangeArrowheads="1"/>
            </p:cNvSpPr>
            <p:nvPr/>
          </p:nvSpPr>
          <p:spPr bwMode="auto">
            <a:xfrm>
              <a:off x="975" y="2931"/>
              <a:ext cx="775"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zh-CN" altLang="en-US" sz="1200">
                  <a:solidFill>
                    <a:srgbClr val="000000"/>
                  </a:solidFill>
                  <a:latin typeface="楷体" panose="02010609060101010101" pitchFamily="49" charset="-122"/>
                  <a:ea typeface="楷体" panose="02010609060101010101" pitchFamily="49" charset="-122"/>
                  <a:cs typeface="Times New Roman" panose="02020603050405020304" pitchFamily="18" charset="0"/>
                </a:rPr>
                <a:t>访问链</a:t>
              </a:r>
            </a:p>
          </p:txBody>
        </p:sp>
        <p:sp>
          <p:nvSpPr>
            <p:cNvPr id="125" name="Line 139"/>
            <p:cNvSpPr>
              <a:spLocks noChangeShapeType="1"/>
            </p:cNvSpPr>
            <p:nvPr/>
          </p:nvSpPr>
          <p:spPr bwMode="auto">
            <a:xfrm flipV="1">
              <a:off x="975" y="2931"/>
              <a:ext cx="746" cy="1"/>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126" name="Line 140"/>
            <p:cNvSpPr>
              <a:spLocks noChangeShapeType="1"/>
            </p:cNvSpPr>
            <p:nvPr/>
          </p:nvSpPr>
          <p:spPr bwMode="auto">
            <a:xfrm flipV="1">
              <a:off x="975" y="3114"/>
              <a:ext cx="726" cy="0"/>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grpSp>
      <p:sp>
        <p:nvSpPr>
          <p:cNvPr id="127" name="任意多边形 126"/>
          <p:cNvSpPr/>
          <p:nvPr/>
        </p:nvSpPr>
        <p:spPr>
          <a:xfrm>
            <a:off x="1730375" y="2233613"/>
            <a:ext cx="439738" cy="2443162"/>
          </a:xfrm>
          <a:custGeom>
            <a:avLst/>
            <a:gdLst>
              <a:gd name="connsiteX0" fmla="*/ 0 w 438897"/>
              <a:gd name="connsiteY0" fmla="*/ 2442758 h 2442758"/>
              <a:gd name="connsiteX1" fmla="*/ 421105 w 438897"/>
              <a:gd name="connsiteY1" fmla="*/ 1347884 h 2442758"/>
              <a:gd name="connsiteX2" fmla="*/ 324853 w 438897"/>
              <a:gd name="connsiteY2" fmla="*/ 192852 h 2442758"/>
              <a:gd name="connsiteX3" fmla="*/ 0 w 438897"/>
              <a:gd name="connsiteY3" fmla="*/ 12379 h 2442758"/>
            </a:gdLst>
            <a:ahLst/>
            <a:cxnLst>
              <a:cxn ang="0">
                <a:pos x="connsiteX0" y="connsiteY0"/>
              </a:cxn>
              <a:cxn ang="0">
                <a:pos x="connsiteX1" y="connsiteY1"/>
              </a:cxn>
              <a:cxn ang="0">
                <a:pos x="connsiteX2" y="connsiteY2"/>
              </a:cxn>
              <a:cxn ang="0">
                <a:pos x="connsiteX3" y="connsiteY3"/>
              </a:cxn>
            </a:cxnLst>
            <a:rect l="l" t="t" r="r" b="b"/>
            <a:pathLst>
              <a:path w="438897" h="2442758">
                <a:moveTo>
                  <a:pt x="0" y="2442758"/>
                </a:moveTo>
                <a:cubicBezTo>
                  <a:pt x="183481" y="2082813"/>
                  <a:pt x="366963" y="1722868"/>
                  <a:pt x="421105" y="1347884"/>
                </a:cubicBezTo>
                <a:cubicBezTo>
                  <a:pt x="475247" y="972900"/>
                  <a:pt x="395037" y="415436"/>
                  <a:pt x="324853" y="192852"/>
                </a:cubicBezTo>
                <a:cubicBezTo>
                  <a:pt x="254669" y="-29732"/>
                  <a:pt x="127334" y="-8677"/>
                  <a:pt x="0" y="12379"/>
                </a:cubicBezTo>
              </a:path>
            </a:pathLst>
          </a:custGeom>
          <a:noFill/>
          <a:ln w="25400">
            <a:solidFill>
              <a:schemeClr val="tx2">
                <a:lumMod val="60000"/>
                <a:lumOff val="40000"/>
              </a:schemeClr>
            </a:solidFill>
            <a:tailEnd type="triangle" w="med" len="lg"/>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100">
              <a:solidFill>
                <a:prstClr val="white"/>
              </a:solidFill>
            </a:endParaRPr>
          </a:p>
        </p:txBody>
      </p:sp>
      <p:sp>
        <p:nvSpPr>
          <p:cNvPr id="128" name="任意多边形 127"/>
          <p:cNvSpPr/>
          <p:nvPr/>
        </p:nvSpPr>
        <p:spPr>
          <a:xfrm>
            <a:off x="1706563" y="2246313"/>
            <a:ext cx="252412" cy="1106487"/>
          </a:xfrm>
          <a:custGeom>
            <a:avLst/>
            <a:gdLst>
              <a:gd name="connsiteX0" fmla="*/ 0 w 252896"/>
              <a:gd name="connsiteY0" fmla="*/ 1106905 h 1106905"/>
              <a:gd name="connsiteX1" fmla="*/ 252663 w 252896"/>
              <a:gd name="connsiteY1" fmla="*/ 204537 h 1106905"/>
              <a:gd name="connsiteX2" fmla="*/ 36095 w 252896"/>
              <a:gd name="connsiteY2" fmla="*/ 0 h 1106905"/>
            </a:gdLst>
            <a:ahLst/>
            <a:cxnLst>
              <a:cxn ang="0">
                <a:pos x="connsiteX0" y="connsiteY0"/>
              </a:cxn>
              <a:cxn ang="0">
                <a:pos x="connsiteX1" y="connsiteY1"/>
              </a:cxn>
              <a:cxn ang="0">
                <a:pos x="connsiteX2" y="connsiteY2"/>
              </a:cxn>
            </a:cxnLst>
            <a:rect l="l" t="t" r="r" b="b"/>
            <a:pathLst>
              <a:path w="252896" h="1106905">
                <a:moveTo>
                  <a:pt x="0" y="1106905"/>
                </a:moveTo>
                <a:cubicBezTo>
                  <a:pt x="123323" y="747963"/>
                  <a:pt x="246647" y="389021"/>
                  <a:pt x="252663" y="204537"/>
                </a:cubicBezTo>
                <a:cubicBezTo>
                  <a:pt x="258679" y="20053"/>
                  <a:pt x="147387" y="10026"/>
                  <a:pt x="36095" y="0"/>
                </a:cubicBezTo>
              </a:path>
            </a:pathLst>
          </a:custGeom>
          <a:noFill/>
          <a:ln w="25400">
            <a:solidFill>
              <a:schemeClr val="tx1"/>
            </a:solidFill>
            <a:tailEnd type="triangle" w="med" len="lg"/>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100">
              <a:solidFill>
                <a:prstClr val="white"/>
              </a:solidFill>
            </a:endParaRPr>
          </a:p>
        </p:txBody>
      </p:sp>
      <p:sp>
        <p:nvSpPr>
          <p:cNvPr id="131" name="矩形 130"/>
          <p:cNvSpPr>
            <a:spLocks noChangeArrowheads="1"/>
          </p:cNvSpPr>
          <p:nvPr/>
        </p:nvSpPr>
        <p:spPr bwMode="auto">
          <a:xfrm>
            <a:off x="2714625" y="3500438"/>
            <a:ext cx="4357688" cy="148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sz="1100" b="1">
                <a:solidFill>
                  <a:schemeClr val="tx1"/>
                </a:solidFill>
                <a:latin typeface="Times New Roman" panose="02020603050405020304" pitchFamily="18" charset="0"/>
                <a:ea typeface="楷体_GB2312"/>
                <a:cs typeface="楷体_GB2312"/>
              </a:defRPr>
            </a:lvl1pPr>
            <a:lvl2pPr>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eaLnBrk="1" hangingPunct="1">
              <a:spcBef>
                <a:spcPct val="20000"/>
              </a:spcBef>
              <a:buSzPct val="100000"/>
              <a:buFont typeface="Wingdings" panose="05000000000000000000" pitchFamily="2" charset="2"/>
              <a:buChar char="Ø"/>
            </a:pPr>
            <a:r>
              <a:rPr lang="en-US" altLang="zh-CN" sz="2000" i="1">
                <a:solidFill>
                  <a:prstClr val="black"/>
                </a:solidFill>
                <a:cs typeface="Times New Roman" panose="02020603050405020304" pitchFamily="18" charset="0"/>
              </a:rPr>
              <a:t> x</a:t>
            </a:r>
            <a:r>
              <a:rPr lang="en-US" altLang="zh-CN" sz="2000">
                <a:solidFill>
                  <a:prstClr val="black"/>
                </a:solidFill>
                <a:cs typeface="Times New Roman" panose="02020603050405020304" pitchFamily="18" charset="0"/>
              </a:rPr>
              <a:t>→</a:t>
            </a:r>
            <a:r>
              <a:rPr lang="en-US" altLang="zh-CN" sz="2000" i="1">
                <a:solidFill>
                  <a:prstClr val="black"/>
                </a:solidFill>
                <a:cs typeface="Times New Roman" panose="02020603050405020304" pitchFamily="18" charset="0"/>
              </a:rPr>
              <a:t>y</a:t>
            </a:r>
            <a:endParaRPr lang="en-US" altLang="zh-CN" sz="2000">
              <a:solidFill>
                <a:prstClr val="black"/>
              </a:solidFill>
              <a:cs typeface="Times New Roman" panose="02020603050405020304" pitchFamily="18" charset="0"/>
            </a:endParaRPr>
          </a:p>
          <a:p>
            <a:pPr lvl="1" indent="0" eaLnBrk="1" hangingPunct="1">
              <a:spcBef>
                <a:spcPct val="20000"/>
              </a:spcBef>
              <a:buSzPct val="100000"/>
              <a:buFont typeface="Wingdings" panose="05000000000000000000" pitchFamily="2" charset="2"/>
              <a:buChar char="Ø"/>
            </a:pPr>
            <a:r>
              <a:rPr lang="en-US" altLang="zh-CN" sz="2000" i="1">
                <a:solidFill>
                  <a:prstClr val="black"/>
                </a:solidFill>
                <a:cs typeface="Times New Roman" panose="02020603050405020304" pitchFamily="18" charset="0"/>
              </a:rPr>
              <a:t> </a:t>
            </a:r>
            <a:r>
              <a:rPr lang="en-US" altLang="zh-CN" sz="2000" i="1">
                <a:solidFill>
                  <a:prstClr val="black"/>
                </a:solidFill>
                <a:ea typeface="楷体" panose="02010609060101010101" pitchFamily="49" charset="-122"/>
                <a:cs typeface="Times New Roman" panose="02020603050405020304" pitchFamily="18" charset="0"/>
              </a:rPr>
              <a:t>n</a:t>
            </a:r>
            <a:r>
              <a:rPr lang="en-US" altLang="zh-CN" sz="2000" i="1" baseline="-30000">
                <a:solidFill>
                  <a:prstClr val="black"/>
                </a:solidFill>
                <a:ea typeface="楷体" panose="02010609060101010101" pitchFamily="49" charset="-122"/>
                <a:cs typeface="Times New Roman" panose="02020603050405020304" pitchFamily="18" charset="0"/>
              </a:rPr>
              <a:t>x </a:t>
            </a:r>
            <a:r>
              <a:rPr lang="en-US" altLang="zh-CN" sz="2000">
                <a:solidFill>
                  <a:prstClr val="black"/>
                </a:solidFill>
                <a:ea typeface="楷体" panose="02010609060101010101" pitchFamily="49" charset="-122"/>
                <a:cs typeface="Times New Roman" panose="02020603050405020304" pitchFamily="18" charset="0"/>
              </a:rPr>
              <a:t>&lt; </a:t>
            </a:r>
            <a:r>
              <a:rPr lang="en-US" altLang="zh-CN" sz="2000" i="1">
                <a:solidFill>
                  <a:prstClr val="black"/>
                </a:solidFill>
                <a:ea typeface="楷体" panose="02010609060101010101" pitchFamily="49" charset="-122"/>
                <a:cs typeface="Times New Roman" panose="02020603050405020304" pitchFamily="18" charset="0"/>
              </a:rPr>
              <a:t>n</a:t>
            </a:r>
            <a:r>
              <a:rPr lang="en-US" altLang="zh-CN" sz="2000" i="1" baseline="-30000">
                <a:solidFill>
                  <a:prstClr val="black"/>
                </a:solidFill>
                <a:ea typeface="楷体" panose="02010609060101010101" pitchFamily="49" charset="-122"/>
                <a:cs typeface="Times New Roman" panose="02020603050405020304" pitchFamily="18" charset="0"/>
              </a:rPr>
              <a:t>y</a:t>
            </a:r>
            <a:r>
              <a:rPr lang="zh-CN" altLang="en-US" sz="2000">
                <a:solidFill>
                  <a:prstClr val="black"/>
                </a:solidFill>
                <a:ea typeface="楷体" panose="02010609060101010101" pitchFamily="49" charset="-122"/>
                <a:cs typeface="Times New Roman" panose="02020603050405020304" pitchFamily="18" charset="0"/>
              </a:rPr>
              <a:t>的情况 </a:t>
            </a:r>
            <a:r>
              <a:rPr lang="en-US" altLang="zh-CN" sz="2000">
                <a:solidFill>
                  <a:prstClr val="black"/>
                </a:solidFill>
                <a:ea typeface="楷体" panose="02010609060101010101" pitchFamily="49" charset="-122"/>
                <a:cs typeface="Times New Roman" panose="02020603050405020304" pitchFamily="18" charset="0"/>
              </a:rPr>
              <a:t>(</a:t>
            </a:r>
            <a:r>
              <a:rPr lang="zh-CN" altLang="en-US" sz="2000">
                <a:solidFill>
                  <a:prstClr val="black"/>
                </a:solidFill>
                <a:ea typeface="楷体" panose="02010609060101010101" pitchFamily="49" charset="-122"/>
                <a:cs typeface="Times New Roman" panose="02020603050405020304" pitchFamily="18" charset="0"/>
              </a:rPr>
              <a:t>例：</a:t>
            </a:r>
            <a:r>
              <a:rPr lang="en-US" altLang="zh-CN" sz="2000">
                <a:solidFill>
                  <a:prstClr val="black"/>
                </a:solidFill>
                <a:ea typeface="楷体" panose="02010609060101010101" pitchFamily="49" charset="-122"/>
                <a:cs typeface="Times New Roman" panose="02020603050405020304" pitchFamily="18" charset="0"/>
              </a:rPr>
              <a:t> </a:t>
            </a:r>
            <a:r>
              <a:rPr lang="en-US" altLang="zh-CN" sz="2000" i="1">
                <a:solidFill>
                  <a:prstClr val="black"/>
                </a:solidFill>
                <a:ea typeface="楷体" panose="02010609060101010101" pitchFamily="49" charset="-122"/>
                <a:cs typeface="Times New Roman" panose="02020603050405020304" pitchFamily="18" charset="0"/>
              </a:rPr>
              <a:t>s</a:t>
            </a:r>
            <a:r>
              <a:rPr lang="zh-CN" altLang="en-US" sz="2000">
                <a:solidFill>
                  <a:prstClr val="black"/>
                </a:solidFill>
                <a:ea typeface="楷体" panose="02010609060101010101" pitchFamily="49" charset="-122"/>
                <a:cs typeface="Times New Roman" panose="02020603050405020304" pitchFamily="18" charset="0"/>
              </a:rPr>
              <a:t>→</a:t>
            </a:r>
            <a:r>
              <a:rPr lang="en-US" altLang="zh-CN" sz="2000" i="1">
                <a:solidFill>
                  <a:prstClr val="black"/>
                </a:solidFill>
                <a:ea typeface="楷体" panose="02010609060101010101" pitchFamily="49" charset="-122"/>
                <a:cs typeface="Times New Roman" panose="02020603050405020304" pitchFamily="18" charset="0"/>
              </a:rPr>
              <a:t>q</a:t>
            </a:r>
            <a:r>
              <a:rPr lang="en-US" altLang="zh-CN" sz="2000">
                <a:solidFill>
                  <a:prstClr val="black"/>
                </a:solidFill>
                <a:ea typeface="楷体" panose="02010609060101010101" pitchFamily="49" charset="-122"/>
                <a:cs typeface="Times New Roman" panose="02020603050405020304" pitchFamily="18" charset="0"/>
              </a:rPr>
              <a:t>, </a:t>
            </a:r>
            <a:r>
              <a:rPr lang="zh-CN" altLang="en-US" sz="2000">
                <a:solidFill>
                  <a:prstClr val="black"/>
                </a:solidFill>
                <a:ea typeface="楷体" panose="02010609060101010101" pitchFamily="49" charset="-122"/>
                <a:cs typeface="Times New Roman" panose="02020603050405020304" pitchFamily="18" charset="0"/>
              </a:rPr>
              <a:t> </a:t>
            </a:r>
            <a:r>
              <a:rPr lang="en-US" altLang="zh-CN" sz="2000" i="1">
                <a:solidFill>
                  <a:prstClr val="black"/>
                </a:solidFill>
                <a:ea typeface="楷体" panose="02010609060101010101" pitchFamily="49" charset="-122"/>
                <a:cs typeface="Times New Roman" panose="02020603050405020304" pitchFamily="18" charset="0"/>
              </a:rPr>
              <a:t>q</a:t>
            </a:r>
            <a:r>
              <a:rPr lang="en-US" altLang="zh-CN" sz="2000">
                <a:solidFill>
                  <a:prstClr val="black"/>
                </a:solidFill>
                <a:ea typeface="楷体" panose="02010609060101010101" pitchFamily="49" charset="-122"/>
                <a:cs typeface="Times New Roman" panose="02020603050405020304" pitchFamily="18" charset="0"/>
              </a:rPr>
              <a:t>→</a:t>
            </a:r>
            <a:r>
              <a:rPr lang="en-US" altLang="zh-CN" sz="2000" i="1">
                <a:solidFill>
                  <a:prstClr val="black"/>
                </a:solidFill>
                <a:ea typeface="楷体" panose="02010609060101010101" pitchFamily="49" charset="-122"/>
                <a:cs typeface="Times New Roman" panose="02020603050405020304" pitchFamily="18" charset="0"/>
              </a:rPr>
              <a:t>p</a:t>
            </a:r>
            <a:r>
              <a:rPr lang="en-US" altLang="zh-CN" sz="2000">
                <a:solidFill>
                  <a:prstClr val="black"/>
                </a:solidFill>
                <a:ea typeface="楷体" panose="02010609060101010101" pitchFamily="49" charset="-122"/>
                <a:cs typeface="Times New Roman" panose="02020603050405020304" pitchFamily="18" charset="0"/>
              </a:rPr>
              <a:t>)</a:t>
            </a:r>
          </a:p>
          <a:p>
            <a:pPr lvl="1" indent="0" eaLnBrk="1" hangingPunct="1">
              <a:spcBef>
                <a:spcPct val="20000"/>
              </a:spcBef>
              <a:buSzPct val="100000"/>
              <a:buFont typeface="Wingdings" panose="05000000000000000000" pitchFamily="2" charset="2"/>
              <a:buChar char="Ø"/>
            </a:pPr>
            <a:r>
              <a:rPr lang="en-US" altLang="zh-CN" sz="2000" i="1">
                <a:solidFill>
                  <a:prstClr val="black"/>
                </a:solidFill>
                <a:ea typeface="楷体" panose="02010609060101010101" pitchFamily="49" charset="-122"/>
                <a:cs typeface="Times New Roman" panose="02020603050405020304" pitchFamily="18" charset="0"/>
              </a:rPr>
              <a:t> n</a:t>
            </a:r>
            <a:r>
              <a:rPr lang="en-US" altLang="zh-CN" sz="2000" i="1" baseline="-30000">
                <a:solidFill>
                  <a:prstClr val="black"/>
                </a:solidFill>
                <a:ea typeface="楷体" panose="02010609060101010101" pitchFamily="49" charset="-122"/>
                <a:cs typeface="Times New Roman" panose="02020603050405020304" pitchFamily="18" charset="0"/>
              </a:rPr>
              <a:t>x </a:t>
            </a:r>
            <a:r>
              <a:rPr lang="en-US" altLang="zh-CN" sz="2000">
                <a:solidFill>
                  <a:prstClr val="black"/>
                </a:solidFill>
                <a:ea typeface="楷体" panose="02010609060101010101" pitchFamily="49" charset="-122"/>
                <a:cs typeface="Times New Roman" panose="02020603050405020304" pitchFamily="18" charset="0"/>
              </a:rPr>
              <a:t>= </a:t>
            </a:r>
            <a:r>
              <a:rPr lang="en-US" altLang="zh-CN" sz="2000" i="1">
                <a:solidFill>
                  <a:prstClr val="black"/>
                </a:solidFill>
                <a:ea typeface="楷体" panose="02010609060101010101" pitchFamily="49" charset="-122"/>
                <a:cs typeface="Times New Roman" panose="02020603050405020304" pitchFamily="18" charset="0"/>
              </a:rPr>
              <a:t>n</a:t>
            </a:r>
            <a:r>
              <a:rPr lang="en-US" altLang="zh-CN" sz="2000" i="1" baseline="-30000">
                <a:solidFill>
                  <a:prstClr val="black"/>
                </a:solidFill>
                <a:ea typeface="楷体" panose="02010609060101010101" pitchFamily="49" charset="-122"/>
                <a:cs typeface="Times New Roman" panose="02020603050405020304" pitchFamily="18" charset="0"/>
              </a:rPr>
              <a:t>y</a:t>
            </a:r>
            <a:r>
              <a:rPr lang="zh-CN" altLang="en-US" sz="2000">
                <a:solidFill>
                  <a:prstClr val="black"/>
                </a:solidFill>
                <a:ea typeface="楷体" panose="02010609060101010101" pitchFamily="49" charset="-122"/>
                <a:cs typeface="Times New Roman" panose="02020603050405020304" pitchFamily="18" charset="0"/>
              </a:rPr>
              <a:t>的情况 </a:t>
            </a:r>
            <a:r>
              <a:rPr lang="en-US" altLang="zh-CN" sz="2000">
                <a:solidFill>
                  <a:prstClr val="black"/>
                </a:solidFill>
                <a:ea typeface="楷体" panose="02010609060101010101" pitchFamily="49" charset="-122"/>
                <a:cs typeface="Times New Roman" panose="02020603050405020304" pitchFamily="18" charset="0"/>
              </a:rPr>
              <a:t>(</a:t>
            </a:r>
            <a:r>
              <a:rPr lang="zh-CN" altLang="en-US" sz="2000">
                <a:solidFill>
                  <a:prstClr val="black"/>
                </a:solidFill>
                <a:ea typeface="楷体" panose="02010609060101010101" pitchFamily="49" charset="-122"/>
                <a:cs typeface="Times New Roman" panose="02020603050405020304" pitchFamily="18" charset="0"/>
              </a:rPr>
              <a:t>例：</a:t>
            </a:r>
            <a:r>
              <a:rPr lang="en-US" altLang="zh-CN" sz="2000">
                <a:solidFill>
                  <a:prstClr val="black"/>
                </a:solidFill>
                <a:ea typeface="楷体" panose="02010609060101010101" pitchFamily="49" charset="-122"/>
                <a:cs typeface="Times New Roman" panose="02020603050405020304" pitchFamily="18" charset="0"/>
              </a:rPr>
              <a:t> </a:t>
            </a:r>
            <a:r>
              <a:rPr lang="en-US" altLang="zh-CN" sz="2000" i="1">
                <a:solidFill>
                  <a:prstClr val="black"/>
                </a:solidFill>
                <a:ea typeface="楷体" panose="02010609060101010101" pitchFamily="49" charset="-122"/>
                <a:cs typeface="Times New Roman" panose="02020603050405020304" pitchFamily="18" charset="0"/>
              </a:rPr>
              <a:t>q</a:t>
            </a:r>
            <a:r>
              <a:rPr lang="en-US" altLang="zh-CN" sz="2000">
                <a:solidFill>
                  <a:prstClr val="black"/>
                </a:solidFill>
                <a:ea typeface="楷体" panose="02010609060101010101" pitchFamily="49" charset="-122"/>
                <a:cs typeface="Times New Roman" panose="02020603050405020304" pitchFamily="18" charset="0"/>
              </a:rPr>
              <a:t>→</a:t>
            </a:r>
            <a:r>
              <a:rPr lang="en-US" altLang="zh-CN" sz="2000" i="1">
                <a:solidFill>
                  <a:prstClr val="black"/>
                </a:solidFill>
                <a:ea typeface="楷体" panose="02010609060101010101" pitchFamily="49" charset="-122"/>
                <a:cs typeface="Times New Roman" panose="02020603050405020304" pitchFamily="18" charset="0"/>
              </a:rPr>
              <a:t>q</a:t>
            </a:r>
            <a:r>
              <a:rPr lang="en-US" altLang="zh-CN" sz="2000">
                <a:solidFill>
                  <a:prstClr val="black"/>
                </a:solidFill>
                <a:ea typeface="楷体" panose="02010609060101010101" pitchFamily="49" charset="-122"/>
                <a:cs typeface="Times New Roman" panose="02020603050405020304" pitchFamily="18" charset="0"/>
              </a:rPr>
              <a:t>)</a:t>
            </a:r>
          </a:p>
          <a:p>
            <a:pPr lvl="1" indent="0" eaLnBrk="1" hangingPunct="1">
              <a:spcBef>
                <a:spcPct val="20000"/>
              </a:spcBef>
              <a:buSzPct val="100000"/>
              <a:buFont typeface="Wingdings" panose="05000000000000000000" pitchFamily="2" charset="2"/>
              <a:buChar char="Ø"/>
            </a:pPr>
            <a:r>
              <a:rPr lang="en-US" altLang="zh-CN" sz="2000" i="1">
                <a:solidFill>
                  <a:prstClr val="black"/>
                </a:solidFill>
                <a:ea typeface="楷体" panose="02010609060101010101" pitchFamily="49" charset="-122"/>
                <a:cs typeface="Times New Roman" panose="02020603050405020304" pitchFamily="18" charset="0"/>
              </a:rPr>
              <a:t> n</a:t>
            </a:r>
            <a:r>
              <a:rPr lang="en-US" altLang="zh-CN" sz="2000" i="1" baseline="-30000">
                <a:solidFill>
                  <a:prstClr val="black"/>
                </a:solidFill>
                <a:ea typeface="楷体" panose="02010609060101010101" pitchFamily="49" charset="-122"/>
                <a:cs typeface="Times New Roman" panose="02020603050405020304" pitchFamily="18" charset="0"/>
              </a:rPr>
              <a:t>x </a:t>
            </a:r>
            <a:r>
              <a:rPr lang="en-US" altLang="zh-CN" sz="2000">
                <a:solidFill>
                  <a:prstClr val="black"/>
                </a:solidFill>
                <a:ea typeface="楷体" panose="02010609060101010101" pitchFamily="49" charset="-122"/>
                <a:cs typeface="Times New Roman" panose="02020603050405020304" pitchFamily="18" charset="0"/>
              </a:rPr>
              <a:t>&gt; </a:t>
            </a:r>
            <a:r>
              <a:rPr lang="en-US" altLang="zh-CN" sz="2000" i="1">
                <a:solidFill>
                  <a:prstClr val="black"/>
                </a:solidFill>
                <a:ea typeface="楷体" panose="02010609060101010101" pitchFamily="49" charset="-122"/>
                <a:cs typeface="Times New Roman" panose="02020603050405020304" pitchFamily="18" charset="0"/>
              </a:rPr>
              <a:t>n</a:t>
            </a:r>
            <a:r>
              <a:rPr lang="en-US" altLang="zh-CN" sz="2000" i="1" baseline="-30000">
                <a:solidFill>
                  <a:prstClr val="black"/>
                </a:solidFill>
                <a:ea typeface="楷体" panose="02010609060101010101" pitchFamily="49" charset="-122"/>
                <a:cs typeface="Times New Roman" panose="02020603050405020304" pitchFamily="18" charset="0"/>
              </a:rPr>
              <a:t>y</a:t>
            </a:r>
            <a:r>
              <a:rPr lang="zh-CN" altLang="en-US" sz="2000">
                <a:solidFill>
                  <a:prstClr val="black"/>
                </a:solidFill>
                <a:ea typeface="楷体" panose="02010609060101010101" pitchFamily="49" charset="-122"/>
                <a:cs typeface="Times New Roman" panose="02020603050405020304" pitchFamily="18" charset="0"/>
              </a:rPr>
              <a:t>的情况 </a:t>
            </a:r>
            <a:r>
              <a:rPr lang="en-US" altLang="zh-CN" sz="2000">
                <a:solidFill>
                  <a:prstClr val="black"/>
                </a:solidFill>
                <a:ea typeface="楷体" panose="02010609060101010101" pitchFamily="49" charset="-122"/>
                <a:cs typeface="Times New Roman" panose="02020603050405020304" pitchFamily="18" charset="0"/>
              </a:rPr>
              <a:t>(</a:t>
            </a:r>
            <a:r>
              <a:rPr lang="zh-CN" altLang="en-US" sz="2000">
                <a:solidFill>
                  <a:prstClr val="black"/>
                </a:solidFill>
                <a:ea typeface="楷体" panose="02010609060101010101" pitchFamily="49" charset="-122"/>
                <a:cs typeface="Times New Roman" panose="02020603050405020304" pitchFamily="18" charset="0"/>
              </a:rPr>
              <a:t>例： </a:t>
            </a:r>
            <a:r>
              <a:rPr lang="en-US" altLang="zh-CN" sz="2000" i="1">
                <a:solidFill>
                  <a:prstClr val="black"/>
                </a:solidFill>
                <a:ea typeface="楷体" panose="02010609060101010101" pitchFamily="49" charset="-122"/>
                <a:cs typeface="Times New Roman" panose="02020603050405020304" pitchFamily="18" charset="0"/>
              </a:rPr>
              <a:t>p</a:t>
            </a:r>
            <a:r>
              <a:rPr lang="en-US" altLang="zh-CN" sz="2000">
                <a:solidFill>
                  <a:prstClr val="black"/>
                </a:solidFill>
                <a:ea typeface="楷体" panose="02010609060101010101" pitchFamily="49" charset="-122"/>
                <a:cs typeface="Times New Roman" panose="02020603050405020304" pitchFamily="18" charset="0"/>
              </a:rPr>
              <a:t>→</a:t>
            </a:r>
            <a:r>
              <a:rPr lang="en-US" altLang="zh-CN" sz="2000" i="1">
                <a:solidFill>
                  <a:prstClr val="black"/>
                </a:solidFill>
                <a:ea typeface="楷体" panose="02010609060101010101" pitchFamily="49" charset="-122"/>
                <a:cs typeface="Times New Roman" panose="02020603050405020304" pitchFamily="18" charset="0"/>
              </a:rPr>
              <a:t>e</a:t>
            </a:r>
            <a:r>
              <a:rPr lang="en-US" altLang="zh-CN" sz="2000">
                <a:solidFill>
                  <a:prstClr val="black"/>
                </a:solidFill>
                <a:ea typeface="楷体" panose="02010609060101010101" pitchFamily="49" charset="-122"/>
                <a:cs typeface="Times New Roman" panose="02020603050405020304" pitchFamily="18" charset="0"/>
              </a:rPr>
              <a:t>)</a:t>
            </a:r>
          </a:p>
        </p:txBody>
      </p:sp>
      <p:sp>
        <p:nvSpPr>
          <p:cNvPr id="132" name="矩形 131"/>
          <p:cNvSpPr/>
          <p:nvPr/>
        </p:nvSpPr>
        <p:spPr>
          <a:xfrm>
            <a:off x="7451725" y="3586163"/>
            <a:ext cx="1357313" cy="928687"/>
          </a:xfrm>
          <a:prstGeom prst="rect">
            <a:avLst/>
          </a:prstGeom>
          <a:noFill/>
          <a:ln w="38100">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eaLnBrk="1" hangingPunct="1">
              <a:defRPr/>
            </a:pPr>
            <a:endParaRPr lang="zh-CN" altLang="en-US" sz="1100">
              <a:solidFill>
                <a:prstClr val="white"/>
              </a:solidFill>
            </a:endParaRPr>
          </a:p>
        </p:txBody>
      </p:sp>
      <p:sp>
        <p:nvSpPr>
          <p:cNvPr id="133" name="矩形 132"/>
          <p:cNvSpPr/>
          <p:nvPr/>
        </p:nvSpPr>
        <p:spPr>
          <a:xfrm>
            <a:off x="792163" y="3717925"/>
            <a:ext cx="971550" cy="647700"/>
          </a:xfrm>
          <a:prstGeom prst="rect">
            <a:avLst/>
          </a:prstGeom>
          <a:noFill/>
          <a:ln w="38100">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eaLnBrk="1" hangingPunct="1">
              <a:defRPr/>
            </a:pPr>
            <a:endParaRPr lang="zh-CN" altLang="en-US" sz="1100">
              <a:solidFill>
                <a:prstClr val="white"/>
              </a:solidFill>
            </a:endParaRPr>
          </a:p>
        </p:txBody>
      </p:sp>
      <p:sp>
        <p:nvSpPr>
          <p:cNvPr id="134" name="矩形 133"/>
          <p:cNvSpPr/>
          <p:nvPr/>
        </p:nvSpPr>
        <p:spPr>
          <a:xfrm>
            <a:off x="7019925" y="2003425"/>
            <a:ext cx="1660525" cy="1143000"/>
          </a:xfrm>
          <a:prstGeom prst="rect">
            <a:avLst/>
          </a:prstGeom>
          <a:noFill/>
          <a:ln w="38100">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eaLnBrk="1" hangingPunct="1">
              <a:defRPr/>
            </a:pPr>
            <a:endParaRPr lang="zh-CN" altLang="en-US" sz="1100">
              <a:solidFill>
                <a:prstClr val="white"/>
              </a:solidFill>
            </a:endParaRPr>
          </a:p>
        </p:txBody>
      </p:sp>
      <p:sp>
        <p:nvSpPr>
          <p:cNvPr id="136" name="矩形 135"/>
          <p:cNvSpPr/>
          <p:nvPr/>
        </p:nvSpPr>
        <p:spPr>
          <a:xfrm>
            <a:off x="792163" y="3076575"/>
            <a:ext cx="971550" cy="647700"/>
          </a:xfrm>
          <a:prstGeom prst="rect">
            <a:avLst/>
          </a:prstGeom>
          <a:noFill/>
          <a:ln w="38100">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eaLnBrk="1" hangingPunct="1">
              <a:defRPr/>
            </a:pPr>
            <a:endParaRPr lang="zh-CN" altLang="en-US" sz="1100">
              <a:solidFill>
                <a:prstClr val="white"/>
              </a:solidFill>
            </a:endParaRPr>
          </a:p>
        </p:txBody>
      </p:sp>
      <p:sp>
        <p:nvSpPr>
          <p:cNvPr id="137" name="矩形 136"/>
          <p:cNvSpPr/>
          <p:nvPr/>
        </p:nvSpPr>
        <p:spPr>
          <a:xfrm>
            <a:off x="792163" y="1851025"/>
            <a:ext cx="971550" cy="647700"/>
          </a:xfrm>
          <a:prstGeom prst="rect">
            <a:avLst/>
          </a:prstGeom>
          <a:noFill/>
          <a:ln w="38100">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eaLnBrk="1" hangingPunct="1">
              <a:defRPr/>
            </a:pPr>
            <a:endParaRPr lang="zh-CN" altLang="en-US" sz="1100">
              <a:solidFill>
                <a:prstClr val="white"/>
              </a:solidFill>
            </a:endParaRPr>
          </a:p>
        </p:txBody>
      </p:sp>
      <p:sp>
        <p:nvSpPr>
          <p:cNvPr id="138" name="矩形 137"/>
          <p:cNvSpPr/>
          <p:nvPr/>
        </p:nvSpPr>
        <p:spPr>
          <a:xfrm>
            <a:off x="4464050" y="1000125"/>
            <a:ext cx="2043113" cy="1787525"/>
          </a:xfrm>
          <a:prstGeom prst="rect">
            <a:avLst/>
          </a:prstGeom>
          <a:noFill/>
          <a:ln w="38100">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eaLnBrk="1" hangingPunct="1">
              <a:defRPr/>
            </a:pPr>
            <a:endParaRPr lang="zh-CN" altLang="en-US" sz="1100">
              <a:solidFill>
                <a:prstClr val="white"/>
              </a:solidFill>
            </a:endParaRPr>
          </a:p>
        </p:txBody>
      </p:sp>
      <p:grpSp>
        <p:nvGrpSpPr>
          <p:cNvPr id="141331" name="组合 134"/>
          <p:cNvGrpSpPr>
            <a:grpSpLocks/>
          </p:cNvGrpSpPr>
          <p:nvPr/>
        </p:nvGrpSpPr>
        <p:grpSpPr bwMode="auto">
          <a:xfrm>
            <a:off x="4465638" y="-15875"/>
            <a:ext cx="4714875" cy="4548188"/>
            <a:chOff x="4465638" y="-15875"/>
            <a:chExt cx="4714874" cy="4548188"/>
          </a:xfrm>
        </p:grpSpPr>
        <p:sp>
          <p:nvSpPr>
            <p:cNvPr id="141332" name="Rectangle 54"/>
            <p:cNvSpPr>
              <a:spLocks noChangeArrowheads="1"/>
            </p:cNvSpPr>
            <p:nvPr/>
          </p:nvSpPr>
          <p:spPr bwMode="auto">
            <a:xfrm>
              <a:off x="7108911" y="2277971"/>
              <a:ext cx="2035089" cy="3618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k             </a:t>
              </a:r>
              <a:r>
                <a:rPr lang="en-US" altLang="zh-CN" sz="1800">
                  <a:solidFill>
                    <a:srgbClr val="000000"/>
                  </a:solidFill>
                  <a:ea typeface="宋体" panose="02010600030101010101" pitchFamily="2" charset="-122"/>
                  <a:cs typeface="Times New Roman" panose="02020603050405020304" pitchFamily="18" charset="0"/>
                </a:rPr>
                <a:t>int  0</a:t>
              </a:r>
            </a:p>
          </p:txBody>
        </p:sp>
        <p:sp>
          <p:nvSpPr>
            <p:cNvPr id="141333" name="Rectangle 55"/>
            <p:cNvSpPr>
              <a:spLocks noChangeArrowheads="1"/>
            </p:cNvSpPr>
            <p:nvPr/>
          </p:nvSpPr>
          <p:spPr bwMode="auto">
            <a:xfrm>
              <a:off x="7108910" y="2562088"/>
              <a:ext cx="2035089" cy="390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v             </a:t>
              </a:r>
              <a:r>
                <a:rPr lang="en-US" altLang="zh-CN" sz="1800">
                  <a:solidFill>
                    <a:srgbClr val="000000"/>
                  </a:solidFill>
                  <a:ea typeface="宋体" panose="02010600030101010101" pitchFamily="2" charset="-122"/>
                  <a:cs typeface="Times New Roman" panose="02020603050405020304" pitchFamily="18" charset="0"/>
                </a:rPr>
                <a:t>int  4</a:t>
              </a:r>
            </a:p>
          </p:txBody>
        </p:sp>
        <p:sp>
          <p:nvSpPr>
            <p:cNvPr id="141334" name="Rectangle 68"/>
            <p:cNvSpPr>
              <a:spLocks noChangeArrowheads="1"/>
            </p:cNvSpPr>
            <p:nvPr/>
          </p:nvSpPr>
          <p:spPr bwMode="auto">
            <a:xfrm>
              <a:off x="7559744" y="4168833"/>
              <a:ext cx="1620768" cy="363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j      </a:t>
              </a:r>
              <a:r>
                <a:rPr lang="en-US" altLang="zh-CN" sz="1800">
                  <a:solidFill>
                    <a:srgbClr val="000000"/>
                  </a:solidFill>
                  <a:ea typeface="宋体" panose="02010600030101010101" pitchFamily="2" charset="-122"/>
                  <a:cs typeface="Times New Roman" panose="02020603050405020304" pitchFamily="18" charset="0"/>
                </a:rPr>
                <a:t>int      4</a:t>
              </a:r>
            </a:p>
          </p:txBody>
        </p:sp>
        <p:sp>
          <p:nvSpPr>
            <p:cNvPr id="141335" name="Rectangle 67"/>
            <p:cNvSpPr>
              <a:spLocks noChangeArrowheads="1"/>
            </p:cNvSpPr>
            <p:nvPr/>
          </p:nvSpPr>
          <p:spPr bwMode="auto">
            <a:xfrm>
              <a:off x="7559744" y="3859319"/>
              <a:ext cx="1458850" cy="3634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i      </a:t>
              </a:r>
              <a:r>
                <a:rPr lang="en-US" altLang="zh-CN" sz="1800">
                  <a:solidFill>
                    <a:srgbClr val="000000"/>
                  </a:solidFill>
                  <a:ea typeface="宋体" panose="02010600030101010101" pitchFamily="2" charset="-122"/>
                  <a:cs typeface="Times New Roman" panose="02020603050405020304" pitchFamily="18" charset="0"/>
                </a:rPr>
                <a:t>int      0</a:t>
              </a:r>
            </a:p>
          </p:txBody>
        </p:sp>
        <p:sp>
          <p:nvSpPr>
            <p:cNvPr id="141336" name="Line 2"/>
            <p:cNvSpPr>
              <a:spLocks noChangeShapeType="1"/>
            </p:cNvSpPr>
            <p:nvPr/>
          </p:nvSpPr>
          <p:spPr bwMode="auto">
            <a:xfrm>
              <a:off x="4489326" y="1027296"/>
              <a:ext cx="1587" cy="178565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41337" name="Line 3"/>
            <p:cNvSpPr>
              <a:spLocks noChangeShapeType="1"/>
            </p:cNvSpPr>
            <p:nvPr/>
          </p:nvSpPr>
          <p:spPr bwMode="auto">
            <a:xfrm>
              <a:off x="6140057" y="1027296"/>
              <a:ext cx="0" cy="17602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41338" name="Line 4"/>
            <p:cNvSpPr>
              <a:spLocks noChangeShapeType="1"/>
            </p:cNvSpPr>
            <p:nvPr/>
          </p:nvSpPr>
          <p:spPr bwMode="auto">
            <a:xfrm flipV="1">
              <a:off x="4490913" y="2784951"/>
              <a:ext cx="198642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41339" name="Line 5"/>
            <p:cNvSpPr>
              <a:spLocks noChangeShapeType="1"/>
            </p:cNvSpPr>
            <p:nvPr/>
          </p:nvSpPr>
          <p:spPr bwMode="auto">
            <a:xfrm>
              <a:off x="4490913" y="2489723"/>
              <a:ext cx="19737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41340" name="Line 6"/>
            <p:cNvSpPr>
              <a:spLocks noChangeShapeType="1"/>
            </p:cNvSpPr>
            <p:nvPr/>
          </p:nvSpPr>
          <p:spPr bwMode="auto">
            <a:xfrm flipV="1">
              <a:off x="4478213" y="2200273"/>
              <a:ext cx="19864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41341" name="Line 7"/>
            <p:cNvSpPr>
              <a:spLocks noChangeShapeType="1"/>
            </p:cNvSpPr>
            <p:nvPr/>
          </p:nvSpPr>
          <p:spPr bwMode="auto">
            <a:xfrm flipV="1">
              <a:off x="4503612" y="1924093"/>
              <a:ext cx="1977941" cy="158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41342" name="Line 8"/>
            <p:cNvSpPr>
              <a:spLocks noChangeShapeType="1"/>
            </p:cNvSpPr>
            <p:nvPr/>
          </p:nvSpPr>
          <p:spPr bwMode="auto">
            <a:xfrm>
              <a:off x="4502025" y="1633625"/>
              <a:ext cx="2020800" cy="158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41343" name="Line 9"/>
            <p:cNvSpPr>
              <a:spLocks noChangeShapeType="1"/>
            </p:cNvSpPr>
            <p:nvPr/>
          </p:nvSpPr>
          <p:spPr bwMode="auto">
            <a:xfrm flipV="1">
              <a:off x="4490913" y="1338397"/>
              <a:ext cx="200916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41344" name="Rectangle 10"/>
            <p:cNvSpPr>
              <a:spLocks noChangeArrowheads="1"/>
            </p:cNvSpPr>
            <p:nvPr/>
          </p:nvSpPr>
          <p:spPr bwMode="auto">
            <a:xfrm>
              <a:off x="4916344" y="976504"/>
              <a:ext cx="1738457" cy="3618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header          </a:t>
              </a:r>
              <a:r>
                <a:rPr lang="en-US" altLang="zh-CN" sz="1800">
                  <a:solidFill>
                    <a:srgbClr val="000000"/>
                  </a:solidFill>
                  <a:ea typeface="宋体" panose="02010600030101010101" pitchFamily="2" charset="-122"/>
                  <a:cs typeface="Times New Roman" panose="02020603050405020304" pitchFamily="18" charset="0"/>
                </a:rPr>
                <a:t>48</a:t>
              </a:r>
            </a:p>
          </p:txBody>
        </p:sp>
        <p:sp>
          <p:nvSpPr>
            <p:cNvPr id="141345" name="Rectangle 11"/>
            <p:cNvSpPr>
              <a:spLocks noChangeArrowheads="1"/>
            </p:cNvSpPr>
            <p:nvPr/>
          </p:nvSpPr>
          <p:spPr bwMode="auto">
            <a:xfrm>
              <a:off x="4860213" y="703497"/>
              <a:ext cx="1168351" cy="3634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2100" i="1">
                  <a:solidFill>
                    <a:srgbClr val="000000"/>
                  </a:solidFill>
                  <a:ea typeface="宋体" panose="02010600030101010101" pitchFamily="2" charset="-122"/>
                  <a:cs typeface="Times New Roman" panose="02020603050405020304" pitchFamily="18" charset="0"/>
                </a:rPr>
                <a:t>sort</a:t>
              </a:r>
            </a:p>
          </p:txBody>
        </p:sp>
        <p:sp>
          <p:nvSpPr>
            <p:cNvPr id="141346" name="Line 12"/>
            <p:cNvSpPr>
              <a:spLocks noChangeShapeType="1"/>
            </p:cNvSpPr>
            <p:nvPr/>
          </p:nvSpPr>
          <p:spPr bwMode="auto">
            <a:xfrm flipV="1">
              <a:off x="4502024" y="1025709"/>
              <a:ext cx="2020801" cy="15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41347" name="Line 13"/>
            <p:cNvSpPr>
              <a:spLocks noChangeShapeType="1"/>
            </p:cNvSpPr>
            <p:nvPr/>
          </p:nvSpPr>
          <p:spPr bwMode="auto">
            <a:xfrm>
              <a:off x="4867135" y="1041582"/>
              <a:ext cx="0" cy="28411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41348" name="Line 14"/>
            <p:cNvSpPr>
              <a:spLocks noChangeShapeType="1"/>
            </p:cNvSpPr>
            <p:nvPr/>
          </p:nvSpPr>
          <p:spPr bwMode="auto">
            <a:xfrm>
              <a:off x="5564018" y="1314266"/>
              <a:ext cx="0" cy="14634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41349" name="Rectangle 15"/>
            <p:cNvSpPr>
              <a:spLocks noChangeArrowheads="1"/>
            </p:cNvSpPr>
            <p:nvPr/>
          </p:nvSpPr>
          <p:spPr bwMode="auto">
            <a:xfrm>
              <a:off x="7092367" y="-15875"/>
              <a:ext cx="1428690" cy="428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2100" i="1">
                  <a:solidFill>
                    <a:srgbClr val="000000"/>
                  </a:solidFill>
                  <a:ea typeface="宋体" panose="02010600030101010101" pitchFamily="2" charset="-122"/>
                  <a:cs typeface="Times New Roman" panose="02020603050405020304" pitchFamily="18" charset="0"/>
                </a:rPr>
                <a:t>readarrary</a:t>
              </a:r>
            </a:p>
          </p:txBody>
        </p:sp>
        <p:sp>
          <p:nvSpPr>
            <p:cNvPr id="141350" name="Rectangle 25"/>
            <p:cNvSpPr>
              <a:spLocks noChangeArrowheads="1"/>
            </p:cNvSpPr>
            <p:nvPr/>
          </p:nvSpPr>
          <p:spPr bwMode="auto">
            <a:xfrm>
              <a:off x="4484563" y="1282844"/>
              <a:ext cx="2038263" cy="3618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a                </a:t>
              </a:r>
              <a:r>
                <a:rPr lang="en-US" altLang="zh-CN" sz="1800">
                  <a:solidFill>
                    <a:srgbClr val="000000"/>
                  </a:solidFill>
                  <a:ea typeface="宋体" panose="02010600030101010101" pitchFamily="2" charset="-122"/>
                  <a:cs typeface="Times New Roman" panose="02020603050405020304" pitchFamily="18" charset="0"/>
                </a:rPr>
                <a:t>array  0</a:t>
              </a:r>
            </a:p>
          </p:txBody>
        </p:sp>
        <p:sp>
          <p:nvSpPr>
            <p:cNvPr id="141351" name="Rectangle 26"/>
            <p:cNvSpPr>
              <a:spLocks noChangeArrowheads="1"/>
            </p:cNvSpPr>
            <p:nvPr/>
          </p:nvSpPr>
          <p:spPr bwMode="auto">
            <a:xfrm>
              <a:off x="4501480" y="1585513"/>
              <a:ext cx="2070606" cy="363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x                 </a:t>
              </a:r>
              <a:r>
                <a:rPr lang="en-US" altLang="zh-CN" sz="1800">
                  <a:solidFill>
                    <a:srgbClr val="000000"/>
                  </a:solidFill>
                  <a:ea typeface="宋体" panose="02010600030101010101" pitchFamily="2" charset="-122"/>
                  <a:cs typeface="Times New Roman" panose="02020603050405020304" pitchFamily="18" charset="0"/>
                </a:rPr>
                <a:t>int     44</a:t>
              </a:r>
            </a:p>
          </p:txBody>
        </p:sp>
        <p:sp>
          <p:nvSpPr>
            <p:cNvPr id="141352" name="Rectangle 28"/>
            <p:cNvSpPr>
              <a:spLocks noChangeArrowheads="1"/>
            </p:cNvSpPr>
            <p:nvPr/>
          </p:nvSpPr>
          <p:spPr bwMode="auto">
            <a:xfrm>
              <a:off x="4465638" y="1835206"/>
              <a:ext cx="1314394" cy="3618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readarray</a:t>
              </a:r>
            </a:p>
          </p:txBody>
        </p:sp>
        <p:sp>
          <p:nvSpPr>
            <p:cNvPr id="141353" name="Rectangle 31"/>
            <p:cNvSpPr>
              <a:spLocks noChangeArrowheads="1"/>
            </p:cNvSpPr>
            <p:nvPr/>
          </p:nvSpPr>
          <p:spPr bwMode="auto">
            <a:xfrm>
              <a:off x="7169582" y="970179"/>
              <a:ext cx="1271534" cy="403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2100" i="1">
                  <a:solidFill>
                    <a:srgbClr val="000000"/>
                  </a:solidFill>
                  <a:ea typeface="宋体" panose="02010600030101010101" pitchFamily="2" charset="-122"/>
                  <a:cs typeface="Times New Roman" panose="02020603050405020304" pitchFamily="18" charset="0"/>
                </a:rPr>
                <a:t>exchange</a:t>
              </a:r>
            </a:p>
          </p:txBody>
        </p:sp>
        <p:sp>
          <p:nvSpPr>
            <p:cNvPr id="141354" name="Line 32"/>
            <p:cNvSpPr>
              <a:spLocks noChangeShapeType="1"/>
            </p:cNvSpPr>
            <p:nvPr/>
          </p:nvSpPr>
          <p:spPr bwMode="auto">
            <a:xfrm>
              <a:off x="7090260" y="1375449"/>
              <a:ext cx="0" cy="29205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41355" name="Line 33"/>
            <p:cNvSpPr>
              <a:spLocks noChangeShapeType="1"/>
            </p:cNvSpPr>
            <p:nvPr/>
          </p:nvSpPr>
          <p:spPr bwMode="auto">
            <a:xfrm>
              <a:off x="8321661" y="1375449"/>
              <a:ext cx="0" cy="32221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41356" name="Line 34"/>
            <p:cNvSpPr>
              <a:spLocks noChangeShapeType="1"/>
            </p:cNvSpPr>
            <p:nvPr/>
          </p:nvSpPr>
          <p:spPr bwMode="auto">
            <a:xfrm>
              <a:off x="7091847" y="1684961"/>
              <a:ext cx="11953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41357" name="Rectangle 35"/>
            <p:cNvSpPr>
              <a:spLocks noChangeArrowheads="1"/>
            </p:cNvSpPr>
            <p:nvPr/>
          </p:nvSpPr>
          <p:spPr bwMode="auto">
            <a:xfrm>
              <a:off x="7313591" y="1323070"/>
              <a:ext cx="1078362" cy="3634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header  </a:t>
              </a:r>
              <a:r>
                <a:rPr lang="en-US" altLang="zh-CN" sz="2100">
                  <a:solidFill>
                    <a:srgbClr val="000000"/>
                  </a:solidFill>
                  <a:ea typeface="宋体" panose="02010600030101010101" pitchFamily="2" charset="-122"/>
                  <a:cs typeface="Times New Roman" panose="02020603050405020304" pitchFamily="18" charset="0"/>
                </a:rPr>
                <a:t>0</a:t>
              </a:r>
            </a:p>
          </p:txBody>
        </p:sp>
        <p:sp>
          <p:nvSpPr>
            <p:cNvPr id="141358" name="Line 36"/>
            <p:cNvSpPr>
              <a:spLocks noChangeShapeType="1"/>
            </p:cNvSpPr>
            <p:nvPr/>
          </p:nvSpPr>
          <p:spPr bwMode="auto">
            <a:xfrm flipV="1">
              <a:off x="7104547" y="1373861"/>
              <a:ext cx="1217114" cy="158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41359" name="Line 37"/>
            <p:cNvSpPr>
              <a:spLocks noChangeShapeType="1"/>
            </p:cNvSpPr>
            <p:nvPr/>
          </p:nvSpPr>
          <p:spPr bwMode="auto">
            <a:xfrm>
              <a:off x="7313591" y="1389734"/>
              <a:ext cx="0" cy="28411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41360" name="Rectangle 39"/>
            <p:cNvSpPr>
              <a:spLocks noChangeArrowheads="1"/>
            </p:cNvSpPr>
            <p:nvPr/>
          </p:nvSpPr>
          <p:spPr bwMode="auto">
            <a:xfrm>
              <a:off x="4465638" y="2132022"/>
              <a:ext cx="1260422" cy="3634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exchange</a:t>
              </a:r>
            </a:p>
          </p:txBody>
        </p:sp>
        <p:sp>
          <p:nvSpPr>
            <p:cNvPr id="141361" name="Line 42"/>
            <p:cNvSpPr>
              <a:spLocks noChangeShapeType="1"/>
            </p:cNvSpPr>
            <p:nvPr/>
          </p:nvSpPr>
          <p:spPr bwMode="auto">
            <a:xfrm>
              <a:off x="7058113" y="1997027"/>
              <a:ext cx="1587" cy="117932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41362" name="Line 43"/>
            <p:cNvSpPr>
              <a:spLocks noChangeShapeType="1"/>
            </p:cNvSpPr>
            <p:nvPr/>
          </p:nvSpPr>
          <p:spPr bwMode="auto">
            <a:xfrm flipH="1">
              <a:off x="8694756" y="1995440"/>
              <a:ext cx="4763" cy="119678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41363" name="Line 44"/>
            <p:cNvSpPr>
              <a:spLocks noChangeShapeType="1"/>
            </p:cNvSpPr>
            <p:nvPr/>
          </p:nvSpPr>
          <p:spPr bwMode="auto">
            <a:xfrm flipV="1">
              <a:off x="7047001" y="3177941"/>
              <a:ext cx="1639819" cy="15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41364" name="Line 45"/>
            <p:cNvSpPr>
              <a:spLocks noChangeShapeType="1"/>
            </p:cNvSpPr>
            <p:nvPr/>
          </p:nvSpPr>
          <p:spPr bwMode="auto">
            <a:xfrm flipV="1">
              <a:off x="7070813" y="2895410"/>
              <a:ext cx="1642992" cy="15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41365" name="Line 46"/>
            <p:cNvSpPr>
              <a:spLocks noChangeShapeType="1"/>
            </p:cNvSpPr>
            <p:nvPr/>
          </p:nvSpPr>
          <p:spPr bwMode="auto">
            <a:xfrm flipV="1">
              <a:off x="7070813" y="2601770"/>
              <a:ext cx="1639818" cy="15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41366" name="Line 47"/>
            <p:cNvSpPr>
              <a:spLocks noChangeShapeType="1"/>
            </p:cNvSpPr>
            <p:nvPr/>
          </p:nvSpPr>
          <p:spPr bwMode="auto">
            <a:xfrm flipV="1">
              <a:off x="7059700" y="2306541"/>
              <a:ext cx="163981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41367" name="Rectangle 48"/>
            <p:cNvSpPr>
              <a:spLocks noChangeArrowheads="1"/>
            </p:cNvSpPr>
            <p:nvPr/>
          </p:nvSpPr>
          <p:spPr bwMode="auto">
            <a:xfrm>
              <a:off x="7550217" y="1944649"/>
              <a:ext cx="1304001" cy="3618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header  </a:t>
              </a:r>
              <a:r>
                <a:rPr lang="en-US" altLang="zh-CN" sz="2100">
                  <a:solidFill>
                    <a:srgbClr val="000000"/>
                  </a:solidFill>
                  <a:ea typeface="宋体" panose="02010600030101010101" pitchFamily="2" charset="-122"/>
                  <a:cs typeface="Times New Roman" panose="02020603050405020304" pitchFamily="18" charset="0"/>
                </a:rPr>
                <a:t>8</a:t>
              </a:r>
            </a:p>
          </p:txBody>
        </p:sp>
        <p:sp>
          <p:nvSpPr>
            <p:cNvPr id="141368" name="Rectangle 49"/>
            <p:cNvSpPr>
              <a:spLocks noChangeArrowheads="1"/>
            </p:cNvSpPr>
            <p:nvPr/>
          </p:nvSpPr>
          <p:spPr bwMode="auto">
            <a:xfrm>
              <a:off x="7270109" y="1658944"/>
              <a:ext cx="1350906" cy="387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2100" i="1">
                  <a:solidFill>
                    <a:srgbClr val="000000"/>
                  </a:solidFill>
                  <a:ea typeface="宋体" panose="02010600030101010101" pitchFamily="2" charset="-122"/>
                  <a:cs typeface="Times New Roman" panose="02020603050405020304" pitchFamily="18" charset="0"/>
                </a:rPr>
                <a:t>quicksort</a:t>
              </a:r>
            </a:p>
          </p:txBody>
        </p:sp>
        <p:sp>
          <p:nvSpPr>
            <p:cNvPr id="141369" name="Line 50"/>
            <p:cNvSpPr>
              <a:spLocks noChangeShapeType="1"/>
            </p:cNvSpPr>
            <p:nvPr/>
          </p:nvSpPr>
          <p:spPr bwMode="auto">
            <a:xfrm flipV="1">
              <a:off x="7070813" y="1995440"/>
              <a:ext cx="1639818" cy="15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41370" name="Line 51"/>
            <p:cNvSpPr>
              <a:spLocks noChangeShapeType="1"/>
            </p:cNvSpPr>
            <p:nvPr/>
          </p:nvSpPr>
          <p:spPr bwMode="auto">
            <a:xfrm>
              <a:off x="7435922" y="2011313"/>
              <a:ext cx="1587" cy="28253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41371" name="Line 52"/>
            <p:cNvSpPr>
              <a:spLocks noChangeShapeType="1"/>
            </p:cNvSpPr>
            <p:nvPr/>
          </p:nvSpPr>
          <p:spPr bwMode="auto">
            <a:xfrm>
              <a:off x="7990159" y="2330350"/>
              <a:ext cx="0" cy="86028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41372" name="Line 56"/>
            <p:cNvSpPr>
              <a:spLocks noChangeShapeType="1"/>
            </p:cNvSpPr>
            <p:nvPr/>
          </p:nvSpPr>
          <p:spPr bwMode="auto">
            <a:xfrm flipH="1">
              <a:off x="7507358" y="3589487"/>
              <a:ext cx="0" cy="90314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41373" name="Line 57"/>
            <p:cNvSpPr>
              <a:spLocks noChangeShapeType="1"/>
            </p:cNvSpPr>
            <p:nvPr/>
          </p:nvSpPr>
          <p:spPr bwMode="auto">
            <a:xfrm flipH="1">
              <a:off x="8802827" y="3589487"/>
              <a:ext cx="0" cy="90314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41374" name="Line 58"/>
            <p:cNvSpPr>
              <a:spLocks noChangeShapeType="1"/>
            </p:cNvSpPr>
            <p:nvPr/>
          </p:nvSpPr>
          <p:spPr bwMode="auto">
            <a:xfrm>
              <a:off x="7532757" y="4489458"/>
              <a:ext cx="127800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41375" name="Line 59"/>
            <p:cNvSpPr>
              <a:spLocks noChangeShapeType="1"/>
            </p:cNvSpPr>
            <p:nvPr/>
          </p:nvSpPr>
          <p:spPr bwMode="auto">
            <a:xfrm flipV="1">
              <a:off x="7531171" y="4175605"/>
              <a:ext cx="12795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41376" name="Line 60"/>
            <p:cNvSpPr>
              <a:spLocks noChangeShapeType="1"/>
            </p:cNvSpPr>
            <p:nvPr/>
          </p:nvSpPr>
          <p:spPr bwMode="auto">
            <a:xfrm flipV="1">
              <a:off x="7520058" y="3883550"/>
              <a:ext cx="129070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41377" name="Rectangle 61"/>
            <p:cNvSpPr>
              <a:spLocks noChangeArrowheads="1"/>
            </p:cNvSpPr>
            <p:nvPr/>
          </p:nvSpPr>
          <p:spPr bwMode="auto">
            <a:xfrm>
              <a:off x="7794758" y="3537108"/>
              <a:ext cx="1188914" cy="3618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header  </a:t>
              </a:r>
              <a:r>
                <a:rPr lang="en-US" altLang="zh-CN" sz="2100">
                  <a:solidFill>
                    <a:srgbClr val="000000"/>
                  </a:solidFill>
                  <a:ea typeface="宋体" panose="02010600030101010101" pitchFamily="2" charset="-122"/>
                  <a:cs typeface="Times New Roman" panose="02020603050405020304" pitchFamily="18" charset="0"/>
                </a:rPr>
                <a:t>8</a:t>
              </a:r>
            </a:p>
          </p:txBody>
        </p:sp>
        <p:sp>
          <p:nvSpPr>
            <p:cNvPr id="141378" name="Rectangle 62"/>
            <p:cNvSpPr>
              <a:spLocks noChangeArrowheads="1"/>
            </p:cNvSpPr>
            <p:nvPr/>
          </p:nvSpPr>
          <p:spPr bwMode="auto">
            <a:xfrm>
              <a:off x="7680290" y="3252197"/>
              <a:ext cx="1350906" cy="387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2100" i="1">
                  <a:solidFill>
                    <a:srgbClr val="000000"/>
                  </a:solidFill>
                  <a:ea typeface="宋体" panose="02010600030101010101" pitchFamily="2" charset="-122"/>
                  <a:cs typeface="Times New Roman" panose="02020603050405020304" pitchFamily="18" charset="0"/>
                </a:rPr>
                <a:t>partition</a:t>
              </a:r>
            </a:p>
          </p:txBody>
        </p:sp>
        <p:sp>
          <p:nvSpPr>
            <p:cNvPr id="141379" name="Line 63"/>
            <p:cNvSpPr>
              <a:spLocks noChangeShapeType="1"/>
            </p:cNvSpPr>
            <p:nvPr/>
          </p:nvSpPr>
          <p:spPr bwMode="auto">
            <a:xfrm>
              <a:off x="7531170" y="3591074"/>
              <a:ext cx="1269945" cy="1587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41380" name="Line 64"/>
            <p:cNvSpPr>
              <a:spLocks noChangeShapeType="1"/>
            </p:cNvSpPr>
            <p:nvPr/>
          </p:nvSpPr>
          <p:spPr bwMode="auto">
            <a:xfrm>
              <a:off x="7794758" y="3603773"/>
              <a:ext cx="1587" cy="28253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41381" name="Line 65"/>
            <p:cNvSpPr>
              <a:spLocks noChangeShapeType="1"/>
            </p:cNvSpPr>
            <p:nvPr/>
          </p:nvSpPr>
          <p:spPr bwMode="auto">
            <a:xfrm flipH="1">
              <a:off x="7801108" y="3902175"/>
              <a:ext cx="0" cy="57775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41382" name="Rectangle 69"/>
            <p:cNvSpPr>
              <a:spLocks noChangeArrowheads="1"/>
            </p:cNvSpPr>
            <p:nvPr/>
          </p:nvSpPr>
          <p:spPr bwMode="auto">
            <a:xfrm>
              <a:off x="7054938" y="2817636"/>
              <a:ext cx="1166763" cy="417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partition</a:t>
              </a:r>
            </a:p>
          </p:txBody>
        </p:sp>
        <p:sp>
          <p:nvSpPr>
            <p:cNvPr id="141383" name="Rectangle 72"/>
            <p:cNvSpPr>
              <a:spLocks noChangeArrowheads="1"/>
            </p:cNvSpPr>
            <p:nvPr/>
          </p:nvSpPr>
          <p:spPr bwMode="auto">
            <a:xfrm>
              <a:off x="4465638" y="2417726"/>
              <a:ext cx="1242959" cy="388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quicksort</a:t>
              </a:r>
            </a:p>
          </p:txBody>
        </p:sp>
        <p:sp>
          <p:nvSpPr>
            <p:cNvPr id="191" name="Line 103"/>
            <p:cNvSpPr>
              <a:spLocks noChangeShapeType="1"/>
            </p:cNvSpPr>
            <p:nvPr/>
          </p:nvSpPr>
          <p:spPr bwMode="auto">
            <a:xfrm flipH="1" flipV="1">
              <a:off x="6365875" y="2092325"/>
              <a:ext cx="269875" cy="0"/>
            </a:xfrm>
            <a:prstGeom prst="line">
              <a:avLst/>
            </a:prstGeom>
            <a:noFill/>
            <a:ln w="25400">
              <a:solidFill>
                <a:schemeClr val="tx2">
                  <a:lumMod val="60000"/>
                  <a:lumOff val="40000"/>
                </a:schemeClr>
              </a:solidFill>
              <a:round/>
              <a:headEnd/>
              <a:tailEnd/>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141385" name="Line 17"/>
            <p:cNvSpPr>
              <a:spLocks noChangeShapeType="1"/>
            </p:cNvSpPr>
            <p:nvPr/>
          </p:nvSpPr>
          <p:spPr bwMode="auto">
            <a:xfrm>
              <a:off x="7094996" y="360303"/>
              <a:ext cx="0" cy="59204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41386" name="Line 18"/>
            <p:cNvSpPr>
              <a:spLocks noChangeShapeType="1"/>
            </p:cNvSpPr>
            <p:nvPr/>
          </p:nvSpPr>
          <p:spPr bwMode="auto">
            <a:xfrm>
              <a:off x="8386620" y="360303"/>
              <a:ext cx="1587" cy="62061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41387" name="Line 19"/>
            <p:cNvSpPr>
              <a:spLocks noChangeShapeType="1"/>
            </p:cNvSpPr>
            <p:nvPr/>
          </p:nvSpPr>
          <p:spPr bwMode="auto">
            <a:xfrm flipV="1">
              <a:off x="7107695" y="952347"/>
              <a:ext cx="122832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41388" name="Line 20"/>
            <p:cNvSpPr>
              <a:spLocks noChangeShapeType="1"/>
            </p:cNvSpPr>
            <p:nvPr/>
          </p:nvSpPr>
          <p:spPr bwMode="auto">
            <a:xfrm flipV="1">
              <a:off x="7096583" y="653945"/>
              <a:ext cx="128582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41389" name="Rectangle 21"/>
            <p:cNvSpPr>
              <a:spLocks noChangeArrowheads="1"/>
            </p:cNvSpPr>
            <p:nvPr/>
          </p:nvSpPr>
          <p:spPr bwMode="auto">
            <a:xfrm>
              <a:off x="7339460" y="287463"/>
              <a:ext cx="1119165" cy="363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header  </a:t>
              </a:r>
              <a:r>
                <a:rPr lang="en-US" altLang="zh-CN" sz="2100">
                  <a:solidFill>
                    <a:srgbClr val="000000"/>
                  </a:solidFill>
                  <a:ea typeface="宋体" panose="02010600030101010101" pitchFamily="2" charset="-122"/>
                  <a:cs typeface="Times New Roman" panose="02020603050405020304" pitchFamily="18" charset="0"/>
                </a:rPr>
                <a:t>4</a:t>
              </a:r>
              <a:r>
                <a:rPr lang="en-US" altLang="zh-CN" sz="2100" i="1">
                  <a:solidFill>
                    <a:srgbClr val="000000"/>
                  </a:solidFill>
                  <a:ea typeface="宋体" panose="02010600030101010101" pitchFamily="2" charset="-122"/>
                  <a:cs typeface="Times New Roman" panose="02020603050405020304" pitchFamily="18" charset="0"/>
                </a:rPr>
                <a:t> </a:t>
              </a:r>
            </a:p>
          </p:txBody>
        </p:sp>
        <p:sp>
          <p:nvSpPr>
            <p:cNvPr id="141390" name="Line 22"/>
            <p:cNvSpPr>
              <a:spLocks noChangeShapeType="1"/>
            </p:cNvSpPr>
            <p:nvPr/>
          </p:nvSpPr>
          <p:spPr bwMode="auto">
            <a:xfrm>
              <a:off x="7107696" y="360303"/>
              <a:ext cx="125407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41391" name="Line 23"/>
            <p:cNvSpPr>
              <a:spLocks noChangeShapeType="1"/>
            </p:cNvSpPr>
            <p:nvPr/>
          </p:nvSpPr>
          <p:spPr bwMode="auto">
            <a:xfrm>
              <a:off x="7378551" y="374588"/>
              <a:ext cx="0" cy="28411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41392" name="Rectangle 40"/>
            <p:cNvSpPr>
              <a:spLocks noChangeArrowheads="1"/>
            </p:cNvSpPr>
            <p:nvPr/>
          </p:nvSpPr>
          <p:spPr bwMode="auto">
            <a:xfrm>
              <a:off x="7126744" y="615850"/>
              <a:ext cx="1220390" cy="3618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i      </a:t>
              </a:r>
              <a:r>
                <a:rPr lang="en-US" altLang="zh-CN" sz="1800">
                  <a:solidFill>
                    <a:srgbClr val="000000"/>
                  </a:solidFill>
                  <a:ea typeface="宋体" panose="02010600030101010101" pitchFamily="2" charset="-122"/>
                  <a:cs typeface="Times New Roman" panose="02020603050405020304" pitchFamily="18" charset="0"/>
                </a:rPr>
                <a:t>int     0</a:t>
              </a:r>
            </a:p>
          </p:txBody>
        </p:sp>
        <p:sp>
          <p:nvSpPr>
            <p:cNvPr id="141393" name="Line 24"/>
            <p:cNvSpPr>
              <a:spLocks noChangeShapeType="1"/>
            </p:cNvSpPr>
            <p:nvPr/>
          </p:nvSpPr>
          <p:spPr bwMode="auto">
            <a:xfrm>
              <a:off x="7378551" y="696799"/>
              <a:ext cx="0" cy="26983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201" name="Line 95"/>
            <p:cNvSpPr>
              <a:spLocks noChangeShapeType="1"/>
            </p:cNvSpPr>
            <p:nvPr/>
          </p:nvSpPr>
          <p:spPr bwMode="auto">
            <a:xfrm>
              <a:off x="6819900" y="2066925"/>
              <a:ext cx="0" cy="631825"/>
            </a:xfrm>
            <a:prstGeom prst="line">
              <a:avLst/>
            </a:prstGeom>
            <a:noFill/>
            <a:ln w="25400">
              <a:solidFill>
                <a:schemeClr val="tx2">
                  <a:lumMod val="60000"/>
                  <a:lumOff val="40000"/>
                </a:schemeClr>
              </a:solidFill>
              <a:round/>
              <a:headEnd/>
              <a:tailEnd/>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202" name="Line 43"/>
            <p:cNvSpPr>
              <a:spLocks noChangeShapeType="1"/>
            </p:cNvSpPr>
            <p:nvPr/>
          </p:nvSpPr>
          <p:spPr bwMode="auto">
            <a:xfrm>
              <a:off x="6840537" y="2066925"/>
              <a:ext cx="246062" cy="0"/>
            </a:xfrm>
            <a:prstGeom prst="line">
              <a:avLst/>
            </a:prstGeom>
            <a:noFill/>
            <a:ln w="25400">
              <a:solidFill>
                <a:schemeClr val="tx2">
                  <a:lumMod val="60000"/>
                  <a:lumOff val="40000"/>
                </a:schemeClr>
              </a:solidFill>
              <a:round/>
              <a:headEnd/>
              <a:tailEnd type="stealth" w="lg" len="lg"/>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141396" name="Line 51"/>
            <p:cNvSpPr>
              <a:spLocks noChangeShapeType="1"/>
            </p:cNvSpPr>
            <p:nvPr/>
          </p:nvSpPr>
          <p:spPr bwMode="auto">
            <a:xfrm flipH="1" flipV="1">
              <a:off x="6498916" y="2198608"/>
              <a:ext cx="821399" cy="438"/>
            </a:xfrm>
            <a:prstGeom prst="line">
              <a:avLst/>
            </a:prstGeom>
            <a:noFill/>
            <a:ln w="25400">
              <a:solidFill>
                <a:srgbClr val="FF0000"/>
              </a:solidFill>
              <a:round/>
              <a:headEnd/>
              <a:tailEnd type="stealth" w="lg" len="lg"/>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41397" name="Line 3"/>
            <p:cNvSpPr>
              <a:spLocks noChangeShapeType="1"/>
            </p:cNvSpPr>
            <p:nvPr/>
          </p:nvSpPr>
          <p:spPr bwMode="auto">
            <a:xfrm>
              <a:off x="6481777" y="1049790"/>
              <a:ext cx="0" cy="17602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41398" name="Line 18"/>
            <p:cNvSpPr>
              <a:spLocks noChangeShapeType="1"/>
            </p:cNvSpPr>
            <p:nvPr/>
          </p:nvSpPr>
          <p:spPr bwMode="auto">
            <a:xfrm>
              <a:off x="8098600" y="362956"/>
              <a:ext cx="1587" cy="62061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41399" name="Line 33"/>
            <p:cNvSpPr>
              <a:spLocks noChangeShapeType="1"/>
            </p:cNvSpPr>
            <p:nvPr/>
          </p:nvSpPr>
          <p:spPr bwMode="auto">
            <a:xfrm>
              <a:off x="8105646" y="1370687"/>
              <a:ext cx="0" cy="32221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41400" name="Line 57"/>
            <p:cNvSpPr>
              <a:spLocks noChangeShapeType="1"/>
            </p:cNvSpPr>
            <p:nvPr/>
          </p:nvSpPr>
          <p:spPr bwMode="auto">
            <a:xfrm flipH="1">
              <a:off x="8586812" y="3610543"/>
              <a:ext cx="0" cy="90314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41401" name="Line 43"/>
            <p:cNvSpPr>
              <a:spLocks noChangeShapeType="1"/>
            </p:cNvSpPr>
            <p:nvPr/>
          </p:nvSpPr>
          <p:spPr bwMode="auto">
            <a:xfrm flipH="1">
              <a:off x="8350184" y="1980237"/>
              <a:ext cx="4763" cy="119678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209" name="Line 103"/>
            <p:cNvSpPr>
              <a:spLocks noChangeShapeType="1"/>
            </p:cNvSpPr>
            <p:nvPr/>
          </p:nvSpPr>
          <p:spPr bwMode="auto">
            <a:xfrm flipH="1">
              <a:off x="6356350" y="2381250"/>
              <a:ext cx="374650" cy="0"/>
            </a:xfrm>
            <a:prstGeom prst="line">
              <a:avLst/>
            </a:prstGeom>
            <a:noFill/>
            <a:ln w="25400">
              <a:solidFill>
                <a:schemeClr val="tx2">
                  <a:lumMod val="60000"/>
                  <a:lumOff val="40000"/>
                </a:schemeClr>
              </a:solidFill>
              <a:round/>
              <a:headEnd/>
              <a:tailEnd/>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210" name="Line 103"/>
            <p:cNvSpPr>
              <a:spLocks noChangeShapeType="1"/>
            </p:cNvSpPr>
            <p:nvPr/>
          </p:nvSpPr>
          <p:spPr bwMode="auto">
            <a:xfrm flipH="1" flipV="1">
              <a:off x="6376988" y="2692400"/>
              <a:ext cx="431800" cy="0"/>
            </a:xfrm>
            <a:prstGeom prst="line">
              <a:avLst/>
            </a:prstGeom>
            <a:noFill/>
            <a:ln w="25400">
              <a:solidFill>
                <a:schemeClr val="tx2">
                  <a:lumMod val="60000"/>
                  <a:lumOff val="40000"/>
                </a:schemeClr>
              </a:solidFill>
              <a:round/>
              <a:headEnd/>
              <a:tailEnd/>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211" name="Line 95"/>
            <p:cNvSpPr>
              <a:spLocks noChangeShapeType="1"/>
            </p:cNvSpPr>
            <p:nvPr/>
          </p:nvSpPr>
          <p:spPr bwMode="auto">
            <a:xfrm flipH="1">
              <a:off x="6732588" y="1511300"/>
              <a:ext cx="0" cy="865188"/>
            </a:xfrm>
            <a:prstGeom prst="line">
              <a:avLst/>
            </a:prstGeom>
            <a:noFill/>
            <a:ln w="25400">
              <a:solidFill>
                <a:schemeClr val="tx2">
                  <a:lumMod val="60000"/>
                  <a:lumOff val="40000"/>
                </a:schemeClr>
              </a:solidFill>
              <a:round/>
              <a:headEnd/>
              <a:tailEnd/>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212" name="Line 95"/>
            <p:cNvSpPr>
              <a:spLocks noChangeShapeType="1"/>
            </p:cNvSpPr>
            <p:nvPr/>
          </p:nvSpPr>
          <p:spPr bwMode="auto">
            <a:xfrm flipH="1">
              <a:off x="6626225" y="852488"/>
              <a:ext cx="0" cy="1252537"/>
            </a:xfrm>
            <a:prstGeom prst="line">
              <a:avLst/>
            </a:prstGeom>
            <a:noFill/>
            <a:ln w="25400">
              <a:solidFill>
                <a:schemeClr val="tx2">
                  <a:lumMod val="60000"/>
                  <a:lumOff val="40000"/>
                </a:schemeClr>
              </a:solidFill>
              <a:round/>
              <a:headEnd/>
              <a:tailEnd/>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213" name="Line 43"/>
            <p:cNvSpPr>
              <a:spLocks noChangeShapeType="1"/>
            </p:cNvSpPr>
            <p:nvPr/>
          </p:nvSpPr>
          <p:spPr bwMode="auto">
            <a:xfrm flipV="1">
              <a:off x="6732588" y="1511300"/>
              <a:ext cx="284162" cy="0"/>
            </a:xfrm>
            <a:prstGeom prst="line">
              <a:avLst/>
            </a:prstGeom>
            <a:noFill/>
            <a:ln w="25400">
              <a:solidFill>
                <a:schemeClr val="tx2">
                  <a:lumMod val="60000"/>
                  <a:lumOff val="40000"/>
                </a:schemeClr>
              </a:solidFill>
              <a:round/>
              <a:headEnd/>
              <a:tailEnd type="stealth" w="lg" len="lg"/>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214" name="Line 43"/>
            <p:cNvSpPr>
              <a:spLocks noChangeShapeType="1"/>
            </p:cNvSpPr>
            <p:nvPr/>
          </p:nvSpPr>
          <p:spPr bwMode="auto">
            <a:xfrm>
              <a:off x="6635750" y="825500"/>
              <a:ext cx="471488" cy="0"/>
            </a:xfrm>
            <a:prstGeom prst="line">
              <a:avLst/>
            </a:prstGeom>
            <a:noFill/>
            <a:ln w="25400">
              <a:solidFill>
                <a:schemeClr val="tx2">
                  <a:lumMod val="60000"/>
                  <a:lumOff val="40000"/>
                </a:schemeClr>
              </a:solidFill>
              <a:round/>
              <a:headEnd/>
              <a:tailEnd type="stealth" w="lg" len="lg"/>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215" name="Line 95"/>
            <p:cNvSpPr>
              <a:spLocks noChangeShapeType="1"/>
            </p:cNvSpPr>
            <p:nvPr/>
          </p:nvSpPr>
          <p:spPr bwMode="auto">
            <a:xfrm flipH="1">
              <a:off x="8440737" y="3030538"/>
              <a:ext cx="0" cy="215900"/>
            </a:xfrm>
            <a:prstGeom prst="line">
              <a:avLst/>
            </a:prstGeom>
            <a:noFill/>
            <a:ln w="25400">
              <a:solidFill>
                <a:schemeClr val="tx2">
                  <a:lumMod val="60000"/>
                  <a:lumOff val="40000"/>
                </a:schemeClr>
              </a:solidFill>
              <a:round/>
              <a:headEnd/>
              <a:tailEnd/>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216" name="Line 43"/>
            <p:cNvSpPr>
              <a:spLocks noChangeShapeType="1"/>
            </p:cNvSpPr>
            <p:nvPr/>
          </p:nvSpPr>
          <p:spPr bwMode="auto">
            <a:xfrm>
              <a:off x="7740649" y="3262313"/>
              <a:ext cx="0" cy="280987"/>
            </a:xfrm>
            <a:prstGeom prst="line">
              <a:avLst/>
            </a:prstGeom>
            <a:noFill/>
            <a:ln w="25400">
              <a:solidFill>
                <a:schemeClr val="tx2">
                  <a:lumMod val="60000"/>
                  <a:lumOff val="40000"/>
                </a:schemeClr>
              </a:solidFill>
              <a:round/>
              <a:headEnd/>
              <a:tailEnd type="stealth" w="lg" len="lg"/>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217" name="Line 103"/>
            <p:cNvSpPr>
              <a:spLocks noChangeShapeType="1"/>
            </p:cNvSpPr>
            <p:nvPr/>
          </p:nvSpPr>
          <p:spPr bwMode="auto">
            <a:xfrm flipH="1" flipV="1">
              <a:off x="7740649" y="3233738"/>
              <a:ext cx="696913" cy="0"/>
            </a:xfrm>
            <a:prstGeom prst="line">
              <a:avLst/>
            </a:prstGeom>
            <a:noFill/>
            <a:ln w="25400">
              <a:solidFill>
                <a:schemeClr val="tx2">
                  <a:lumMod val="60000"/>
                  <a:lumOff val="40000"/>
                </a:schemeClr>
              </a:solidFill>
              <a:round/>
              <a:headEnd/>
              <a:tailEnd/>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141411" name="Line 51"/>
            <p:cNvSpPr>
              <a:spLocks noChangeShapeType="1"/>
            </p:cNvSpPr>
            <p:nvPr/>
          </p:nvSpPr>
          <p:spPr bwMode="auto">
            <a:xfrm flipV="1">
              <a:off x="7570011" y="3277643"/>
              <a:ext cx="1" cy="384628"/>
            </a:xfrm>
            <a:prstGeom prst="line">
              <a:avLst/>
            </a:prstGeom>
            <a:noFill/>
            <a:ln w="25400">
              <a:solidFill>
                <a:srgbClr val="FF0000"/>
              </a:solidFill>
              <a:round/>
              <a:headEnd/>
              <a:tailEnd type="stealth" w="lg" len="lg"/>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41412" name="Line 51"/>
            <p:cNvSpPr>
              <a:spLocks noChangeShapeType="1"/>
            </p:cNvSpPr>
            <p:nvPr/>
          </p:nvSpPr>
          <p:spPr bwMode="auto">
            <a:xfrm flipH="1">
              <a:off x="6464638" y="1609715"/>
              <a:ext cx="736791" cy="16598"/>
            </a:xfrm>
            <a:prstGeom prst="line">
              <a:avLst/>
            </a:prstGeom>
            <a:noFill/>
            <a:ln w="25400">
              <a:solidFill>
                <a:srgbClr val="FF0000"/>
              </a:solidFill>
              <a:round/>
              <a:headEnd/>
              <a:tailEnd type="stealth" w="lg" len="lg"/>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41413" name="Line 103"/>
            <p:cNvSpPr>
              <a:spLocks noChangeShapeType="1"/>
            </p:cNvSpPr>
            <p:nvPr/>
          </p:nvSpPr>
          <p:spPr bwMode="auto">
            <a:xfrm flipH="1" flipV="1">
              <a:off x="6282255" y="556698"/>
              <a:ext cx="968484"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41414" name="Line 51"/>
            <p:cNvSpPr>
              <a:spLocks noChangeShapeType="1"/>
            </p:cNvSpPr>
            <p:nvPr/>
          </p:nvSpPr>
          <p:spPr bwMode="auto">
            <a:xfrm flipH="1">
              <a:off x="6300658" y="542412"/>
              <a:ext cx="0" cy="458199"/>
            </a:xfrm>
            <a:prstGeom prst="line">
              <a:avLst/>
            </a:prstGeom>
            <a:noFill/>
            <a:ln w="25400">
              <a:solidFill>
                <a:srgbClr val="FF0000"/>
              </a:solidFill>
              <a:round/>
              <a:headEnd/>
              <a:tailEnd type="stealth" w="lg" len="lg"/>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sp>
        <p:nvSpPr>
          <p:cNvPr id="2" name="灯片编号占位符 1"/>
          <p:cNvSpPr>
            <a:spLocks noGrp="1"/>
          </p:cNvSpPr>
          <p:nvPr>
            <p:ph type="sldNum" sz="quarter" idx="12"/>
          </p:nvPr>
        </p:nvSpPr>
        <p:spPr/>
        <p:txBody>
          <a:bodyPr/>
          <a:lstStyle/>
          <a:p>
            <a:pPr>
              <a:defRPr/>
            </a:pPr>
            <a:fld id="{64CF1D47-2B30-44A6-81DA-EC28584A641A}" type="slidenum">
              <a:rPr lang="zh-CN" altLang="en-US" smtClean="0"/>
              <a:pPr>
                <a:defRPr/>
              </a:pPr>
              <a:t>21</a:t>
            </a:fld>
            <a:endParaRPr lang="en-US" altLang="zh-CN" dirty="0"/>
          </a:p>
        </p:txBody>
      </p:sp>
    </p:spTree>
    <p:extLst>
      <p:ext uri="{BB962C8B-B14F-4D97-AF65-F5344CB8AC3E}">
        <p14:creationId xmlns:p14="http://schemas.microsoft.com/office/powerpoint/2010/main" val="202349712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131"/>
                                        </p:tgtEl>
                                        <p:attrNameLst>
                                          <p:attrName>style.visibility</p:attrName>
                                        </p:attrNameLst>
                                      </p:cBhvr>
                                      <p:to>
                                        <p:strVal val="visible"/>
                                      </p:to>
                                    </p:set>
                                    <p:anim calcmode="lin" valueType="num">
                                      <p:cBhvr>
                                        <p:cTn id="7" dur="500" fill="hold"/>
                                        <p:tgtEl>
                                          <p:spTgt spid="131"/>
                                        </p:tgtEl>
                                        <p:attrNameLst>
                                          <p:attrName>ppt_w</p:attrName>
                                        </p:attrNameLst>
                                      </p:cBhvr>
                                      <p:tavLst>
                                        <p:tav tm="0">
                                          <p:val>
                                            <p:fltVal val="0"/>
                                          </p:val>
                                        </p:tav>
                                        <p:tav tm="100000">
                                          <p:val>
                                            <p:strVal val="#ppt_w"/>
                                          </p:val>
                                        </p:tav>
                                      </p:tavLst>
                                    </p:anim>
                                    <p:anim calcmode="lin" valueType="num">
                                      <p:cBhvr>
                                        <p:cTn id="8" dur="500" fill="hold"/>
                                        <p:tgtEl>
                                          <p:spTgt spid="131"/>
                                        </p:tgtEl>
                                        <p:attrNameLst>
                                          <p:attrName>ppt_h</p:attrName>
                                        </p:attrNameLst>
                                      </p:cBhvr>
                                      <p:tavLst>
                                        <p:tav tm="0">
                                          <p:val>
                                            <p:fltVal val="0"/>
                                          </p:val>
                                        </p:tav>
                                        <p:tav tm="100000">
                                          <p:val>
                                            <p:strVal val="#ppt_h"/>
                                          </p:val>
                                        </p:tav>
                                      </p:tavLst>
                                    </p:anim>
                                    <p:animEffect transition="in" filter="fade">
                                      <p:cBhvr>
                                        <p:cTn id="9" dur="500"/>
                                        <p:tgtEl>
                                          <p:spTgt spid="131"/>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16"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 calcmode="lin" valueType="num">
                                      <p:cBhvr>
                                        <p:cTn id="14" dur="500" fill="hold"/>
                                        <p:tgtEl>
                                          <p:spTgt spid="6"/>
                                        </p:tgtEl>
                                        <p:attrNameLst>
                                          <p:attrName>ppt_w</p:attrName>
                                        </p:attrNameLst>
                                      </p:cBhvr>
                                      <p:tavLst>
                                        <p:tav tm="0">
                                          <p:val>
                                            <p:fltVal val="0"/>
                                          </p:val>
                                        </p:tav>
                                        <p:tav tm="100000">
                                          <p:val>
                                            <p:strVal val="#ppt_w"/>
                                          </p:val>
                                        </p:tav>
                                      </p:tavLst>
                                    </p:anim>
                                    <p:anim calcmode="lin" valueType="num">
                                      <p:cBhvr>
                                        <p:cTn id="15" dur="500" fill="hold"/>
                                        <p:tgtEl>
                                          <p:spTgt spid="6"/>
                                        </p:tgtEl>
                                        <p:attrNameLst>
                                          <p:attrName>ppt_h</p:attrName>
                                        </p:attrNameLst>
                                      </p:cBhvr>
                                      <p:tavLst>
                                        <p:tav tm="0">
                                          <p:val>
                                            <p:fltVal val="0"/>
                                          </p:val>
                                        </p:tav>
                                        <p:tav tm="100000">
                                          <p:val>
                                            <p:strVal val="#ppt_h"/>
                                          </p:val>
                                        </p:tav>
                                      </p:tavLst>
                                    </p:anim>
                                    <p:animEffect transition="in" filter="fade">
                                      <p:cBhvr>
                                        <p:cTn id="16" dur="500"/>
                                        <p:tgtEl>
                                          <p:spTgt spid="6"/>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3" presetClass="entr" presetSubtype="0" fill="hold" grpId="0" nodeType="clickEffect">
                                  <p:stCondLst>
                                    <p:cond delay="0"/>
                                  </p:stCondLst>
                                  <p:childTnLst>
                                    <p:set>
                                      <p:cBhvr>
                                        <p:cTn id="20" dur="1" fill="hold">
                                          <p:stCondLst>
                                            <p:cond delay="0"/>
                                          </p:stCondLst>
                                        </p:cTn>
                                        <p:tgtEl>
                                          <p:spTgt spid="132"/>
                                        </p:tgtEl>
                                        <p:attrNameLst>
                                          <p:attrName>style.visibility</p:attrName>
                                        </p:attrNameLst>
                                      </p:cBhvr>
                                      <p:to>
                                        <p:strVal val="visible"/>
                                      </p:to>
                                    </p:set>
                                    <p:anim calcmode="lin" valueType="num">
                                      <p:cBhvr>
                                        <p:cTn id="21" dur="500" fill="hold"/>
                                        <p:tgtEl>
                                          <p:spTgt spid="132"/>
                                        </p:tgtEl>
                                        <p:attrNameLst>
                                          <p:attrName>ppt_w</p:attrName>
                                        </p:attrNameLst>
                                      </p:cBhvr>
                                      <p:tavLst>
                                        <p:tav tm="0">
                                          <p:val>
                                            <p:fltVal val="0"/>
                                          </p:val>
                                        </p:tav>
                                        <p:tav tm="100000">
                                          <p:val>
                                            <p:strVal val="#ppt_w"/>
                                          </p:val>
                                        </p:tav>
                                      </p:tavLst>
                                    </p:anim>
                                    <p:anim calcmode="lin" valueType="num">
                                      <p:cBhvr>
                                        <p:cTn id="22" dur="500" fill="hold"/>
                                        <p:tgtEl>
                                          <p:spTgt spid="132"/>
                                        </p:tgtEl>
                                        <p:attrNameLst>
                                          <p:attrName>ppt_h</p:attrName>
                                        </p:attrNameLst>
                                      </p:cBhvr>
                                      <p:tavLst>
                                        <p:tav tm="0">
                                          <p:val>
                                            <p:fltVal val="0"/>
                                          </p:val>
                                        </p:tav>
                                        <p:tav tm="100000">
                                          <p:val>
                                            <p:strVal val="#ppt_h"/>
                                          </p:val>
                                        </p:tav>
                                      </p:tavLst>
                                    </p:anim>
                                    <p:animEffect transition="in" filter="fade">
                                      <p:cBhvr>
                                        <p:cTn id="23" dur="500"/>
                                        <p:tgtEl>
                                          <p:spTgt spid="132"/>
                                        </p:tgtEl>
                                      </p:cBhvr>
                                    </p:animEffect>
                                  </p:childTnLst>
                                </p:cTn>
                              </p:par>
                              <p:par>
                                <p:cTn id="24" presetID="53" presetClass="entr" presetSubtype="0" fill="hold" grpId="0" nodeType="withEffect">
                                  <p:stCondLst>
                                    <p:cond delay="0"/>
                                  </p:stCondLst>
                                  <p:childTnLst>
                                    <p:set>
                                      <p:cBhvr>
                                        <p:cTn id="25" dur="1" fill="hold">
                                          <p:stCondLst>
                                            <p:cond delay="0"/>
                                          </p:stCondLst>
                                        </p:cTn>
                                        <p:tgtEl>
                                          <p:spTgt spid="133"/>
                                        </p:tgtEl>
                                        <p:attrNameLst>
                                          <p:attrName>style.visibility</p:attrName>
                                        </p:attrNameLst>
                                      </p:cBhvr>
                                      <p:to>
                                        <p:strVal val="visible"/>
                                      </p:to>
                                    </p:set>
                                    <p:anim calcmode="lin" valueType="num">
                                      <p:cBhvr>
                                        <p:cTn id="26" dur="500" fill="hold"/>
                                        <p:tgtEl>
                                          <p:spTgt spid="133"/>
                                        </p:tgtEl>
                                        <p:attrNameLst>
                                          <p:attrName>ppt_w</p:attrName>
                                        </p:attrNameLst>
                                      </p:cBhvr>
                                      <p:tavLst>
                                        <p:tav tm="0">
                                          <p:val>
                                            <p:fltVal val="0"/>
                                          </p:val>
                                        </p:tav>
                                        <p:tav tm="100000">
                                          <p:val>
                                            <p:strVal val="#ppt_w"/>
                                          </p:val>
                                        </p:tav>
                                      </p:tavLst>
                                    </p:anim>
                                    <p:anim calcmode="lin" valueType="num">
                                      <p:cBhvr>
                                        <p:cTn id="27" dur="500" fill="hold"/>
                                        <p:tgtEl>
                                          <p:spTgt spid="133"/>
                                        </p:tgtEl>
                                        <p:attrNameLst>
                                          <p:attrName>ppt_h</p:attrName>
                                        </p:attrNameLst>
                                      </p:cBhvr>
                                      <p:tavLst>
                                        <p:tav tm="0">
                                          <p:val>
                                            <p:fltVal val="0"/>
                                          </p:val>
                                        </p:tav>
                                        <p:tav tm="100000">
                                          <p:val>
                                            <p:strVal val="#ppt_h"/>
                                          </p:val>
                                        </p:tav>
                                      </p:tavLst>
                                    </p:anim>
                                    <p:animEffect transition="in" filter="fade">
                                      <p:cBhvr>
                                        <p:cTn id="28" dur="500"/>
                                        <p:tgtEl>
                                          <p:spTgt spid="133"/>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53" presetClass="entr" presetSubtype="0" fill="hold" grpId="0" nodeType="clickEffect">
                                  <p:stCondLst>
                                    <p:cond delay="0"/>
                                  </p:stCondLst>
                                  <p:childTnLst>
                                    <p:set>
                                      <p:cBhvr>
                                        <p:cTn id="32" dur="1" fill="hold">
                                          <p:stCondLst>
                                            <p:cond delay="0"/>
                                          </p:stCondLst>
                                        </p:cTn>
                                        <p:tgtEl>
                                          <p:spTgt spid="134"/>
                                        </p:tgtEl>
                                        <p:attrNameLst>
                                          <p:attrName>style.visibility</p:attrName>
                                        </p:attrNameLst>
                                      </p:cBhvr>
                                      <p:to>
                                        <p:strVal val="visible"/>
                                      </p:to>
                                    </p:set>
                                    <p:anim calcmode="lin" valueType="num">
                                      <p:cBhvr>
                                        <p:cTn id="33" dur="500" fill="hold"/>
                                        <p:tgtEl>
                                          <p:spTgt spid="134"/>
                                        </p:tgtEl>
                                        <p:attrNameLst>
                                          <p:attrName>ppt_w</p:attrName>
                                        </p:attrNameLst>
                                      </p:cBhvr>
                                      <p:tavLst>
                                        <p:tav tm="0">
                                          <p:val>
                                            <p:fltVal val="0"/>
                                          </p:val>
                                        </p:tav>
                                        <p:tav tm="100000">
                                          <p:val>
                                            <p:strVal val="#ppt_w"/>
                                          </p:val>
                                        </p:tav>
                                      </p:tavLst>
                                    </p:anim>
                                    <p:anim calcmode="lin" valueType="num">
                                      <p:cBhvr>
                                        <p:cTn id="34" dur="500" fill="hold"/>
                                        <p:tgtEl>
                                          <p:spTgt spid="134"/>
                                        </p:tgtEl>
                                        <p:attrNameLst>
                                          <p:attrName>ppt_h</p:attrName>
                                        </p:attrNameLst>
                                      </p:cBhvr>
                                      <p:tavLst>
                                        <p:tav tm="0">
                                          <p:val>
                                            <p:fltVal val="0"/>
                                          </p:val>
                                        </p:tav>
                                        <p:tav tm="100000">
                                          <p:val>
                                            <p:strVal val="#ppt_h"/>
                                          </p:val>
                                        </p:tav>
                                      </p:tavLst>
                                    </p:anim>
                                    <p:animEffect transition="in" filter="fade">
                                      <p:cBhvr>
                                        <p:cTn id="35" dur="500"/>
                                        <p:tgtEl>
                                          <p:spTgt spid="134"/>
                                        </p:tgtEl>
                                      </p:cBhvr>
                                    </p:animEffect>
                                  </p:childTnLst>
                                </p:cTn>
                              </p:par>
                              <p:par>
                                <p:cTn id="36" presetID="53" presetClass="entr" presetSubtype="0" fill="hold" grpId="0" nodeType="withEffect">
                                  <p:stCondLst>
                                    <p:cond delay="0"/>
                                  </p:stCondLst>
                                  <p:childTnLst>
                                    <p:set>
                                      <p:cBhvr>
                                        <p:cTn id="37" dur="1" fill="hold">
                                          <p:stCondLst>
                                            <p:cond delay="0"/>
                                          </p:stCondLst>
                                        </p:cTn>
                                        <p:tgtEl>
                                          <p:spTgt spid="136"/>
                                        </p:tgtEl>
                                        <p:attrNameLst>
                                          <p:attrName>style.visibility</p:attrName>
                                        </p:attrNameLst>
                                      </p:cBhvr>
                                      <p:to>
                                        <p:strVal val="visible"/>
                                      </p:to>
                                    </p:set>
                                    <p:anim calcmode="lin" valueType="num">
                                      <p:cBhvr>
                                        <p:cTn id="38" dur="500" fill="hold"/>
                                        <p:tgtEl>
                                          <p:spTgt spid="136"/>
                                        </p:tgtEl>
                                        <p:attrNameLst>
                                          <p:attrName>ppt_w</p:attrName>
                                        </p:attrNameLst>
                                      </p:cBhvr>
                                      <p:tavLst>
                                        <p:tav tm="0">
                                          <p:val>
                                            <p:fltVal val="0"/>
                                          </p:val>
                                        </p:tav>
                                        <p:tav tm="100000">
                                          <p:val>
                                            <p:strVal val="#ppt_w"/>
                                          </p:val>
                                        </p:tav>
                                      </p:tavLst>
                                    </p:anim>
                                    <p:anim calcmode="lin" valueType="num">
                                      <p:cBhvr>
                                        <p:cTn id="39" dur="500" fill="hold"/>
                                        <p:tgtEl>
                                          <p:spTgt spid="136"/>
                                        </p:tgtEl>
                                        <p:attrNameLst>
                                          <p:attrName>ppt_h</p:attrName>
                                        </p:attrNameLst>
                                      </p:cBhvr>
                                      <p:tavLst>
                                        <p:tav tm="0">
                                          <p:val>
                                            <p:fltVal val="0"/>
                                          </p:val>
                                        </p:tav>
                                        <p:tav tm="100000">
                                          <p:val>
                                            <p:strVal val="#ppt_h"/>
                                          </p:val>
                                        </p:tav>
                                      </p:tavLst>
                                    </p:anim>
                                    <p:animEffect transition="in" filter="fade">
                                      <p:cBhvr>
                                        <p:cTn id="40" dur="500"/>
                                        <p:tgtEl>
                                          <p:spTgt spid="136"/>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53" presetClass="entr" presetSubtype="0" fill="hold" grpId="0" nodeType="clickEffect">
                                  <p:stCondLst>
                                    <p:cond delay="0"/>
                                  </p:stCondLst>
                                  <p:childTnLst>
                                    <p:set>
                                      <p:cBhvr>
                                        <p:cTn id="44" dur="1" fill="hold">
                                          <p:stCondLst>
                                            <p:cond delay="0"/>
                                          </p:stCondLst>
                                        </p:cTn>
                                        <p:tgtEl>
                                          <p:spTgt spid="137"/>
                                        </p:tgtEl>
                                        <p:attrNameLst>
                                          <p:attrName>style.visibility</p:attrName>
                                        </p:attrNameLst>
                                      </p:cBhvr>
                                      <p:to>
                                        <p:strVal val="visible"/>
                                      </p:to>
                                    </p:set>
                                    <p:anim calcmode="lin" valueType="num">
                                      <p:cBhvr>
                                        <p:cTn id="45" dur="500" fill="hold"/>
                                        <p:tgtEl>
                                          <p:spTgt spid="137"/>
                                        </p:tgtEl>
                                        <p:attrNameLst>
                                          <p:attrName>ppt_w</p:attrName>
                                        </p:attrNameLst>
                                      </p:cBhvr>
                                      <p:tavLst>
                                        <p:tav tm="0">
                                          <p:val>
                                            <p:fltVal val="0"/>
                                          </p:val>
                                        </p:tav>
                                        <p:tav tm="100000">
                                          <p:val>
                                            <p:strVal val="#ppt_w"/>
                                          </p:val>
                                        </p:tav>
                                      </p:tavLst>
                                    </p:anim>
                                    <p:anim calcmode="lin" valueType="num">
                                      <p:cBhvr>
                                        <p:cTn id="46" dur="500" fill="hold"/>
                                        <p:tgtEl>
                                          <p:spTgt spid="137"/>
                                        </p:tgtEl>
                                        <p:attrNameLst>
                                          <p:attrName>ppt_h</p:attrName>
                                        </p:attrNameLst>
                                      </p:cBhvr>
                                      <p:tavLst>
                                        <p:tav tm="0">
                                          <p:val>
                                            <p:fltVal val="0"/>
                                          </p:val>
                                        </p:tav>
                                        <p:tav tm="100000">
                                          <p:val>
                                            <p:strVal val="#ppt_h"/>
                                          </p:val>
                                        </p:tav>
                                      </p:tavLst>
                                    </p:anim>
                                    <p:animEffect transition="in" filter="fade">
                                      <p:cBhvr>
                                        <p:cTn id="47" dur="500"/>
                                        <p:tgtEl>
                                          <p:spTgt spid="137"/>
                                        </p:tgtEl>
                                      </p:cBhvr>
                                    </p:animEffect>
                                  </p:childTnLst>
                                </p:cTn>
                              </p:par>
                              <p:par>
                                <p:cTn id="48" presetID="53" presetClass="entr" presetSubtype="0" fill="hold" grpId="0" nodeType="withEffect">
                                  <p:stCondLst>
                                    <p:cond delay="0"/>
                                  </p:stCondLst>
                                  <p:childTnLst>
                                    <p:set>
                                      <p:cBhvr>
                                        <p:cTn id="49" dur="1" fill="hold">
                                          <p:stCondLst>
                                            <p:cond delay="0"/>
                                          </p:stCondLst>
                                        </p:cTn>
                                        <p:tgtEl>
                                          <p:spTgt spid="138"/>
                                        </p:tgtEl>
                                        <p:attrNameLst>
                                          <p:attrName>style.visibility</p:attrName>
                                        </p:attrNameLst>
                                      </p:cBhvr>
                                      <p:to>
                                        <p:strVal val="visible"/>
                                      </p:to>
                                    </p:set>
                                    <p:anim calcmode="lin" valueType="num">
                                      <p:cBhvr>
                                        <p:cTn id="50" dur="500" fill="hold"/>
                                        <p:tgtEl>
                                          <p:spTgt spid="138"/>
                                        </p:tgtEl>
                                        <p:attrNameLst>
                                          <p:attrName>ppt_w</p:attrName>
                                        </p:attrNameLst>
                                      </p:cBhvr>
                                      <p:tavLst>
                                        <p:tav tm="0">
                                          <p:val>
                                            <p:fltVal val="0"/>
                                          </p:val>
                                        </p:tav>
                                        <p:tav tm="100000">
                                          <p:val>
                                            <p:strVal val="#ppt_w"/>
                                          </p:val>
                                        </p:tav>
                                      </p:tavLst>
                                    </p:anim>
                                    <p:anim calcmode="lin" valueType="num">
                                      <p:cBhvr>
                                        <p:cTn id="51" dur="500" fill="hold"/>
                                        <p:tgtEl>
                                          <p:spTgt spid="138"/>
                                        </p:tgtEl>
                                        <p:attrNameLst>
                                          <p:attrName>ppt_h</p:attrName>
                                        </p:attrNameLst>
                                      </p:cBhvr>
                                      <p:tavLst>
                                        <p:tav tm="0">
                                          <p:val>
                                            <p:fltVal val="0"/>
                                          </p:val>
                                        </p:tav>
                                        <p:tav tm="100000">
                                          <p:val>
                                            <p:strVal val="#ppt_h"/>
                                          </p:val>
                                        </p:tav>
                                      </p:tavLst>
                                    </p:anim>
                                    <p:animEffect transition="in" filter="fade">
                                      <p:cBhvr>
                                        <p:cTn id="52" dur="500"/>
                                        <p:tgtEl>
                                          <p:spTgt spid="138"/>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53" presetClass="entr" presetSubtype="16" fill="hold" nodeType="clickEffect">
                                  <p:stCondLst>
                                    <p:cond delay="0"/>
                                  </p:stCondLst>
                                  <p:childTnLst>
                                    <p:set>
                                      <p:cBhvr>
                                        <p:cTn id="56" dur="1" fill="hold">
                                          <p:stCondLst>
                                            <p:cond delay="0"/>
                                          </p:stCondLst>
                                        </p:cTn>
                                        <p:tgtEl>
                                          <p:spTgt spid="127"/>
                                        </p:tgtEl>
                                        <p:attrNameLst>
                                          <p:attrName>style.visibility</p:attrName>
                                        </p:attrNameLst>
                                      </p:cBhvr>
                                      <p:to>
                                        <p:strVal val="visible"/>
                                      </p:to>
                                    </p:set>
                                    <p:anim calcmode="lin" valueType="num">
                                      <p:cBhvr>
                                        <p:cTn id="57" dur="500" fill="hold"/>
                                        <p:tgtEl>
                                          <p:spTgt spid="127"/>
                                        </p:tgtEl>
                                        <p:attrNameLst>
                                          <p:attrName>ppt_w</p:attrName>
                                        </p:attrNameLst>
                                      </p:cBhvr>
                                      <p:tavLst>
                                        <p:tav tm="0">
                                          <p:val>
                                            <p:fltVal val="0"/>
                                          </p:val>
                                        </p:tav>
                                        <p:tav tm="100000">
                                          <p:val>
                                            <p:strVal val="#ppt_w"/>
                                          </p:val>
                                        </p:tav>
                                      </p:tavLst>
                                    </p:anim>
                                    <p:anim calcmode="lin" valueType="num">
                                      <p:cBhvr>
                                        <p:cTn id="58" dur="500" fill="hold"/>
                                        <p:tgtEl>
                                          <p:spTgt spid="127"/>
                                        </p:tgtEl>
                                        <p:attrNameLst>
                                          <p:attrName>ppt_h</p:attrName>
                                        </p:attrNameLst>
                                      </p:cBhvr>
                                      <p:tavLst>
                                        <p:tav tm="0">
                                          <p:val>
                                            <p:fltVal val="0"/>
                                          </p:val>
                                        </p:tav>
                                        <p:tav tm="100000">
                                          <p:val>
                                            <p:strVal val="#ppt_h"/>
                                          </p:val>
                                        </p:tav>
                                      </p:tavLst>
                                    </p:anim>
                                    <p:animEffect transition="in" filter="fade">
                                      <p:cBhvr>
                                        <p:cTn id="59" dur="500"/>
                                        <p:tgtEl>
                                          <p:spTgt spid="1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 grpId="0"/>
      <p:bldP spid="132" grpId="0" animBg="1"/>
      <p:bldP spid="133" grpId="0" animBg="1"/>
      <p:bldP spid="134" grpId="0" animBg="1"/>
      <p:bldP spid="136" grpId="0" animBg="1"/>
      <p:bldP spid="137" grpId="0" animBg="1"/>
      <p:bldP spid="138"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内容占位符 2"/>
          <p:cNvSpPr>
            <a:spLocks noGrp="1"/>
          </p:cNvSpPr>
          <p:nvPr>
            <p:ph idx="1"/>
          </p:nvPr>
        </p:nvSpPr>
        <p:spPr>
          <a:xfrm>
            <a:off x="323850" y="857250"/>
            <a:ext cx="8713788" cy="4213225"/>
          </a:xfrm>
        </p:spPr>
        <p:txBody>
          <a:bodyPr/>
          <a:lstStyle/>
          <a:p>
            <a:pPr>
              <a:lnSpc>
                <a:spcPts val="2800"/>
              </a:lnSpc>
              <a:buClrTx/>
              <a:buFont typeface="Wingdings" pitchFamily="2" charset="2"/>
              <a:buChar char="Ø"/>
              <a:defRPr/>
            </a:pPr>
            <a:r>
              <a:rPr lang="zh-CN" altLang="en-US" sz="2500" b="1" dirty="0">
                <a:solidFill>
                  <a:schemeClr val="tx1"/>
                </a:solidFill>
                <a:cs typeface="Times New Roman" pitchFamily="18" charset="0"/>
              </a:rPr>
              <a:t>当在某一层的</a:t>
            </a:r>
            <a:r>
              <a:rPr lang="zh-CN" altLang="en-US" sz="2500" b="1" dirty="0">
                <a:solidFill>
                  <a:schemeClr val="tx2">
                    <a:lumMod val="60000"/>
                    <a:lumOff val="40000"/>
                  </a:schemeClr>
                </a:solidFill>
                <a:cs typeface="Times New Roman" pitchFamily="18" charset="0"/>
              </a:rPr>
              <a:t>声明语句</a:t>
            </a:r>
            <a:r>
              <a:rPr lang="zh-CN" altLang="en-US" sz="2500" b="1" dirty="0">
                <a:solidFill>
                  <a:schemeClr val="tx1"/>
                </a:solidFill>
                <a:cs typeface="Times New Roman" pitchFamily="18" charset="0"/>
              </a:rPr>
              <a:t>中识别出一个标识符</a:t>
            </a:r>
            <a:r>
              <a:rPr lang="en-US" altLang="zh-CN" sz="2800" b="1" dirty="0">
                <a:solidFill>
                  <a:schemeClr val="tx1"/>
                </a:solidFill>
                <a:ea typeface="楷体" pitchFamily="49" charset="-122"/>
                <a:cs typeface="Times New Roman" pitchFamily="18" charset="0"/>
              </a:rPr>
              <a:t>(</a:t>
            </a:r>
            <a:r>
              <a:rPr lang="en-US" altLang="zh-CN" sz="2500" b="1" dirty="0">
                <a:solidFill>
                  <a:schemeClr val="tx1"/>
                </a:solidFill>
                <a:cs typeface="Times New Roman" pitchFamily="18" charset="0"/>
              </a:rPr>
              <a:t>id</a:t>
            </a:r>
            <a:r>
              <a:rPr lang="zh-CN" altLang="en-US" sz="2500" b="1" dirty="0">
                <a:solidFill>
                  <a:schemeClr val="tx1"/>
                </a:solidFill>
                <a:cs typeface="Times New Roman" pitchFamily="18" charset="0"/>
              </a:rPr>
              <a:t>的</a:t>
            </a:r>
            <a:r>
              <a:rPr lang="zh-CN" altLang="en-US" sz="2500" b="1" dirty="0">
                <a:solidFill>
                  <a:schemeClr val="tx2">
                    <a:lumMod val="60000"/>
                    <a:lumOff val="40000"/>
                  </a:schemeClr>
                </a:solidFill>
                <a:cs typeface="Times New Roman" pitchFamily="18" charset="0"/>
              </a:rPr>
              <a:t>定义性出现</a:t>
            </a:r>
            <a:r>
              <a:rPr lang="en-US" altLang="zh-CN" sz="2800" b="1" dirty="0">
                <a:solidFill>
                  <a:schemeClr val="tx1"/>
                </a:solidFill>
                <a:ea typeface="楷体" pitchFamily="49" charset="-122"/>
                <a:cs typeface="Times New Roman" pitchFamily="18" charset="0"/>
              </a:rPr>
              <a:t>)</a:t>
            </a:r>
            <a:r>
              <a:rPr lang="zh-CN" altLang="en-US" sz="2500" b="1" dirty="0">
                <a:solidFill>
                  <a:schemeClr val="tx1"/>
                </a:solidFill>
                <a:cs typeface="Times New Roman" pitchFamily="18" charset="0"/>
              </a:rPr>
              <a:t>时，以此标识符查相应于本层的符号表</a:t>
            </a:r>
            <a:endParaRPr lang="en-US" altLang="zh-CN" sz="2500" b="1" dirty="0">
              <a:solidFill>
                <a:schemeClr val="tx1"/>
              </a:solidFill>
              <a:cs typeface="Times New Roman" pitchFamily="18" charset="0"/>
            </a:endParaRPr>
          </a:p>
          <a:p>
            <a:pPr lvl="1">
              <a:lnSpc>
                <a:spcPts val="2800"/>
              </a:lnSpc>
              <a:buClrTx/>
              <a:buFont typeface="Wingdings" pitchFamily="2" charset="2"/>
              <a:buChar char="Ø"/>
              <a:defRPr/>
            </a:pPr>
            <a:r>
              <a:rPr lang="zh-CN" altLang="en-US" sz="2400" b="1" dirty="0">
                <a:solidFill>
                  <a:schemeClr val="tx1"/>
                </a:solidFill>
                <a:cs typeface="Times New Roman" pitchFamily="18" charset="0"/>
              </a:rPr>
              <a:t>如果查到，则报错并发出诊断信息“</a:t>
            </a:r>
            <a:r>
              <a:rPr lang="en-US" altLang="zh-CN" sz="2400" b="1" dirty="0">
                <a:solidFill>
                  <a:schemeClr val="tx1"/>
                </a:solidFill>
                <a:cs typeface="Times New Roman" pitchFamily="18" charset="0"/>
              </a:rPr>
              <a:t>id</a:t>
            </a:r>
            <a:r>
              <a:rPr lang="zh-CN" altLang="en-US" sz="2400" b="1" dirty="0">
                <a:solidFill>
                  <a:schemeClr val="tx2">
                    <a:lumMod val="60000"/>
                    <a:lumOff val="40000"/>
                  </a:schemeClr>
                </a:solidFill>
                <a:cs typeface="Times New Roman" pitchFamily="18" charset="0"/>
              </a:rPr>
              <a:t>重复声明</a:t>
            </a:r>
            <a:r>
              <a:rPr lang="zh-CN" altLang="en-US" sz="2400" b="1" dirty="0">
                <a:solidFill>
                  <a:schemeClr val="tx1"/>
                </a:solidFill>
                <a:cs typeface="Times New Roman" pitchFamily="18" charset="0"/>
              </a:rPr>
              <a:t>”</a:t>
            </a:r>
            <a:endParaRPr lang="en-US" altLang="zh-CN" sz="2400" b="1" dirty="0">
              <a:solidFill>
                <a:schemeClr val="tx1"/>
              </a:solidFill>
              <a:cs typeface="Times New Roman" pitchFamily="18" charset="0"/>
            </a:endParaRPr>
          </a:p>
          <a:p>
            <a:pPr lvl="1">
              <a:lnSpc>
                <a:spcPts val="2800"/>
              </a:lnSpc>
              <a:buClrTx/>
              <a:buFont typeface="Wingdings" pitchFamily="2" charset="2"/>
              <a:buChar char="Ø"/>
              <a:defRPr/>
            </a:pPr>
            <a:r>
              <a:rPr lang="zh-CN" altLang="en-US" sz="2400" b="1" dirty="0">
                <a:solidFill>
                  <a:schemeClr val="tx1"/>
                </a:solidFill>
                <a:cs typeface="Times New Roman" pitchFamily="18" charset="0"/>
              </a:rPr>
              <a:t>否则，在符号表中加入新登记项，将标识符及有关信息填入</a:t>
            </a:r>
            <a:endParaRPr lang="en-US" altLang="zh-CN" sz="2400" b="1" dirty="0">
              <a:solidFill>
                <a:schemeClr val="tx1"/>
              </a:solidFill>
              <a:cs typeface="Times New Roman" pitchFamily="18" charset="0"/>
            </a:endParaRPr>
          </a:p>
          <a:p>
            <a:pPr>
              <a:lnSpc>
                <a:spcPts val="2800"/>
              </a:lnSpc>
              <a:buClrTx/>
              <a:buFont typeface="Wingdings" pitchFamily="2" charset="2"/>
              <a:buChar char="Ø"/>
              <a:defRPr/>
            </a:pPr>
            <a:r>
              <a:rPr lang="zh-CN" altLang="en-US" sz="2500" b="1" dirty="0">
                <a:solidFill>
                  <a:schemeClr val="tx1"/>
                </a:solidFill>
                <a:cs typeface="Times New Roman" pitchFamily="18" charset="0"/>
              </a:rPr>
              <a:t>当在</a:t>
            </a:r>
            <a:r>
              <a:rPr lang="zh-CN" altLang="en-US" sz="2500" b="1" dirty="0">
                <a:solidFill>
                  <a:schemeClr val="tx2">
                    <a:lumMod val="60000"/>
                    <a:lumOff val="40000"/>
                  </a:schemeClr>
                </a:solidFill>
                <a:cs typeface="Times New Roman" pitchFamily="18" charset="0"/>
              </a:rPr>
              <a:t>可执行语句</a:t>
            </a:r>
            <a:r>
              <a:rPr lang="zh-CN" altLang="en-US" sz="2500" b="1" dirty="0">
                <a:solidFill>
                  <a:schemeClr val="tx1"/>
                </a:solidFill>
                <a:cs typeface="Times New Roman" pitchFamily="18" charset="0"/>
              </a:rPr>
              <a:t>部分扫视到标识符时</a:t>
            </a:r>
            <a:r>
              <a:rPr lang="en-US" altLang="zh-CN" sz="2800" b="1" dirty="0">
                <a:solidFill>
                  <a:schemeClr val="tx1"/>
                </a:solidFill>
                <a:ea typeface="楷体" pitchFamily="49" charset="-122"/>
                <a:cs typeface="Times New Roman" pitchFamily="18" charset="0"/>
              </a:rPr>
              <a:t>( </a:t>
            </a:r>
            <a:r>
              <a:rPr lang="en-US" altLang="zh-CN" sz="2500" b="1" dirty="0">
                <a:solidFill>
                  <a:schemeClr val="tx1"/>
                </a:solidFill>
                <a:cs typeface="Times New Roman" pitchFamily="18" charset="0"/>
              </a:rPr>
              <a:t>id</a:t>
            </a:r>
            <a:r>
              <a:rPr lang="zh-CN" altLang="en-US" sz="2500" b="1" dirty="0">
                <a:solidFill>
                  <a:schemeClr val="tx1"/>
                </a:solidFill>
                <a:cs typeface="Times New Roman" pitchFamily="18" charset="0"/>
              </a:rPr>
              <a:t>的</a:t>
            </a:r>
            <a:r>
              <a:rPr lang="zh-CN" altLang="en-US" sz="2500" b="1" dirty="0">
                <a:solidFill>
                  <a:schemeClr val="tx2">
                    <a:lumMod val="60000"/>
                    <a:lumOff val="40000"/>
                  </a:schemeClr>
                </a:solidFill>
                <a:cs typeface="Times New Roman" pitchFamily="18" charset="0"/>
              </a:rPr>
              <a:t>应用性出现</a:t>
            </a:r>
            <a:r>
              <a:rPr lang="en-US" altLang="zh-CN" sz="2800" b="1" dirty="0">
                <a:solidFill>
                  <a:schemeClr val="tx1"/>
                </a:solidFill>
                <a:ea typeface="楷体" pitchFamily="49" charset="-122"/>
                <a:cs typeface="Times New Roman" pitchFamily="18" charset="0"/>
              </a:rPr>
              <a:t>)</a:t>
            </a:r>
            <a:endParaRPr lang="en-US" altLang="zh-CN" sz="2500" b="1" dirty="0">
              <a:solidFill>
                <a:schemeClr val="tx1"/>
              </a:solidFill>
              <a:cs typeface="Times New Roman" pitchFamily="18" charset="0"/>
            </a:endParaRPr>
          </a:p>
          <a:p>
            <a:pPr lvl="1">
              <a:lnSpc>
                <a:spcPts val="2800"/>
              </a:lnSpc>
              <a:buClrTx/>
              <a:buFont typeface="Wingdings" pitchFamily="2" charset="2"/>
              <a:buChar char="Ø"/>
              <a:defRPr/>
            </a:pPr>
            <a:r>
              <a:rPr lang="zh-CN" altLang="en-US" sz="2400" b="1" dirty="0">
                <a:solidFill>
                  <a:schemeClr val="tx1"/>
                </a:solidFill>
                <a:cs typeface="Times New Roman" pitchFamily="18" charset="0"/>
              </a:rPr>
              <a:t>首先在该层符号表中查找该</a:t>
            </a:r>
            <a:r>
              <a:rPr lang="en-US" altLang="zh-CN" sz="2400" b="1" dirty="0">
                <a:solidFill>
                  <a:schemeClr val="tx1"/>
                </a:solidFill>
                <a:cs typeface="Times New Roman" pitchFamily="18" charset="0"/>
              </a:rPr>
              <a:t>id</a:t>
            </a:r>
            <a:r>
              <a:rPr lang="zh-CN" altLang="en-US" sz="2400" b="1" dirty="0">
                <a:solidFill>
                  <a:schemeClr val="tx1"/>
                </a:solidFill>
                <a:cs typeface="Times New Roman" pitchFamily="18" charset="0"/>
              </a:rPr>
              <a:t>，如果找不到，则到直接外层符号表中去查，如此等等，一旦找到，则在表中取出有关信息并作相应处理</a:t>
            </a:r>
            <a:endParaRPr lang="en-US" altLang="zh-CN" sz="2400" b="1" dirty="0">
              <a:solidFill>
                <a:schemeClr val="tx1"/>
              </a:solidFill>
              <a:cs typeface="Times New Roman" pitchFamily="18" charset="0"/>
            </a:endParaRPr>
          </a:p>
          <a:p>
            <a:pPr lvl="1">
              <a:lnSpc>
                <a:spcPts val="2800"/>
              </a:lnSpc>
              <a:buClrTx/>
              <a:buFont typeface="Wingdings" pitchFamily="2" charset="2"/>
              <a:buChar char="Ø"/>
              <a:defRPr/>
            </a:pPr>
            <a:r>
              <a:rPr lang="zh-CN" altLang="en-US" sz="2400" b="1" dirty="0">
                <a:solidFill>
                  <a:schemeClr val="tx1"/>
                </a:solidFill>
                <a:cs typeface="Times New Roman" pitchFamily="18" charset="0"/>
              </a:rPr>
              <a:t>如果查遍所有外层符号表均未找到该</a:t>
            </a:r>
            <a:r>
              <a:rPr lang="en-US" altLang="zh-CN" sz="2400" b="1" dirty="0">
                <a:solidFill>
                  <a:schemeClr val="tx1"/>
                </a:solidFill>
                <a:cs typeface="Times New Roman" pitchFamily="18" charset="0"/>
              </a:rPr>
              <a:t>id</a:t>
            </a:r>
            <a:r>
              <a:rPr lang="zh-CN" altLang="en-US" sz="2400" b="1" dirty="0">
                <a:solidFill>
                  <a:schemeClr val="tx1"/>
                </a:solidFill>
                <a:cs typeface="Times New Roman" pitchFamily="18" charset="0"/>
              </a:rPr>
              <a:t>，则报错并发出诊断信息“</a:t>
            </a:r>
            <a:r>
              <a:rPr lang="en-US" altLang="zh-CN" sz="2400" b="1" dirty="0">
                <a:solidFill>
                  <a:schemeClr val="tx1"/>
                </a:solidFill>
                <a:cs typeface="Times New Roman" pitchFamily="18" charset="0"/>
              </a:rPr>
              <a:t>id</a:t>
            </a:r>
            <a:r>
              <a:rPr lang="zh-CN" altLang="en-US" sz="2400" b="1" dirty="0">
                <a:solidFill>
                  <a:schemeClr val="tx2">
                    <a:lumMod val="60000"/>
                    <a:lumOff val="40000"/>
                  </a:schemeClr>
                </a:solidFill>
                <a:cs typeface="Times New Roman" pitchFamily="18" charset="0"/>
              </a:rPr>
              <a:t>未声明</a:t>
            </a:r>
            <a:r>
              <a:rPr lang="zh-CN" altLang="en-US" sz="2400" b="1" dirty="0">
                <a:solidFill>
                  <a:schemeClr val="tx1"/>
                </a:solidFill>
                <a:cs typeface="Times New Roman" pitchFamily="18" charset="0"/>
              </a:rPr>
              <a:t>”</a:t>
            </a:r>
          </a:p>
        </p:txBody>
      </p:sp>
      <p:sp>
        <p:nvSpPr>
          <p:cNvPr id="143363" name="标题 1"/>
          <p:cNvSpPr>
            <a:spLocks noGrp="1"/>
          </p:cNvSpPr>
          <p:nvPr>
            <p:ph type="title"/>
          </p:nvPr>
        </p:nvSpPr>
        <p:spPr>
          <a:xfrm>
            <a:off x="755650" y="268288"/>
            <a:ext cx="7931150" cy="358775"/>
          </a:xfrm>
        </p:spPr>
        <p:txBody>
          <a:bodyPr/>
          <a:lstStyle/>
          <a:p>
            <a:r>
              <a:rPr lang="zh-CN" altLang="en-US" sz="300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标识符的基本处理方法</a:t>
            </a:r>
          </a:p>
        </p:txBody>
      </p:sp>
      <p:sp>
        <p:nvSpPr>
          <p:cNvPr id="2" name="灯片编号占位符 1"/>
          <p:cNvSpPr>
            <a:spLocks noGrp="1"/>
          </p:cNvSpPr>
          <p:nvPr>
            <p:ph type="sldNum" sz="quarter" idx="12"/>
          </p:nvPr>
        </p:nvSpPr>
        <p:spPr/>
        <p:txBody>
          <a:bodyPr/>
          <a:lstStyle/>
          <a:p>
            <a:pPr>
              <a:defRPr/>
            </a:pPr>
            <a:fld id="{64CF1D47-2B30-44A6-81DA-EC28584A641A}" type="slidenum">
              <a:rPr lang="zh-CN" altLang="en-US" smtClean="0"/>
              <a:pPr>
                <a:defRPr/>
              </a:pPr>
              <a:t>22</a:t>
            </a:fld>
            <a:endParaRPr lang="en-US" altLang="zh-CN" dirty="0"/>
          </a:p>
        </p:txBody>
      </p:sp>
    </p:spTree>
    <p:extLst>
      <p:ext uri="{BB962C8B-B14F-4D97-AF65-F5344CB8AC3E}">
        <p14:creationId xmlns:p14="http://schemas.microsoft.com/office/powerpoint/2010/main" val="402711576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nodeType="clickEffect">
                                  <p:stCondLst>
                                    <p:cond delay="0"/>
                                  </p:stCondLst>
                                  <p:childTnLst>
                                    <p:set>
                                      <p:cBhvr>
                                        <p:cTn id="6" dur="1" fill="hold">
                                          <p:stCondLst>
                                            <p:cond delay="0"/>
                                          </p:stCondLst>
                                        </p:cTn>
                                        <p:tgtEl>
                                          <p:spTgt spid="92162">
                                            <p:txEl>
                                              <p:pRg st="0" end="0"/>
                                            </p:txEl>
                                          </p:spTgt>
                                        </p:tgtEl>
                                        <p:attrNameLst>
                                          <p:attrName>style.visibility</p:attrName>
                                        </p:attrNameLst>
                                      </p:cBhvr>
                                      <p:to>
                                        <p:strVal val="visible"/>
                                      </p:to>
                                    </p:set>
                                    <p:anim calcmode="lin" valueType="num">
                                      <p:cBhvr>
                                        <p:cTn id="7" dur="500" fill="hold"/>
                                        <p:tgtEl>
                                          <p:spTgt spid="92162">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92162">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92162">
                                            <p:txEl>
                                              <p:pRg st="0" end="0"/>
                                            </p:txEl>
                                          </p:spTgt>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16" fill="hold" nodeType="clickEffect">
                                  <p:stCondLst>
                                    <p:cond delay="0"/>
                                  </p:stCondLst>
                                  <p:childTnLst>
                                    <p:set>
                                      <p:cBhvr>
                                        <p:cTn id="13" dur="1" fill="hold">
                                          <p:stCondLst>
                                            <p:cond delay="0"/>
                                          </p:stCondLst>
                                        </p:cTn>
                                        <p:tgtEl>
                                          <p:spTgt spid="92162">
                                            <p:txEl>
                                              <p:pRg st="1" end="1"/>
                                            </p:txEl>
                                          </p:spTgt>
                                        </p:tgtEl>
                                        <p:attrNameLst>
                                          <p:attrName>style.visibility</p:attrName>
                                        </p:attrNameLst>
                                      </p:cBhvr>
                                      <p:to>
                                        <p:strVal val="visible"/>
                                      </p:to>
                                    </p:set>
                                    <p:anim calcmode="lin" valueType="num">
                                      <p:cBhvr>
                                        <p:cTn id="14" dur="500" fill="hold"/>
                                        <p:tgtEl>
                                          <p:spTgt spid="92162">
                                            <p:txEl>
                                              <p:pRg st="1" end="1"/>
                                            </p:txEl>
                                          </p:spTgt>
                                        </p:tgtEl>
                                        <p:attrNameLst>
                                          <p:attrName>ppt_w</p:attrName>
                                        </p:attrNameLst>
                                      </p:cBhvr>
                                      <p:tavLst>
                                        <p:tav tm="0">
                                          <p:val>
                                            <p:fltVal val="0"/>
                                          </p:val>
                                        </p:tav>
                                        <p:tav tm="100000">
                                          <p:val>
                                            <p:strVal val="#ppt_w"/>
                                          </p:val>
                                        </p:tav>
                                      </p:tavLst>
                                    </p:anim>
                                    <p:anim calcmode="lin" valueType="num">
                                      <p:cBhvr>
                                        <p:cTn id="15" dur="500" fill="hold"/>
                                        <p:tgtEl>
                                          <p:spTgt spid="92162">
                                            <p:txEl>
                                              <p:pRg st="1" end="1"/>
                                            </p:txEl>
                                          </p:spTgt>
                                        </p:tgtEl>
                                        <p:attrNameLst>
                                          <p:attrName>ppt_h</p:attrName>
                                        </p:attrNameLst>
                                      </p:cBhvr>
                                      <p:tavLst>
                                        <p:tav tm="0">
                                          <p:val>
                                            <p:fltVal val="0"/>
                                          </p:val>
                                        </p:tav>
                                        <p:tav tm="100000">
                                          <p:val>
                                            <p:strVal val="#ppt_h"/>
                                          </p:val>
                                        </p:tav>
                                      </p:tavLst>
                                    </p:anim>
                                    <p:animEffect transition="in" filter="fade">
                                      <p:cBhvr>
                                        <p:cTn id="16" dur="500"/>
                                        <p:tgtEl>
                                          <p:spTgt spid="92162">
                                            <p:txEl>
                                              <p:pRg st="1" end="1"/>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3" presetClass="entr" presetSubtype="16" fill="hold" nodeType="clickEffect">
                                  <p:stCondLst>
                                    <p:cond delay="0"/>
                                  </p:stCondLst>
                                  <p:childTnLst>
                                    <p:set>
                                      <p:cBhvr>
                                        <p:cTn id="20" dur="1" fill="hold">
                                          <p:stCondLst>
                                            <p:cond delay="0"/>
                                          </p:stCondLst>
                                        </p:cTn>
                                        <p:tgtEl>
                                          <p:spTgt spid="92162">
                                            <p:txEl>
                                              <p:pRg st="2" end="2"/>
                                            </p:txEl>
                                          </p:spTgt>
                                        </p:tgtEl>
                                        <p:attrNameLst>
                                          <p:attrName>style.visibility</p:attrName>
                                        </p:attrNameLst>
                                      </p:cBhvr>
                                      <p:to>
                                        <p:strVal val="visible"/>
                                      </p:to>
                                    </p:set>
                                    <p:anim calcmode="lin" valueType="num">
                                      <p:cBhvr>
                                        <p:cTn id="21" dur="500" fill="hold"/>
                                        <p:tgtEl>
                                          <p:spTgt spid="92162">
                                            <p:txEl>
                                              <p:pRg st="2" end="2"/>
                                            </p:txEl>
                                          </p:spTgt>
                                        </p:tgtEl>
                                        <p:attrNameLst>
                                          <p:attrName>ppt_w</p:attrName>
                                        </p:attrNameLst>
                                      </p:cBhvr>
                                      <p:tavLst>
                                        <p:tav tm="0">
                                          <p:val>
                                            <p:fltVal val="0"/>
                                          </p:val>
                                        </p:tav>
                                        <p:tav tm="100000">
                                          <p:val>
                                            <p:strVal val="#ppt_w"/>
                                          </p:val>
                                        </p:tav>
                                      </p:tavLst>
                                    </p:anim>
                                    <p:anim calcmode="lin" valueType="num">
                                      <p:cBhvr>
                                        <p:cTn id="22" dur="500" fill="hold"/>
                                        <p:tgtEl>
                                          <p:spTgt spid="92162">
                                            <p:txEl>
                                              <p:pRg st="2" end="2"/>
                                            </p:txEl>
                                          </p:spTgt>
                                        </p:tgtEl>
                                        <p:attrNameLst>
                                          <p:attrName>ppt_h</p:attrName>
                                        </p:attrNameLst>
                                      </p:cBhvr>
                                      <p:tavLst>
                                        <p:tav tm="0">
                                          <p:val>
                                            <p:fltVal val="0"/>
                                          </p:val>
                                        </p:tav>
                                        <p:tav tm="100000">
                                          <p:val>
                                            <p:strVal val="#ppt_h"/>
                                          </p:val>
                                        </p:tav>
                                      </p:tavLst>
                                    </p:anim>
                                    <p:animEffect transition="in" filter="fade">
                                      <p:cBhvr>
                                        <p:cTn id="23" dur="500"/>
                                        <p:tgtEl>
                                          <p:spTgt spid="92162">
                                            <p:txEl>
                                              <p:pRg st="2" end="2"/>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53" presetClass="entr" presetSubtype="16" fill="hold" nodeType="clickEffect">
                                  <p:stCondLst>
                                    <p:cond delay="0"/>
                                  </p:stCondLst>
                                  <p:childTnLst>
                                    <p:set>
                                      <p:cBhvr>
                                        <p:cTn id="27" dur="1" fill="hold">
                                          <p:stCondLst>
                                            <p:cond delay="0"/>
                                          </p:stCondLst>
                                        </p:cTn>
                                        <p:tgtEl>
                                          <p:spTgt spid="92162">
                                            <p:txEl>
                                              <p:pRg st="3" end="3"/>
                                            </p:txEl>
                                          </p:spTgt>
                                        </p:tgtEl>
                                        <p:attrNameLst>
                                          <p:attrName>style.visibility</p:attrName>
                                        </p:attrNameLst>
                                      </p:cBhvr>
                                      <p:to>
                                        <p:strVal val="visible"/>
                                      </p:to>
                                    </p:set>
                                    <p:anim calcmode="lin" valueType="num">
                                      <p:cBhvr>
                                        <p:cTn id="28" dur="500" fill="hold"/>
                                        <p:tgtEl>
                                          <p:spTgt spid="92162">
                                            <p:txEl>
                                              <p:pRg st="3" end="3"/>
                                            </p:txEl>
                                          </p:spTgt>
                                        </p:tgtEl>
                                        <p:attrNameLst>
                                          <p:attrName>ppt_w</p:attrName>
                                        </p:attrNameLst>
                                      </p:cBhvr>
                                      <p:tavLst>
                                        <p:tav tm="0">
                                          <p:val>
                                            <p:fltVal val="0"/>
                                          </p:val>
                                        </p:tav>
                                        <p:tav tm="100000">
                                          <p:val>
                                            <p:strVal val="#ppt_w"/>
                                          </p:val>
                                        </p:tav>
                                      </p:tavLst>
                                    </p:anim>
                                    <p:anim calcmode="lin" valueType="num">
                                      <p:cBhvr>
                                        <p:cTn id="29" dur="500" fill="hold"/>
                                        <p:tgtEl>
                                          <p:spTgt spid="92162">
                                            <p:txEl>
                                              <p:pRg st="3" end="3"/>
                                            </p:txEl>
                                          </p:spTgt>
                                        </p:tgtEl>
                                        <p:attrNameLst>
                                          <p:attrName>ppt_h</p:attrName>
                                        </p:attrNameLst>
                                      </p:cBhvr>
                                      <p:tavLst>
                                        <p:tav tm="0">
                                          <p:val>
                                            <p:fltVal val="0"/>
                                          </p:val>
                                        </p:tav>
                                        <p:tav tm="100000">
                                          <p:val>
                                            <p:strVal val="#ppt_h"/>
                                          </p:val>
                                        </p:tav>
                                      </p:tavLst>
                                    </p:anim>
                                    <p:animEffect transition="in" filter="fade">
                                      <p:cBhvr>
                                        <p:cTn id="30" dur="500"/>
                                        <p:tgtEl>
                                          <p:spTgt spid="92162">
                                            <p:txEl>
                                              <p:pRg st="3" end="3"/>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53" presetClass="entr" presetSubtype="16" fill="hold" nodeType="clickEffect">
                                  <p:stCondLst>
                                    <p:cond delay="0"/>
                                  </p:stCondLst>
                                  <p:childTnLst>
                                    <p:set>
                                      <p:cBhvr>
                                        <p:cTn id="34" dur="1" fill="hold">
                                          <p:stCondLst>
                                            <p:cond delay="0"/>
                                          </p:stCondLst>
                                        </p:cTn>
                                        <p:tgtEl>
                                          <p:spTgt spid="92162">
                                            <p:txEl>
                                              <p:pRg st="4" end="4"/>
                                            </p:txEl>
                                          </p:spTgt>
                                        </p:tgtEl>
                                        <p:attrNameLst>
                                          <p:attrName>style.visibility</p:attrName>
                                        </p:attrNameLst>
                                      </p:cBhvr>
                                      <p:to>
                                        <p:strVal val="visible"/>
                                      </p:to>
                                    </p:set>
                                    <p:anim calcmode="lin" valueType="num">
                                      <p:cBhvr>
                                        <p:cTn id="35" dur="500" fill="hold"/>
                                        <p:tgtEl>
                                          <p:spTgt spid="92162">
                                            <p:txEl>
                                              <p:pRg st="4" end="4"/>
                                            </p:txEl>
                                          </p:spTgt>
                                        </p:tgtEl>
                                        <p:attrNameLst>
                                          <p:attrName>ppt_w</p:attrName>
                                        </p:attrNameLst>
                                      </p:cBhvr>
                                      <p:tavLst>
                                        <p:tav tm="0">
                                          <p:val>
                                            <p:fltVal val="0"/>
                                          </p:val>
                                        </p:tav>
                                        <p:tav tm="100000">
                                          <p:val>
                                            <p:strVal val="#ppt_w"/>
                                          </p:val>
                                        </p:tav>
                                      </p:tavLst>
                                    </p:anim>
                                    <p:anim calcmode="lin" valueType="num">
                                      <p:cBhvr>
                                        <p:cTn id="36" dur="500" fill="hold"/>
                                        <p:tgtEl>
                                          <p:spTgt spid="92162">
                                            <p:txEl>
                                              <p:pRg st="4" end="4"/>
                                            </p:txEl>
                                          </p:spTgt>
                                        </p:tgtEl>
                                        <p:attrNameLst>
                                          <p:attrName>ppt_h</p:attrName>
                                        </p:attrNameLst>
                                      </p:cBhvr>
                                      <p:tavLst>
                                        <p:tav tm="0">
                                          <p:val>
                                            <p:fltVal val="0"/>
                                          </p:val>
                                        </p:tav>
                                        <p:tav tm="100000">
                                          <p:val>
                                            <p:strVal val="#ppt_h"/>
                                          </p:val>
                                        </p:tav>
                                      </p:tavLst>
                                    </p:anim>
                                    <p:animEffect transition="in" filter="fade">
                                      <p:cBhvr>
                                        <p:cTn id="37" dur="500"/>
                                        <p:tgtEl>
                                          <p:spTgt spid="92162">
                                            <p:txEl>
                                              <p:pRg st="4" end="4"/>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53" presetClass="entr" presetSubtype="16" fill="hold" nodeType="clickEffect">
                                  <p:stCondLst>
                                    <p:cond delay="0"/>
                                  </p:stCondLst>
                                  <p:childTnLst>
                                    <p:set>
                                      <p:cBhvr>
                                        <p:cTn id="41" dur="1" fill="hold">
                                          <p:stCondLst>
                                            <p:cond delay="0"/>
                                          </p:stCondLst>
                                        </p:cTn>
                                        <p:tgtEl>
                                          <p:spTgt spid="92162">
                                            <p:txEl>
                                              <p:pRg st="5" end="5"/>
                                            </p:txEl>
                                          </p:spTgt>
                                        </p:tgtEl>
                                        <p:attrNameLst>
                                          <p:attrName>style.visibility</p:attrName>
                                        </p:attrNameLst>
                                      </p:cBhvr>
                                      <p:to>
                                        <p:strVal val="visible"/>
                                      </p:to>
                                    </p:set>
                                    <p:anim calcmode="lin" valueType="num">
                                      <p:cBhvr>
                                        <p:cTn id="42" dur="500" fill="hold"/>
                                        <p:tgtEl>
                                          <p:spTgt spid="92162">
                                            <p:txEl>
                                              <p:pRg st="5" end="5"/>
                                            </p:txEl>
                                          </p:spTgt>
                                        </p:tgtEl>
                                        <p:attrNameLst>
                                          <p:attrName>ppt_w</p:attrName>
                                        </p:attrNameLst>
                                      </p:cBhvr>
                                      <p:tavLst>
                                        <p:tav tm="0">
                                          <p:val>
                                            <p:fltVal val="0"/>
                                          </p:val>
                                        </p:tav>
                                        <p:tav tm="100000">
                                          <p:val>
                                            <p:strVal val="#ppt_w"/>
                                          </p:val>
                                        </p:tav>
                                      </p:tavLst>
                                    </p:anim>
                                    <p:anim calcmode="lin" valueType="num">
                                      <p:cBhvr>
                                        <p:cTn id="43" dur="500" fill="hold"/>
                                        <p:tgtEl>
                                          <p:spTgt spid="92162">
                                            <p:txEl>
                                              <p:pRg st="5" end="5"/>
                                            </p:txEl>
                                          </p:spTgt>
                                        </p:tgtEl>
                                        <p:attrNameLst>
                                          <p:attrName>ppt_h</p:attrName>
                                        </p:attrNameLst>
                                      </p:cBhvr>
                                      <p:tavLst>
                                        <p:tav tm="0">
                                          <p:val>
                                            <p:fltVal val="0"/>
                                          </p:val>
                                        </p:tav>
                                        <p:tav tm="100000">
                                          <p:val>
                                            <p:strVal val="#ppt_h"/>
                                          </p:val>
                                        </p:tav>
                                      </p:tavLst>
                                    </p:anim>
                                    <p:animEffect transition="in" filter="fade">
                                      <p:cBhvr>
                                        <p:cTn id="44" dur="500"/>
                                        <p:tgtEl>
                                          <p:spTgt spid="9216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5" name="Rectangle 3"/>
          <p:cNvSpPr>
            <a:spLocks noGrp="1" noChangeArrowheads="1"/>
          </p:cNvSpPr>
          <p:nvPr>
            <p:ph idx="1"/>
          </p:nvPr>
        </p:nvSpPr>
        <p:spPr>
          <a:xfrm>
            <a:off x="428625" y="785813"/>
            <a:ext cx="8072438" cy="3225800"/>
          </a:xfrm>
        </p:spPr>
        <p:txBody>
          <a:bodyPr/>
          <a:lstStyle/>
          <a:p>
            <a:pPr algn="just" eaLnBrk="1" hangingPunct="1">
              <a:lnSpc>
                <a:spcPts val="3500"/>
              </a:lnSpc>
              <a:spcBef>
                <a:spcPct val="15000"/>
              </a:spcBef>
              <a:buClrTx/>
              <a:buFont typeface="Wingdings" pitchFamily="2" charset="2"/>
              <a:buChar char="Ø"/>
              <a:defRPr/>
            </a:pPr>
            <a:r>
              <a:rPr lang="zh-CN" altLang="en-US" sz="2500" b="1" dirty="0">
                <a:solidFill>
                  <a:schemeClr val="tx1"/>
                </a:solidFill>
                <a:latin typeface="楷体" pitchFamily="49" charset="-122"/>
                <a:cs typeface="Times New Roman" pitchFamily="18" charset="0"/>
              </a:rPr>
              <a:t>嵌套过程声明语句的文法</a:t>
            </a:r>
            <a:endParaRPr lang="en-US" altLang="zh-CN" sz="2500" b="1" dirty="0">
              <a:solidFill>
                <a:schemeClr val="tx1"/>
              </a:solidFill>
              <a:latin typeface="楷体" pitchFamily="49" charset="-122"/>
              <a:cs typeface="Times New Roman" pitchFamily="18" charset="0"/>
            </a:endParaRPr>
          </a:p>
          <a:p>
            <a:pPr algn="just" eaLnBrk="1" hangingPunct="1">
              <a:lnSpc>
                <a:spcPts val="3500"/>
              </a:lnSpc>
              <a:spcBef>
                <a:spcPct val="15000"/>
              </a:spcBef>
              <a:buFont typeface="Wingdings" pitchFamily="2" charset="2"/>
              <a:buNone/>
              <a:defRPr/>
            </a:pPr>
            <a:r>
              <a:rPr lang="en-US" altLang="zh-CN" sz="2500" b="1" i="1" dirty="0">
                <a:solidFill>
                  <a:schemeClr val="tx1"/>
                </a:solidFill>
                <a:ea typeface="楷体_GB2312"/>
                <a:cs typeface="Times New Roman" pitchFamily="18" charset="0"/>
              </a:rPr>
              <a:t>	P</a:t>
            </a:r>
            <a:r>
              <a:rPr lang="en-US" altLang="zh-CN" sz="2500" b="1" dirty="0">
                <a:solidFill>
                  <a:schemeClr val="tx1"/>
                </a:solidFill>
                <a:ea typeface="楷体_GB2312"/>
                <a:cs typeface="Times New Roman" pitchFamily="18" charset="0"/>
              </a:rPr>
              <a:t> </a:t>
            </a:r>
            <a:r>
              <a:rPr lang="en-US" altLang="zh-CN" sz="2500" b="1" dirty="0">
                <a:solidFill>
                  <a:schemeClr val="tx1"/>
                </a:solidFill>
                <a:ea typeface="楷体_GB2312"/>
                <a:cs typeface="Times New Roman" pitchFamily="18" charset="0"/>
                <a:sym typeface="Symbol" pitchFamily="18" charset="2"/>
              </a:rPr>
              <a:t></a:t>
            </a:r>
            <a:r>
              <a:rPr lang="en-US" altLang="zh-CN" sz="2500" b="1" dirty="0">
                <a:solidFill>
                  <a:schemeClr val="tx1"/>
                </a:solidFill>
                <a:ea typeface="楷体_GB2312"/>
                <a:cs typeface="Times New Roman" pitchFamily="18" charset="0"/>
              </a:rPr>
              <a:t> </a:t>
            </a:r>
            <a:r>
              <a:rPr lang="en-US" altLang="zh-CN" sz="2500" b="1" i="1" dirty="0">
                <a:solidFill>
                  <a:schemeClr val="tx1"/>
                </a:solidFill>
                <a:ea typeface="楷体_GB2312"/>
                <a:cs typeface="Times New Roman" pitchFamily="18" charset="0"/>
              </a:rPr>
              <a:t>D </a:t>
            </a:r>
          </a:p>
          <a:p>
            <a:pPr algn="just" eaLnBrk="1" hangingPunct="1">
              <a:lnSpc>
                <a:spcPts val="3500"/>
              </a:lnSpc>
              <a:spcBef>
                <a:spcPct val="15000"/>
              </a:spcBef>
              <a:buFont typeface="Wingdings" pitchFamily="2" charset="2"/>
              <a:buNone/>
              <a:defRPr/>
            </a:pPr>
            <a:r>
              <a:rPr lang="en-US" altLang="zh-CN" sz="2500" b="1" dirty="0">
                <a:solidFill>
                  <a:schemeClr val="tx1"/>
                </a:solidFill>
                <a:ea typeface="楷体_GB2312"/>
                <a:cs typeface="Times New Roman" pitchFamily="18" charset="0"/>
              </a:rPr>
              <a:t>	</a:t>
            </a:r>
            <a:r>
              <a:rPr lang="en-US" altLang="zh-CN" sz="2500" b="1" i="1" dirty="0">
                <a:solidFill>
                  <a:schemeClr val="tx1"/>
                </a:solidFill>
                <a:ea typeface="楷体_GB2312"/>
                <a:cs typeface="Times New Roman" pitchFamily="18" charset="0"/>
              </a:rPr>
              <a:t>D</a:t>
            </a:r>
            <a:r>
              <a:rPr lang="en-US" altLang="zh-CN" sz="2500" b="1" dirty="0">
                <a:solidFill>
                  <a:schemeClr val="tx1"/>
                </a:solidFill>
                <a:ea typeface="楷体_GB2312"/>
                <a:cs typeface="Times New Roman" pitchFamily="18" charset="0"/>
              </a:rPr>
              <a:t> </a:t>
            </a:r>
            <a:r>
              <a:rPr lang="en-US" altLang="zh-CN" sz="2500" b="1" dirty="0">
                <a:solidFill>
                  <a:schemeClr val="tx1"/>
                </a:solidFill>
                <a:ea typeface="楷体_GB2312"/>
                <a:cs typeface="Times New Roman" pitchFamily="18" charset="0"/>
                <a:sym typeface="Symbol" pitchFamily="18" charset="2"/>
              </a:rPr>
              <a:t></a:t>
            </a:r>
            <a:r>
              <a:rPr lang="en-US" altLang="zh-CN" sz="2500" b="1" dirty="0">
                <a:solidFill>
                  <a:schemeClr val="tx1"/>
                </a:solidFill>
                <a:ea typeface="楷体_GB2312"/>
                <a:cs typeface="Times New Roman" pitchFamily="18" charset="0"/>
              </a:rPr>
              <a:t> </a:t>
            </a:r>
            <a:r>
              <a:rPr lang="en-US" altLang="zh-CN" sz="2500" b="1" i="1" dirty="0">
                <a:solidFill>
                  <a:schemeClr val="tx1"/>
                </a:solidFill>
                <a:ea typeface="楷体_GB2312"/>
                <a:cs typeface="Times New Roman" pitchFamily="18" charset="0"/>
              </a:rPr>
              <a:t>D</a:t>
            </a:r>
            <a:r>
              <a:rPr lang="en-US" altLang="zh-CN" sz="2500" b="1" dirty="0">
                <a:solidFill>
                  <a:schemeClr val="tx1"/>
                </a:solidFill>
                <a:ea typeface="楷体_GB2312"/>
                <a:cs typeface="Times New Roman" pitchFamily="18" charset="0"/>
              </a:rPr>
              <a:t>  </a:t>
            </a:r>
            <a:r>
              <a:rPr lang="en-US" altLang="zh-CN" sz="2500" b="1" i="1" dirty="0" err="1">
                <a:solidFill>
                  <a:schemeClr val="tx1"/>
                </a:solidFill>
                <a:ea typeface="楷体_GB2312"/>
                <a:cs typeface="Times New Roman" pitchFamily="18" charset="0"/>
              </a:rPr>
              <a:t>D</a:t>
            </a:r>
            <a:r>
              <a:rPr lang="en-US" altLang="zh-CN" sz="2500" b="1" dirty="0">
                <a:solidFill>
                  <a:schemeClr val="tx1"/>
                </a:solidFill>
                <a:ea typeface="楷体_GB2312"/>
                <a:cs typeface="Times New Roman" pitchFamily="18" charset="0"/>
              </a:rPr>
              <a:t> | </a:t>
            </a:r>
            <a:r>
              <a:rPr lang="en-US" altLang="zh-CN" sz="2500" b="1" dirty="0" err="1">
                <a:solidFill>
                  <a:schemeClr val="tx1"/>
                </a:solidFill>
                <a:ea typeface="楷体_GB2312"/>
                <a:cs typeface="Times New Roman" pitchFamily="18" charset="0"/>
              </a:rPr>
              <a:t>proc</a:t>
            </a:r>
            <a:r>
              <a:rPr lang="en-US" altLang="zh-CN" sz="2500" b="1" dirty="0">
                <a:solidFill>
                  <a:schemeClr val="tx1"/>
                </a:solidFill>
                <a:ea typeface="楷体_GB2312"/>
                <a:cs typeface="Times New Roman" pitchFamily="18" charset="0"/>
              </a:rPr>
              <a:t> id ; </a:t>
            </a:r>
            <a:r>
              <a:rPr lang="en-US" altLang="zh-CN" sz="2500" b="1" i="1" dirty="0">
                <a:solidFill>
                  <a:schemeClr val="tx1"/>
                </a:solidFill>
                <a:ea typeface="楷体_GB2312"/>
                <a:cs typeface="Times New Roman" pitchFamily="18" charset="0"/>
              </a:rPr>
              <a:t>D</a:t>
            </a:r>
            <a:r>
              <a:rPr lang="en-US" altLang="zh-CN" sz="2500" b="1" dirty="0">
                <a:solidFill>
                  <a:schemeClr val="tx1"/>
                </a:solidFill>
                <a:ea typeface="楷体_GB2312"/>
                <a:cs typeface="Times New Roman" pitchFamily="18" charset="0"/>
              </a:rPr>
              <a:t>  </a:t>
            </a:r>
            <a:r>
              <a:rPr lang="en-US" altLang="zh-CN" sz="2500" b="1" i="1" dirty="0">
                <a:solidFill>
                  <a:schemeClr val="tx1"/>
                </a:solidFill>
                <a:ea typeface="楷体_GB2312"/>
                <a:cs typeface="Times New Roman" pitchFamily="18" charset="0"/>
              </a:rPr>
              <a:t>S </a:t>
            </a:r>
            <a:r>
              <a:rPr lang="en-US" altLang="zh-CN" sz="2500" b="1" dirty="0">
                <a:solidFill>
                  <a:schemeClr val="tx1"/>
                </a:solidFill>
                <a:ea typeface="楷体_GB2312"/>
                <a:cs typeface="Times New Roman" pitchFamily="18" charset="0"/>
              </a:rPr>
              <a:t>| id : </a:t>
            </a:r>
            <a:r>
              <a:rPr lang="en-US" altLang="zh-CN" sz="2500" b="1" i="1" dirty="0">
                <a:solidFill>
                  <a:schemeClr val="tx1"/>
                </a:solidFill>
                <a:ea typeface="楷体_GB2312"/>
                <a:cs typeface="Times New Roman" pitchFamily="18" charset="0"/>
              </a:rPr>
              <a:t>T</a:t>
            </a:r>
            <a:r>
              <a:rPr lang="en-US" altLang="zh-CN" sz="2500" b="1" dirty="0">
                <a:solidFill>
                  <a:schemeClr val="tx1"/>
                </a:solidFill>
                <a:ea typeface="楷体_GB2312"/>
                <a:cs typeface="Times New Roman" pitchFamily="18" charset="0"/>
              </a:rPr>
              <a:t> ;</a:t>
            </a:r>
          </a:p>
          <a:p>
            <a:pPr eaLnBrk="1" hangingPunct="1">
              <a:lnSpc>
                <a:spcPts val="3500"/>
              </a:lnSpc>
              <a:buClrTx/>
              <a:buFont typeface="Wingdings" pitchFamily="2" charset="2"/>
              <a:buChar char="Ø"/>
              <a:defRPr/>
            </a:pPr>
            <a:r>
              <a:rPr lang="zh-CN" altLang="en-US" sz="2500" b="1" dirty="0">
                <a:solidFill>
                  <a:schemeClr val="tx1"/>
                </a:solidFill>
                <a:cs typeface="Times New Roman" pitchFamily="18" charset="0"/>
              </a:rPr>
              <a:t>在允许</a:t>
            </a:r>
            <a:r>
              <a:rPr lang="zh-CN" altLang="en-US" sz="2500" b="1" dirty="0">
                <a:solidFill>
                  <a:schemeClr val="tx2">
                    <a:lumMod val="60000"/>
                    <a:lumOff val="40000"/>
                  </a:schemeClr>
                </a:solidFill>
                <a:cs typeface="Times New Roman" pitchFamily="18" charset="0"/>
              </a:rPr>
              <a:t>嵌套过程声明</a:t>
            </a:r>
            <a:r>
              <a:rPr lang="zh-CN" altLang="en-US" sz="2500" b="1" dirty="0">
                <a:solidFill>
                  <a:schemeClr val="tx1"/>
                </a:solidFill>
                <a:cs typeface="Times New Roman" pitchFamily="18" charset="0"/>
              </a:rPr>
              <a:t>的语言中，</a:t>
            </a:r>
            <a:r>
              <a:rPr lang="zh-CN" altLang="en-US" sz="2500" b="1" dirty="0">
                <a:solidFill>
                  <a:schemeClr val="tx2">
                    <a:lumMod val="60000"/>
                    <a:lumOff val="40000"/>
                  </a:schemeClr>
                </a:solidFill>
                <a:cs typeface="Times New Roman" pitchFamily="18" charset="0"/>
              </a:rPr>
              <a:t>局部于每个过程的名字</a:t>
            </a:r>
            <a:r>
              <a:rPr lang="zh-CN" altLang="en-US" sz="2500" b="1" dirty="0">
                <a:solidFill>
                  <a:schemeClr val="tx1"/>
                </a:solidFill>
                <a:cs typeface="Times New Roman" pitchFamily="18" charset="0"/>
              </a:rPr>
              <a:t>可以使用第</a:t>
            </a:r>
            <a:r>
              <a:rPr lang="en-US" altLang="zh-CN" sz="2500" b="1" dirty="0">
                <a:solidFill>
                  <a:schemeClr val="tx1"/>
                </a:solidFill>
                <a:cs typeface="Times New Roman" pitchFamily="18" charset="0"/>
              </a:rPr>
              <a:t>6</a:t>
            </a:r>
            <a:r>
              <a:rPr lang="zh-CN" altLang="en-US" sz="2500" b="1" dirty="0">
                <a:solidFill>
                  <a:schemeClr val="tx1"/>
                </a:solidFill>
                <a:cs typeface="Times New Roman" pitchFamily="18" charset="0"/>
              </a:rPr>
              <a:t>章介绍的方法分配相对地址；当看到</a:t>
            </a:r>
            <a:r>
              <a:rPr lang="zh-CN" altLang="en-US" sz="2500" b="1" dirty="0">
                <a:solidFill>
                  <a:schemeClr val="tx2">
                    <a:lumMod val="60000"/>
                    <a:lumOff val="40000"/>
                  </a:schemeClr>
                </a:solidFill>
                <a:cs typeface="Times New Roman" pitchFamily="18" charset="0"/>
              </a:rPr>
              <a:t>嵌套的过程</a:t>
            </a:r>
            <a:r>
              <a:rPr lang="en-US" altLang="zh-CN" sz="2500" b="1" i="1" dirty="0">
                <a:solidFill>
                  <a:schemeClr val="tx1"/>
                </a:solidFill>
                <a:cs typeface="Times New Roman" pitchFamily="18" charset="0"/>
              </a:rPr>
              <a:t>p</a:t>
            </a:r>
            <a:r>
              <a:rPr lang="zh-CN" altLang="en-US" sz="2500" b="1" dirty="0">
                <a:solidFill>
                  <a:schemeClr val="tx1"/>
                </a:solidFill>
                <a:cs typeface="Times New Roman" pitchFamily="18" charset="0"/>
              </a:rPr>
              <a:t>时，应暂时</a:t>
            </a:r>
            <a:r>
              <a:rPr lang="zh-CN" altLang="en-US" sz="2500" b="1" dirty="0">
                <a:solidFill>
                  <a:schemeClr val="tx2">
                    <a:lumMod val="60000"/>
                    <a:lumOff val="40000"/>
                  </a:schemeClr>
                </a:solidFill>
                <a:cs typeface="Times New Roman" pitchFamily="18" charset="0"/>
              </a:rPr>
              <a:t>挂起</a:t>
            </a:r>
            <a:r>
              <a:rPr lang="zh-CN" altLang="en-US" sz="2500" b="1" dirty="0">
                <a:solidFill>
                  <a:schemeClr val="tx1"/>
                </a:solidFill>
                <a:cs typeface="Times New Roman" pitchFamily="18" charset="0"/>
              </a:rPr>
              <a:t>对</a:t>
            </a:r>
            <a:r>
              <a:rPr lang="zh-CN" altLang="en-US" sz="2500" b="1" dirty="0">
                <a:solidFill>
                  <a:schemeClr val="tx2">
                    <a:lumMod val="60000"/>
                    <a:lumOff val="40000"/>
                  </a:schemeClr>
                </a:solidFill>
                <a:cs typeface="Times New Roman" pitchFamily="18" charset="0"/>
              </a:rPr>
              <a:t>外围过程</a:t>
            </a:r>
            <a:r>
              <a:rPr lang="en-US" altLang="zh-CN" sz="2500" b="1" i="1" dirty="0">
                <a:solidFill>
                  <a:schemeClr val="tx1"/>
                </a:solidFill>
                <a:cs typeface="Times New Roman" pitchFamily="18" charset="0"/>
              </a:rPr>
              <a:t>q</a:t>
            </a:r>
            <a:r>
              <a:rPr lang="zh-CN" altLang="en-US" sz="2500" b="1" dirty="0">
                <a:solidFill>
                  <a:schemeClr val="tx1"/>
                </a:solidFill>
                <a:cs typeface="Times New Roman" pitchFamily="18" charset="0"/>
              </a:rPr>
              <a:t>声明语句的处理</a:t>
            </a:r>
            <a:endParaRPr lang="en-US" altLang="zh-CN" sz="2500" b="1" dirty="0">
              <a:solidFill>
                <a:schemeClr val="tx1"/>
              </a:solidFill>
              <a:ea typeface="楷体_GB2312"/>
              <a:cs typeface="楷体_GB2312"/>
            </a:endParaRPr>
          </a:p>
        </p:txBody>
      </p:sp>
      <p:sp>
        <p:nvSpPr>
          <p:cNvPr id="148483" name="Rectangle 2"/>
          <p:cNvSpPr>
            <a:spLocks noGrp="1" noChangeArrowheads="1"/>
          </p:cNvSpPr>
          <p:nvPr>
            <p:ph type="title"/>
          </p:nvPr>
        </p:nvSpPr>
        <p:spPr>
          <a:xfrm>
            <a:off x="755650" y="268288"/>
            <a:ext cx="7931150" cy="358775"/>
          </a:xfrm>
        </p:spPr>
        <p:txBody>
          <a:bodyPr/>
          <a:lstStyle/>
          <a:p>
            <a:pPr eaLnBrk="1" hangingPunct="1"/>
            <a:r>
              <a:rPr lang="en-US" altLang="zh-CN" sz="30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7. </a:t>
            </a:r>
            <a:r>
              <a:rPr lang="zh-CN" altLang="en-US" sz="30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符号表的建立</a:t>
            </a:r>
          </a:p>
        </p:txBody>
      </p:sp>
      <p:sp>
        <p:nvSpPr>
          <p:cNvPr id="2" name="灯片编号占位符 1"/>
          <p:cNvSpPr>
            <a:spLocks noGrp="1"/>
          </p:cNvSpPr>
          <p:nvPr>
            <p:ph type="sldNum" sz="quarter" idx="12"/>
          </p:nvPr>
        </p:nvSpPr>
        <p:spPr/>
        <p:txBody>
          <a:bodyPr/>
          <a:lstStyle/>
          <a:p>
            <a:pPr>
              <a:defRPr/>
            </a:pPr>
            <a:fld id="{64CF1D47-2B30-44A6-81DA-EC28584A641A}" type="slidenum">
              <a:rPr lang="zh-CN" altLang="en-US" smtClean="0"/>
              <a:pPr>
                <a:defRPr/>
              </a:pPr>
              <a:t>23</a:t>
            </a:fld>
            <a:endParaRPr lang="en-US" altLang="zh-CN" dirty="0"/>
          </a:p>
        </p:txBody>
      </p:sp>
    </p:spTree>
    <p:extLst>
      <p:ext uri="{BB962C8B-B14F-4D97-AF65-F5344CB8AC3E}">
        <p14:creationId xmlns:p14="http://schemas.microsoft.com/office/powerpoint/2010/main" val="239393056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nodeType="clickEffect">
                                  <p:stCondLst>
                                    <p:cond delay="0"/>
                                  </p:stCondLst>
                                  <p:childTnLst>
                                    <p:set>
                                      <p:cBhvr>
                                        <p:cTn id="6" dur="1" fill="hold">
                                          <p:stCondLst>
                                            <p:cond delay="0"/>
                                          </p:stCondLst>
                                        </p:cTn>
                                        <p:tgtEl>
                                          <p:spTgt spid="74755">
                                            <p:txEl>
                                              <p:pRg st="0" end="0"/>
                                            </p:txEl>
                                          </p:spTgt>
                                        </p:tgtEl>
                                        <p:attrNameLst>
                                          <p:attrName>style.visibility</p:attrName>
                                        </p:attrNameLst>
                                      </p:cBhvr>
                                      <p:to>
                                        <p:strVal val="visible"/>
                                      </p:to>
                                    </p:set>
                                    <p:anim calcmode="lin" valueType="num">
                                      <p:cBhvr>
                                        <p:cTn id="7" dur="500" fill="hold"/>
                                        <p:tgtEl>
                                          <p:spTgt spid="74755">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74755">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74755">
                                            <p:txEl>
                                              <p:pRg st="0" end="0"/>
                                            </p:txEl>
                                          </p:spTgt>
                                        </p:tgtEl>
                                      </p:cBhvr>
                                    </p:animEffect>
                                  </p:childTnLst>
                                </p:cTn>
                              </p:par>
                              <p:par>
                                <p:cTn id="10" presetID="53" presetClass="entr" presetSubtype="0" fill="hold" nodeType="withEffect">
                                  <p:stCondLst>
                                    <p:cond delay="0"/>
                                  </p:stCondLst>
                                  <p:childTnLst>
                                    <p:set>
                                      <p:cBhvr>
                                        <p:cTn id="11" dur="1" fill="hold">
                                          <p:stCondLst>
                                            <p:cond delay="0"/>
                                          </p:stCondLst>
                                        </p:cTn>
                                        <p:tgtEl>
                                          <p:spTgt spid="74755">
                                            <p:txEl>
                                              <p:pRg st="1" end="1"/>
                                            </p:txEl>
                                          </p:spTgt>
                                        </p:tgtEl>
                                        <p:attrNameLst>
                                          <p:attrName>style.visibility</p:attrName>
                                        </p:attrNameLst>
                                      </p:cBhvr>
                                      <p:to>
                                        <p:strVal val="visible"/>
                                      </p:to>
                                    </p:set>
                                    <p:anim calcmode="lin" valueType="num">
                                      <p:cBhvr>
                                        <p:cTn id="12" dur="500" fill="hold"/>
                                        <p:tgtEl>
                                          <p:spTgt spid="74755">
                                            <p:txEl>
                                              <p:pRg st="1" end="1"/>
                                            </p:txEl>
                                          </p:spTgt>
                                        </p:tgtEl>
                                        <p:attrNameLst>
                                          <p:attrName>ppt_w</p:attrName>
                                        </p:attrNameLst>
                                      </p:cBhvr>
                                      <p:tavLst>
                                        <p:tav tm="0">
                                          <p:val>
                                            <p:fltVal val="0"/>
                                          </p:val>
                                        </p:tav>
                                        <p:tav tm="100000">
                                          <p:val>
                                            <p:strVal val="#ppt_w"/>
                                          </p:val>
                                        </p:tav>
                                      </p:tavLst>
                                    </p:anim>
                                    <p:anim calcmode="lin" valueType="num">
                                      <p:cBhvr>
                                        <p:cTn id="13" dur="500" fill="hold"/>
                                        <p:tgtEl>
                                          <p:spTgt spid="74755">
                                            <p:txEl>
                                              <p:pRg st="1" end="1"/>
                                            </p:txEl>
                                          </p:spTgt>
                                        </p:tgtEl>
                                        <p:attrNameLst>
                                          <p:attrName>ppt_h</p:attrName>
                                        </p:attrNameLst>
                                      </p:cBhvr>
                                      <p:tavLst>
                                        <p:tav tm="0">
                                          <p:val>
                                            <p:fltVal val="0"/>
                                          </p:val>
                                        </p:tav>
                                        <p:tav tm="100000">
                                          <p:val>
                                            <p:strVal val="#ppt_h"/>
                                          </p:val>
                                        </p:tav>
                                      </p:tavLst>
                                    </p:anim>
                                    <p:animEffect transition="in" filter="fade">
                                      <p:cBhvr>
                                        <p:cTn id="14" dur="500"/>
                                        <p:tgtEl>
                                          <p:spTgt spid="74755">
                                            <p:txEl>
                                              <p:pRg st="1" end="1"/>
                                            </p:txEl>
                                          </p:spTgt>
                                        </p:tgtEl>
                                      </p:cBhvr>
                                    </p:animEffect>
                                  </p:childTnLst>
                                </p:cTn>
                              </p:par>
                              <p:par>
                                <p:cTn id="15" presetID="53" presetClass="entr" presetSubtype="0" fill="hold" nodeType="withEffect">
                                  <p:stCondLst>
                                    <p:cond delay="0"/>
                                  </p:stCondLst>
                                  <p:childTnLst>
                                    <p:set>
                                      <p:cBhvr>
                                        <p:cTn id="16" dur="1" fill="hold">
                                          <p:stCondLst>
                                            <p:cond delay="0"/>
                                          </p:stCondLst>
                                        </p:cTn>
                                        <p:tgtEl>
                                          <p:spTgt spid="74755">
                                            <p:txEl>
                                              <p:pRg st="2" end="2"/>
                                            </p:txEl>
                                          </p:spTgt>
                                        </p:tgtEl>
                                        <p:attrNameLst>
                                          <p:attrName>style.visibility</p:attrName>
                                        </p:attrNameLst>
                                      </p:cBhvr>
                                      <p:to>
                                        <p:strVal val="visible"/>
                                      </p:to>
                                    </p:set>
                                    <p:anim calcmode="lin" valueType="num">
                                      <p:cBhvr>
                                        <p:cTn id="17" dur="500" fill="hold"/>
                                        <p:tgtEl>
                                          <p:spTgt spid="74755">
                                            <p:txEl>
                                              <p:pRg st="2" end="2"/>
                                            </p:txEl>
                                          </p:spTgt>
                                        </p:tgtEl>
                                        <p:attrNameLst>
                                          <p:attrName>ppt_w</p:attrName>
                                        </p:attrNameLst>
                                      </p:cBhvr>
                                      <p:tavLst>
                                        <p:tav tm="0">
                                          <p:val>
                                            <p:fltVal val="0"/>
                                          </p:val>
                                        </p:tav>
                                        <p:tav tm="100000">
                                          <p:val>
                                            <p:strVal val="#ppt_w"/>
                                          </p:val>
                                        </p:tav>
                                      </p:tavLst>
                                    </p:anim>
                                    <p:anim calcmode="lin" valueType="num">
                                      <p:cBhvr>
                                        <p:cTn id="18" dur="500" fill="hold"/>
                                        <p:tgtEl>
                                          <p:spTgt spid="74755">
                                            <p:txEl>
                                              <p:pRg st="2" end="2"/>
                                            </p:txEl>
                                          </p:spTgt>
                                        </p:tgtEl>
                                        <p:attrNameLst>
                                          <p:attrName>ppt_h</p:attrName>
                                        </p:attrNameLst>
                                      </p:cBhvr>
                                      <p:tavLst>
                                        <p:tav tm="0">
                                          <p:val>
                                            <p:fltVal val="0"/>
                                          </p:val>
                                        </p:tav>
                                        <p:tav tm="100000">
                                          <p:val>
                                            <p:strVal val="#ppt_h"/>
                                          </p:val>
                                        </p:tav>
                                      </p:tavLst>
                                    </p:anim>
                                    <p:animEffect transition="in" filter="fade">
                                      <p:cBhvr>
                                        <p:cTn id="19" dur="500"/>
                                        <p:tgtEl>
                                          <p:spTgt spid="74755">
                                            <p:txEl>
                                              <p:pRg st="2" end="2"/>
                                            </p:txEl>
                                          </p:spTgt>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53" presetClass="entr" presetSubtype="0" fill="hold" nodeType="clickEffect">
                                  <p:stCondLst>
                                    <p:cond delay="0"/>
                                  </p:stCondLst>
                                  <p:childTnLst>
                                    <p:set>
                                      <p:cBhvr>
                                        <p:cTn id="23" dur="1" fill="hold">
                                          <p:stCondLst>
                                            <p:cond delay="0"/>
                                          </p:stCondLst>
                                        </p:cTn>
                                        <p:tgtEl>
                                          <p:spTgt spid="74755">
                                            <p:txEl>
                                              <p:pRg st="3" end="3"/>
                                            </p:txEl>
                                          </p:spTgt>
                                        </p:tgtEl>
                                        <p:attrNameLst>
                                          <p:attrName>style.visibility</p:attrName>
                                        </p:attrNameLst>
                                      </p:cBhvr>
                                      <p:to>
                                        <p:strVal val="visible"/>
                                      </p:to>
                                    </p:set>
                                    <p:anim calcmode="lin" valueType="num">
                                      <p:cBhvr>
                                        <p:cTn id="24" dur="500" fill="hold"/>
                                        <p:tgtEl>
                                          <p:spTgt spid="74755">
                                            <p:txEl>
                                              <p:pRg st="3" end="3"/>
                                            </p:txEl>
                                          </p:spTgt>
                                        </p:tgtEl>
                                        <p:attrNameLst>
                                          <p:attrName>ppt_w</p:attrName>
                                        </p:attrNameLst>
                                      </p:cBhvr>
                                      <p:tavLst>
                                        <p:tav tm="0">
                                          <p:val>
                                            <p:fltVal val="0"/>
                                          </p:val>
                                        </p:tav>
                                        <p:tav tm="100000">
                                          <p:val>
                                            <p:strVal val="#ppt_w"/>
                                          </p:val>
                                        </p:tav>
                                      </p:tavLst>
                                    </p:anim>
                                    <p:anim calcmode="lin" valueType="num">
                                      <p:cBhvr>
                                        <p:cTn id="25" dur="500" fill="hold"/>
                                        <p:tgtEl>
                                          <p:spTgt spid="74755">
                                            <p:txEl>
                                              <p:pRg st="3" end="3"/>
                                            </p:txEl>
                                          </p:spTgt>
                                        </p:tgtEl>
                                        <p:attrNameLst>
                                          <p:attrName>ppt_h</p:attrName>
                                        </p:attrNameLst>
                                      </p:cBhvr>
                                      <p:tavLst>
                                        <p:tav tm="0">
                                          <p:val>
                                            <p:fltVal val="0"/>
                                          </p:val>
                                        </p:tav>
                                        <p:tav tm="100000">
                                          <p:val>
                                            <p:strVal val="#ppt_h"/>
                                          </p:val>
                                        </p:tav>
                                      </p:tavLst>
                                    </p:anim>
                                    <p:animEffect transition="in" filter="fade">
                                      <p:cBhvr>
                                        <p:cTn id="26" dur="500"/>
                                        <p:tgtEl>
                                          <p:spTgt spid="7475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Rectangle 3"/>
          <p:cNvSpPr>
            <a:spLocks noGrp="1" noChangeArrowheads="1"/>
          </p:cNvSpPr>
          <p:nvPr>
            <p:ph idx="1"/>
          </p:nvPr>
        </p:nvSpPr>
        <p:spPr>
          <a:xfrm>
            <a:off x="107950" y="842963"/>
            <a:ext cx="7088188" cy="4465637"/>
          </a:xfrm>
        </p:spPr>
        <p:txBody>
          <a:bodyPr/>
          <a:lstStyle/>
          <a:p>
            <a:pPr>
              <a:lnSpc>
                <a:spcPts val="1800"/>
              </a:lnSpc>
              <a:buFont typeface="Wingdings" panose="05000000000000000000" pitchFamily="2" charset="2"/>
              <a:buNone/>
              <a:defRPr/>
            </a:pPr>
            <a:r>
              <a:rPr lang="en-US" altLang="zh-CN" sz="1800" b="1" i="1" dirty="0">
                <a:solidFill>
                  <a:schemeClr val="tx1"/>
                </a:solidFill>
                <a:ea typeface="楷体_GB2312" pitchFamily="49" charset="-122"/>
                <a:cs typeface="Times New Roman" panose="02020603050405020304" pitchFamily="18" charset="0"/>
              </a:rPr>
              <a:t>P</a:t>
            </a:r>
            <a:r>
              <a:rPr lang="en-US" altLang="zh-CN" sz="1800" b="1" dirty="0">
                <a:solidFill>
                  <a:schemeClr val="tx1"/>
                </a:solidFill>
                <a:ea typeface="楷体_GB2312" pitchFamily="49" charset="-122"/>
                <a:cs typeface="Times New Roman" panose="02020603050405020304" pitchFamily="18" charset="0"/>
              </a:rPr>
              <a:t> </a:t>
            </a:r>
            <a:r>
              <a:rPr lang="en-US" altLang="zh-CN" sz="1800" b="1" dirty="0">
                <a:solidFill>
                  <a:schemeClr val="tx1"/>
                </a:solidFill>
                <a:ea typeface="楷体_GB2312" pitchFamily="49" charset="-122"/>
                <a:cs typeface="Times New Roman" panose="02020603050405020304" pitchFamily="18" charset="0"/>
                <a:sym typeface="Symbol" panose="05050102010706020507" pitchFamily="18" charset="2"/>
              </a:rPr>
              <a:t></a:t>
            </a:r>
            <a:r>
              <a:rPr lang="en-US" altLang="zh-CN" sz="1800" b="1" dirty="0">
                <a:solidFill>
                  <a:schemeClr val="tx1"/>
                </a:solidFill>
                <a:ea typeface="楷体_GB2312" pitchFamily="49" charset="-122"/>
                <a:cs typeface="Times New Roman" panose="02020603050405020304" pitchFamily="18" charset="0"/>
              </a:rPr>
              <a:t> </a:t>
            </a:r>
            <a:r>
              <a:rPr lang="en-US" altLang="zh-CN" sz="1800" b="1" i="1" dirty="0">
                <a:solidFill>
                  <a:srgbClr val="FF0000"/>
                </a:solidFill>
                <a:ea typeface="楷体_GB2312" pitchFamily="49" charset="-122"/>
                <a:cs typeface="Times New Roman" panose="02020603050405020304" pitchFamily="18" charset="0"/>
              </a:rPr>
              <a:t>M</a:t>
            </a:r>
            <a:r>
              <a:rPr lang="en-US" altLang="zh-CN" sz="1800" b="1" i="1" dirty="0">
                <a:ea typeface="楷体_GB2312" pitchFamily="49" charset="-122"/>
                <a:cs typeface="Times New Roman" panose="02020603050405020304" pitchFamily="18" charset="0"/>
              </a:rPr>
              <a:t> </a:t>
            </a:r>
            <a:r>
              <a:rPr lang="en-US" altLang="zh-CN" sz="1800" b="1" i="1" dirty="0">
                <a:solidFill>
                  <a:schemeClr val="tx1"/>
                </a:solidFill>
                <a:ea typeface="楷体_GB2312" pitchFamily="49" charset="-122"/>
                <a:cs typeface="Times New Roman" panose="02020603050405020304" pitchFamily="18" charset="0"/>
              </a:rPr>
              <a:t>D</a:t>
            </a:r>
            <a:r>
              <a:rPr lang="en-US" altLang="zh-CN" sz="1800" b="1" dirty="0">
                <a:ea typeface="楷体_GB2312" pitchFamily="49" charset="-122"/>
                <a:cs typeface="Times New Roman" panose="02020603050405020304" pitchFamily="18" charset="0"/>
              </a:rPr>
              <a:t>	</a:t>
            </a:r>
            <a:r>
              <a:rPr lang="zh-CN" altLang="en-US"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addwidth</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top</a:t>
            </a:r>
            <a:r>
              <a:rPr lang="en-US" altLang="zh-CN" sz="1800" b="1" dirty="0">
                <a:solidFill>
                  <a:schemeClr val="tx2">
                    <a:lumMod val="60000"/>
                    <a:lumOff val="40000"/>
                  </a:schemeClr>
                </a:solidFill>
                <a:ea typeface="楷体_GB2312" pitchFamily="49" charset="-122"/>
                <a:cs typeface="Times New Roman" panose="02020603050405020304" pitchFamily="18" charset="0"/>
              </a:rPr>
              <a:t>(</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tblptr</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top</a:t>
            </a:r>
            <a:r>
              <a:rPr lang="en-US" altLang="zh-CN" sz="1800" b="1" dirty="0">
                <a:solidFill>
                  <a:schemeClr val="tx2">
                    <a:lumMod val="60000"/>
                    <a:lumOff val="40000"/>
                  </a:schemeClr>
                </a:solidFill>
                <a:ea typeface="楷体_GB2312" pitchFamily="49" charset="-122"/>
                <a:cs typeface="Times New Roman" panose="02020603050405020304" pitchFamily="18" charset="0"/>
              </a:rPr>
              <a:t>(</a:t>
            </a:r>
            <a:r>
              <a:rPr lang="en-US" altLang="zh-CN" sz="1800" b="1" i="1" dirty="0">
                <a:solidFill>
                  <a:schemeClr val="tx2">
                    <a:lumMod val="60000"/>
                    <a:lumOff val="40000"/>
                  </a:schemeClr>
                </a:solidFill>
                <a:ea typeface="楷体_GB2312" pitchFamily="49" charset="-122"/>
                <a:cs typeface="Times New Roman" panose="02020603050405020304" pitchFamily="18" charset="0"/>
              </a:rPr>
              <a:t>offset</a:t>
            </a:r>
            <a:r>
              <a:rPr lang="en-US" altLang="zh-CN" sz="1800" b="1" dirty="0">
                <a:solidFill>
                  <a:schemeClr val="tx2">
                    <a:lumMod val="60000"/>
                    <a:lumOff val="40000"/>
                  </a:schemeClr>
                </a:solidFill>
                <a:ea typeface="楷体_GB2312" pitchFamily="49" charset="-122"/>
                <a:cs typeface="Times New Roman" panose="02020603050405020304" pitchFamily="18" charset="0"/>
              </a:rPr>
              <a:t>) ); </a:t>
            </a:r>
          </a:p>
          <a:p>
            <a:pPr algn="just" eaLnBrk="1" hangingPunct="1">
              <a:lnSpc>
                <a:spcPts val="1800"/>
              </a:lnSpc>
              <a:spcBef>
                <a:spcPct val="12000"/>
              </a:spcBef>
              <a:buFont typeface="Wingdings" panose="05000000000000000000" pitchFamily="2" charset="2"/>
              <a:buNone/>
              <a:defRPr/>
            </a:pPr>
            <a:r>
              <a:rPr lang="zh-CN" altLang="en-US"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pop</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tblpt</a:t>
            </a:r>
            <a:r>
              <a:rPr lang="en-US" altLang="zh-CN" sz="1800" b="1" dirty="0" err="1">
                <a:solidFill>
                  <a:schemeClr val="tx2">
                    <a:lumMod val="60000"/>
                    <a:lumOff val="40000"/>
                  </a:schemeClr>
                </a:solidFill>
                <a:ea typeface="楷体_GB2312" pitchFamily="49" charset="-122"/>
                <a:cs typeface="Times New Roman" panose="02020603050405020304" pitchFamily="18" charset="0"/>
              </a:rPr>
              <a:t>r</a:t>
            </a:r>
            <a:r>
              <a:rPr lang="en-US" altLang="zh-CN" sz="1800" b="1" dirty="0">
                <a:solidFill>
                  <a:schemeClr val="tx2">
                    <a:lumMod val="60000"/>
                    <a:lumOff val="40000"/>
                  </a:schemeClr>
                </a:solidFill>
                <a:ea typeface="楷体_GB2312" pitchFamily="49" charset="-122"/>
                <a:cs typeface="Times New Roman" panose="02020603050405020304" pitchFamily="18" charset="0"/>
              </a:rPr>
              <a:t> ); </a:t>
            </a:r>
          </a:p>
          <a:p>
            <a:pPr algn="just" eaLnBrk="1" hangingPunct="1">
              <a:lnSpc>
                <a:spcPts val="1800"/>
              </a:lnSpc>
              <a:spcBef>
                <a:spcPct val="12000"/>
              </a:spcBef>
              <a:buFont typeface="Wingdings" panose="05000000000000000000" pitchFamily="2" charset="2"/>
              <a:buNone/>
              <a:defRPr/>
            </a:pP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pop</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offset </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p>
          <a:p>
            <a:pPr algn="just" eaLnBrk="1" hangingPunct="1">
              <a:lnSpc>
                <a:spcPts val="1800"/>
              </a:lnSpc>
              <a:spcBef>
                <a:spcPct val="12000"/>
              </a:spcBef>
              <a:buFont typeface="Wingdings" panose="05000000000000000000" pitchFamily="2" charset="2"/>
              <a:buNone/>
              <a:defRPr/>
            </a:pPr>
            <a:r>
              <a:rPr lang="en-US" altLang="zh-CN" sz="1800" b="1" i="1" dirty="0">
                <a:solidFill>
                  <a:srgbClr val="FF0000"/>
                </a:solidFill>
                <a:ea typeface="楷体_GB2312" pitchFamily="49" charset="-122"/>
                <a:cs typeface="Times New Roman" panose="02020603050405020304" pitchFamily="18" charset="0"/>
              </a:rPr>
              <a:t>M </a:t>
            </a:r>
            <a:r>
              <a:rPr lang="en-US" altLang="zh-CN" sz="1800" b="1" dirty="0">
                <a:solidFill>
                  <a:srgbClr val="FF0000"/>
                </a:solidFill>
                <a:ea typeface="楷体_GB2312" pitchFamily="49" charset="-122"/>
                <a:cs typeface="Times New Roman" panose="02020603050405020304" pitchFamily="18" charset="0"/>
                <a:sym typeface="Symbol" panose="05050102010706020507" pitchFamily="18" charset="2"/>
              </a:rPr>
              <a:t></a:t>
            </a:r>
            <a:r>
              <a:rPr lang="en-US" altLang="zh-CN" sz="1800" b="1" dirty="0">
                <a:solidFill>
                  <a:srgbClr val="FF0000"/>
                </a:solidFill>
                <a:ea typeface="楷体_GB2312" pitchFamily="49" charset="-122"/>
                <a:cs typeface="Times New Roman" panose="02020603050405020304" pitchFamily="18" charset="0"/>
              </a:rPr>
              <a:t> </a:t>
            </a:r>
            <a:r>
              <a:rPr lang="en-US" altLang="zh-CN" sz="1800" b="1" i="1" dirty="0">
                <a:solidFill>
                  <a:srgbClr val="FF0000"/>
                </a:solidFill>
                <a:ea typeface="楷体_GB2312" pitchFamily="49" charset="-122"/>
                <a:cs typeface="Times New Roman" panose="02020603050405020304" pitchFamily="18" charset="0"/>
                <a:sym typeface="Symbol" panose="05050102010706020507" pitchFamily="18" charset="2"/>
              </a:rPr>
              <a:t></a:t>
            </a:r>
            <a:r>
              <a:rPr lang="en-US" altLang="zh-CN" sz="1800" b="1" dirty="0">
                <a:ea typeface="楷体_GB2312" pitchFamily="49" charset="-122"/>
                <a:cs typeface="Times New Roman" panose="02020603050405020304" pitchFamily="18" charset="0"/>
                <a:sym typeface="Symbol" panose="05050102010706020507" pitchFamily="18" charset="2"/>
              </a:rPr>
              <a:t>	</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 </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mktable</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nil </a:t>
            </a:r>
            <a:r>
              <a:rPr lang="en-US" altLang="zh-CN" sz="1800" b="1" dirty="0">
                <a:solidFill>
                  <a:schemeClr val="tx2">
                    <a:lumMod val="60000"/>
                    <a:lumOff val="40000"/>
                  </a:schemeClr>
                </a:solidFill>
                <a:ea typeface="楷体_GB2312" pitchFamily="49" charset="-122"/>
                <a:cs typeface="Times New Roman" panose="02020603050405020304" pitchFamily="18" charset="0"/>
              </a:rPr>
              <a:t>);</a:t>
            </a:r>
          </a:p>
          <a:p>
            <a:pPr algn="just" eaLnBrk="1" hangingPunct="1">
              <a:lnSpc>
                <a:spcPts val="1800"/>
              </a:lnSpc>
              <a:spcBef>
                <a:spcPct val="12000"/>
              </a:spcBef>
              <a:buFont typeface="Wingdings" panose="05000000000000000000" pitchFamily="2" charset="2"/>
              <a:buNone/>
              <a:defRPr/>
            </a:pP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push</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tblptr</a:t>
            </a:r>
            <a:r>
              <a:rPr lang="en-US" altLang="zh-CN" sz="1800" b="1" dirty="0">
                <a:solidFill>
                  <a:schemeClr val="tx2">
                    <a:lumMod val="60000"/>
                    <a:lumOff val="40000"/>
                  </a:schemeClr>
                </a:solidFill>
                <a:ea typeface="楷体_GB2312" pitchFamily="49" charset="-122"/>
                <a:cs typeface="Times New Roman" panose="02020603050405020304" pitchFamily="18" charset="0"/>
              </a:rPr>
              <a:t> ); </a:t>
            </a:r>
          </a:p>
          <a:p>
            <a:pPr algn="just" eaLnBrk="1" hangingPunct="1">
              <a:lnSpc>
                <a:spcPts val="1800"/>
              </a:lnSpc>
              <a:spcBef>
                <a:spcPct val="12000"/>
              </a:spcBef>
              <a:buFont typeface="Wingdings" panose="05000000000000000000" pitchFamily="2" charset="2"/>
              <a:buNone/>
              <a:defRPr/>
            </a:pP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push</a:t>
            </a:r>
            <a:r>
              <a:rPr lang="en-US" altLang="zh-CN" sz="1800" b="1" dirty="0">
                <a:solidFill>
                  <a:schemeClr val="tx2">
                    <a:lumMod val="60000"/>
                    <a:lumOff val="40000"/>
                  </a:schemeClr>
                </a:solidFill>
                <a:ea typeface="楷体_GB2312" pitchFamily="49" charset="-122"/>
                <a:cs typeface="Times New Roman" panose="02020603050405020304" pitchFamily="18" charset="0"/>
              </a:rPr>
              <a:t>( 0, </a:t>
            </a:r>
            <a:r>
              <a:rPr lang="en-US" altLang="zh-CN" sz="1800" b="1" i="1" dirty="0">
                <a:solidFill>
                  <a:schemeClr val="tx2">
                    <a:lumMod val="60000"/>
                    <a:lumOff val="40000"/>
                  </a:schemeClr>
                </a:solidFill>
                <a:ea typeface="楷体_GB2312" pitchFamily="49" charset="-122"/>
                <a:cs typeface="Times New Roman" panose="02020603050405020304" pitchFamily="18" charset="0"/>
              </a:rPr>
              <a:t>offset</a:t>
            </a:r>
            <a:r>
              <a:rPr lang="en-US" altLang="zh-CN" sz="1800" b="1" dirty="0">
                <a:solidFill>
                  <a:schemeClr val="tx2">
                    <a:lumMod val="60000"/>
                    <a:lumOff val="40000"/>
                  </a:schemeClr>
                </a:solidFill>
                <a:ea typeface="楷体_GB2312" pitchFamily="49" charset="-122"/>
                <a:cs typeface="Times New Roman" panose="02020603050405020304" pitchFamily="18" charset="0"/>
              </a:rPr>
              <a:t> ); }</a:t>
            </a:r>
          </a:p>
          <a:p>
            <a:pPr algn="just" eaLnBrk="1" hangingPunct="1">
              <a:lnSpc>
                <a:spcPts val="1800"/>
              </a:lnSpc>
              <a:spcBef>
                <a:spcPct val="12000"/>
              </a:spcBef>
              <a:buFont typeface="Wingdings" panose="05000000000000000000" pitchFamily="2" charset="2"/>
              <a:buNone/>
              <a:defRPr/>
            </a:pPr>
            <a:r>
              <a:rPr lang="en-US" altLang="zh-CN" sz="1800" b="1" i="1" dirty="0">
                <a:solidFill>
                  <a:schemeClr val="tx1"/>
                </a:solidFill>
                <a:ea typeface="楷体_GB2312" pitchFamily="49" charset="-122"/>
                <a:cs typeface="Times New Roman" panose="02020603050405020304" pitchFamily="18" charset="0"/>
              </a:rPr>
              <a:t>D</a:t>
            </a:r>
            <a:r>
              <a:rPr lang="en-US" altLang="zh-CN" sz="1800" b="1" dirty="0">
                <a:solidFill>
                  <a:schemeClr val="tx1"/>
                </a:solidFill>
                <a:ea typeface="楷体_GB2312" pitchFamily="49" charset="-122"/>
                <a:cs typeface="Times New Roman" panose="02020603050405020304" pitchFamily="18" charset="0"/>
              </a:rPr>
              <a:t> </a:t>
            </a:r>
            <a:r>
              <a:rPr lang="en-US" altLang="zh-CN" sz="1800" b="1" dirty="0">
                <a:solidFill>
                  <a:schemeClr val="tx1"/>
                </a:solidFill>
                <a:ea typeface="楷体_GB2312" pitchFamily="49" charset="-122"/>
                <a:cs typeface="Times New Roman" panose="02020603050405020304" pitchFamily="18" charset="0"/>
                <a:sym typeface="Symbol" panose="05050102010706020507" pitchFamily="18" charset="2"/>
              </a:rPr>
              <a:t></a:t>
            </a:r>
            <a:r>
              <a:rPr lang="en-US" altLang="zh-CN" sz="1800" b="1" dirty="0">
                <a:solidFill>
                  <a:schemeClr val="tx1"/>
                </a:solidFill>
                <a:ea typeface="楷体_GB2312" pitchFamily="49" charset="-122"/>
                <a:cs typeface="Times New Roman" panose="02020603050405020304" pitchFamily="18" charset="0"/>
              </a:rPr>
              <a:t> </a:t>
            </a:r>
            <a:r>
              <a:rPr lang="en-US" altLang="zh-CN" sz="1800" b="1" i="1" dirty="0">
                <a:solidFill>
                  <a:schemeClr val="tx1"/>
                </a:solidFill>
                <a:ea typeface="楷体_GB2312" pitchFamily="49" charset="-122"/>
                <a:cs typeface="Times New Roman" panose="02020603050405020304" pitchFamily="18" charset="0"/>
              </a:rPr>
              <a:t>D</a:t>
            </a:r>
            <a:r>
              <a:rPr lang="en-US" altLang="zh-CN" sz="1800" b="1" i="1" baseline="-30000" dirty="0">
                <a:solidFill>
                  <a:schemeClr val="tx1"/>
                </a:solidFill>
                <a:ea typeface="楷体_GB2312" pitchFamily="49" charset="-122"/>
                <a:cs typeface="Times New Roman" panose="02020603050405020304" pitchFamily="18" charset="0"/>
              </a:rPr>
              <a:t>1 </a:t>
            </a:r>
            <a:r>
              <a:rPr lang="en-US" altLang="zh-CN" sz="1800" b="1" dirty="0">
                <a:solidFill>
                  <a:schemeClr val="tx1"/>
                </a:solidFill>
                <a:ea typeface="楷体_GB2312" pitchFamily="49" charset="-122"/>
                <a:cs typeface="Times New Roman" panose="02020603050405020304" pitchFamily="18" charset="0"/>
              </a:rPr>
              <a:t> </a:t>
            </a:r>
            <a:r>
              <a:rPr lang="en-US" altLang="zh-CN" sz="1800" b="1" i="1" dirty="0">
                <a:solidFill>
                  <a:schemeClr val="tx1"/>
                </a:solidFill>
                <a:ea typeface="楷体_GB2312" pitchFamily="49" charset="-122"/>
                <a:cs typeface="Times New Roman" panose="02020603050405020304" pitchFamily="18" charset="0"/>
              </a:rPr>
              <a:t>D</a:t>
            </a:r>
            <a:r>
              <a:rPr lang="en-US" altLang="zh-CN" sz="1800" b="1" i="1" baseline="-30000" dirty="0">
                <a:solidFill>
                  <a:schemeClr val="tx1"/>
                </a:solidFill>
                <a:ea typeface="楷体_GB2312" pitchFamily="49" charset="-122"/>
                <a:cs typeface="Times New Roman" panose="02020603050405020304" pitchFamily="18" charset="0"/>
              </a:rPr>
              <a:t>2</a:t>
            </a:r>
            <a:endParaRPr lang="en-US" altLang="zh-CN" sz="1800" b="1" i="1" dirty="0">
              <a:solidFill>
                <a:schemeClr val="tx1"/>
              </a:solidFill>
              <a:ea typeface="楷体_GB2312" pitchFamily="49" charset="-122"/>
              <a:cs typeface="Times New Roman" panose="02020603050405020304" pitchFamily="18" charset="0"/>
            </a:endParaRPr>
          </a:p>
          <a:p>
            <a:pPr algn="just" eaLnBrk="1" hangingPunct="1">
              <a:lnSpc>
                <a:spcPts val="1800"/>
              </a:lnSpc>
              <a:spcBef>
                <a:spcPct val="12000"/>
              </a:spcBef>
              <a:buFont typeface="Wingdings" panose="05000000000000000000" pitchFamily="2" charset="2"/>
              <a:buNone/>
              <a:defRPr/>
            </a:pPr>
            <a:r>
              <a:rPr lang="en-US" altLang="zh-CN" sz="1800" b="1" i="1" dirty="0" err="1">
                <a:solidFill>
                  <a:schemeClr val="tx1"/>
                </a:solidFill>
                <a:ea typeface="楷体_GB2312" pitchFamily="49" charset="-122"/>
                <a:cs typeface="Times New Roman" panose="02020603050405020304" pitchFamily="18" charset="0"/>
              </a:rPr>
              <a:t>D</a:t>
            </a:r>
            <a:r>
              <a:rPr lang="en-US" altLang="zh-CN" sz="1800" b="1" i="1" baseline="-30000" dirty="0" err="1">
                <a:solidFill>
                  <a:schemeClr val="tx1"/>
                </a:solidFill>
                <a:ea typeface="楷体_GB2312" pitchFamily="49" charset="-122"/>
                <a:cs typeface="Times New Roman" panose="02020603050405020304" pitchFamily="18" charset="0"/>
              </a:rPr>
              <a:t>p</a:t>
            </a:r>
            <a:r>
              <a:rPr lang="en-US" altLang="zh-CN" sz="1800" b="1" i="1" dirty="0">
                <a:solidFill>
                  <a:schemeClr val="tx1"/>
                </a:solidFill>
                <a:ea typeface="楷体_GB2312" pitchFamily="49" charset="-122"/>
                <a:cs typeface="Times New Roman" panose="02020603050405020304" pitchFamily="18" charset="0"/>
              </a:rPr>
              <a:t> </a:t>
            </a:r>
            <a:r>
              <a:rPr lang="en-US" altLang="zh-CN" sz="1800" b="1" dirty="0">
                <a:solidFill>
                  <a:schemeClr val="tx1"/>
                </a:solidFill>
                <a:ea typeface="楷体_GB2312" pitchFamily="49" charset="-122"/>
                <a:cs typeface="Times New Roman" panose="02020603050405020304" pitchFamily="18" charset="0"/>
                <a:sym typeface="Symbol" panose="05050102010706020507" pitchFamily="18" charset="2"/>
              </a:rPr>
              <a:t></a:t>
            </a:r>
            <a:r>
              <a:rPr lang="en-US" altLang="zh-CN" sz="1800" b="1" dirty="0">
                <a:solidFill>
                  <a:schemeClr val="tx1"/>
                </a:solidFill>
                <a:ea typeface="楷体_GB2312" pitchFamily="49" charset="-122"/>
                <a:cs typeface="Times New Roman" panose="02020603050405020304" pitchFamily="18" charset="0"/>
              </a:rPr>
              <a:t> </a:t>
            </a:r>
            <a:r>
              <a:rPr lang="en-US" altLang="zh-CN" sz="1800" b="1" dirty="0" err="1">
                <a:solidFill>
                  <a:schemeClr val="tx1"/>
                </a:solidFill>
                <a:ea typeface="楷体_GB2312" pitchFamily="49" charset="-122"/>
                <a:cs typeface="Times New Roman" panose="02020603050405020304" pitchFamily="18" charset="0"/>
              </a:rPr>
              <a:t>proc</a:t>
            </a:r>
            <a:r>
              <a:rPr lang="en-US" altLang="zh-CN" sz="1800" b="1" dirty="0">
                <a:solidFill>
                  <a:schemeClr val="tx1"/>
                </a:solidFill>
                <a:ea typeface="楷体_GB2312" pitchFamily="49" charset="-122"/>
                <a:cs typeface="Times New Roman" panose="02020603050405020304" pitchFamily="18" charset="0"/>
              </a:rPr>
              <a:t> id ; </a:t>
            </a:r>
            <a:r>
              <a:rPr lang="en-US" altLang="zh-CN" sz="1800" b="1" i="1" dirty="0">
                <a:solidFill>
                  <a:srgbClr val="FF0000"/>
                </a:solidFill>
                <a:ea typeface="楷体_GB2312" pitchFamily="49" charset="-122"/>
                <a:cs typeface="Times New Roman" panose="02020603050405020304" pitchFamily="18" charset="0"/>
              </a:rPr>
              <a:t>N</a:t>
            </a:r>
            <a:r>
              <a:rPr lang="en-US" altLang="zh-CN" sz="1800" b="1" i="1" dirty="0">
                <a:ea typeface="楷体_GB2312" pitchFamily="49" charset="-122"/>
                <a:cs typeface="Times New Roman" panose="02020603050405020304" pitchFamily="18" charset="0"/>
              </a:rPr>
              <a:t> </a:t>
            </a:r>
            <a:r>
              <a:rPr lang="en-US" altLang="zh-CN" sz="1800" b="1" i="1" dirty="0">
                <a:solidFill>
                  <a:schemeClr val="tx1"/>
                </a:solidFill>
                <a:ea typeface="楷体_GB2312" pitchFamily="49" charset="-122"/>
                <a:cs typeface="Times New Roman" panose="02020603050405020304" pitchFamily="18" charset="0"/>
              </a:rPr>
              <a:t>D</a:t>
            </a:r>
            <a:r>
              <a:rPr lang="en-US" altLang="zh-CN" sz="1800" b="1" i="1" baseline="-30000" dirty="0">
                <a:solidFill>
                  <a:schemeClr val="tx1"/>
                </a:solidFill>
                <a:ea typeface="楷体_GB2312" pitchFamily="49" charset="-122"/>
                <a:cs typeface="Times New Roman" panose="02020603050405020304" pitchFamily="18" charset="0"/>
              </a:rPr>
              <a:t>1</a:t>
            </a:r>
            <a:r>
              <a:rPr lang="en-US" altLang="zh-CN" sz="1800" b="1" dirty="0">
                <a:solidFill>
                  <a:schemeClr val="tx1"/>
                </a:solidFill>
                <a:ea typeface="楷体_GB2312" pitchFamily="49" charset="-122"/>
                <a:cs typeface="Times New Roman" panose="02020603050405020304" pitchFamily="18" charset="0"/>
              </a:rPr>
              <a:t> </a:t>
            </a:r>
            <a:r>
              <a:rPr lang="en-US" altLang="zh-CN" sz="1800" b="1" i="1" dirty="0">
                <a:solidFill>
                  <a:schemeClr val="tx1"/>
                </a:solidFill>
                <a:ea typeface="楷体_GB2312" pitchFamily="49" charset="-122"/>
                <a:cs typeface="Times New Roman" panose="02020603050405020304" pitchFamily="18" charset="0"/>
              </a:rPr>
              <a:t>S </a:t>
            </a:r>
            <a:r>
              <a:rPr lang="en-US" altLang="zh-CN" sz="1800" b="1" dirty="0">
                <a:solidFill>
                  <a:schemeClr val="tx2">
                    <a:lumMod val="60000"/>
                    <a:lumOff val="40000"/>
                  </a:schemeClr>
                </a:solidFill>
                <a:ea typeface="楷体_GB2312" pitchFamily="49" charset="-122"/>
                <a:cs typeface="Times New Roman" panose="02020603050405020304" pitchFamily="18" charset="0"/>
              </a:rPr>
              <a:t>{</a:t>
            </a:r>
            <a:r>
              <a:rPr lang="en-US" altLang="zh-CN" sz="1800" b="1" i="1" dirty="0">
                <a:solidFill>
                  <a:schemeClr val="tx2">
                    <a:lumMod val="60000"/>
                    <a:lumOff val="40000"/>
                  </a:schemeClr>
                </a:solidFill>
                <a:ea typeface="楷体_GB2312" pitchFamily="49" charset="-122"/>
                <a:cs typeface="Times New Roman" panose="02020603050405020304" pitchFamily="18" charset="0"/>
              </a:rPr>
              <a:t> t </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top</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tblptr</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p>
          <a:p>
            <a:pPr algn="just" eaLnBrk="1" hangingPunct="1">
              <a:lnSpc>
                <a:spcPts val="1800"/>
              </a:lnSpc>
              <a:spcBef>
                <a:spcPct val="12000"/>
              </a:spcBef>
              <a:buFont typeface="Wingdings" panose="05000000000000000000" pitchFamily="2" charset="2"/>
              <a:buNone/>
              <a:defRPr/>
            </a:pP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addwidth</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top</a:t>
            </a:r>
            <a:r>
              <a:rPr lang="en-US" altLang="zh-CN" sz="1800" b="1" dirty="0">
                <a:solidFill>
                  <a:schemeClr val="tx2">
                    <a:lumMod val="60000"/>
                    <a:lumOff val="40000"/>
                  </a:schemeClr>
                </a:solidFill>
                <a:ea typeface="楷体_GB2312" pitchFamily="49" charset="-122"/>
                <a:cs typeface="Times New Roman" panose="02020603050405020304" pitchFamily="18" charset="0"/>
              </a:rPr>
              <a:t>(</a:t>
            </a:r>
            <a:r>
              <a:rPr lang="en-US" altLang="zh-CN" sz="1800" b="1" i="1" dirty="0">
                <a:solidFill>
                  <a:schemeClr val="tx2">
                    <a:lumMod val="60000"/>
                    <a:lumOff val="40000"/>
                  </a:schemeClr>
                </a:solidFill>
                <a:ea typeface="楷体_GB2312" pitchFamily="49" charset="-122"/>
                <a:cs typeface="Times New Roman" panose="02020603050405020304" pitchFamily="18" charset="0"/>
              </a:rPr>
              <a:t>offset</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p>
          <a:p>
            <a:pPr algn="just" eaLnBrk="1" hangingPunct="1">
              <a:lnSpc>
                <a:spcPts val="1800"/>
              </a:lnSpc>
              <a:spcBef>
                <a:spcPct val="12000"/>
              </a:spcBef>
              <a:buFont typeface="Wingdings" panose="05000000000000000000" pitchFamily="2" charset="2"/>
              <a:buNone/>
              <a:defRPr/>
            </a:pP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pop</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tblptr</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p>
          <a:p>
            <a:pPr algn="just" eaLnBrk="1" hangingPunct="1">
              <a:lnSpc>
                <a:spcPts val="1800"/>
              </a:lnSpc>
              <a:spcBef>
                <a:spcPct val="12000"/>
              </a:spcBef>
              <a:buFont typeface="Wingdings" panose="05000000000000000000" pitchFamily="2" charset="2"/>
              <a:buNone/>
              <a:defRPr/>
            </a:pP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pop</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offset</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p>
          <a:p>
            <a:pPr algn="just" eaLnBrk="1" hangingPunct="1">
              <a:lnSpc>
                <a:spcPts val="1800"/>
              </a:lnSpc>
              <a:spcBef>
                <a:spcPct val="12000"/>
              </a:spcBef>
              <a:buFont typeface="Wingdings" panose="05000000000000000000" pitchFamily="2" charset="2"/>
              <a:buNone/>
              <a:defRPr/>
            </a:pP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enterproc</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top</a:t>
            </a:r>
            <a:r>
              <a:rPr lang="en-US" altLang="zh-CN" sz="1800" b="1" dirty="0">
                <a:solidFill>
                  <a:schemeClr val="tx2">
                    <a:lumMod val="60000"/>
                    <a:lumOff val="40000"/>
                  </a:schemeClr>
                </a:solidFill>
                <a:ea typeface="楷体_GB2312" pitchFamily="49" charset="-122"/>
                <a:cs typeface="Times New Roman" panose="02020603050405020304" pitchFamily="18" charset="0"/>
              </a:rPr>
              <a:t>(</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tblptr</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dirty="0" err="1">
                <a:solidFill>
                  <a:schemeClr val="tx2">
                    <a:lumMod val="60000"/>
                    <a:lumOff val="40000"/>
                  </a:schemeClr>
                </a:solidFill>
                <a:ea typeface="楷体_GB2312" pitchFamily="49" charset="-122"/>
                <a:cs typeface="Times New Roman" panose="02020603050405020304" pitchFamily="18" charset="0"/>
              </a:rPr>
              <a:t>id.</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lexeme</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a:t>
            </a:r>
            <a:r>
              <a:rPr lang="en-US" altLang="zh-CN" sz="1800" b="1" dirty="0">
                <a:solidFill>
                  <a:schemeClr val="tx2">
                    <a:lumMod val="60000"/>
                    <a:lumOff val="40000"/>
                  </a:schemeClr>
                </a:solidFill>
                <a:ea typeface="楷体_GB2312" pitchFamily="49" charset="-122"/>
                <a:cs typeface="Times New Roman" panose="02020603050405020304" pitchFamily="18" charset="0"/>
              </a:rPr>
              <a:t> ); }</a:t>
            </a:r>
          </a:p>
          <a:p>
            <a:pPr algn="just" eaLnBrk="1" hangingPunct="1">
              <a:lnSpc>
                <a:spcPts val="1800"/>
              </a:lnSpc>
              <a:spcBef>
                <a:spcPct val="12000"/>
              </a:spcBef>
              <a:buFont typeface="Wingdings" panose="05000000000000000000" pitchFamily="2" charset="2"/>
              <a:buNone/>
              <a:defRPr/>
            </a:pPr>
            <a:r>
              <a:rPr lang="en-US" altLang="zh-CN" sz="1800" b="1" i="1" dirty="0" err="1">
                <a:solidFill>
                  <a:schemeClr val="tx1"/>
                </a:solidFill>
                <a:ea typeface="楷体_GB2312" pitchFamily="49" charset="-122"/>
                <a:cs typeface="Times New Roman" panose="02020603050405020304" pitchFamily="18" charset="0"/>
              </a:rPr>
              <a:t>D</a:t>
            </a:r>
            <a:r>
              <a:rPr lang="en-US" altLang="zh-CN" sz="1800" b="1" i="1" baseline="-30000" dirty="0" err="1">
                <a:solidFill>
                  <a:schemeClr val="tx1"/>
                </a:solidFill>
                <a:ea typeface="楷体_GB2312" pitchFamily="49" charset="-122"/>
                <a:cs typeface="Times New Roman" panose="02020603050405020304" pitchFamily="18" charset="0"/>
              </a:rPr>
              <a:t>v</a:t>
            </a:r>
            <a:r>
              <a:rPr lang="en-US" altLang="zh-CN" sz="1800" b="1" dirty="0">
                <a:solidFill>
                  <a:schemeClr val="tx1"/>
                </a:solidFill>
                <a:ea typeface="楷体_GB2312" pitchFamily="49" charset="-122"/>
                <a:cs typeface="Times New Roman" panose="02020603050405020304" pitchFamily="18" charset="0"/>
                <a:sym typeface="Symbol" panose="05050102010706020507" pitchFamily="18" charset="2"/>
              </a:rPr>
              <a:t> </a:t>
            </a:r>
            <a:r>
              <a:rPr lang="en-US" altLang="zh-CN" sz="1800" b="1" dirty="0">
                <a:solidFill>
                  <a:schemeClr val="tx1"/>
                </a:solidFill>
                <a:ea typeface="楷体_GB2312" pitchFamily="49" charset="-122"/>
                <a:cs typeface="Times New Roman" panose="02020603050405020304" pitchFamily="18" charset="0"/>
              </a:rPr>
              <a:t>id: </a:t>
            </a:r>
            <a:r>
              <a:rPr lang="en-US" altLang="zh-CN" sz="1800" b="1" i="1" dirty="0">
                <a:solidFill>
                  <a:schemeClr val="tx1"/>
                </a:solidFill>
                <a:ea typeface="楷体_GB2312" pitchFamily="49" charset="-122"/>
                <a:cs typeface="Times New Roman" panose="02020603050405020304" pitchFamily="18" charset="0"/>
              </a:rPr>
              <a:t>T</a:t>
            </a:r>
            <a:r>
              <a:rPr lang="en-US" altLang="zh-CN" sz="1800" b="1" dirty="0">
                <a:solidFill>
                  <a:schemeClr val="tx1"/>
                </a:solidFill>
                <a:ea typeface="楷体_GB2312" pitchFamily="49" charset="-122"/>
                <a:cs typeface="Times New Roman" panose="02020603050405020304" pitchFamily="18" charset="0"/>
              </a:rPr>
              <a:t> ; </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enter</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top</a:t>
            </a:r>
            <a:r>
              <a:rPr lang="en-US" altLang="zh-CN" sz="1800" b="1" dirty="0">
                <a:solidFill>
                  <a:schemeClr val="tx2">
                    <a:lumMod val="60000"/>
                    <a:lumOff val="40000"/>
                  </a:schemeClr>
                </a:solidFill>
                <a:ea typeface="楷体_GB2312" pitchFamily="49" charset="-122"/>
                <a:cs typeface="Times New Roman" panose="02020603050405020304" pitchFamily="18" charset="0"/>
              </a:rPr>
              <a:t>(</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tblptr</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dirty="0" err="1">
                <a:solidFill>
                  <a:schemeClr val="tx2">
                    <a:lumMod val="60000"/>
                    <a:lumOff val="40000"/>
                  </a:schemeClr>
                </a:solidFill>
                <a:ea typeface="楷体_GB2312" pitchFamily="49" charset="-122"/>
                <a:cs typeface="Times New Roman" panose="02020603050405020304" pitchFamily="18" charset="0"/>
              </a:rPr>
              <a:t>id.</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lexeme</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T.type</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top</a:t>
            </a:r>
            <a:r>
              <a:rPr lang="en-US" altLang="zh-CN" sz="1800" b="1" dirty="0">
                <a:solidFill>
                  <a:schemeClr val="tx2">
                    <a:lumMod val="60000"/>
                    <a:lumOff val="40000"/>
                  </a:schemeClr>
                </a:solidFill>
                <a:ea typeface="楷体_GB2312" pitchFamily="49" charset="-122"/>
                <a:cs typeface="Times New Roman" panose="02020603050405020304" pitchFamily="18" charset="0"/>
              </a:rPr>
              <a:t>(</a:t>
            </a:r>
            <a:r>
              <a:rPr lang="en-US" altLang="zh-CN" sz="1800" b="1" i="1" dirty="0">
                <a:solidFill>
                  <a:schemeClr val="tx2">
                    <a:lumMod val="60000"/>
                    <a:lumOff val="40000"/>
                  </a:schemeClr>
                </a:solidFill>
                <a:ea typeface="楷体_GB2312" pitchFamily="49" charset="-122"/>
                <a:cs typeface="Times New Roman" panose="02020603050405020304" pitchFamily="18" charset="0"/>
              </a:rPr>
              <a:t>offset</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p>
          <a:p>
            <a:pPr algn="just" eaLnBrk="1" hangingPunct="1">
              <a:lnSpc>
                <a:spcPts val="1800"/>
              </a:lnSpc>
              <a:spcBef>
                <a:spcPct val="12000"/>
              </a:spcBef>
              <a:buFont typeface="Wingdings" panose="05000000000000000000" pitchFamily="2" charset="2"/>
              <a:buNone/>
              <a:defRPr/>
            </a:pP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top</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offset</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zh-CN" altLang="en-US"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top</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offset</a:t>
            </a:r>
            <a:r>
              <a:rPr lang="zh-CN" altLang="en-US" sz="1800" b="1" dirty="0">
                <a:solidFill>
                  <a:schemeClr val="tx2">
                    <a:lumMod val="60000"/>
                    <a:lumOff val="40000"/>
                  </a:schemeClr>
                </a:solidFill>
                <a:ea typeface="楷体_GB2312" pitchFamily="49" charset="-122"/>
                <a:cs typeface="Times New Roman" panose="02020603050405020304" pitchFamily="18" charset="0"/>
              </a:rPr>
              <a:t>）</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T.width</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p>
          <a:p>
            <a:pPr algn="just" eaLnBrk="1" hangingPunct="1">
              <a:lnSpc>
                <a:spcPts val="1800"/>
              </a:lnSpc>
              <a:spcBef>
                <a:spcPct val="12000"/>
              </a:spcBef>
              <a:buFont typeface="Wingdings" panose="05000000000000000000" pitchFamily="2" charset="2"/>
              <a:buNone/>
              <a:defRPr/>
            </a:pPr>
            <a:r>
              <a:rPr lang="en-US" altLang="zh-CN" sz="1800" b="1" i="1" dirty="0">
                <a:solidFill>
                  <a:srgbClr val="FF0000"/>
                </a:solidFill>
                <a:ea typeface="楷体_GB2312" pitchFamily="49" charset="-122"/>
                <a:cs typeface="Times New Roman" panose="02020603050405020304" pitchFamily="18" charset="0"/>
              </a:rPr>
              <a:t>N </a:t>
            </a:r>
            <a:r>
              <a:rPr lang="en-US" altLang="zh-CN" sz="1800" b="1" dirty="0">
                <a:solidFill>
                  <a:srgbClr val="FF0000"/>
                </a:solidFill>
                <a:ea typeface="楷体_GB2312" pitchFamily="49" charset="-122"/>
                <a:cs typeface="Times New Roman" panose="02020603050405020304" pitchFamily="18" charset="0"/>
                <a:sym typeface="Symbol" panose="05050102010706020507" pitchFamily="18" charset="2"/>
              </a:rPr>
              <a:t></a:t>
            </a:r>
            <a:r>
              <a:rPr lang="en-US" altLang="zh-CN" sz="1800" b="1" dirty="0">
                <a:solidFill>
                  <a:srgbClr val="FF0000"/>
                </a:solidFill>
                <a:ea typeface="楷体_GB2312" pitchFamily="49" charset="-122"/>
                <a:cs typeface="Times New Roman" panose="02020603050405020304" pitchFamily="18" charset="0"/>
              </a:rPr>
              <a:t> </a:t>
            </a:r>
            <a:r>
              <a:rPr lang="en-US" altLang="zh-CN" sz="1800" b="1" dirty="0">
                <a:solidFill>
                  <a:srgbClr val="FF0000"/>
                </a:solidFill>
                <a:ea typeface="楷体_GB2312" pitchFamily="49" charset="-122"/>
                <a:cs typeface="Times New Roman" panose="02020603050405020304" pitchFamily="18" charset="0"/>
                <a:sym typeface="Symbol" panose="05050102010706020507" pitchFamily="18" charset="2"/>
              </a:rPr>
              <a:t></a:t>
            </a:r>
            <a:r>
              <a:rPr lang="en-US" altLang="zh-CN" sz="1800" b="1" dirty="0">
                <a:ea typeface="楷体_GB2312" pitchFamily="49" charset="-122"/>
                <a:cs typeface="Times New Roman" panose="02020603050405020304" pitchFamily="18" charset="0"/>
                <a:sym typeface="Symbol" panose="05050102010706020507" pitchFamily="18" charset="2"/>
              </a:rPr>
              <a:t>	</a:t>
            </a:r>
            <a:r>
              <a:rPr lang="en-US" altLang="zh-CN" sz="1800" b="1" dirty="0">
                <a:solidFill>
                  <a:schemeClr val="tx2">
                    <a:lumMod val="60000"/>
                    <a:lumOff val="40000"/>
                  </a:schemeClr>
                </a:solidFill>
                <a:ea typeface="楷体_GB2312" pitchFamily="49" charset="-122"/>
                <a:cs typeface="Times New Roman" panose="02020603050405020304" pitchFamily="18" charset="0"/>
              </a:rPr>
              <a:t>{</a:t>
            </a:r>
            <a:r>
              <a:rPr lang="en-US" altLang="zh-CN" sz="1800" b="1" i="1" dirty="0">
                <a:solidFill>
                  <a:schemeClr val="tx2">
                    <a:lumMod val="60000"/>
                    <a:lumOff val="40000"/>
                  </a:schemeClr>
                </a:solidFill>
                <a:ea typeface="楷体_GB2312" pitchFamily="49" charset="-122"/>
                <a:cs typeface="Times New Roman" panose="02020603050405020304" pitchFamily="18" charset="0"/>
              </a:rPr>
              <a:t> t </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mktable</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top</a:t>
            </a:r>
            <a:r>
              <a:rPr lang="en-US" altLang="zh-CN" sz="1800" b="1" dirty="0">
                <a:solidFill>
                  <a:schemeClr val="tx2">
                    <a:lumMod val="60000"/>
                    <a:lumOff val="40000"/>
                  </a:schemeClr>
                </a:solidFill>
                <a:ea typeface="楷体_GB2312" pitchFamily="49" charset="-122"/>
                <a:cs typeface="Times New Roman" panose="02020603050405020304" pitchFamily="18" charset="0"/>
              </a:rPr>
              <a:t>(</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tblptr</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p>
          <a:p>
            <a:pPr algn="just" eaLnBrk="1" hangingPunct="1">
              <a:lnSpc>
                <a:spcPts val="1800"/>
              </a:lnSpc>
              <a:spcBef>
                <a:spcPct val="12000"/>
              </a:spcBef>
              <a:buFont typeface="Wingdings" panose="05000000000000000000" pitchFamily="2" charset="2"/>
              <a:buNone/>
              <a:defRPr/>
            </a:pP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push</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tblptr</a:t>
            </a:r>
            <a:r>
              <a:rPr lang="en-US" altLang="zh-CN" sz="1800" b="1" dirty="0">
                <a:solidFill>
                  <a:schemeClr val="tx2">
                    <a:lumMod val="60000"/>
                    <a:lumOff val="40000"/>
                  </a:schemeClr>
                </a:solidFill>
                <a:ea typeface="楷体_GB2312" pitchFamily="49" charset="-122"/>
                <a:cs typeface="Times New Roman" panose="02020603050405020304" pitchFamily="18" charset="0"/>
              </a:rPr>
              <a:t> ); </a:t>
            </a:r>
            <a:r>
              <a:rPr lang="en-US" altLang="zh-CN" sz="1800" b="1" i="1" dirty="0">
                <a:solidFill>
                  <a:schemeClr val="tx2">
                    <a:lumMod val="60000"/>
                    <a:lumOff val="40000"/>
                  </a:schemeClr>
                </a:solidFill>
                <a:ea typeface="楷体_GB2312" pitchFamily="49" charset="-122"/>
                <a:cs typeface="Times New Roman" panose="02020603050405020304" pitchFamily="18" charset="0"/>
              </a:rPr>
              <a:t>push</a:t>
            </a:r>
            <a:r>
              <a:rPr lang="en-US" altLang="zh-CN" sz="1800" b="1" dirty="0">
                <a:solidFill>
                  <a:schemeClr val="tx2">
                    <a:lumMod val="60000"/>
                    <a:lumOff val="40000"/>
                  </a:schemeClr>
                </a:solidFill>
                <a:ea typeface="楷体_GB2312" pitchFamily="49" charset="-122"/>
                <a:cs typeface="Times New Roman" panose="02020603050405020304" pitchFamily="18" charset="0"/>
              </a:rPr>
              <a:t>( 0, </a:t>
            </a:r>
            <a:r>
              <a:rPr lang="en-US" altLang="zh-CN" sz="1800" b="1" i="1" dirty="0">
                <a:solidFill>
                  <a:schemeClr val="tx2">
                    <a:lumMod val="60000"/>
                    <a:lumOff val="40000"/>
                  </a:schemeClr>
                </a:solidFill>
                <a:ea typeface="楷体_GB2312" pitchFamily="49" charset="-122"/>
                <a:cs typeface="Times New Roman" panose="02020603050405020304" pitchFamily="18" charset="0"/>
              </a:rPr>
              <a:t>offset</a:t>
            </a:r>
            <a:r>
              <a:rPr lang="en-US" altLang="zh-CN" sz="1800" b="1" dirty="0">
                <a:solidFill>
                  <a:schemeClr val="tx2">
                    <a:lumMod val="60000"/>
                    <a:lumOff val="40000"/>
                  </a:schemeClr>
                </a:solidFill>
                <a:ea typeface="楷体_GB2312" pitchFamily="49" charset="-122"/>
                <a:cs typeface="Times New Roman" panose="02020603050405020304" pitchFamily="18" charset="0"/>
              </a:rPr>
              <a:t> ); } </a:t>
            </a:r>
            <a:endParaRPr lang="zh-CN" altLang="en-US" sz="1800" b="1" dirty="0">
              <a:solidFill>
                <a:schemeClr val="tx2">
                  <a:lumMod val="60000"/>
                  <a:lumOff val="40000"/>
                </a:schemeClr>
              </a:solidFill>
              <a:ea typeface="楷体_GB2312" pitchFamily="49" charset="-122"/>
              <a:cs typeface="Times New Roman" panose="02020603050405020304" pitchFamily="18" charset="0"/>
            </a:endParaRPr>
          </a:p>
        </p:txBody>
      </p:sp>
      <p:sp>
        <p:nvSpPr>
          <p:cNvPr id="150531" name="Rectangle 2"/>
          <p:cNvSpPr>
            <a:spLocks noGrp="1" noChangeArrowheads="1"/>
          </p:cNvSpPr>
          <p:nvPr>
            <p:ph type="title"/>
          </p:nvPr>
        </p:nvSpPr>
        <p:spPr>
          <a:xfrm>
            <a:off x="755650" y="268288"/>
            <a:ext cx="7931150" cy="358775"/>
          </a:xfrm>
        </p:spPr>
        <p:txBody>
          <a:bodyPr/>
          <a:lstStyle/>
          <a:p>
            <a:r>
              <a:rPr lang="zh-CN" altLang="en-US" sz="300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嵌套过程声明语句的</a:t>
            </a:r>
            <a:r>
              <a:rPr lang="en-US" altLang="zh-CN" sz="3000" i="1">
                <a:solidFill>
                  <a:schemeClr val="tx1"/>
                </a:solidFill>
                <a:ea typeface="楷体_GB2312"/>
                <a:cs typeface="Times New Roman" panose="02020603050405020304" pitchFamily="18" charset="0"/>
              </a:rPr>
              <a:t>SDT</a:t>
            </a:r>
            <a:endParaRPr lang="zh-CN" altLang="en-US" sz="3000" i="1">
              <a:solidFill>
                <a:schemeClr val="tx1"/>
              </a:solidFill>
              <a:ea typeface="楷体_GB2312"/>
              <a:cs typeface="Times New Roman" panose="02020603050405020304" pitchFamily="18" charset="0"/>
            </a:endParaRPr>
          </a:p>
        </p:txBody>
      </p:sp>
      <p:sp>
        <p:nvSpPr>
          <p:cNvPr id="267268" name="AutoShape 4"/>
          <p:cNvSpPr>
            <a:spLocks noChangeArrowheads="1"/>
          </p:cNvSpPr>
          <p:nvPr/>
        </p:nvSpPr>
        <p:spPr bwMode="auto">
          <a:xfrm>
            <a:off x="3178175" y="1131888"/>
            <a:ext cx="5556250" cy="792162"/>
          </a:xfrm>
          <a:prstGeom prst="wedgeRectCallout">
            <a:avLst>
              <a:gd name="adj1" fmla="val -54824"/>
              <a:gd name="adj2" fmla="val 38471"/>
            </a:avLst>
          </a:prstGeom>
          <a:solidFill>
            <a:schemeClr val="accent5">
              <a:lumMod val="60000"/>
              <a:lumOff val="40000"/>
            </a:schemeClr>
          </a:solidFill>
          <a:ln w="9525" algn="ctr">
            <a:solidFill>
              <a:schemeClr val="tx1"/>
            </a:solidFill>
            <a:prstDash val="solid"/>
            <a:miter lim="800000"/>
            <a:headEnd/>
            <a:tailEnd/>
          </a:ln>
        </p:spPr>
        <p:txBody>
          <a:bodyPr lIns="68580" tIns="34290" rIns="68580" bIns="34290" anchor="ctr"/>
          <a:lstStyle/>
          <a:p>
            <a:pPr eaLnBrk="1" hangingPunct="1">
              <a:defRPr/>
            </a:pPr>
            <a:r>
              <a:rPr lang="en-US" altLang="zh-CN" sz="1600" i="1" dirty="0" err="1">
                <a:solidFill>
                  <a:srgbClr val="0000FF"/>
                </a:solidFill>
                <a:latin typeface="Times New Roman" panose="02020603050405020304" pitchFamily="18" charset="0"/>
                <a:ea typeface="楷体_GB2312"/>
              </a:rPr>
              <a:t>mktable</a:t>
            </a:r>
            <a:r>
              <a:rPr lang="en-US" altLang="zh-CN" sz="1600" dirty="0">
                <a:solidFill>
                  <a:srgbClr val="0000FF"/>
                </a:solidFill>
                <a:latin typeface="Times New Roman" panose="02020603050405020304" pitchFamily="18" charset="0"/>
                <a:ea typeface="楷体_GB2312"/>
              </a:rPr>
              <a:t>(</a:t>
            </a:r>
            <a:r>
              <a:rPr lang="en-US" altLang="zh-CN" sz="1600" i="1" dirty="0">
                <a:solidFill>
                  <a:srgbClr val="0000FF"/>
                </a:solidFill>
                <a:latin typeface="Times New Roman" panose="02020603050405020304" pitchFamily="18" charset="0"/>
                <a:ea typeface="楷体_GB2312"/>
              </a:rPr>
              <a:t> previous</a:t>
            </a:r>
            <a:r>
              <a:rPr lang="en-US" altLang="zh-CN" sz="1600" dirty="0">
                <a:solidFill>
                  <a:srgbClr val="0000FF"/>
                </a:solidFill>
                <a:latin typeface="Times New Roman" panose="02020603050405020304" pitchFamily="18" charset="0"/>
                <a:ea typeface="楷体_GB2312"/>
              </a:rPr>
              <a:t> )</a:t>
            </a:r>
          </a:p>
          <a:p>
            <a:pPr eaLnBrk="1" hangingPunct="1">
              <a:defRPr/>
            </a:pPr>
            <a:r>
              <a:rPr lang="zh-CN" altLang="en-US" sz="1600" dirty="0">
                <a:solidFill>
                  <a:prstClr val="black"/>
                </a:solidFill>
                <a:latin typeface="Times New Roman" panose="02020603050405020304" pitchFamily="18" charset="0"/>
                <a:ea typeface="楷体" pitchFamily="49" charset="-122"/>
                <a:cs typeface="Times New Roman" pitchFamily="18" charset="0"/>
              </a:rPr>
              <a:t>创建一个新的符号表，并返回指向新表的指针。参数 </a:t>
            </a:r>
            <a:r>
              <a:rPr lang="en-US" altLang="zh-CN" sz="1600" i="1" dirty="0">
                <a:solidFill>
                  <a:prstClr val="black"/>
                </a:solidFill>
                <a:latin typeface="Times New Roman" panose="02020603050405020304" pitchFamily="18" charset="0"/>
                <a:ea typeface="楷体" pitchFamily="49" charset="-122"/>
                <a:cs typeface="Times New Roman" pitchFamily="18" charset="0"/>
              </a:rPr>
              <a:t>previous</a:t>
            </a:r>
            <a:r>
              <a:rPr lang="zh-CN" altLang="en-US" sz="1600" dirty="0">
                <a:solidFill>
                  <a:prstClr val="black"/>
                </a:solidFill>
                <a:latin typeface="Times New Roman" panose="02020603050405020304" pitchFamily="18" charset="0"/>
                <a:ea typeface="楷体" pitchFamily="49" charset="-122"/>
                <a:cs typeface="Times New Roman" pitchFamily="18" charset="0"/>
              </a:rPr>
              <a:t>指向先前创建的符号表</a:t>
            </a:r>
            <a:r>
              <a:rPr lang="en-US" altLang="zh-CN" sz="1600" dirty="0">
                <a:solidFill>
                  <a:prstClr val="black"/>
                </a:solidFill>
                <a:latin typeface="Times New Roman" panose="02020603050405020304" pitchFamily="18" charset="0"/>
                <a:ea typeface="楷体_GB2312"/>
              </a:rPr>
              <a:t>(</a:t>
            </a:r>
            <a:r>
              <a:rPr lang="zh-CN" altLang="en-US" sz="1600" dirty="0">
                <a:solidFill>
                  <a:prstClr val="black"/>
                </a:solidFill>
                <a:latin typeface="Times New Roman" panose="02020603050405020304" pitchFamily="18" charset="0"/>
                <a:ea typeface="楷体" pitchFamily="49" charset="-122"/>
                <a:cs typeface="Times New Roman" pitchFamily="18" charset="0"/>
              </a:rPr>
              <a:t>外围过程的符号表</a:t>
            </a:r>
            <a:r>
              <a:rPr lang="en-US" altLang="zh-CN" sz="1600" dirty="0">
                <a:solidFill>
                  <a:prstClr val="black"/>
                </a:solidFill>
                <a:latin typeface="Times New Roman" panose="02020603050405020304" pitchFamily="18" charset="0"/>
                <a:ea typeface="楷体_GB2312"/>
              </a:rPr>
              <a:t>)</a:t>
            </a:r>
            <a:endParaRPr lang="zh-CN" altLang="en-US" sz="1600" dirty="0">
              <a:solidFill>
                <a:prstClr val="black"/>
              </a:solidFill>
              <a:latin typeface="Times New Roman" panose="02020603050405020304" pitchFamily="18" charset="0"/>
              <a:ea typeface="楷体" pitchFamily="49" charset="-122"/>
              <a:cs typeface="Times New Roman" pitchFamily="18" charset="0"/>
            </a:endParaRPr>
          </a:p>
        </p:txBody>
      </p:sp>
      <p:sp>
        <p:nvSpPr>
          <p:cNvPr id="267269" name="AutoShape 5"/>
          <p:cNvSpPr>
            <a:spLocks noChangeArrowheads="1"/>
          </p:cNvSpPr>
          <p:nvPr/>
        </p:nvSpPr>
        <p:spPr bwMode="auto">
          <a:xfrm>
            <a:off x="5219700" y="4357688"/>
            <a:ext cx="2881313" cy="661987"/>
          </a:xfrm>
          <a:prstGeom prst="wedgeRectCallout">
            <a:avLst>
              <a:gd name="adj1" fmla="val -40495"/>
              <a:gd name="adj2" fmla="val -67081"/>
            </a:avLst>
          </a:prstGeom>
          <a:solidFill>
            <a:schemeClr val="accent5">
              <a:lumMod val="60000"/>
              <a:lumOff val="40000"/>
            </a:schemeClr>
          </a:solidFill>
          <a:ln w="9525" algn="ctr">
            <a:solidFill>
              <a:schemeClr val="tx1"/>
            </a:solidFill>
            <a:prstDash val="solid"/>
            <a:miter lim="800000"/>
            <a:headEnd/>
            <a:tailEnd/>
          </a:ln>
        </p:spPr>
        <p:txBody>
          <a:bodyPr lIns="68580" tIns="34290" rIns="68580" bIns="34290" anchor="ctr"/>
          <a:lstStyle/>
          <a:p>
            <a:pPr eaLnBrk="1" hangingPunct="1">
              <a:defRPr/>
            </a:pPr>
            <a:r>
              <a:rPr lang="en-US" altLang="zh-CN" sz="1600" i="1" dirty="0">
                <a:solidFill>
                  <a:srgbClr val="0000FF"/>
                </a:solidFill>
                <a:latin typeface="Times New Roman" panose="02020603050405020304" pitchFamily="18" charset="0"/>
                <a:ea typeface="楷体_GB2312"/>
              </a:rPr>
              <a:t>enter</a:t>
            </a:r>
            <a:r>
              <a:rPr lang="en-US" altLang="zh-CN" sz="1600" dirty="0">
                <a:solidFill>
                  <a:srgbClr val="0000FF"/>
                </a:solidFill>
                <a:latin typeface="Times New Roman" panose="02020603050405020304" pitchFamily="18" charset="0"/>
                <a:ea typeface="楷体_GB2312"/>
              </a:rPr>
              <a:t>( </a:t>
            </a:r>
            <a:r>
              <a:rPr lang="en-US" altLang="zh-CN" sz="1600" i="1" dirty="0">
                <a:solidFill>
                  <a:srgbClr val="0000FF"/>
                </a:solidFill>
                <a:latin typeface="Times New Roman" panose="02020603050405020304" pitchFamily="18" charset="0"/>
                <a:ea typeface="楷体_GB2312"/>
              </a:rPr>
              <a:t>table</a:t>
            </a:r>
            <a:r>
              <a:rPr lang="en-US" altLang="zh-CN" sz="1600" dirty="0">
                <a:solidFill>
                  <a:srgbClr val="0000FF"/>
                </a:solidFill>
                <a:latin typeface="Times New Roman" panose="02020603050405020304" pitchFamily="18" charset="0"/>
                <a:ea typeface="楷体_GB2312"/>
              </a:rPr>
              <a:t>, </a:t>
            </a:r>
            <a:r>
              <a:rPr lang="en-US" altLang="zh-CN" sz="1600" i="1" dirty="0">
                <a:solidFill>
                  <a:srgbClr val="0000FF"/>
                </a:solidFill>
                <a:latin typeface="Times New Roman" panose="02020603050405020304" pitchFamily="18" charset="0"/>
                <a:ea typeface="楷体_GB2312"/>
              </a:rPr>
              <a:t>name</a:t>
            </a:r>
            <a:r>
              <a:rPr lang="en-US" altLang="zh-CN" sz="1600" dirty="0">
                <a:solidFill>
                  <a:srgbClr val="0000FF"/>
                </a:solidFill>
                <a:latin typeface="Times New Roman" panose="02020603050405020304" pitchFamily="18" charset="0"/>
                <a:ea typeface="楷体_GB2312"/>
              </a:rPr>
              <a:t>, </a:t>
            </a:r>
            <a:r>
              <a:rPr lang="en-US" altLang="zh-CN" sz="1600" i="1" dirty="0">
                <a:solidFill>
                  <a:srgbClr val="0000FF"/>
                </a:solidFill>
                <a:latin typeface="Times New Roman" panose="02020603050405020304" pitchFamily="18" charset="0"/>
                <a:ea typeface="楷体_GB2312"/>
              </a:rPr>
              <a:t>type</a:t>
            </a:r>
            <a:r>
              <a:rPr lang="en-US" altLang="zh-CN" sz="1600" dirty="0">
                <a:solidFill>
                  <a:srgbClr val="0000FF"/>
                </a:solidFill>
                <a:latin typeface="Times New Roman" panose="02020603050405020304" pitchFamily="18" charset="0"/>
                <a:ea typeface="楷体_GB2312"/>
              </a:rPr>
              <a:t>, </a:t>
            </a:r>
            <a:r>
              <a:rPr lang="en-US" altLang="zh-CN" sz="1600" i="1" dirty="0">
                <a:solidFill>
                  <a:srgbClr val="0000FF"/>
                </a:solidFill>
                <a:latin typeface="Times New Roman" panose="02020603050405020304" pitchFamily="18" charset="0"/>
                <a:ea typeface="楷体_GB2312"/>
              </a:rPr>
              <a:t>offset</a:t>
            </a:r>
            <a:r>
              <a:rPr lang="en-US" altLang="zh-CN" sz="1600" dirty="0">
                <a:solidFill>
                  <a:srgbClr val="0000FF"/>
                </a:solidFill>
                <a:latin typeface="Times New Roman" panose="02020603050405020304" pitchFamily="18" charset="0"/>
                <a:ea typeface="楷体_GB2312"/>
              </a:rPr>
              <a:t> )</a:t>
            </a:r>
          </a:p>
          <a:p>
            <a:pPr eaLnBrk="1" hangingPunct="1">
              <a:defRPr/>
            </a:pPr>
            <a:r>
              <a:rPr lang="zh-CN" altLang="en-US" sz="1600" dirty="0">
                <a:solidFill>
                  <a:prstClr val="black"/>
                </a:solidFill>
                <a:latin typeface="Times New Roman" panose="02020603050405020304" pitchFamily="18" charset="0"/>
                <a:ea typeface="楷体" pitchFamily="49" charset="-122"/>
                <a:cs typeface="Times New Roman" pitchFamily="18" charset="0"/>
              </a:rPr>
              <a:t>在</a:t>
            </a:r>
            <a:r>
              <a:rPr lang="en-US" altLang="zh-CN" sz="1600" i="1" dirty="0">
                <a:solidFill>
                  <a:prstClr val="black"/>
                </a:solidFill>
                <a:latin typeface="Times New Roman" panose="02020603050405020304" pitchFamily="18" charset="0"/>
                <a:ea typeface="楷体" pitchFamily="49" charset="-122"/>
                <a:cs typeface="Times New Roman" pitchFamily="18" charset="0"/>
              </a:rPr>
              <a:t>table</a:t>
            </a:r>
            <a:r>
              <a:rPr lang="zh-CN" altLang="en-US" sz="1600" dirty="0">
                <a:solidFill>
                  <a:prstClr val="black"/>
                </a:solidFill>
                <a:latin typeface="Times New Roman" panose="02020603050405020304" pitchFamily="18" charset="0"/>
                <a:ea typeface="楷体" pitchFamily="49" charset="-122"/>
                <a:cs typeface="Times New Roman" pitchFamily="18" charset="0"/>
              </a:rPr>
              <a:t>指向的符号表中为名字</a:t>
            </a:r>
            <a:r>
              <a:rPr lang="en-US" altLang="zh-CN" sz="1600" i="1" dirty="0">
                <a:solidFill>
                  <a:prstClr val="black"/>
                </a:solidFill>
                <a:latin typeface="Times New Roman" panose="02020603050405020304" pitchFamily="18" charset="0"/>
                <a:ea typeface="楷体" pitchFamily="49" charset="-122"/>
                <a:cs typeface="Times New Roman" pitchFamily="18" charset="0"/>
              </a:rPr>
              <a:t>name</a:t>
            </a:r>
            <a:r>
              <a:rPr lang="zh-CN" altLang="en-US" sz="1600" dirty="0">
                <a:solidFill>
                  <a:prstClr val="black"/>
                </a:solidFill>
                <a:latin typeface="Times New Roman" panose="02020603050405020304" pitchFamily="18" charset="0"/>
                <a:ea typeface="楷体" pitchFamily="49" charset="-122"/>
                <a:cs typeface="Times New Roman" pitchFamily="18" charset="0"/>
              </a:rPr>
              <a:t>建立一个新表项</a:t>
            </a:r>
          </a:p>
        </p:txBody>
      </p:sp>
      <p:sp>
        <p:nvSpPr>
          <p:cNvPr id="12" name="AutoShape 16"/>
          <p:cNvSpPr>
            <a:spLocks noChangeArrowheads="1"/>
          </p:cNvSpPr>
          <p:nvPr/>
        </p:nvSpPr>
        <p:spPr bwMode="auto">
          <a:xfrm>
            <a:off x="3995738" y="2085975"/>
            <a:ext cx="3556000" cy="630238"/>
          </a:xfrm>
          <a:prstGeom prst="wedgeRectCallout">
            <a:avLst>
              <a:gd name="adj1" fmla="val -37253"/>
              <a:gd name="adj2" fmla="val 89274"/>
            </a:avLst>
          </a:prstGeom>
          <a:solidFill>
            <a:schemeClr val="accent5">
              <a:lumMod val="60000"/>
              <a:lumOff val="40000"/>
            </a:schemeClr>
          </a:solidFill>
          <a:ln w="9525" algn="ctr">
            <a:solidFill>
              <a:schemeClr val="tx1"/>
            </a:solidFill>
            <a:prstDash val="solid"/>
            <a:miter lim="800000"/>
            <a:headEnd/>
            <a:tailEnd/>
          </a:ln>
        </p:spPr>
        <p:txBody>
          <a:bodyPr lIns="68580" tIns="34290" rIns="68580" bIns="34290" anchor="ctr"/>
          <a:lstStyle/>
          <a:p>
            <a:pPr eaLnBrk="1" hangingPunct="1">
              <a:lnSpc>
                <a:spcPct val="90000"/>
              </a:lnSpc>
              <a:defRPr/>
            </a:pPr>
            <a:r>
              <a:rPr lang="en-US" altLang="zh-CN" sz="1600" i="1" dirty="0">
                <a:solidFill>
                  <a:srgbClr val="0000FF"/>
                </a:solidFill>
                <a:latin typeface="Times New Roman" panose="02020603050405020304" pitchFamily="18" charset="0"/>
                <a:ea typeface="楷体_GB2312"/>
              </a:rPr>
              <a:t>addwidth</a:t>
            </a:r>
            <a:r>
              <a:rPr lang="en-US" altLang="zh-CN" sz="1600" dirty="0">
                <a:solidFill>
                  <a:srgbClr val="0000FF"/>
                </a:solidFill>
                <a:latin typeface="Times New Roman" panose="02020603050405020304" pitchFamily="18" charset="0"/>
                <a:ea typeface="楷体_GB2312"/>
              </a:rPr>
              <a:t>( </a:t>
            </a:r>
            <a:r>
              <a:rPr lang="en-US" altLang="zh-CN" sz="1600" i="1" dirty="0">
                <a:solidFill>
                  <a:srgbClr val="0000FF"/>
                </a:solidFill>
                <a:latin typeface="Times New Roman" panose="02020603050405020304" pitchFamily="18" charset="0"/>
                <a:ea typeface="楷体_GB2312"/>
              </a:rPr>
              <a:t>table</a:t>
            </a:r>
            <a:r>
              <a:rPr lang="en-US" altLang="zh-CN" sz="1600" dirty="0">
                <a:solidFill>
                  <a:srgbClr val="0000FF"/>
                </a:solidFill>
                <a:latin typeface="Times New Roman" panose="02020603050405020304" pitchFamily="18" charset="0"/>
                <a:ea typeface="楷体_GB2312"/>
              </a:rPr>
              <a:t>, </a:t>
            </a:r>
            <a:r>
              <a:rPr lang="en-US" altLang="zh-CN" sz="1600" i="1" dirty="0">
                <a:solidFill>
                  <a:srgbClr val="0000FF"/>
                </a:solidFill>
                <a:latin typeface="Times New Roman" panose="02020603050405020304" pitchFamily="18" charset="0"/>
                <a:ea typeface="楷体_GB2312"/>
              </a:rPr>
              <a:t>width</a:t>
            </a:r>
            <a:r>
              <a:rPr lang="en-US" altLang="zh-CN" sz="1600" dirty="0">
                <a:solidFill>
                  <a:srgbClr val="0000FF"/>
                </a:solidFill>
                <a:latin typeface="Times New Roman" panose="02020603050405020304" pitchFamily="18" charset="0"/>
                <a:ea typeface="楷体_GB2312"/>
              </a:rPr>
              <a:t> )  </a:t>
            </a:r>
          </a:p>
          <a:p>
            <a:pPr eaLnBrk="1" hangingPunct="1">
              <a:lnSpc>
                <a:spcPct val="90000"/>
              </a:lnSpc>
              <a:defRPr/>
            </a:pPr>
            <a:r>
              <a:rPr lang="zh-CN" altLang="en-US" sz="1600" dirty="0">
                <a:solidFill>
                  <a:prstClr val="black"/>
                </a:solidFill>
                <a:latin typeface="Times New Roman" panose="02020603050405020304" pitchFamily="18" charset="0"/>
                <a:ea typeface="楷体" pitchFamily="49" charset="-122"/>
                <a:cs typeface="Times New Roman" pitchFamily="18" charset="0"/>
              </a:rPr>
              <a:t>将</a:t>
            </a:r>
            <a:r>
              <a:rPr lang="en-US" altLang="zh-CN" sz="1600" i="1" dirty="0">
                <a:solidFill>
                  <a:prstClr val="black"/>
                </a:solidFill>
                <a:latin typeface="Times New Roman" panose="02020603050405020304" pitchFamily="18" charset="0"/>
                <a:ea typeface="楷体" pitchFamily="49" charset="-122"/>
                <a:cs typeface="Times New Roman" pitchFamily="18" charset="0"/>
              </a:rPr>
              <a:t>table</a:t>
            </a:r>
            <a:r>
              <a:rPr lang="zh-CN" altLang="en-US" sz="1600" dirty="0">
                <a:solidFill>
                  <a:prstClr val="black"/>
                </a:solidFill>
                <a:latin typeface="Times New Roman" panose="02020603050405020304" pitchFamily="18" charset="0"/>
                <a:ea typeface="楷体" pitchFamily="49" charset="-122"/>
                <a:cs typeface="Times New Roman" pitchFamily="18" charset="0"/>
              </a:rPr>
              <a:t>指向的符号表中所有表项的宽度之和</a:t>
            </a:r>
            <a:r>
              <a:rPr lang="en-US" altLang="zh-CN" sz="1600" i="1" dirty="0">
                <a:solidFill>
                  <a:prstClr val="black"/>
                </a:solidFill>
                <a:latin typeface="Times New Roman" panose="02020603050405020304" pitchFamily="18" charset="0"/>
                <a:ea typeface="楷体" pitchFamily="49" charset="-122"/>
                <a:cs typeface="Times New Roman" pitchFamily="18" charset="0"/>
              </a:rPr>
              <a:t>width</a:t>
            </a:r>
            <a:r>
              <a:rPr lang="zh-CN" altLang="en-US" sz="1600" dirty="0">
                <a:solidFill>
                  <a:prstClr val="black"/>
                </a:solidFill>
                <a:latin typeface="Times New Roman" panose="02020603050405020304" pitchFamily="18" charset="0"/>
                <a:ea typeface="楷体" pitchFamily="49" charset="-122"/>
                <a:cs typeface="Times New Roman" pitchFamily="18" charset="0"/>
              </a:rPr>
              <a:t>记录在符号表的表头中</a:t>
            </a:r>
          </a:p>
        </p:txBody>
      </p:sp>
      <p:sp>
        <p:nvSpPr>
          <p:cNvPr id="13" name="AutoShape 15"/>
          <p:cNvSpPr>
            <a:spLocks noChangeArrowheads="1"/>
          </p:cNvSpPr>
          <p:nvPr/>
        </p:nvSpPr>
        <p:spPr bwMode="auto">
          <a:xfrm>
            <a:off x="5292725" y="2844800"/>
            <a:ext cx="3800475" cy="879475"/>
          </a:xfrm>
          <a:prstGeom prst="wedgeRectCallout">
            <a:avLst>
              <a:gd name="adj1" fmla="val -36727"/>
              <a:gd name="adj2" fmla="val 65014"/>
            </a:avLst>
          </a:prstGeom>
          <a:solidFill>
            <a:schemeClr val="accent5">
              <a:lumMod val="60000"/>
              <a:lumOff val="40000"/>
            </a:schemeClr>
          </a:solidFill>
          <a:ln w="9525" algn="ctr">
            <a:solidFill>
              <a:schemeClr val="tx1"/>
            </a:solidFill>
            <a:prstDash val="solid"/>
            <a:miter lim="800000"/>
            <a:headEnd/>
            <a:tailEnd/>
          </a:ln>
        </p:spPr>
        <p:txBody>
          <a:bodyPr lIns="68580" tIns="34290" rIns="68580" bIns="34290" anchor="ctr"/>
          <a:lstStyle/>
          <a:p>
            <a:pPr eaLnBrk="1" hangingPunct="1">
              <a:lnSpc>
                <a:spcPct val="90000"/>
              </a:lnSpc>
              <a:defRPr/>
            </a:pPr>
            <a:r>
              <a:rPr lang="en-US" altLang="zh-CN" sz="1500" i="1" dirty="0" err="1">
                <a:solidFill>
                  <a:srgbClr val="0000FF"/>
                </a:solidFill>
                <a:latin typeface="Times New Roman" panose="02020603050405020304" pitchFamily="18" charset="0"/>
                <a:ea typeface="楷体_GB2312"/>
              </a:rPr>
              <a:t>enterproc</a:t>
            </a:r>
            <a:r>
              <a:rPr lang="en-US" altLang="zh-CN" sz="1500" dirty="0">
                <a:solidFill>
                  <a:srgbClr val="0000FF"/>
                </a:solidFill>
                <a:latin typeface="Times New Roman" panose="02020603050405020304" pitchFamily="18" charset="0"/>
                <a:ea typeface="楷体_GB2312"/>
              </a:rPr>
              <a:t>(</a:t>
            </a:r>
            <a:r>
              <a:rPr lang="en-US" altLang="zh-CN" sz="1500" i="1" dirty="0">
                <a:solidFill>
                  <a:srgbClr val="0000FF"/>
                </a:solidFill>
                <a:latin typeface="Times New Roman" panose="02020603050405020304" pitchFamily="18" charset="0"/>
                <a:ea typeface="楷体_GB2312"/>
              </a:rPr>
              <a:t>table</a:t>
            </a:r>
            <a:r>
              <a:rPr lang="en-US" altLang="zh-CN" sz="1500" dirty="0">
                <a:solidFill>
                  <a:srgbClr val="0000FF"/>
                </a:solidFill>
                <a:latin typeface="Times New Roman" panose="02020603050405020304" pitchFamily="18" charset="0"/>
                <a:ea typeface="楷体_GB2312"/>
              </a:rPr>
              <a:t>, </a:t>
            </a:r>
            <a:r>
              <a:rPr lang="en-US" altLang="zh-CN" sz="1500" i="1" dirty="0">
                <a:solidFill>
                  <a:srgbClr val="0000FF"/>
                </a:solidFill>
                <a:latin typeface="Times New Roman" panose="02020603050405020304" pitchFamily="18" charset="0"/>
                <a:ea typeface="楷体_GB2312"/>
              </a:rPr>
              <a:t>name</a:t>
            </a:r>
            <a:r>
              <a:rPr lang="en-US" altLang="zh-CN" sz="1500" dirty="0">
                <a:solidFill>
                  <a:srgbClr val="0000FF"/>
                </a:solidFill>
                <a:latin typeface="Times New Roman" panose="02020603050405020304" pitchFamily="18" charset="0"/>
                <a:ea typeface="楷体_GB2312"/>
              </a:rPr>
              <a:t>, </a:t>
            </a:r>
            <a:r>
              <a:rPr lang="en-US" altLang="zh-CN" sz="1500" i="1" dirty="0" err="1">
                <a:solidFill>
                  <a:srgbClr val="0000FF"/>
                </a:solidFill>
                <a:latin typeface="Times New Roman" panose="02020603050405020304" pitchFamily="18" charset="0"/>
                <a:ea typeface="楷体_GB2312"/>
              </a:rPr>
              <a:t>newtable</a:t>
            </a:r>
            <a:r>
              <a:rPr lang="en-US" altLang="zh-CN" sz="1500" dirty="0">
                <a:solidFill>
                  <a:srgbClr val="0000FF"/>
                </a:solidFill>
                <a:latin typeface="Times New Roman" panose="02020603050405020304" pitchFamily="18" charset="0"/>
                <a:ea typeface="楷体_GB2312"/>
              </a:rPr>
              <a:t> )</a:t>
            </a:r>
          </a:p>
          <a:p>
            <a:pPr eaLnBrk="1" hangingPunct="1">
              <a:defRPr/>
            </a:pPr>
            <a:r>
              <a:rPr lang="zh-CN" altLang="en-US" sz="1500" dirty="0">
                <a:solidFill>
                  <a:prstClr val="black"/>
                </a:solidFill>
                <a:latin typeface="Times New Roman" panose="02020603050405020304" pitchFamily="18" charset="0"/>
                <a:ea typeface="楷体" pitchFamily="49" charset="-122"/>
                <a:cs typeface="Times New Roman" pitchFamily="18" charset="0"/>
              </a:rPr>
              <a:t>在</a:t>
            </a:r>
            <a:r>
              <a:rPr lang="en-US" altLang="zh-CN" sz="1500" i="1" dirty="0">
                <a:solidFill>
                  <a:prstClr val="black"/>
                </a:solidFill>
                <a:latin typeface="Times New Roman" panose="02020603050405020304" pitchFamily="18" charset="0"/>
                <a:ea typeface="楷体" pitchFamily="49" charset="-122"/>
                <a:cs typeface="Times New Roman" pitchFamily="18" charset="0"/>
              </a:rPr>
              <a:t>table</a:t>
            </a:r>
            <a:r>
              <a:rPr lang="zh-CN" altLang="en-US" sz="1500" dirty="0">
                <a:solidFill>
                  <a:prstClr val="black"/>
                </a:solidFill>
                <a:latin typeface="Times New Roman" panose="02020603050405020304" pitchFamily="18" charset="0"/>
                <a:ea typeface="楷体" pitchFamily="49" charset="-122"/>
                <a:cs typeface="Times New Roman" pitchFamily="18" charset="0"/>
              </a:rPr>
              <a:t>指向的符号表中为过程</a:t>
            </a:r>
            <a:r>
              <a:rPr lang="en-US" altLang="zh-CN" sz="1500" i="1" dirty="0">
                <a:solidFill>
                  <a:prstClr val="black"/>
                </a:solidFill>
                <a:latin typeface="Times New Roman" panose="02020603050405020304" pitchFamily="18" charset="0"/>
                <a:ea typeface="楷体" pitchFamily="49" charset="-122"/>
                <a:cs typeface="Times New Roman" pitchFamily="18" charset="0"/>
              </a:rPr>
              <a:t>name</a:t>
            </a:r>
            <a:r>
              <a:rPr lang="zh-CN" altLang="en-US" sz="1500" dirty="0">
                <a:solidFill>
                  <a:prstClr val="black"/>
                </a:solidFill>
                <a:latin typeface="Times New Roman" panose="02020603050405020304" pitchFamily="18" charset="0"/>
                <a:ea typeface="楷体" pitchFamily="49" charset="-122"/>
                <a:cs typeface="Times New Roman" pitchFamily="18" charset="0"/>
              </a:rPr>
              <a:t>建立一条记录，</a:t>
            </a:r>
            <a:r>
              <a:rPr lang="en-US" altLang="zh-CN" sz="1500" i="1" dirty="0" err="1">
                <a:solidFill>
                  <a:prstClr val="black"/>
                </a:solidFill>
                <a:latin typeface="Times New Roman" panose="02020603050405020304" pitchFamily="18" charset="0"/>
                <a:ea typeface="楷体" pitchFamily="49" charset="-122"/>
                <a:cs typeface="Times New Roman" pitchFamily="18" charset="0"/>
              </a:rPr>
              <a:t>newtable</a:t>
            </a:r>
            <a:r>
              <a:rPr lang="zh-CN" altLang="en-US" sz="1500" dirty="0">
                <a:solidFill>
                  <a:prstClr val="black"/>
                </a:solidFill>
                <a:latin typeface="Times New Roman" panose="02020603050405020304" pitchFamily="18" charset="0"/>
                <a:ea typeface="楷体" pitchFamily="49" charset="-122"/>
                <a:cs typeface="Times New Roman" pitchFamily="18" charset="0"/>
              </a:rPr>
              <a:t>指向过程</a:t>
            </a:r>
            <a:r>
              <a:rPr lang="en-US" altLang="zh-CN" sz="1500" i="1" dirty="0">
                <a:solidFill>
                  <a:prstClr val="black"/>
                </a:solidFill>
                <a:latin typeface="Times New Roman" panose="02020603050405020304" pitchFamily="18" charset="0"/>
                <a:ea typeface="楷体" pitchFamily="49" charset="-122"/>
                <a:cs typeface="Times New Roman" pitchFamily="18" charset="0"/>
              </a:rPr>
              <a:t>name</a:t>
            </a:r>
            <a:r>
              <a:rPr lang="zh-CN" altLang="en-US" sz="1500" dirty="0">
                <a:solidFill>
                  <a:prstClr val="black"/>
                </a:solidFill>
                <a:latin typeface="Times New Roman" panose="02020603050405020304" pitchFamily="18" charset="0"/>
                <a:ea typeface="楷体" pitchFamily="49" charset="-122"/>
                <a:cs typeface="Times New Roman" pitchFamily="18" charset="0"/>
              </a:rPr>
              <a:t>的符号表</a:t>
            </a:r>
          </a:p>
        </p:txBody>
      </p:sp>
      <p:sp>
        <p:nvSpPr>
          <p:cNvPr id="2" name="灯片编号占位符 1"/>
          <p:cNvSpPr>
            <a:spLocks noGrp="1"/>
          </p:cNvSpPr>
          <p:nvPr>
            <p:ph type="sldNum" sz="quarter" idx="12"/>
          </p:nvPr>
        </p:nvSpPr>
        <p:spPr/>
        <p:txBody>
          <a:bodyPr/>
          <a:lstStyle/>
          <a:p>
            <a:pPr>
              <a:defRPr/>
            </a:pPr>
            <a:fld id="{64CF1D47-2B30-44A6-81DA-EC28584A641A}" type="slidenum">
              <a:rPr lang="zh-CN" altLang="en-US" smtClean="0"/>
              <a:pPr>
                <a:defRPr/>
              </a:pPr>
              <a:t>24</a:t>
            </a:fld>
            <a:endParaRPr lang="en-US" altLang="zh-CN" dirty="0"/>
          </a:p>
        </p:txBody>
      </p:sp>
    </p:spTree>
    <p:extLst>
      <p:ext uri="{BB962C8B-B14F-4D97-AF65-F5344CB8AC3E}">
        <p14:creationId xmlns:p14="http://schemas.microsoft.com/office/powerpoint/2010/main" val="34910638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267268"/>
                                        </p:tgtEl>
                                        <p:attrNameLst>
                                          <p:attrName>style.visibility</p:attrName>
                                        </p:attrNameLst>
                                      </p:cBhvr>
                                      <p:to>
                                        <p:strVal val="visible"/>
                                      </p:to>
                                    </p:set>
                                    <p:anim calcmode="lin" valueType="num">
                                      <p:cBhvr>
                                        <p:cTn id="7" dur="500" fill="hold"/>
                                        <p:tgtEl>
                                          <p:spTgt spid="267268"/>
                                        </p:tgtEl>
                                        <p:attrNameLst>
                                          <p:attrName>ppt_w</p:attrName>
                                        </p:attrNameLst>
                                      </p:cBhvr>
                                      <p:tavLst>
                                        <p:tav tm="0">
                                          <p:val>
                                            <p:fltVal val="0"/>
                                          </p:val>
                                        </p:tav>
                                        <p:tav tm="100000">
                                          <p:val>
                                            <p:strVal val="#ppt_w"/>
                                          </p:val>
                                        </p:tav>
                                      </p:tavLst>
                                    </p:anim>
                                    <p:anim calcmode="lin" valueType="num">
                                      <p:cBhvr>
                                        <p:cTn id="8" dur="500" fill="hold"/>
                                        <p:tgtEl>
                                          <p:spTgt spid="267268"/>
                                        </p:tgtEl>
                                        <p:attrNameLst>
                                          <p:attrName>ppt_h</p:attrName>
                                        </p:attrNameLst>
                                      </p:cBhvr>
                                      <p:tavLst>
                                        <p:tav tm="0">
                                          <p:val>
                                            <p:fltVal val="0"/>
                                          </p:val>
                                        </p:tav>
                                        <p:tav tm="100000">
                                          <p:val>
                                            <p:strVal val="#ppt_h"/>
                                          </p:val>
                                        </p:tav>
                                      </p:tavLst>
                                    </p:anim>
                                    <p:animEffect transition="in" filter="fade">
                                      <p:cBhvr>
                                        <p:cTn id="9" dur="500"/>
                                        <p:tgtEl>
                                          <p:spTgt spid="267268"/>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xit" presetSubtype="32" fill="hold" grpId="1" nodeType="clickEffect">
                                  <p:stCondLst>
                                    <p:cond delay="0"/>
                                  </p:stCondLst>
                                  <p:childTnLst>
                                    <p:anim calcmode="lin" valueType="num">
                                      <p:cBhvr>
                                        <p:cTn id="13" dur="500"/>
                                        <p:tgtEl>
                                          <p:spTgt spid="267268"/>
                                        </p:tgtEl>
                                        <p:attrNameLst>
                                          <p:attrName>ppt_w</p:attrName>
                                        </p:attrNameLst>
                                      </p:cBhvr>
                                      <p:tavLst>
                                        <p:tav tm="0">
                                          <p:val>
                                            <p:strVal val="ppt_w"/>
                                          </p:val>
                                        </p:tav>
                                        <p:tav tm="100000">
                                          <p:val>
                                            <p:fltVal val="0"/>
                                          </p:val>
                                        </p:tav>
                                      </p:tavLst>
                                    </p:anim>
                                    <p:anim calcmode="lin" valueType="num">
                                      <p:cBhvr>
                                        <p:cTn id="14" dur="500"/>
                                        <p:tgtEl>
                                          <p:spTgt spid="267268"/>
                                        </p:tgtEl>
                                        <p:attrNameLst>
                                          <p:attrName>ppt_h</p:attrName>
                                        </p:attrNameLst>
                                      </p:cBhvr>
                                      <p:tavLst>
                                        <p:tav tm="0">
                                          <p:val>
                                            <p:strVal val="ppt_h"/>
                                          </p:val>
                                        </p:tav>
                                        <p:tav tm="100000">
                                          <p:val>
                                            <p:fltVal val="0"/>
                                          </p:val>
                                        </p:tav>
                                      </p:tavLst>
                                    </p:anim>
                                    <p:animEffect transition="out" filter="fade">
                                      <p:cBhvr>
                                        <p:cTn id="15" dur="500"/>
                                        <p:tgtEl>
                                          <p:spTgt spid="267268"/>
                                        </p:tgtEl>
                                      </p:cBhvr>
                                    </p:animEffect>
                                    <p:set>
                                      <p:cBhvr>
                                        <p:cTn id="16" dur="1" fill="hold">
                                          <p:stCondLst>
                                            <p:cond delay="499"/>
                                          </p:stCondLst>
                                        </p:cTn>
                                        <p:tgtEl>
                                          <p:spTgt spid="267268"/>
                                        </p:tgtEl>
                                        <p:attrNameLst>
                                          <p:attrName>style.visibility</p:attrName>
                                        </p:attrNameLst>
                                      </p:cBhvr>
                                      <p:to>
                                        <p:strVal val="hidden"/>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53" presetClass="entr" presetSubtype="0" fill="hold" grpId="0" nodeType="clickEffect">
                                  <p:stCondLst>
                                    <p:cond delay="0"/>
                                  </p:stCondLst>
                                  <p:childTnLst>
                                    <p:set>
                                      <p:cBhvr>
                                        <p:cTn id="20" dur="1" fill="hold">
                                          <p:stCondLst>
                                            <p:cond delay="0"/>
                                          </p:stCondLst>
                                        </p:cTn>
                                        <p:tgtEl>
                                          <p:spTgt spid="267269"/>
                                        </p:tgtEl>
                                        <p:attrNameLst>
                                          <p:attrName>style.visibility</p:attrName>
                                        </p:attrNameLst>
                                      </p:cBhvr>
                                      <p:to>
                                        <p:strVal val="visible"/>
                                      </p:to>
                                    </p:set>
                                    <p:anim calcmode="lin" valueType="num">
                                      <p:cBhvr>
                                        <p:cTn id="21" dur="500" fill="hold"/>
                                        <p:tgtEl>
                                          <p:spTgt spid="267269"/>
                                        </p:tgtEl>
                                        <p:attrNameLst>
                                          <p:attrName>ppt_w</p:attrName>
                                        </p:attrNameLst>
                                      </p:cBhvr>
                                      <p:tavLst>
                                        <p:tav tm="0">
                                          <p:val>
                                            <p:fltVal val="0"/>
                                          </p:val>
                                        </p:tav>
                                        <p:tav tm="100000">
                                          <p:val>
                                            <p:strVal val="#ppt_w"/>
                                          </p:val>
                                        </p:tav>
                                      </p:tavLst>
                                    </p:anim>
                                    <p:anim calcmode="lin" valueType="num">
                                      <p:cBhvr>
                                        <p:cTn id="22" dur="500" fill="hold"/>
                                        <p:tgtEl>
                                          <p:spTgt spid="267269"/>
                                        </p:tgtEl>
                                        <p:attrNameLst>
                                          <p:attrName>ppt_h</p:attrName>
                                        </p:attrNameLst>
                                      </p:cBhvr>
                                      <p:tavLst>
                                        <p:tav tm="0">
                                          <p:val>
                                            <p:fltVal val="0"/>
                                          </p:val>
                                        </p:tav>
                                        <p:tav tm="100000">
                                          <p:val>
                                            <p:strVal val="#ppt_h"/>
                                          </p:val>
                                        </p:tav>
                                      </p:tavLst>
                                    </p:anim>
                                    <p:animEffect transition="in" filter="fade">
                                      <p:cBhvr>
                                        <p:cTn id="23" dur="500"/>
                                        <p:tgtEl>
                                          <p:spTgt spid="267269"/>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53" presetClass="exit" presetSubtype="32" fill="hold" grpId="1" nodeType="clickEffect">
                                  <p:stCondLst>
                                    <p:cond delay="0"/>
                                  </p:stCondLst>
                                  <p:childTnLst>
                                    <p:anim calcmode="lin" valueType="num">
                                      <p:cBhvr>
                                        <p:cTn id="27" dur="500"/>
                                        <p:tgtEl>
                                          <p:spTgt spid="267269"/>
                                        </p:tgtEl>
                                        <p:attrNameLst>
                                          <p:attrName>ppt_w</p:attrName>
                                        </p:attrNameLst>
                                      </p:cBhvr>
                                      <p:tavLst>
                                        <p:tav tm="0">
                                          <p:val>
                                            <p:strVal val="ppt_w"/>
                                          </p:val>
                                        </p:tav>
                                        <p:tav tm="100000">
                                          <p:val>
                                            <p:fltVal val="0"/>
                                          </p:val>
                                        </p:tav>
                                      </p:tavLst>
                                    </p:anim>
                                    <p:anim calcmode="lin" valueType="num">
                                      <p:cBhvr>
                                        <p:cTn id="28" dur="500"/>
                                        <p:tgtEl>
                                          <p:spTgt spid="267269"/>
                                        </p:tgtEl>
                                        <p:attrNameLst>
                                          <p:attrName>ppt_h</p:attrName>
                                        </p:attrNameLst>
                                      </p:cBhvr>
                                      <p:tavLst>
                                        <p:tav tm="0">
                                          <p:val>
                                            <p:strVal val="ppt_h"/>
                                          </p:val>
                                        </p:tav>
                                        <p:tav tm="100000">
                                          <p:val>
                                            <p:fltVal val="0"/>
                                          </p:val>
                                        </p:tav>
                                      </p:tavLst>
                                    </p:anim>
                                    <p:animEffect transition="out" filter="fade">
                                      <p:cBhvr>
                                        <p:cTn id="29" dur="500"/>
                                        <p:tgtEl>
                                          <p:spTgt spid="267269"/>
                                        </p:tgtEl>
                                      </p:cBhvr>
                                    </p:animEffect>
                                    <p:set>
                                      <p:cBhvr>
                                        <p:cTn id="30" dur="1" fill="hold">
                                          <p:stCondLst>
                                            <p:cond delay="499"/>
                                          </p:stCondLst>
                                        </p:cTn>
                                        <p:tgtEl>
                                          <p:spTgt spid="267269"/>
                                        </p:tgtEl>
                                        <p:attrNameLst>
                                          <p:attrName>style.visibility</p:attrName>
                                        </p:attrNameLst>
                                      </p:cBhvr>
                                      <p:to>
                                        <p:strVal val="hidden"/>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53"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anim calcmode="lin" valueType="num">
                                      <p:cBhvr>
                                        <p:cTn id="35" dur="500" fill="hold"/>
                                        <p:tgtEl>
                                          <p:spTgt spid="12"/>
                                        </p:tgtEl>
                                        <p:attrNameLst>
                                          <p:attrName>ppt_w</p:attrName>
                                        </p:attrNameLst>
                                      </p:cBhvr>
                                      <p:tavLst>
                                        <p:tav tm="0">
                                          <p:val>
                                            <p:fltVal val="0"/>
                                          </p:val>
                                        </p:tav>
                                        <p:tav tm="100000">
                                          <p:val>
                                            <p:strVal val="#ppt_w"/>
                                          </p:val>
                                        </p:tav>
                                      </p:tavLst>
                                    </p:anim>
                                    <p:anim calcmode="lin" valueType="num">
                                      <p:cBhvr>
                                        <p:cTn id="36" dur="500" fill="hold"/>
                                        <p:tgtEl>
                                          <p:spTgt spid="12"/>
                                        </p:tgtEl>
                                        <p:attrNameLst>
                                          <p:attrName>ppt_h</p:attrName>
                                        </p:attrNameLst>
                                      </p:cBhvr>
                                      <p:tavLst>
                                        <p:tav tm="0">
                                          <p:val>
                                            <p:fltVal val="0"/>
                                          </p:val>
                                        </p:tav>
                                        <p:tav tm="100000">
                                          <p:val>
                                            <p:strVal val="#ppt_h"/>
                                          </p:val>
                                        </p:tav>
                                      </p:tavLst>
                                    </p:anim>
                                    <p:animEffect transition="in" filter="fade">
                                      <p:cBhvr>
                                        <p:cTn id="37" dur="500"/>
                                        <p:tgtEl>
                                          <p:spTgt spid="1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53" presetClass="exit" presetSubtype="32" fill="hold" grpId="1" nodeType="clickEffect">
                                  <p:stCondLst>
                                    <p:cond delay="0"/>
                                  </p:stCondLst>
                                  <p:childTnLst>
                                    <p:anim calcmode="lin" valueType="num">
                                      <p:cBhvr>
                                        <p:cTn id="41" dur="500"/>
                                        <p:tgtEl>
                                          <p:spTgt spid="12"/>
                                        </p:tgtEl>
                                        <p:attrNameLst>
                                          <p:attrName>ppt_w</p:attrName>
                                        </p:attrNameLst>
                                      </p:cBhvr>
                                      <p:tavLst>
                                        <p:tav tm="0">
                                          <p:val>
                                            <p:strVal val="ppt_w"/>
                                          </p:val>
                                        </p:tav>
                                        <p:tav tm="100000">
                                          <p:val>
                                            <p:fltVal val="0"/>
                                          </p:val>
                                        </p:tav>
                                      </p:tavLst>
                                    </p:anim>
                                    <p:anim calcmode="lin" valueType="num">
                                      <p:cBhvr>
                                        <p:cTn id="42" dur="500"/>
                                        <p:tgtEl>
                                          <p:spTgt spid="12"/>
                                        </p:tgtEl>
                                        <p:attrNameLst>
                                          <p:attrName>ppt_h</p:attrName>
                                        </p:attrNameLst>
                                      </p:cBhvr>
                                      <p:tavLst>
                                        <p:tav tm="0">
                                          <p:val>
                                            <p:strVal val="ppt_h"/>
                                          </p:val>
                                        </p:tav>
                                        <p:tav tm="100000">
                                          <p:val>
                                            <p:fltVal val="0"/>
                                          </p:val>
                                        </p:tav>
                                      </p:tavLst>
                                    </p:anim>
                                    <p:animEffect transition="out" filter="fade">
                                      <p:cBhvr>
                                        <p:cTn id="43" dur="500"/>
                                        <p:tgtEl>
                                          <p:spTgt spid="12"/>
                                        </p:tgtEl>
                                      </p:cBhvr>
                                    </p:animEffect>
                                    <p:set>
                                      <p:cBhvr>
                                        <p:cTn id="44" dur="1" fill="hold">
                                          <p:stCondLst>
                                            <p:cond delay="499"/>
                                          </p:stCondLst>
                                        </p:cTn>
                                        <p:tgtEl>
                                          <p:spTgt spid="12"/>
                                        </p:tgtEl>
                                        <p:attrNameLst>
                                          <p:attrName>style.visibility</p:attrName>
                                        </p:attrNameLst>
                                      </p:cBhvr>
                                      <p:to>
                                        <p:strVal val="hidden"/>
                                      </p:to>
                                    </p:set>
                                  </p:childTnLst>
                                </p:cTn>
                              </p:par>
                            </p:childTnLst>
                          </p:cTn>
                        </p:par>
                      </p:childTnLst>
                    </p:cTn>
                  </p:par>
                  <p:par>
                    <p:cTn id="45" fill="hold" nodeType="clickPar">
                      <p:stCondLst>
                        <p:cond delay="indefinite"/>
                      </p:stCondLst>
                      <p:childTnLst>
                        <p:par>
                          <p:cTn id="46" fill="hold" nodeType="withGroup">
                            <p:stCondLst>
                              <p:cond delay="0"/>
                            </p:stCondLst>
                            <p:childTnLst>
                              <p:par>
                                <p:cTn id="47" presetID="53" presetClass="entr" presetSubtype="0" fill="hold" grpId="0" nodeType="clickEffect">
                                  <p:stCondLst>
                                    <p:cond delay="0"/>
                                  </p:stCondLst>
                                  <p:childTnLst>
                                    <p:set>
                                      <p:cBhvr>
                                        <p:cTn id="48" dur="1" fill="hold">
                                          <p:stCondLst>
                                            <p:cond delay="0"/>
                                          </p:stCondLst>
                                        </p:cTn>
                                        <p:tgtEl>
                                          <p:spTgt spid="13"/>
                                        </p:tgtEl>
                                        <p:attrNameLst>
                                          <p:attrName>style.visibility</p:attrName>
                                        </p:attrNameLst>
                                      </p:cBhvr>
                                      <p:to>
                                        <p:strVal val="visible"/>
                                      </p:to>
                                    </p:set>
                                    <p:anim calcmode="lin" valueType="num">
                                      <p:cBhvr>
                                        <p:cTn id="49" dur="500" fill="hold"/>
                                        <p:tgtEl>
                                          <p:spTgt spid="13"/>
                                        </p:tgtEl>
                                        <p:attrNameLst>
                                          <p:attrName>ppt_w</p:attrName>
                                        </p:attrNameLst>
                                      </p:cBhvr>
                                      <p:tavLst>
                                        <p:tav tm="0">
                                          <p:val>
                                            <p:fltVal val="0"/>
                                          </p:val>
                                        </p:tav>
                                        <p:tav tm="100000">
                                          <p:val>
                                            <p:strVal val="#ppt_w"/>
                                          </p:val>
                                        </p:tav>
                                      </p:tavLst>
                                    </p:anim>
                                    <p:anim calcmode="lin" valueType="num">
                                      <p:cBhvr>
                                        <p:cTn id="50" dur="500" fill="hold"/>
                                        <p:tgtEl>
                                          <p:spTgt spid="13"/>
                                        </p:tgtEl>
                                        <p:attrNameLst>
                                          <p:attrName>ppt_h</p:attrName>
                                        </p:attrNameLst>
                                      </p:cBhvr>
                                      <p:tavLst>
                                        <p:tav tm="0">
                                          <p:val>
                                            <p:fltVal val="0"/>
                                          </p:val>
                                        </p:tav>
                                        <p:tav tm="100000">
                                          <p:val>
                                            <p:strVal val="#ppt_h"/>
                                          </p:val>
                                        </p:tav>
                                      </p:tavLst>
                                    </p:anim>
                                    <p:animEffect transition="in" filter="fade">
                                      <p:cBhvr>
                                        <p:cTn id="51" dur="500"/>
                                        <p:tgtEl>
                                          <p:spTgt spid="13"/>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53" presetClass="exit" presetSubtype="32" fill="hold" grpId="1" nodeType="clickEffect">
                                  <p:stCondLst>
                                    <p:cond delay="0"/>
                                  </p:stCondLst>
                                  <p:childTnLst>
                                    <p:anim calcmode="lin" valueType="num">
                                      <p:cBhvr>
                                        <p:cTn id="55" dur="500"/>
                                        <p:tgtEl>
                                          <p:spTgt spid="13"/>
                                        </p:tgtEl>
                                        <p:attrNameLst>
                                          <p:attrName>ppt_w</p:attrName>
                                        </p:attrNameLst>
                                      </p:cBhvr>
                                      <p:tavLst>
                                        <p:tav tm="0">
                                          <p:val>
                                            <p:strVal val="ppt_w"/>
                                          </p:val>
                                        </p:tav>
                                        <p:tav tm="100000">
                                          <p:val>
                                            <p:fltVal val="0"/>
                                          </p:val>
                                        </p:tav>
                                      </p:tavLst>
                                    </p:anim>
                                    <p:anim calcmode="lin" valueType="num">
                                      <p:cBhvr>
                                        <p:cTn id="56" dur="500"/>
                                        <p:tgtEl>
                                          <p:spTgt spid="13"/>
                                        </p:tgtEl>
                                        <p:attrNameLst>
                                          <p:attrName>ppt_h</p:attrName>
                                        </p:attrNameLst>
                                      </p:cBhvr>
                                      <p:tavLst>
                                        <p:tav tm="0">
                                          <p:val>
                                            <p:strVal val="ppt_h"/>
                                          </p:val>
                                        </p:tav>
                                        <p:tav tm="100000">
                                          <p:val>
                                            <p:fltVal val="0"/>
                                          </p:val>
                                        </p:tav>
                                      </p:tavLst>
                                    </p:anim>
                                    <p:animEffect transition="out" filter="fade">
                                      <p:cBhvr>
                                        <p:cTn id="57" dur="500"/>
                                        <p:tgtEl>
                                          <p:spTgt spid="13"/>
                                        </p:tgtEl>
                                      </p:cBhvr>
                                    </p:animEffect>
                                    <p:set>
                                      <p:cBhvr>
                                        <p:cTn id="58" dur="1" fill="hold">
                                          <p:stCondLst>
                                            <p:cond delay="499"/>
                                          </p:stCondLst>
                                        </p:cTn>
                                        <p:tgtEl>
                                          <p:spTgt spid="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7268" grpId="0" animBg="1"/>
      <p:bldP spid="267268" grpId="1" animBg="1"/>
      <p:bldP spid="267269" grpId="0" animBg="1"/>
      <p:bldP spid="267269" grpId="1" animBg="1"/>
      <p:bldP spid="12" grpId="0" animBg="1"/>
      <p:bldP spid="12" grpId="1" animBg="1"/>
      <p:bldP spid="13" grpId="0" animBg="1"/>
      <p:bldP spid="13" grpId="1"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2"/>
          <p:cNvSpPr>
            <a:spLocks noGrp="1" noChangeArrowheads="1"/>
          </p:cNvSpPr>
          <p:nvPr>
            <p:ph type="title"/>
          </p:nvPr>
        </p:nvSpPr>
        <p:spPr>
          <a:xfrm>
            <a:off x="755650" y="268288"/>
            <a:ext cx="7931150" cy="358775"/>
          </a:xfrm>
        </p:spPr>
        <p:txBody>
          <a:bodyPr/>
          <a:lstStyle/>
          <a:p>
            <a:pPr eaLnBrk="1" hangingPunct="1"/>
            <a:r>
              <a:rPr lang="zh-CN" altLang="en-US" sz="300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例</a:t>
            </a:r>
          </a:p>
        </p:txBody>
      </p:sp>
      <p:sp>
        <p:nvSpPr>
          <p:cNvPr id="5" name="矩形 4"/>
          <p:cNvSpPr/>
          <p:nvPr/>
        </p:nvSpPr>
        <p:spPr>
          <a:xfrm>
            <a:off x="155575" y="828675"/>
            <a:ext cx="8177213" cy="4279900"/>
          </a:xfrm>
          <a:prstGeom prst="rect">
            <a:avLst/>
          </a:prstGeom>
          <a:noFill/>
          <a:ln>
            <a:noFill/>
          </a:ln>
        </p:spPr>
        <p:txBody>
          <a:bodyPr lIns="68580" tIns="34290" rIns="68580" bIns="34290">
            <a:spAutoFit/>
          </a:bodyPr>
          <a:lstStyle/>
          <a:p>
            <a:pPr marL="257175" indent="-257175" algn="just" eaLnBrk="1" hangingPunct="1">
              <a:lnSpc>
                <a:spcPct val="80000"/>
              </a:lnSpc>
              <a:spcBef>
                <a:spcPct val="12000"/>
              </a:spcBef>
              <a:buClr>
                <a:srgbClr val="3333CC"/>
              </a:buClr>
              <a:buSzPct val="60000"/>
              <a:defRPr/>
            </a:pPr>
            <a:r>
              <a:rPr lang="en-US" altLang="zh-CN" sz="2000" i="1" kern="0" dirty="0">
                <a:solidFill>
                  <a:srgbClr val="000000"/>
                </a:solidFill>
                <a:latin typeface="Times New Roman" panose="02020603050405020304" pitchFamily="18" charset="0"/>
                <a:ea typeface="楷体_GB2312" pitchFamily="49" charset="-122"/>
              </a:rPr>
              <a:t>program</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FF0000"/>
                </a:solidFill>
                <a:latin typeface="Times New Roman" panose="02020603050405020304" pitchFamily="18" charset="0"/>
                <a:ea typeface="楷体_GB2312" pitchFamily="49" charset="-122"/>
              </a:rPr>
              <a:t>sort </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input</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output</a:t>
            </a:r>
            <a:r>
              <a:rPr lang="en-US" altLang="zh-CN" sz="2000" kern="0" dirty="0">
                <a:solidFill>
                  <a:srgbClr val="000000"/>
                </a:solidFill>
                <a:latin typeface="Times New Roman" panose="02020603050405020304" pitchFamily="18" charset="0"/>
                <a:ea typeface="楷体_GB2312" pitchFamily="49" charset="-122"/>
              </a:rPr>
              <a:t> );</a:t>
            </a:r>
          </a:p>
          <a:p>
            <a:pPr marL="257175" indent="-257175" algn="just" eaLnBrk="1" hangingPunct="1">
              <a:lnSpc>
                <a:spcPct val="80000"/>
              </a:lnSpc>
              <a:spcBef>
                <a:spcPct val="12000"/>
              </a:spcBef>
              <a:buClr>
                <a:srgbClr val="3333CC"/>
              </a:buClr>
              <a:buSzPct val="60000"/>
              <a:defRPr/>
            </a:pP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err="1">
                <a:solidFill>
                  <a:srgbClr val="000000"/>
                </a:solidFill>
                <a:latin typeface="Times New Roman" panose="02020603050405020304" pitchFamily="18" charset="0"/>
                <a:ea typeface="楷体_GB2312" pitchFamily="49" charset="-122"/>
              </a:rPr>
              <a:t>var</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a</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array</a:t>
            </a:r>
            <a:r>
              <a:rPr lang="en-US" altLang="zh-CN" sz="2000" kern="0" dirty="0">
                <a:solidFill>
                  <a:srgbClr val="000000"/>
                </a:solidFill>
                <a:latin typeface="Times New Roman" panose="02020603050405020304" pitchFamily="18" charset="0"/>
                <a:ea typeface="楷体_GB2312" pitchFamily="49" charset="-122"/>
              </a:rPr>
              <a:t>[0..10] </a:t>
            </a:r>
            <a:r>
              <a:rPr lang="en-US" altLang="zh-CN" sz="2000" i="1" kern="0" dirty="0">
                <a:solidFill>
                  <a:srgbClr val="000000"/>
                </a:solidFill>
                <a:latin typeface="Times New Roman" panose="02020603050405020304" pitchFamily="18" charset="0"/>
                <a:ea typeface="楷体_GB2312" pitchFamily="49" charset="-122"/>
              </a:rPr>
              <a:t>of integer</a:t>
            </a:r>
            <a:r>
              <a:rPr lang="en-US" altLang="zh-CN" sz="2000" kern="0" dirty="0">
                <a:solidFill>
                  <a:srgbClr val="000000"/>
                </a:solidFill>
                <a:latin typeface="Times New Roman" panose="02020603050405020304" pitchFamily="18" charset="0"/>
                <a:ea typeface="楷体_GB2312" pitchFamily="49" charset="-122"/>
              </a:rPr>
              <a:t>; </a:t>
            </a:r>
          </a:p>
          <a:p>
            <a:pPr marL="257175" indent="-257175" algn="just" eaLnBrk="1" hangingPunct="1">
              <a:lnSpc>
                <a:spcPct val="80000"/>
              </a:lnSpc>
              <a:spcBef>
                <a:spcPct val="12000"/>
              </a:spcBef>
              <a:buClr>
                <a:srgbClr val="3333CC"/>
              </a:buClr>
              <a:buSzPct val="60000"/>
              <a:defRPr/>
            </a:pPr>
            <a:r>
              <a:rPr lang="en-US" altLang="zh-CN" sz="2000" i="1" kern="0" dirty="0">
                <a:solidFill>
                  <a:srgbClr val="000000"/>
                </a:solidFill>
                <a:latin typeface="Times New Roman" panose="02020603050405020304" pitchFamily="18" charset="0"/>
                <a:ea typeface="楷体_GB2312" pitchFamily="49" charset="-122"/>
              </a:rPr>
              <a:t>           x</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integer</a:t>
            </a:r>
            <a:r>
              <a:rPr lang="en-US" altLang="zh-CN" sz="2000" kern="0" dirty="0">
                <a:solidFill>
                  <a:srgbClr val="000000"/>
                </a:solidFill>
                <a:latin typeface="Times New Roman" panose="02020603050405020304" pitchFamily="18" charset="0"/>
                <a:ea typeface="楷体_GB2312" pitchFamily="49" charset="-122"/>
              </a:rPr>
              <a:t>;</a:t>
            </a:r>
          </a:p>
          <a:p>
            <a:pPr marL="257175" indent="-257175" algn="just" eaLnBrk="1" hangingPunct="1">
              <a:lnSpc>
                <a:spcPct val="80000"/>
              </a:lnSpc>
              <a:spcBef>
                <a:spcPct val="12000"/>
              </a:spcBef>
              <a:buClr>
                <a:srgbClr val="3333CC"/>
              </a:buClr>
              <a:buSzPct val="60000"/>
              <a:defRPr/>
            </a:pP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procedure</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err="1">
                <a:solidFill>
                  <a:srgbClr val="FF0000"/>
                </a:solidFill>
                <a:latin typeface="Times New Roman" panose="02020603050405020304" pitchFamily="18" charset="0"/>
                <a:ea typeface="楷体_GB2312" pitchFamily="49" charset="-122"/>
              </a:rPr>
              <a:t>readarray</a:t>
            </a:r>
            <a:r>
              <a:rPr lang="en-US" altLang="zh-CN" sz="2000" kern="0" dirty="0">
                <a:solidFill>
                  <a:srgbClr val="000000"/>
                </a:solidFill>
                <a:latin typeface="Times New Roman" panose="02020603050405020304" pitchFamily="18" charset="0"/>
                <a:ea typeface="楷体_GB2312" pitchFamily="49" charset="-122"/>
              </a:rPr>
              <a:t>;</a:t>
            </a:r>
          </a:p>
          <a:p>
            <a:pPr marL="257175" indent="-257175" algn="just" eaLnBrk="1" hangingPunct="1">
              <a:lnSpc>
                <a:spcPct val="80000"/>
              </a:lnSpc>
              <a:spcBef>
                <a:spcPct val="12000"/>
              </a:spcBef>
              <a:buClr>
                <a:srgbClr val="3333CC"/>
              </a:buClr>
              <a:buSzPct val="60000"/>
              <a:defRPr/>
            </a:pP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err="1">
                <a:solidFill>
                  <a:srgbClr val="000000"/>
                </a:solidFill>
                <a:latin typeface="Times New Roman" panose="02020603050405020304" pitchFamily="18" charset="0"/>
                <a:ea typeface="楷体_GB2312" pitchFamily="49" charset="-122"/>
              </a:rPr>
              <a:t>var</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i</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integer</a:t>
            </a:r>
            <a:r>
              <a:rPr lang="en-US" altLang="zh-CN" sz="2000" kern="0" dirty="0">
                <a:solidFill>
                  <a:srgbClr val="000000"/>
                </a:solidFill>
                <a:latin typeface="Times New Roman" panose="02020603050405020304" pitchFamily="18" charset="0"/>
                <a:ea typeface="楷体_GB2312" pitchFamily="49" charset="-122"/>
              </a:rPr>
              <a:t>; </a:t>
            </a:r>
          </a:p>
          <a:p>
            <a:pPr marL="257175" indent="-257175" algn="just" eaLnBrk="1" hangingPunct="1">
              <a:lnSpc>
                <a:spcPct val="80000"/>
              </a:lnSpc>
              <a:spcBef>
                <a:spcPct val="12000"/>
              </a:spcBef>
              <a:buClr>
                <a:srgbClr val="3333CC"/>
              </a:buClr>
              <a:buSzPct val="60000"/>
              <a:defRPr/>
            </a:pP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begin</a:t>
            </a:r>
            <a:r>
              <a:rPr lang="en-US" altLang="zh-CN" sz="2000" kern="0" dirty="0">
                <a:solidFill>
                  <a:srgbClr val="000000"/>
                </a:solidFill>
                <a:latin typeface="Times New Roman" panose="02020603050405020304" pitchFamily="18" charset="0"/>
                <a:ea typeface="楷体_GB2312" pitchFamily="49" charset="-122"/>
              </a:rPr>
              <a:t> … </a:t>
            </a:r>
            <a:r>
              <a:rPr lang="en-US" altLang="zh-CN" sz="2000" i="1" kern="0" dirty="0">
                <a:solidFill>
                  <a:srgbClr val="0000FF"/>
                </a:solidFill>
                <a:latin typeface="Times New Roman" panose="02020603050405020304" pitchFamily="18" charset="0"/>
                <a:ea typeface="楷体_GB2312" pitchFamily="49" charset="-122"/>
              </a:rPr>
              <a:t>a</a:t>
            </a:r>
            <a:r>
              <a:rPr lang="en-US" altLang="zh-CN" sz="2000" kern="0" dirty="0">
                <a:solidFill>
                  <a:srgbClr val="000000"/>
                </a:solidFill>
                <a:latin typeface="Times New Roman" panose="02020603050405020304" pitchFamily="18" charset="0"/>
                <a:ea typeface="楷体_GB2312" pitchFamily="49" charset="-122"/>
              </a:rPr>
              <a:t> … </a:t>
            </a:r>
            <a:r>
              <a:rPr lang="en-US" altLang="zh-CN" sz="2000" i="1" kern="0" dirty="0">
                <a:solidFill>
                  <a:srgbClr val="000000"/>
                </a:solidFill>
                <a:latin typeface="Times New Roman" panose="02020603050405020304" pitchFamily="18" charset="0"/>
                <a:ea typeface="楷体_GB2312" pitchFamily="49" charset="-122"/>
              </a:rPr>
              <a:t>end</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err="1">
                <a:solidFill>
                  <a:srgbClr val="0000FF"/>
                </a:solidFill>
                <a:latin typeface="Times New Roman" panose="02020603050405020304" pitchFamily="18" charset="0"/>
                <a:ea typeface="楷体_GB2312" pitchFamily="49" charset="-122"/>
              </a:rPr>
              <a:t>readarray</a:t>
            </a:r>
            <a:r>
              <a:rPr lang="en-US" altLang="zh-CN" sz="2000" kern="0" dirty="0">
                <a:solidFill>
                  <a:srgbClr val="000000"/>
                </a:solidFill>
                <a:latin typeface="Times New Roman" panose="02020603050405020304" pitchFamily="18" charset="0"/>
                <a:ea typeface="楷体_GB2312" pitchFamily="49" charset="-122"/>
              </a:rPr>
              <a:t>} </a:t>
            </a:r>
            <a:r>
              <a:rPr lang="zh-CN" altLang="en-US" sz="2000" kern="0" dirty="0">
                <a:solidFill>
                  <a:srgbClr val="000000"/>
                </a:solidFill>
                <a:latin typeface="Times New Roman" panose="02020603050405020304" pitchFamily="18" charset="0"/>
                <a:ea typeface="楷体_GB2312" pitchFamily="49" charset="-122"/>
              </a:rPr>
              <a:t>；</a:t>
            </a:r>
          </a:p>
          <a:p>
            <a:pPr marL="257175" indent="-257175" algn="just" eaLnBrk="1" hangingPunct="1">
              <a:lnSpc>
                <a:spcPct val="80000"/>
              </a:lnSpc>
              <a:spcBef>
                <a:spcPct val="12000"/>
              </a:spcBef>
              <a:buClr>
                <a:srgbClr val="3333CC"/>
              </a:buClr>
              <a:buSzPct val="60000"/>
              <a:defRPr/>
            </a:pP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procedure</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FF0000"/>
                </a:solidFill>
                <a:latin typeface="Times New Roman" panose="02020603050405020304" pitchFamily="18" charset="0"/>
                <a:ea typeface="楷体_GB2312" pitchFamily="49" charset="-122"/>
              </a:rPr>
              <a:t>exchang</a:t>
            </a:r>
            <a:r>
              <a:rPr lang="en-US" altLang="zh-CN" sz="2000" kern="0" dirty="0">
                <a:solidFill>
                  <a:srgbClr val="FF0000"/>
                </a:solidFill>
                <a:latin typeface="Times New Roman" panose="02020603050405020304" pitchFamily="18" charset="0"/>
                <a:ea typeface="楷体_GB2312" pitchFamily="49" charset="-122"/>
              </a:rPr>
              <a:t>e</a:t>
            </a:r>
            <a:r>
              <a:rPr lang="en-US" altLang="zh-CN" sz="2000" kern="0" dirty="0">
                <a:solidFill>
                  <a:prstClr val="black"/>
                </a:solidFill>
                <a:latin typeface="Times New Roman" panose="02020603050405020304" pitchFamily="18" charset="0"/>
                <a:ea typeface="楷体_GB2312" pitchFamily="49" charset="-122"/>
              </a:rPr>
              <a:t>(</a:t>
            </a:r>
            <a:r>
              <a:rPr lang="en-US" altLang="zh-CN" sz="2000" i="1" kern="0" dirty="0" err="1">
                <a:solidFill>
                  <a:prstClr val="black"/>
                </a:solidFill>
                <a:latin typeface="Times New Roman" panose="02020603050405020304" pitchFamily="18" charset="0"/>
                <a:ea typeface="楷体_GB2312" pitchFamily="49" charset="-122"/>
              </a:rPr>
              <a:t>i</a:t>
            </a:r>
            <a:r>
              <a:rPr lang="en-US" altLang="zh-CN" sz="2000" kern="0" dirty="0">
                <a:solidFill>
                  <a:prstClr val="black"/>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j</a:t>
            </a:r>
            <a:r>
              <a:rPr lang="en-US" altLang="zh-CN" sz="2000" kern="0" dirty="0">
                <a:solidFill>
                  <a:srgbClr val="000000"/>
                </a:solidFill>
                <a:latin typeface="Times New Roman" panose="02020603050405020304" pitchFamily="18" charset="0"/>
                <a:ea typeface="楷体_GB2312" pitchFamily="49" charset="-122"/>
              </a:rPr>
              <a:t>:</a:t>
            </a:r>
            <a:r>
              <a:rPr lang="en-US" altLang="zh-CN" sz="2000" i="1" kern="0" dirty="0">
                <a:solidFill>
                  <a:srgbClr val="000000"/>
                </a:solidFill>
                <a:latin typeface="Times New Roman" panose="02020603050405020304" pitchFamily="18" charset="0"/>
                <a:ea typeface="楷体_GB2312" pitchFamily="49" charset="-122"/>
              </a:rPr>
              <a:t>integer</a:t>
            </a:r>
            <a:r>
              <a:rPr lang="en-US" altLang="zh-CN" sz="2000" kern="0" dirty="0">
                <a:solidFill>
                  <a:srgbClr val="000000"/>
                </a:solidFill>
                <a:latin typeface="Times New Roman" panose="02020603050405020304" pitchFamily="18" charset="0"/>
                <a:ea typeface="楷体_GB2312" pitchFamily="49" charset="-122"/>
              </a:rPr>
              <a:t>);</a:t>
            </a:r>
          </a:p>
          <a:p>
            <a:pPr marL="257175" indent="-257175" algn="just" eaLnBrk="1" hangingPunct="1">
              <a:lnSpc>
                <a:spcPct val="80000"/>
              </a:lnSpc>
              <a:spcBef>
                <a:spcPct val="12000"/>
              </a:spcBef>
              <a:buClr>
                <a:srgbClr val="3333CC"/>
              </a:buClr>
              <a:buSzPct val="60000"/>
              <a:defRPr/>
            </a:pP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begin</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FF"/>
                </a:solidFill>
                <a:latin typeface="Times New Roman" panose="02020603050405020304" pitchFamily="18" charset="0"/>
                <a:ea typeface="楷体_GB2312" pitchFamily="49" charset="-122"/>
              </a:rPr>
              <a:t>x</a:t>
            </a:r>
            <a:r>
              <a:rPr lang="en-US" altLang="zh-CN" sz="2000" kern="0" dirty="0">
                <a:solidFill>
                  <a:srgbClr val="000000"/>
                </a:solidFill>
                <a:latin typeface="Times New Roman" panose="02020603050405020304" pitchFamily="18" charset="0"/>
                <a:ea typeface="楷体_GB2312" pitchFamily="49" charset="-122"/>
              </a:rPr>
              <a:t>=</a:t>
            </a:r>
            <a:r>
              <a:rPr lang="en-US" altLang="zh-CN" sz="2000" i="1" kern="0" dirty="0">
                <a:solidFill>
                  <a:srgbClr val="000000"/>
                </a:solidFill>
                <a:latin typeface="Times New Roman" panose="02020603050405020304" pitchFamily="18" charset="0"/>
                <a:ea typeface="楷体_GB2312" pitchFamily="49" charset="-122"/>
              </a:rPr>
              <a:t>a</a:t>
            </a:r>
            <a:r>
              <a:rPr lang="en-US" altLang="zh-CN" sz="2000" kern="0" dirty="0">
                <a:solidFill>
                  <a:srgbClr val="000000"/>
                </a:solidFill>
                <a:latin typeface="Times New Roman" panose="02020603050405020304" pitchFamily="18" charset="0"/>
                <a:ea typeface="楷体_GB2312" pitchFamily="49" charset="-122"/>
              </a:rPr>
              <a:t>[</a:t>
            </a:r>
            <a:r>
              <a:rPr lang="en-US" altLang="zh-CN" sz="2000" i="1" kern="0" dirty="0">
                <a:solidFill>
                  <a:srgbClr val="000000"/>
                </a:solidFill>
                <a:latin typeface="Times New Roman" panose="02020603050405020304" pitchFamily="18" charset="0"/>
                <a:ea typeface="楷体_GB2312" pitchFamily="49" charset="-122"/>
              </a:rPr>
              <a:t>i</a:t>
            </a:r>
            <a:r>
              <a:rPr lang="en-US" altLang="zh-CN" sz="2000" kern="0" dirty="0">
                <a:solidFill>
                  <a:srgbClr val="000000"/>
                </a:solidFill>
                <a:latin typeface="Times New Roman" panose="02020603050405020304" pitchFamily="18" charset="0"/>
                <a:ea typeface="楷体_GB2312" pitchFamily="49" charset="-122"/>
              </a:rPr>
              <a:t>];</a:t>
            </a:r>
            <a:r>
              <a:rPr lang="en-US" altLang="zh-CN" sz="2000" i="1" kern="0" dirty="0">
                <a:solidFill>
                  <a:srgbClr val="000000"/>
                </a:solidFill>
                <a:latin typeface="Times New Roman" panose="02020603050405020304" pitchFamily="18" charset="0"/>
                <a:ea typeface="楷体_GB2312" pitchFamily="49" charset="-122"/>
              </a:rPr>
              <a:t>a</a:t>
            </a:r>
            <a:r>
              <a:rPr lang="en-US" altLang="zh-CN" sz="2000" kern="0" dirty="0">
                <a:solidFill>
                  <a:srgbClr val="000000"/>
                </a:solidFill>
                <a:latin typeface="Times New Roman" panose="02020603050405020304" pitchFamily="18" charset="0"/>
                <a:ea typeface="楷体_GB2312" pitchFamily="49" charset="-122"/>
              </a:rPr>
              <a:t>[</a:t>
            </a:r>
            <a:r>
              <a:rPr lang="en-US" altLang="zh-CN" sz="2000" i="1" kern="0" dirty="0">
                <a:solidFill>
                  <a:srgbClr val="000000"/>
                </a:solidFill>
                <a:latin typeface="Times New Roman" panose="02020603050405020304" pitchFamily="18" charset="0"/>
                <a:ea typeface="楷体_GB2312" pitchFamily="49" charset="-122"/>
              </a:rPr>
              <a:t>i</a:t>
            </a:r>
            <a:r>
              <a:rPr lang="en-US" altLang="zh-CN" sz="2000" kern="0" dirty="0">
                <a:solidFill>
                  <a:srgbClr val="000000"/>
                </a:solidFill>
                <a:latin typeface="Times New Roman" panose="02020603050405020304" pitchFamily="18" charset="0"/>
                <a:ea typeface="楷体_GB2312" pitchFamily="49" charset="-122"/>
              </a:rPr>
              <a:t>]=</a:t>
            </a:r>
            <a:r>
              <a:rPr lang="en-US" altLang="zh-CN" sz="2000" i="1" kern="0" dirty="0">
                <a:solidFill>
                  <a:srgbClr val="000000"/>
                </a:solidFill>
                <a:latin typeface="Times New Roman" panose="02020603050405020304" pitchFamily="18" charset="0"/>
                <a:ea typeface="楷体_GB2312" pitchFamily="49" charset="-122"/>
              </a:rPr>
              <a:t>a</a:t>
            </a:r>
            <a:r>
              <a:rPr lang="en-US" altLang="zh-CN" sz="2000" kern="0" dirty="0">
                <a:solidFill>
                  <a:srgbClr val="000000"/>
                </a:solidFill>
                <a:latin typeface="Times New Roman" panose="02020603050405020304" pitchFamily="18" charset="0"/>
                <a:ea typeface="楷体_GB2312" pitchFamily="49" charset="-122"/>
              </a:rPr>
              <a:t>[</a:t>
            </a:r>
            <a:r>
              <a:rPr lang="en-US" altLang="zh-CN" sz="2000" i="1" kern="0" dirty="0">
                <a:solidFill>
                  <a:srgbClr val="000000"/>
                </a:solidFill>
                <a:latin typeface="Times New Roman" panose="02020603050405020304" pitchFamily="18" charset="0"/>
                <a:ea typeface="楷体_GB2312" pitchFamily="49" charset="-122"/>
              </a:rPr>
              <a:t>j</a:t>
            </a:r>
            <a:r>
              <a:rPr lang="en-US" altLang="zh-CN" sz="2000" kern="0" dirty="0">
                <a:solidFill>
                  <a:srgbClr val="000000"/>
                </a:solidFill>
                <a:latin typeface="Times New Roman" panose="02020603050405020304" pitchFamily="18" charset="0"/>
                <a:ea typeface="楷体_GB2312" pitchFamily="49" charset="-122"/>
              </a:rPr>
              <a:t>];</a:t>
            </a:r>
            <a:r>
              <a:rPr lang="en-US" altLang="zh-CN" sz="2000" i="1" kern="0" dirty="0">
                <a:solidFill>
                  <a:srgbClr val="000000"/>
                </a:solidFill>
                <a:latin typeface="Times New Roman" panose="02020603050405020304" pitchFamily="18" charset="0"/>
                <a:ea typeface="楷体_GB2312" pitchFamily="49" charset="-122"/>
              </a:rPr>
              <a:t>a</a:t>
            </a:r>
            <a:r>
              <a:rPr lang="en-US" altLang="zh-CN" sz="2000" kern="0" dirty="0">
                <a:solidFill>
                  <a:srgbClr val="000000"/>
                </a:solidFill>
                <a:latin typeface="Times New Roman" panose="02020603050405020304" pitchFamily="18" charset="0"/>
                <a:ea typeface="楷体_GB2312" pitchFamily="49" charset="-122"/>
              </a:rPr>
              <a:t>[</a:t>
            </a:r>
            <a:r>
              <a:rPr lang="en-US" altLang="zh-CN" sz="2000" i="1" kern="0" dirty="0">
                <a:solidFill>
                  <a:srgbClr val="000000"/>
                </a:solidFill>
                <a:latin typeface="Times New Roman" panose="02020603050405020304" pitchFamily="18" charset="0"/>
                <a:ea typeface="楷体_GB2312" pitchFamily="49" charset="-122"/>
              </a:rPr>
              <a:t>j</a:t>
            </a:r>
            <a:r>
              <a:rPr lang="en-US" altLang="zh-CN" sz="2000" kern="0" dirty="0">
                <a:solidFill>
                  <a:srgbClr val="000000"/>
                </a:solidFill>
                <a:latin typeface="Times New Roman" panose="02020603050405020304" pitchFamily="18" charset="0"/>
                <a:ea typeface="楷体_GB2312" pitchFamily="49" charset="-122"/>
              </a:rPr>
              <a:t>]=</a:t>
            </a:r>
            <a:r>
              <a:rPr lang="en-US" altLang="zh-CN" sz="2000" i="1" kern="0" dirty="0">
                <a:solidFill>
                  <a:srgbClr val="000000"/>
                </a:solidFill>
                <a:latin typeface="Times New Roman" panose="02020603050405020304" pitchFamily="18" charset="0"/>
                <a:ea typeface="楷体_GB2312" pitchFamily="49" charset="-122"/>
              </a:rPr>
              <a:t>x</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end</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FF"/>
                </a:solidFill>
                <a:latin typeface="Times New Roman" panose="02020603050405020304" pitchFamily="18" charset="0"/>
                <a:ea typeface="楷体_GB2312" pitchFamily="49" charset="-122"/>
              </a:rPr>
              <a:t>exchang</a:t>
            </a:r>
            <a:r>
              <a:rPr lang="en-US" altLang="zh-CN" sz="2000" kern="0" dirty="0">
                <a:solidFill>
                  <a:srgbClr val="0000FF"/>
                </a:solidFill>
                <a:latin typeface="Times New Roman" panose="02020603050405020304" pitchFamily="18" charset="0"/>
                <a:ea typeface="楷体_GB2312" pitchFamily="49" charset="-122"/>
              </a:rPr>
              <a:t>e</a:t>
            </a:r>
            <a:r>
              <a:rPr lang="en-US" altLang="zh-CN" sz="2000" kern="0" dirty="0">
                <a:solidFill>
                  <a:srgbClr val="000000"/>
                </a:solidFill>
                <a:latin typeface="Times New Roman" panose="02020603050405020304" pitchFamily="18" charset="0"/>
                <a:ea typeface="楷体_GB2312" pitchFamily="49" charset="-122"/>
              </a:rPr>
              <a:t>} </a:t>
            </a:r>
            <a:r>
              <a:rPr lang="zh-CN" altLang="en-US" sz="2000" kern="0" dirty="0">
                <a:solidFill>
                  <a:srgbClr val="000000"/>
                </a:solidFill>
                <a:latin typeface="Times New Roman" panose="02020603050405020304" pitchFamily="18" charset="0"/>
                <a:ea typeface="楷体_GB2312" pitchFamily="49" charset="-122"/>
              </a:rPr>
              <a:t>；</a:t>
            </a:r>
          </a:p>
          <a:p>
            <a:pPr marL="257175" indent="-257175" algn="just" eaLnBrk="1" hangingPunct="1">
              <a:lnSpc>
                <a:spcPct val="80000"/>
              </a:lnSpc>
              <a:spcBef>
                <a:spcPct val="12000"/>
              </a:spcBef>
              <a:buClr>
                <a:srgbClr val="3333CC"/>
              </a:buClr>
              <a:buSzPct val="60000"/>
              <a:defRPr/>
            </a:pP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procedure</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FF0000"/>
                </a:solidFill>
                <a:latin typeface="Times New Roman" panose="02020603050405020304" pitchFamily="18" charset="0"/>
                <a:ea typeface="楷体_GB2312" pitchFamily="49" charset="-122"/>
              </a:rPr>
              <a:t>quicksort</a:t>
            </a:r>
            <a:r>
              <a:rPr lang="en-US" altLang="zh-CN" sz="2000" kern="0" dirty="0">
                <a:solidFill>
                  <a:prstClr val="black"/>
                </a:solidFill>
                <a:latin typeface="Times New Roman" panose="02020603050405020304" pitchFamily="18" charset="0"/>
                <a:ea typeface="楷体_GB2312" pitchFamily="49" charset="-122"/>
              </a:rPr>
              <a:t>(</a:t>
            </a:r>
            <a:r>
              <a:rPr lang="en-US" altLang="zh-CN" sz="2000" i="1" kern="0" dirty="0">
                <a:solidFill>
                  <a:prstClr val="black"/>
                </a:solidFill>
                <a:latin typeface="Times New Roman" panose="02020603050405020304" pitchFamily="18" charset="0"/>
                <a:ea typeface="楷体_GB2312" pitchFamily="49" charset="-122"/>
              </a:rPr>
              <a:t>m</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n</a:t>
            </a:r>
            <a:r>
              <a:rPr lang="en-US" altLang="zh-CN" sz="2000" kern="0" dirty="0">
                <a:solidFill>
                  <a:srgbClr val="000000"/>
                </a:solidFill>
                <a:latin typeface="Times New Roman" panose="02020603050405020304" pitchFamily="18" charset="0"/>
                <a:ea typeface="楷体_GB2312" pitchFamily="49" charset="-122"/>
              </a:rPr>
              <a:t>:</a:t>
            </a:r>
            <a:r>
              <a:rPr lang="en-US" altLang="zh-CN" sz="2000" i="1" kern="0" dirty="0">
                <a:solidFill>
                  <a:srgbClr val="000000"/>
                </a:solidFill>
                <a:latin typeface="Times New Roman" panose="02020603050405020304" pitchFamily="18" charset="0"/>
                <a:ea typeface="楷体_GB2312" pitchFamily="49" charset="-122"/>
              </a:rPr>
              <a:t>integer</a:t>
            </a:r>
            <a:r>
              <a:rPr lang="en-US" altLang="zh-CN" sz="2000" kern="0" dirty="0">
                <a:solidFill>
                  <a:srgbClr val="000000"/>
                </a:solidFill>
                <a:latin typeface="Times New Roman" panose="02020603050405020304" pitchFamily="18" charset="0"/>
                <a:ea typeface="楷体_GB2312" pitchFamily="49" charset="-122"/>
              </a:rPr>
              <a:t>);</a:t>
            </a:r>
          </a:p>
          <a:p>
            <a:pPr marL="257175" indent="-257175" algn="just" eaLnBrk="1" hangingPunct="1">
              <a:lnSpc>
                <a:spcPct val="80000"/>
              </a:lnSpc>
              <a:spcBef>
                <a:spcPct val="12000"/>
              </a:spcBef>
              <a:buClr>
                <a:srgbClr val="3333CC"/>
              </a:buClr>
              <a:buSzPct val="60000"/>
              <a:defRPr/>
            </a:pP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err="1">
                <a:solidFill>
                  <a:srgbClr val="000000"/>
                </a:solidFill>
                <a:latin typeface="Times New Roman" panose="02020603050405020304" pitchFamily="18" charset="0"/>
                <a:ea typeface="楷体_GB2312" pitchFamily="49" charset="-122"/>
              </a:rPr>
              <a:t>var</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k</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v </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integer</a:t>
            </a:r>
            <a:r>
              <a:rPr lang="en-US" altLang="zh-CN" sz="2000" kern="0" dirty="0">
                <a:solidFill>
                  <a:srgbClr val="000000"/>
                </a:solidFill>
                <a:latin typeface="Times New Roman" panose="02020603050405020304" pitchFamily="18" charset="0"/>
                <a:ea typeface="楷体_GB2312" pitchFamily="49" charset="-122"/>
              </a:rPr>
              <a:t>;</a:t>
            </a:r>
          </a:p>
          <a:p>
            <a:pPr marL="257175" indent="-257175" algn="just" eaLnBrk="1" hangingPunct="1">
              <a:lnSpc>
                <a:spcPct val="80000"/>
              </a:lnSpc>
              <a:spcBef>
                <a:spcPct val="12000"/>
              </a:spcBef>
              <a:buClr>
                <a:srgbClr val="3333CC"/>
              </a:buClr>
              <a:buSzPct val="60000"/>
              <a:defRPr/>
            </a:pP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function</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FF0000"/>
                </a:solidFill>
                <a:latin typeface="Times New Roman" panose="02020603050405020304" pitchFamily="18" charset="0"/>
                <a:ea typeface="楷体_GB2312" pitchFamily="49" charset="-122"/>
              </a:rPr>
              <a:t>partition</a:t>
            </a:r>
            <a:r>
              <a:rPr lang="en-US" altLang="zh-CN" sz="2000" kern="0" dirty="0">
                <a:solidFill>
                  <a:prstClr val="black"/>
                </a:solidFill>
                <a:latin typeface="Times New Roman" panose="02020603050405020304" pitchFamily="18" charset="0"/>
                <a:ea typeface="楷体_GB2312" pitchFamily="49" charset="-122"/>
              </a:rPr>
              <a:t>(</a:t>
            </a:r>
            <a:r>
              <a:rPr lang="en-US" altLang="zh-CN" sz="2000" i="1" kern="0" dirty="0">
                <a:solidFill>
                  <a:prstClr val="black"/>
                </a:solidFill>
                <a:latin typeface="Times New Roman" panose="02020603050405020304" pitchFamily="18" charset="0"/>
                <a:ea typeface="楷体_GB2312" pitchFamily="49" charset="-122"/>
              </a:rPr>
              <a:t>y</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z</a:t>
            </a:r>
            <a:r>
              <a:rPr lang="en-US" altLang="zh-CN" sz="2000" kern="0" dirty="0">
                <a:solidFill>
                  <a:srgbClr val="000000"/>
                </a:solidFill>
                <a:latin typeface="Times New Roman" panose="02020603050405020304" pitchFamily="18" charset="0"/>
                <a:ea typeface="楷体_GB2312" pitchFamily="49" charset="-122"/>
              </a:rPr>
              <a:t>:</a:t>
            </a:r>
            <a:r>
              <a:rPr lang="en-US" altLang="zh-CN" sz="2000" i="1" kern="0" dirty="0">
                <a:solidFill>
                  <a:srgbClr val="000000"/>
                </a:solidFill>
                <a:latin typeface="Times New Roman" panose="02020603050405020304" pitchFamily="18" charset="0"/>
                <a:ea typeface="楷体_GB2312" pitchFamily="49" charset="-122"/>
              </a:rPr>
              <a:t>integer</a:t>
            </a:r>
            <a:r>
              <a:rPr lang="en-US" altLang="zh-CN" sz="2000" kern="0" dirty="0">
                <a:solidFill>
                  <a:srgbClr val="000000"/>
                </a:solidFill>
                <a:latin typeface="Times New Roman" panose="02020603050405020304" pitchFamily="18" charset="0"/>
                <a:ea typeface="楷体_GB2312" pitchFamily="49" charset="-122"/>
              </a:rPr>
              <a:t>):</a:t>
            </a:r>
            <a:r>
              <a:rPr lang="en-US" altLang="zh-CN" sz="2000" i="1" kern="0" dirty="0">
                <a:solidFill>
                  <a:srgbClr val="000000"/>
                </a:solidFill>
                <a:latin typeface="Times New Roman" panose="02020603050405020304" pitchFamily="18" charset="0"/>
                <a:ea typeface="楷体_GB2312" pitchFamily="49" charset="-122"/>
              </a:rPr>
              <a:t>intege</a:t>
            </a:r>
            <a:r>
              <a:rPr lang="en-US" altLang="zh-CN" sz="2000" kern="0" dirty="0">
                <a:solidFill>
                  <a:srgbClr val="000000"/>
                </a:solidFill>
                <a:latin typeface="Times New Roman" panose="02020603050405020304" pitchFamily="18" charset="0"/>
                <a:ea typeface="楷体_GB2312" pitchFamily="49" charset="-122"/>
              </a:rPr>
              <a:t>r;</a:t>
            </a:r>
          </a:p>
          <a:p>
            <a:pPr marL="257175" indent="-257175" algn="just" eaLnBrk="1" hangingPunct="1">
              <a:lnSpc>
                <a:spcPct val="80000"/>
              </a:lnSpc>
              <a:spcBef>
                <a:spcPct val="12000"/>
              </a:spcBef>
              <a:buClr>
                <a:srgbClr val="3333CC"/>
              </a:buClr>
              <a:buSzPct val="60000"/>
              <a:defRPr/>
            </a:pP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err="1">
                <a:solidFill>
                  <a:srgbClr val="000000"/>
                </a:solidFill>
                <a:latin typeface="Times New Roman" panose="02020603050405020304" pitchFamily="18" charset="0"/>
                <a:ea typeface="楷体_GB2312" pitchFamily="49" charset="-122"/>
              </a:rPr>
              <a:t>var</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err="1">
                <a:solidFill>
                  <a:srgbClr val="000000"/>
                </a:solidFill>
                <a:latin typeface="Times New Roman" panose="02020603050405020304" pitchFamily="18" charset="0"/>
                <a:ea typeface="楷体_GB2312" pitchFamily="49" charset="-122"/>
              </a:rPr>
              <a:t>i</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j </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integer</a:t>
            </a:r>
            <a:r>
              <a:rPr lang="en-US" altLang="zh-CN" sz="2000" kern="0" dirty="0">
                <a:solidFill>
                  <a:srgbClr val="000000"/>
                </a:solidFill>
                <a:latin typeface="Times New Roman" panose="02020603050405020304" pitchFamily="18" charset="0"/>
                <a:ea typeface="楷体_GB2312" pitchFamily="49" charset="-122"/>
              </a:rPr>
              <a:t>;</a:t>
            </a:r>
          </a:p>
          <a:p>
            <a:pPr marL="257175" indent="-257175" algn="just" eaLnBrk="1" hangingPunct="1">
              <a:lnSpc>
                <a:spcPct val="80000"/>
              </a:lnSpc>
              <a:spcBef>
                <a:spcPct val="12000"/>
              </a:spcBef>
              <a:buClr>
                <a:srgbClr val="3333CC"/>
              </a:buClr>
              <a:buSzPct val="60000"/>
              <a:defRPr/>
            </a:pP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begin</a:t>
            </a:r>
            <a:r>
              <a:rPr lang="en-US" altLang="zh-CN" sz="2000" kern="0" dirty="0">
                <a:solidFill>
                  <a:srgbClr val="000000"/>
                </a:solidFill>
                <a:latin typeface="Times New Roman" panose="02020603050405020304" pitchFamily="18" charset="0"/>
                <a:ea typeface="楷体_GB2312" pitchFamily="49" charset="-122"/>
              </a:rPr>
              <a:t> … </a:t>
            </a:r>
            <a:r>
              <a:rPr lang="en-US" altLang="zh-CN" sz="2000" i="1" kern="0" dirty="0">
                <a:solidFill>
                  <a:srgbClr val="0000FF"/>
                </a:solidFill>
                <a:latin typeface="Times New Roman" panose="02020603050405020304" pitchFamily="18" charset="0"/>
                <a:ea typeface="楷体_GB2312" pitchFamily="49" charset="-122"/>
              </a:rPr>
              <a:t>a</a:t>
            </a:r>
            <a:r>
              <a:rPr lang="en-US" altLang="zh-CN" sz="2000" kern="0" dirty="0">
                <a:solidFill>
                  <a:srgbClr val="000000"/>
                </a:solidFill>
                <a:latin typeface="Times New Roman" panose="02020603050405020304" pitchFamily="18" charset="0"/>
                <a:ea typeface="楷体_GB2312" pitchFamily="49" charset="-122"/>
              </a:rPr>
              <a:t> … </a:t>
            </a:r>
            <a:r>
              <a:rPr lang="en-US" altLang="zh-CN" sz="2000" i="1" kern="0" dirty="0">
                <a:solidFill>
                  <a:srgbClr val="0000FF"/>
                </a:solidFill>
                <a:latin typeface="Times New Roman" panose="02020603050405020304" pitchFamily="18" charset="0"/>
                <a:ea typeface="楷体_GB2312" pitchFamily="49" charset="-122"/>
              </a:rPr>
              <a:t>v</a:t>
            </a:r>
            <a:r>
              <a:rPr lang="en-US" altLang="zh-CN" sz="2000" kern="0" dirty="0">
                <a:solidFill>
                  <a:srgbClr val="0000FF"/>
                </a:solidFill>
                <a:latin typeface="Times New Roman" panose="02020603050405020304" pitchFamily="18" charset="0"/>
                <a:ea typeface="楷体_GB2312" pitchFamily="49" charset="-122"/>
              </a:rPr>
              <a:t> </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FF"/>
                </a:solidFill>
                <a:latin typeface="Times New Roman" panose="02020603050405020304" pitchFamily="18" charset="0"/>
                <a:ea typeface="楷体_GB2312" pitchFamily="49" charset="-122"/>
              </a:rPr>
              <a:t>exchange</a:t>
            </a:r>
            <a:r>
              <a:rPr lang="en-US" altLang="zh-CN" sz="2000" kern="0" dirty="0">
                <a:solidFill>
                  <a:srgbClr val="0000FF"/>
                </a:solidFill>
                <a:latin typeface="Times New Roman" panose="02020603050405020304" pitchFamily="18" charset="0"/>
                <a:ea typeface="楷体_GB2312" pitchFamily="49" charset="-122"/>
              </a:rPr>
              <a:t>(</a:t>
            </a:r>
            <a:r>
              <a:rPr lang="en-US" altLang="zh-CN" sz="2000" i="1" kern="0" dirty="0" err="1">
                <a:solidFill>
                  <a:srgbClr val="0000FF"/>
                </a:solidFill>
                <a:latin typeface="Times New Roman" panose="02020603050405020304" pitchFamily="18" charset="0"/>
                <a:ea typeface="楷体_GB2312" pitchFamily="49" charset="-122"/>
              </a:rPr>
              <a:t>i</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j</a:t>
            </a:r>
            <a:r>
              <a:rPr lang="en-US" altLang="zh-CN" sz="2000" kern="0" dirty="0">
                <a:solidFill>
                  <a:srgbClr val="000000"/>
                </a:solidFill>
                <a:latin typeface="Times New Roman" panose="02020603050405020304" pitchFamily="18" charset="0"/>
                <a:ea typeface="楷体_GB2312" pitchFamily="49" charset="-122"/>
              </a:rPr>
              <a:t>) … </a:t>
            </a:r>
            <a:r>
              <a:rPr lang="en-US" altLang="zh-CN" sz="2000" i="1" kern="0" dirty="0">
                <a:solidFill>
                  <a:srgbClr val="000000"/>
                </a:solidFill>
                <a:latin typeface="Times New Roman" panose="02020603050405020304" pitchFamily="18" charset="0"/>
                <a:ea typeface="楷体_GB2312" pitchFamily="49" charset="-122"/>
              </a:rPr>
              <a:t>end </a:t>
            </a:r>
            <a:r>
              <a:rPr lang="en-US" altLang="zh-CN" sz="2000" kern="0" dirty="0">
                <a:solidFill>
                  <a:srgbClr val="000000"/>
                </a:solidFill>
                <a:latin typeface="Times New Roman" panose="02020603050405020304" pitchFamily="18" charset="0"/>
                <a:ea typeface="楷体_GB2312" pitchFamily="49" charset="-122"/>
              </a:rPr>
              <a:t>{</a:t>
            </a:r>
            <a:r>
              <a:rPr lang="en-US" altLang="zh-CN" sz="2000" i="1" kern="0" dirty="0">
                <a:solidFill>
                  <a:srgbClr val="0000FF"/>
                </a:solidFill>
                <a:latin typeface="Times New Roman" panose="02020603050405020304" pitchFamily="18" charset="0"/>
                <a:ea typeface="楷体_GB2312" pitchFamily="49" charset="-122"/>
              </a:rPr>
              <a:t>partition</a:t>
            </a:r>
            <a:r>
              <a:rPr lang="en-US" altLang="zh-CN" sz="2000" kern="0" dirty="0">
                <a:solidFill>
                  <a:srgbClr val="000000"/>
                </a:solidFill>
                <a:latin typeface="Times New Roman" panose="02020603050405020304" pitchFamily="18" charset="0"/>
                <a:ea typeface="楷体_GB2312" pitchFamily="49" charset="-122"/>
              </a:rPr>
              <a:t>};</a:t>
            </a:r>
          </a:p>
          <a:p>
            <a:pPr marL="257175" indent="-257175" algn="just" eaLnBrk="1" hangingPunct="1">
              <a:lnSpc>
                <a:spcPct val="80000"/>
              </a:lnSpc>
              <a:spcBef>
                <a:spcPct val="12000"/>
              </a:spcBef>
              <a:buClr>
                <a:srgbClr val="3333CC"/>
              </a:buClr>
              <a:buSzPct val="60000"/>
              <a:defRPr/>
            </a:pP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begin</a:t>
            </a:r>
            <a:r>
              <a:rPr lang="en-US" altLang="zh-CN" sz="2000" kern="0" dirty="0">
                <a:solidFill>
                  <a:srgbClr val="000000"/>
                </a:solidFill>
                <a:latin typeface="Times New Roman" panose="02020603050405020304" pitchFamily="18" charset="0"/>
                <a:ea typeface="楷体_GB2312" pitchFamily="49" charset="-122"/>
              </a:rPr>
              <a:t> … </a:t>
            </a:r>
            <a:r>
              <a:rPr lang="en-US" altLang="zh-CN" sz="2000" i="1" kern="0" dirty="0">
                <a:solidFill>
                  <a:srgbClr val="0000FF"/>
                </a:solidFill>
                <a:latin typeface="Times New Roman" panose="02020603050405020304" pitchFamily="18" charset="0"/>
                <a:ea typeface="楷体_GB2312" pitchFamily="49" charset="-122"/>
              </a:rPr>
              <a:t>a</a:t>
            </a:r>
            <a:r>
              <a:rPr lang="en-US" altLang="zh-CN" sz="2000" kern="0" dirty="0">
                <a:solidFill>
                  <a:srgbClr val="000000"/>
                </a:solidFill>
                <a:latin typeface="Times New Roman" panose="02020603050405020304" pitchFamily="18" charset="0"/>
                <a:ea typeface="楷体_GB2312" pitchFamily="49" charset="-122"/>
              </a:rPr>
              <a:t> … </a:t>
            </a:r>
            <a:r>
              <a:rPr lang="en-US" altLang="zh-CN" sz="2000" i="1" kern="0" dirty="0">
                <a:solidFill>
                  <a:srgbClr val="0000FF"/>
                </a:solidFill>
                <a:latin typeface="Times New Roman" panose="02020603050405020304" pitchFamily="18" charset="0"/>
                <a:ea typeface="楷体_GB2312" pitchFamily="49" charset="-122"/>
              </a:rPr>
              <a:t>v</a:t>
            </a:r>
            <a:r>
              <a:rPr lang="en-US" altLang="zh-CN" sz="2000" kern="0" dirty="0">
                <a:solidFill>
                  <a:srgbClr val="000000"/>
                </a:solidFill>
                <a:latin typeface="Times New Roman" panose="02020603050405020304" pitchFamily="18" charset="0"/>
                <a:ea typeface="楷体_GB2312" pitchFamily="49" charset="-122"/>
              </a:rPr>
              <a:t> … </a:t>
            </a:r>
            <a:r>
              <a:rPr lang="en-US" altLang="zh-CN" sz="2000" i="1" kern="0" dirty="0">
                <a:solidFill>
                  <a:srgbClr val="0000FF"/>
                </a:solidFill>
                <a:latin typeface="Times New Roman" panose="02020603050405020304" pitchFamily="18" charset="0"/>
                <a:ea typeface="楷体_GB2312" pitchFamily="49" charset="-122"/>
              </a:rPr>
              <a:t>partition</a:t>
            </a:r>
            <a:r>
              <a:rPr lang="en-US" altLang="zh-CN" sz="2000" kern="0" dirty="0">
                <a:solidFill>
                  <a:srgbClr val="0000FF"/>
                </a:solidFill>
                <a:latin typeface="Times New Roman" panose="02020603050405020304" pitchFamily="18" charset="0"/>
                <a:ea typeface="楷体_GB2312" pitchFamily="49" charset="-122"/>
              </a:rPr>
              <a:t> </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FF"/>
                </a:solidFill>
                <a:latin typeface="Times New Roman" panose="02020603050405020304" pitchFamily="18" charset="0"/>
                <a:ea typeface="楷体_GB2312" pitchFamily="49" charset="-122"/>
              </a:rPr>
              <a:t>quicksort</a:t>
            </a:r>
            <a:r>
              <a:rPr lang="en-US" altLang="zh-CN" sz="2000" kern="0" dirty="0">
                <a:solidFill>
                  <a:srgbClr val="0000FF"/>
                </a:solidFill>
                <a:latin typeface="Times New Roman" panose="02020603050405020304" pitchFamily="18" charset="0"/>
                <a:ea typeface="楷体_GB2312" pitchFamily="49" charset="-122"/>
              </a:rPr>
              <a:t> </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end</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FF"/>
                </a:solidFill>
                <a:latin typeface="Times New Roman" panose="02020603050405020304" pitchFamily="18" charset="0"/>
                <a:ea typeface="楷体_GB2312" pitchFamily="49" charset="-122"/>
              </a:rPr>
              <a:t>quicksort</a:t>
            </a:r>
            <a:r>
              <a:rPr lang="en-US" altLang="zh-CN" sz="2000" kern="0" dirty="0">
                <a:solidFill>
                  <a:srgbClr val="000000"/>
                </a:solidFill>
                <a:latin typeface="Times New Roman" panose="02020603050405020304" pitchFamily="18" charset="0"/>
                <a:ea typeface="楷体_GB2312" pitchFamily="49" charset="-122"/>
              </a:rPr>
              <a:t>} </a:t>
            </a:r>
            <a:r>
              <a:rPr lang="zh-CN" altLang="en-US" sz="2000" kern="0" dirty="0">
                <a:solidFill>
                  <a:srgbClr val="000000"/>
                </a:solidFill>
                <a:latin typeface="Times New Roman" panose="02020603050405020304" pitchFamily="18" charset="0"/>
                <a:ea typeface="楷体_GB2312" pitchFamily="49" charset="-122"/>
              </a:rPr>
              <a:t>；</a:t>
            </a:r>
          </a:p>
          <a:p>
            <a:pPr marL="257175" indent="-257175" algn="just" eaLnBrk="1" hangingPunct="1">
              <a:lnSpc>
                <a:spcPct val="80000"/>
              </a:lnSpc>
              <a:spcBef>
                <a:spcPct val="12000"/>
              </a:spcBef>
              <a:buClr>
                <a:srgbClr val="3333CC"/>
              </a:buClr>
              <a:buSzPct val="60000"/>
              <a:defRPr/>
            </a:pP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begin</a:t>
            </a:r>
            <a:r>
              <a:rPr lang="en-US" altLang="zh-CN" sz="2000" kern="0" dirty="0">
                <a:solidFill>
                  <a:srgbClr val="000000"/>
                </a:solidFill>
                <a:latin typeface="Times New Roman" panose="02020603050405020304" pitchFamily="18" charset="0"/>
                <a:ea typeface="楷体_GB2312" pitchFamily="49" charset="-122"/>
              </a:rPr>
              <a:t> … </a:t>
            </a:r>
            <a:r>
              <a:rPr lang="en-US" altLang="zh-CN" sz="2000" i="1" kern="0" dirty="0">
                <a:solidFill>
                  <a:srgbClr val="000000"/>
                </a:solidFill>
                <a:latin typeface="Times New Roman" panose="02020603050405020304" pitchFamily="18" charset="0"/>
                <a:ea typeface="楷体_GB2312" pitchFamily="49" charset="-122"/>
              </a:rPr>
              <a:t>a</a:t>
            </a:r>
            <a:r>
              <a:rPr lang="en-US" altLang="zh-CN" sz="2000" kern="0" dirty="0">
                <a:solidFill>
                  <a:srgbClr val="000000"/>
                </a:solidFill>
                <a:latin typeface="Times New Roman" panose="02020603050405020304" pitchFamily="18" charset="0"/>
                <a:ea typeface="楷体_GB2312" pitchFamily="49" charset="-122"/>
              </a:rPr>
              <a:t> … </a:t>
            </a:r>
            <a:r>
              <a:rPr lang="en-US" altLang="zh-CN" sz="2000" i="1" kern="0" dirty="0" err="1">
                <a:solidFill>
                  <a:srgbClr val="0000FF"/>
                </a:solidFill>
                <a:latin typeface="Times New Roman" panose="02020603050405020304" pitchFamily="18" charset="0"/>
                <a:ea typeface="楷体_GB2312" pitchFamily="49" charset="-122"/>
              </a:rPr>
              <a:t>readarray</a:t>
            </a:r>
            <a:r>
              <a:rPr lang="en-US" altLang="zh-CN" sz="2000" kern="0" dirty="0">
                <a:solidFill>
                  <a:srgbClr val="0000FF"/>
                </a:solidFill>
                <a:latin typeface="Times New Roman" panose="02020603050405020304" pitchFamily="18" charset="0"/>
                <a:ea typeface="楷体_GB2312" pitchFamily="49" charset="-122"/>
              </a:rPr>
              <a:t> </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FF"/>
                </a:solidFill>
                <a:latin typeface="Times New Roman" panose="02020603050405020304" pitchFamily="18" charset="0"/>
                <a:ea typeface="楷体_GB2312" pitchFamily="49" charset="-122"/>
              </a:rPr>
              <a:t>quicksort</a:t>
            </a:r>
            <a:r>
              <a:rPr lang="en-US" altLang="zh-CN" sz="2000" kern="0" dirty="0">
                <a:solidFill>
                  <a:srgbClr val="0000FF"/>
                </a:solidFill>
                <a:latin typeface="Times New Roman" panose="02020603050405020304" pitchFamily="18" charset="0"/>
                <a:ea typeface="楷体_GB2312" pitchFamily="49" charset="-122"/>
              </a:rPr>
              <a:t> </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end</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FF"/>
                </a:solidFill>
                <a:latin typeface="Times New Roman" panose="02020603050405020304" pitchFamily="18" charset="0"/>
                <a:ea typeface="楷体_GB2312" pitchFamily="49" charset="-122"/>
              </a:rPr>
              <a:t>sort</a:t>
            </a:r>
            <a:r>
              <a:rPr lang="en-US" altLang="zh-CN" sz="2000" kern="0" dirty="0">
                <a:solidFill>
                  <a:srgbClr val="000000"/>
                </a:solidFill>
                <a:latin typeface="Times New Roman" panose="02020603050405020304" pitchFamily="18" charset="0"/>
                <a:ea typeface="楷体_GB2312" pitchFamily="49" charset="-122"/>
              </a:rPr>
              <a:t>}</a:t>
            </a:r>
            <a:r>
              <a:rPr lang="zh-CN" altLang="en-US" sz="2000" kern="0" dirty="0">
                <a:solidFill>
                  <a:srgbClr val="000000"/>
                </a:solidFill>
                <a:latin typeface="Times New Roman" panose="02020603050405020304" pitchFamily="18" charset="0"/>
                <a:ea typeface="楷体_GB2312" pitchFamily="49" charset="-122"/>
              </a:rPr>
              <a:t>；</a:t>
            </a:r>
            <a:endParaRPr lang="en-US" altLang="zh-CN" sz="2000" kern="0" dirty="0">
              <a:solidFill>
                <a:srgbClr val="000000"/>
              </a:solidFill>
              <a:latin typeface="Times New Roman" panose="02020603050405020304" pitchFamily="18" charset="0"/>
              <a:ea typeface="楷体_GB2312" pitchFamily="49" charset="-122"/>
            </a:endParaRPr>
          </a:p>
        </p:txBody>
      </p:sp>
      <p:sp>
        <p:nvSpPr>
          <p:cNvPr id="4" name="Rectangle 3"/>
          <p:cNvSpPr txBox="1">
            <a:spLocks noChangeArrowheads="1"/>
          </p:cNvSpPr>
          <p:nvPr/>
        </p:nvSpPr>
        <p:spPr bwMode="auto">
          <a:xfrm>
            <a:off x="5286375" y="285750"/>
            <a:ext cx="2482850" cy="2390775"/>
          </a:xfrm>
          <a:prstGeom prst="rect">
            <a:avLst/>
          </a:prstGeom>
          <a:solidFill>
            <a:schemeClr val="accent5">
              <a:lumMod val="60000"/>
              <a:lumOff val="40000"/>
            </a:schemeClr>
          </a:solidFill>
          <a:ln>
            <a:solidFill>
              <a:schemeClr val="tx1"/>
            </a:solidFill>
          </a:ln>
        </p:spPr>
        <p:txBody>
          <a:bodyPr lIns="68580" tIns="34290" rIns="68580" bIns="34290"/>
          <a:lstStyle>
            <a:lvl1pPr marL="271463" indent="-271463">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lgn="just" eaLnBrk="1" hangingPunct="1">
              <a:lnSpc>
                <a:spcPts val="1400"/>
              </a:lnSpc>
              <a:spcBef>
                <a:spcPct val="12000"/>
              </a:spcBef>
              <a:buClr>
                <a:srgbClr val="3333CC"/>
              </a:buClr>
              <a:buFont typeface="Wingdings" panose="05000000000000000000" pitchFamily="2" charset="2"/>
              <a:buNone/>
              <a:defRPr/>
            </a:pPr>
            <a:r>
              <a:rPr lang="en-US" altLang="zh-CN" sz="1800" i="1" dirty="0">
                <a:solidFill>
                  <a:srgbClr val="0000FF"/>
                </a:solidFill>
                <a:latin typeface="Times New Roman" panose="02020603050405020304" pitchFamily="18" charset="0"/>
                <a:ea typeface="楷体_GB2312" pitchFamily="49" charset="-122"/>
              </a:rPr>
              <a:t>program</a:t>
            </a:r>
            <a:r>
              <a:rPr lang="en-US" altLang="zh-CN" sz="1800" dirty="0">
                <a:solidFill>
                  <a:srgbClr val="0000FF"/>
                </a:solidFill>
                <a:latin typeface="Times New Roman" panose="02020603050405020304" pitchFamily="18" charset="0"/>
                <a:ea typeface="楷体_GB2312" pitchFamily="49" charset="-122"/>
              </a:rPr>
              <a:t> </a:t>
            </a:r>
            <a:r>
              <a:rPr lang="en-US" altLang="zh-CN" sz="1800" i="1" dirty="0">
                <a:solidFill>
                  <a:prstClr val="black"/>
                </a:solidFill>
                <a:latin typeface="Times New Roman" panose="02020603050405020304" pitchFamily="18" charset="0"/>
                <a:ea typeface="楷体_GB2312" pitchFamily="49" charset="-122"/>
              </a:rPr>
              <a:t>sort</a:t>
            </a:r>
            <a:r>
              <a:rPr lang="en-US" altLang="zh-CN" sz="1800" dirty="0">
                <a:solidFill>
                  <a:prstClr val="black"/>
                </a:solidFill>
                <a:latin typeface="Times New Roman" panose="02020603050405020304" pitchFamily="18" charset="0"/>
                <a:ea typeface="楷体_GB2312" pitchFamily="49" charset="-122"/>
              </a:rPr>
              <a:t>;</a:t>
            </a:r>
          </a:p>
          <a:p>
            <a:pPr algn="just" eaLnBrk="1" hangingPunct="1">
              <a:lnSpc>
                <a:spcPts val="1400"/>
              </a:lnSpc>
              <a:spcBef>
                <a:spcPct val="12000"/>
              </a:spcBef>
              <a:buClr>
                <a:srgbClr val="3333CC"/>
              </a:buClr>
              <a:buFont typeface="Wingdings" panose="05000000000000000000" pitchFamily="2" charset="2"/>
              <a:buNone/>
              <a:defRPr/>
            </a:pPr>
            <a:r>
              <a:rPr lang="en-US" altLang="zh-CN" sz="1800" dirty="0">
                <a:solidFill>
                  <a:srgbClr val="073E87"/>
                </a:solidFill>
                <a:latin typeface="Times New Roman" panose="02020603050405020304" pitchFamily="18" charset="0"/>
                <a:ea typeface="楷体_GB2312" pitchFamily="49" charset="-122"/>
              </a:rPr>
              <a:t>	</a:t>
            </a:r>
            <a:r>
              <a:rPr lang="en-US" altLang="zh-CN" sz="1800" i="1" dirty="0" err="1">
                <a:solidFill>
                  <a:srgbClr val="0000FF"/>
                </a:solidFill>
                <a:latin typeface="Times New Roman" panose="02020603050405020304" pitchFamily="18" charset="0"/>
                <a:ea typeface="楷体_GB2312" pitchFamily="49" charset="-122"/>
              </a:rPr>
              <a:t>var</a:t>
            </a:r>
            <a:r>
              <a:rPr lang="en-US" altLang="zh-CN" sz="1800" i="1" dirty="0">
                <a:solidFill>
                  <a:srgbClr val="0000FF"/>
                </a:solidFill>
                <a:latin typeface="Times New Roman" panose="02020603050405020304" pitchFamily="18" charset="0"/>
                <a:ea typeface="楷体_GB2312" pitchFamily="49" charset="-122"/>
              </a:rPr>
              <a:t> </a:t>
            </a:r>
            <a:r>
              <a:rPr lang="en-US" altLang="zh-CN" sz="1800" i="1" dirty="0">
                <a:solidFill>
                  <a:prstClr val="black"/>
                </a:solidFill>
                <a:latin typeface="Times New Roman" panose="02020603050405020304" pitchFamily="18" charset="0"/>
                <a:ea typeface="楷体_GB2312" pitchFamily="49" charset="-122"/>
              </a:rPr>
              <a:t>a</a:t>
            </a:r>
            <a:r>
              <a:rPr lang="en-US" altLang="zh-CN" sz="1800" dirty="0">
                <a:solidFill>
                  <a:prstClr val="black"/>
                </a:solidFill>
                <a:latin typeface="Times New Roman" panose="02020603050405020304" pitchFamily="18" charset="0"/>
                <a:ea typeface="楷体_GB2312" pitchFamily="49" charset="-122"/>
              </a:rPr>
              <a:t>:</a:t>
            </a:r>
            <a:r>
              <a:rPr lang="en-US" altLang="zh-CN" sz="1800" i="1" dirty="0">
                <a:solidFill>
                  <a:prstClr val="black"/>
                </a:solidFill>
                <a:latin typeface="Times New Roman" panose="02020603050405020304" pitchFamily="18" charset="0"/>
                <a:ea typeface="楷体_GB2312" pitchFamily="49" charset="-122"/>
              </a:rPr>
              <a:t>int</a:t>
            </a:r>
            <a:r>
              <a:rPr lang="en-US" altLang="zh-CN" sz="1800" dirty="0">
                <a:solidFill>
                  <a:prstClr val="black"/>
                </a:solidFill>
                <a:latin typeface="Times New Roman" panose="02020603050405020304" pitchFamily="18" charset="0"/>
                <a:ea typeface="楷体_GB2312" pitchFamily="49" charset="-122"/>
              </a:rPr>
              <a:t>[11]; </a:t>
            </a:r>
            <a:r>
              <a:rPr lang="en-US" altLang="zh-CN" sz="1800" i="1" dirty="0">
                <a:solidFill>
                  <a:prstClr val="black"/>
                </a:solidFill>
                <a:latin typeface="Times New Roman" panose="02020603050405020304" pitchFamily="18" charset="0"/>
                <a:ea typeface="楷体_GB2312" pitchFamily="49" charset="-122"/>
              </a:rPr>
              <a:t>x</a:t>
            </a:r>
            <a:r>
              <a:rPr lang="en-US" altLang="zh-CN" sz="1800" dirty="0">
                <a:solidFill>
                  <a:prstClr val="black"/>
                </a:solidFill>
                <a:latin typeface="Times New Roman" panose="02020603050405020304" pitchFamily="18" charset="0"/>
                <a:ea typeface="楷体_GB2312" pitchFamily="49" charset="-122"/>
              </a:rPr>
              <a:t>:</a:t>
            </a:r>
            <a:r>
              <a:rPr lang="en-US" altLang="zh-CN" sz="1800" i="1" dirty="0">
                <a:solidFill>
                  <a:prstClr val="black"/>
                </a:solidFill>
                <a:latin typeface="Times New Roman" panose="02020603050405020304" pitchFamily="18" charset="0"/>
                <a:ea typeface="楷体_GB2312" pitchFamily="49" charset="-122"/>
              </a:rPr>
              <a:t>int</a:t>
            </a:r>
            <a:r>
              <a:rPr lang="en-US" altLang="zh-CN" sz="1800" dirty="0">
                <a:solidFill>
                  <a:prstClr val="black"/>
                </a:solidFill>
                <a:latin typeface="Times New Roman" panose="02020603050405020304" pitchFamily="18" charset="0"/>
                <a:ea typeface="楷体_GB2312" pitchFamily="49" charset="-122"/>
              </a:rPr>
              <a:t>;</a:t>
            </a:r>
          </a:p>
          <a:p>
            <a:pPr algn="just" eaLnBrk="1" hangingPunct="1">
              <a:lnSpc>
                <a:spcPts val="1400"/>
              </a:lnSpc>
              <a:spcBef>
                <a:spcPct val="12000"/>
              </a:spcBef>
              <a:buClr>
                <a:srgbClr val="3333CC"/>
              </a:buClr>
              <a:buFont typeface="Wingdings" panose="05000000000000000000" pitchFamily="2" charset="2"/>
              <a:buNone/>
              <a:defRPr/>
            </a:pPr>
            <a:r>
              <a:rPr lang="en-US" altLang="zh-CN" sz="1800" dirty="0">
                <a:solidFill>
                  <a:srgbClr val="073E87"/>
                </a:solidFill>
                <a:latin typeface="Times New Roman" panose="02020603050405020304" pitchFamily="18" charset="0"/>
                <a:ea typeface="楷体_GB2312" pitchFamily="49" charset="-122"/>
              </a:rPr>
              <a:t>   	</a:t>
            </a:r>
            <a:r>
              <a:rPr lang="en-US" altLang="zh-CN" sz="1800" i="1" dirty="0" err="1">
                <a:solidFill>
                  <a:srgbClr val="0000FF"/>
                </a:solidFill>
                <a:latin typeface="Times New Roman" panose="02020603050405020304" pitchFamily="18" charset="0"/>
                <a:ea typeface="楷体_GB2312" pitchFamily="49" charset="-122"/>
              </a:rPr>
              <a:t>proc</a:t>
            </a:r>
            <a:r>
              <a:rPr lang="en-US" altLang="zh-CN" sz="1800" dirty="0">
                <a:solidFill>
                  <a:srgbClr val="0000FF"/>
                </a:solidFill>
                <a:latin typeface="Times New Roman" panose="02020603050405020304" pitchFamily="18" charset="0"/>
                <a:ea typeface="楷体_GB2312" pitchFamily="49" charset="-122"/>
              </a:rPr>
              <a:t> </a:t>
            </a:r>
            <a:r>
              <a:rPr lang="en-US" altLang="zh-CN" sz="1800" i="1" dirty="0" err="1">
                <a:solidFill>
                  <a:prstClr val="black"/>
                </a:solidFill>
                <a:latin typeface="Times New Roman" panose="02020603050405020304" pitchFamily="18" charset="0"/>
                <a:ea typeface="楷体_GB2312" pitchFamily="49" charset="-122"/>
              </a:rPr>
              <a:t>readarray</a:t>
            </a:r>
            <a:r>
              <a:rPr lang="en-US" altLang="zh-CN" sz="1800" dirty="0">
                <a:solidFill>
                  <a:prstClr val="black"/>
                </a:solidFill>
                <a:latin typeface="Times New Roman" panose="02020603050405020304" pitchFamily="18" charset="0"/>
                <a:ea typeface="楷体_GB2312" pitchFamily="49" charset="-122"/>
              </a:rPr>
              <a:t>;</a:t>
            </a:r>
          </a:p>
          <a:p>
            <a:pPr algn="just" eaLnBrk="1" hangingPunct="1">
              <a:lnSpc>
                <a:spcPts val="1400"/>
              </a:lnSpc>
              <a:spcBef>
                <a:spcPct val="12000"/>
              </a:spcBef>
              <a:buClr>
                <a:srgbClr val="3333CC"/>
              </a:buClr>
              <a:buFont typeface="Wingdings" panose="05000000000000000000" pitchFamily="2" charset="2"/>
              <a:buNone/>
              <a:defRPr/>
            </a:pPr>
            <a:r>
              <a:rPr lang="en-US" altLang="zh-CN" sz="1800" dirty="0">
                <a:solidFill>
                  <a:srgbClr val="073E87"/>
                </a:solidFill>
                <a:latin typeface="Times New Roman" panose="02020603050405020304" pitchFamily="18" charset="0"/>
                <a:ea typeface="楷体_GB2312" pitchFamily="49" charset="-122"/>
              </a:rPr>
              <a:t>	   </a:t>
            </a:r>
            <a:r>
              <a:rPr lang="en-US" altLang="zh-CN" sz="1800" i="1" dirty="0" err="1">
                <a:solidFill>
                  <a:srgbClr val="0000FF"/>
                </a:solidFill>
                <a:latin typeface="Times New Roman" panose="02020603050405020304" pitchFamily="18" charset="0"/>
                <a:ea typeface="楷体_GB2312" pitchFamily="49" charset="-122"/>
              </a:rPr>
              <a:t>var</a:t>
            </a:r>
            <a:r>
              <a:rPr lang="en-US" altLang="zh-CN" sz="1800" dirty="0">
                <a:solidFill>
                  <a:srgbClr val="0000FF"/>
                </a:solidFill>
                <a:latin typeface="Times New Roman" panose="02020603050405020304" pitchFamily="18" charset="0"/>
                <a:ea typeface="楷体_GB2312" pitchFamily="49" charset="-122"/>
              </a:rPr>
              <a:t> </a:t>
            </a:r>
            <a:r>
              <a:rPr lang="en-US" altLang="zh-CN" sz="1800" i="1" dirty="0">
                <a:solidFill>
                  <a:prstClr val="black"/>
                </a:solidFill>
                <a:latin typeface="Times New Roman" panose="02020603050405020304" pitchFamily="18" charset="0"/>
                <a:ea typeface="楷体_GB2312" pitchFamily="49" charset="-122"/>
              </a:rPr>
              <a:t>i</a:t>
            </a:r>
            <a:r>
              <a:rPr lang="en-US" altLang="zh-CN" sz="1800" dirty="0">
                <a:solidFill>
                  <a:prstClr val="black"/>
                </a:solidFill>
                <a:latin typeface="Times New Roman" panose="02020603050405020304" pitchFamily="18" charset="0"/>
                <a:ea typeface="楷体_GB2312" pitchFamily="49" charset="-122"/>
              </a:rPr>
              <a:t>:</a:t>
            </a:r>
            <a:r>
              <a:rPr lang="en-US" altLang="zh-CN" sz="1800" i="1" dirty="0">
                <a:solidFill>
                  <a:prstClr val="black"/>
                </a:solidFill>
                <a:latin typeface="Times New Roman" panose="02020603050405020304" pitchFamily="18" charset="0"/>
                <a:ea typeface="楷体_GB2312" pitchFamily="49" charset="-122"/>
              </a:rPr>
              <a:t>int</a:t>
            </a:r>
            <a:r>
              <a:rPr lang="en-US" altLang="zh-CN" sz="1800" dirty="0">
                <a:solidFill>
                  <a:prstClr val="black"/>
                </a:solidFill>
                <a:latin typeface="Times New Roman" panose="02020603050405020304" pitchFamily="18" charset="0"/>
                <a:ea typeface="楷体_GB2312" pitchFamily="49" charset="-122"/>
              </a:rPr>
              <a:t>; {…}</a:t>
            </a:r>
          </a:p>
          <a:p>
            <a:pPr algn="just" eaLnBrk="1" hangingPunct="1">
              <a:lnSpc>
                <a:spcPts val="1400"/>
              </a:lnSpc>
              <a:spcBef>
                <a:spcPct val="12000"/>
              </a:spcBef>
              <a:buClr>
                <a:srgbClr val="3333CC"/>
              </a:buClr>
              <a:buFont typeface="Wingdings" panose="05000000000000000000" pitchFamily="2" charset="2"/>
              <a:buNone/>
              <a:defRPr/>
            </a:pPr>
            <a:r>
              <a:rPr lang="en-US" altLang="zh-CN" sz="1800" dirty="0">
                <a:solidFill>
                  <a:srgbClr val="073E87"/>
                </a:solidFill>
                <a:latin typeface="Times New Roman" panose="02020603050405020304" pitchFamily="18" charset="0"/>
                <a:ea typeface="楷体_GB2312" pitchFamily="49" charset="-122"/>
              </a:rPr>
              <a:t>	</a:t>
            </a:r>
            <a:r>
              <a:rPr lang="en-US" altLang="zh-CN" sz="1800" i="1" dirty="0" err="1">
                <a:solidFill>
                  <a:srgbClr val="0000FF"/>
                </a:solidFill>
                <a:latin typeface="Times New Roman" panose="02020603050405020304" pitchFamily="18" charset="0"/>
                <a:ea typeface="楷体_GB2312" pitchFamily="49" charset="-122"/>
              </a:rPr>
              <a:t>proc</a:t>
            </a:r>
            <a:r>
              <a:rPr lang="en-US" altLang="zh-CN" sz="1800" dirty="0">
                <a:solidFill>
                  <a:srgbClr val="0000FF"/>
                </a:solidFill>
                <a:latin typeface="Times New Roman" panose="02020603050405020304" pitchFamily="18" charset="0"/>
                <a:ea typeface="楷体_GB2312" pitchFamily="49" charset="-122"/>
              </a:rPr>
              <a:t> </a:t>
            </a:r>
            <a:r>
              <a:rPr lang="en-US" altLang="zh-CN" sz="1800" i="1" dirty="0">
                <a:solidFill>
                  <a:prstClr val="black"/>
                </a:solidFill>
                <a:latin typeface="Times New Roman" panose="02020603050405020304" pitchFamily="18" charset="0"/>
                <a:ea typeface="楷体_GB2312" pitchFamily="49" charset="-122"/>
              </a:rPr>
              <a:t>exchange</a:t>
            </a:r>
            <a:r>
              <a:rPr lang="en-US" altLang="zh-CN" sz="1800" dirty="0">
                <a:solidFill>
                  <a:prstClr val="black"/>
                </a:solidFill>
                <a:latin typeface="Times New Roman" panose="02020603050405020304" pitchFamily="18" charset="0"/>
                <a:ea typeface="楷体_GB2312" pitchFamily="49" charset="-122"/>
              </a:rPr>
              <a:t>; {…}</a:t>
            </a:r>
            <a:endParaRPr lang="zh-CN" altLang="en-US" sz="1800" dirty="0">
              <a:solidFill>
                <a:srgbClr val="073E87"/>
              </a:solidFill>
              <a:latin typeface="Times New Roman" panose="02020603050405020304" pitchFamily="18" charset="0"/>
              <a:ea typeface="楷体_GB2312" pitchFamily="49" charset="-122"/>
            </a:endParaRPr>
          </a:p>
          <a:p>
            <a:pPr algn="just" eaLnBrk="1" hangingPunct="1">
              <a:lnSpc>
                <a:spcPts val="1400"/>
              </a:lnSpc>
              <a:spcBef>
                <a:spcPct val="12000"/>
              </a:spcBef>
              <a:buClr>
                <a:srgbClr val="3333CC"/>
              </a:buClr>
              <a:buFont typeface="Wingdings" panose="05000000000000000000" pitchFamily="2" charset="2"/>
              <a:buNone/>
              <a:defRPr/>
            </a:pPr>
            <a:r>
              <a:rPr lang="en-US" altLang="zh-CN" sz="1800" dirty="0">
                <a:solidFill>
                  <a:srgbClr val="073E87"/>
                </a:solidFill>
                <a:latin typeface="Times New Roman" panose="02020603050405020304" pitchFamily="18" charset="0"/>
                <a:ea typeface="楷体_GB2312" pitchFamily="49" charset="-122"/>
              </a:rPr>
              <a:t>	</a:t>
            </a:r>
            <a:r>
              <a:rPr lang="en-US" altLang="zh-CN" sz="1800" i="1" dirty="0" err="1">
                <a:solidFill>
                  <a:srgbClr val="0000FF"/>
                </a:solidFill>
                <a:latin typeface="Times New Roman" panose="02020603050405020304" pitchFamily="18" charset="0"/>
                <a:ea typeface="楷体_GB2312" pitchFamily="49" charset="-122"/>
              </a:rPr>
              <a:t>proc</a:t>
            </a:r>
            <a:r>
              <a:rPr lang="en-US" altLang="zh-CN" sz="1800" dirty="0">
                <a:solidFill>
                  <a:srgbClr val="0000FF"/>
                </a:solidFill>
                <a:latin typeface="Times New Roman" panose="02020603050405020304" pitchFamily="18" charset="0"/>
                <a:ea typeface="楷体_GB2312" pitchFamily="49" charset="-122"/>
              </a:rPr>
              <a:t> </a:t>
            </a:r>
            <a:r>
              <a:rPr lang="en-US" altLang="zh-CN" sz="1800" i="1" dirty="0">
                <a:solidFill>
                  <a:prstClr val="black"/>
                </a:solidFill>
                <a:latin typeface="Times New Roman" panose="02020603050405020304" pitchFamily="18" charset="0"/>
                <a:ea typeface="楷体_GB2312" pitchFamily="49" charset="-122"/>
              </a:rPr>
              <a:t>quicksort</a:t>
            </a:r>
            <a:r>
              <a:rPr lang="en-US" altLang="zh-CN" sz="1800" dirty="0">
                <a:solidFill>
                  <a:prstClr val="black"/>
                </a:solidFill>
                <a:latin typeface="Times New Roman" panose="02020603050405020304" pitchFamily="18" charset="0"/>
                <a:ea typeface="楷体_GB2312" pitchFamily="49" charset="-122"/>
              </a:rPr>
              <a:t>;</a:t>
            </a:r>
          </a:p>
          <a:p>
            <a:pPr algn="just" eaLnBrk="1" hangingPunct="1">
              <a:lnSpc>
                <a:spcPts val="1400"/>
              </a:lnSpc>
              <a:spcBef>
                <a:spcPct val="12000"/>
              </a:spcBef>
              <a:buClr>
                <a:srgbClr val="3333CC"/>
              </a:buClr>
              <a:buFont typeface="Wingdings" panose="05000000000000000000" pitchFamily="2" charset="2"/>
              <a:buNone/>
              <a:defRPr/>
            </a:pPr>
            <a:r>
              <a:rPr lang="en-US" altLang="zh-CN" sz="1800" dirty="0">
                <a:solidFill>
                  <a:srgbClr val="073E87"/>
                </a:solidFill>
                <a:latin typeface="Times New Roman" panose="02020603050405020304" pitchFamily="18" charset="0"/>
                <a:ea typeface="楷体_GB2312" pitchFamily="49" charset="-122"/>
              </a:rPr>
              <a:t>	   </a:t>
            </a:r>
            <a:r>
              <a:rPr lang="en-US" altLang="zh-CN" sz="1800" i="1" dirty="0" err="1">
                <a:solidFill>
                  <a:srgbClr val="0000FF"/>
                </a:solidFill>
                <a:latin typeface="Times New Roman" panose="02020603050405020304" pitchFamily="18" charset="0"/>
                <a:ea typeface="楷体_GB2312" pitchFamily="49" charset="-122"/>
              </a:rPr>
              <a:t>var</a:t>
            </a:r>
            <a:r>
              <a:rPr lang="en-US" altLang="zh-CN" sz="1800" dirty="0">
                <a:solidFill>
                  <a:srgbClr val="0000FF"/>
                </a:solidFill>
                <a:latin typeface="Times New Roman" panose="02020603050405020304" pitchFamily="18" charset="0"/>
                <a:ea typeface="楷体_GB2312" pitchFamily="49" charset="-122"/>
              </a:rPr>
              <a:t> </a:t>
            </a:r>
            <a:r>
              <a:rPr lang="en-US" altLang="zh-CN" sz="1800" i="1" dirty="0">
                <a:solidFill>
                  <a:prstClr val="black"/>
                </a:solidFill>
                <a:latin typeface="Times New Roman" panose="02020603050405020304" pitchFamily="18" charset="0"/>
                <a:ea typeface="楷体_GB2312" pitchFamily="49" charset="-122"/>
              </a:rPr>
              <a:t>k</a:t>
            </a:r>
            <a:r>
              <a:rPr lang="en-US" altLang="zh-CN" sz="1800" dirty="0">
                <a:solidFill>
                  <a:prstClr val="black"/>
                </a:solidFill>
                <a:latin typeface="Times New Roman" panose="02020603050405020304" pitchFamily="18" charset="0"/>
                <a:ea typeface="楷体_GB2312" pitchFamily="49" charset="-122"/>
              </a:rPr>
              <a:t>, </a:t>
            </a:r>
            <a:r>
              <a:rPr lang="en-US" altLang="zh-CN" sz="1800" i="1" dirty="0">
                <a:solidFill>
                  <a:prstClr val="black"/>
                </a:solidFill>
                <a:latin typeface="Times New Roman" panose="02020603050405020304" pitchFamily="18" charset="0"/>
                <a:ea typeface="楷体_GB2312" pitchFamily="49" charset="-122"/>
              </a:rPr>
              <a:t>v</a:t>
            </a:r>
            <a:r>
              <a:rPr lang="en-US" altLang="zh-CN" sz="1800" dirty="0">
                <a:solidFill>
                  <a:prstClr val="black"/>
                </a:solidFill>
                <a:latin typeface="Times New Roman" panose="02020603050405020304" pitchFamily="18" charset="0"/>
                <a:ea typeface="楷体_GB2312" pitchFamily="49" charset="-122"/>
              </a:rPr>
              <a:t>:</a:t>
            </a:r>
            <a:r>
              <a:rPr lang="en-US" altLang="zh-CN" sz="1800" i="1" dirty="0">
                <a:solidFill>
                  <a:prstClr val="black"/>
                </a:solidFill>
                <a:latin typeface="Times New Roman" panose="02020603050405020304" pitchFamily="18" charset="0"/>
                <a:ea typeface="楷体_GB2312" pitchFamily="49" charset="-122"/>
              </a:rPr>
              <a:t>int</a:t>
            </a:r>
            <a:r>
              <a:rPr lang="en-US" altLang="zh-CN" sz="1800" dirty="0">
                <a:solidFill>
                  <a:prstClr val="black"/>
                </a:solidFill>
                <a:latin typeface="Times New Roman" panose="02020603050405020304" pitchFamily="18" charset="0"/>
                <a:ea typeface="楷体_GB2312" pitchFamily="49" charset="-122"/>
              </a:rPr>
              <a:t>;</a:t>
            </a:r>
          </a:p>
          <a:p>
            <a:pPr algn="just" eaLnBrk="1" hangingPunct="1">
              <a:lnSpc>
                <a:spcPts val="1400"/>
              </a:lnSpc>
              <a:spcBef>
                <a:spcPct val="12000"/>
              </a:spcBef>
              <a:buClr>
                <a:srgbClr val="3333CC"/>
              </a:buClr>
              <a:buFont typeface="Wingdings" panose="05000000000000000000" pitchFamily="2" charset="2"/>
              <a:buNone/>
              <a:defRPr/>
            </a:pPr>
            <a:r>
              <a:rPr lang="en-US" altLang="zh-CN" sz="1800" dirty="0">
                <a:solidFill>
                  <a:srgbClr val="073E87"/>
                </a:solidFill>
                <a:latin typeface="Times New Roman" panose="02020603050405020304" pitchFamily="18" charset="0"/>
                <a:ea typeface="楷体_GB2312" pitchFamily="49" charset="-122"/>
              </a:rPr>
              <a:t>	      </a:t>
            </a:r>
            <a:r>
              <a:rPr lang="en-US" altLang="zh-CN" sz="1800" i="1" dirty="0" err="1">
                <a:solidFill>
                  <a:srgbClr val="0000FF"/>
                </a:solidFill>
                <a:latin typeface="Times New Roman" panose="02020603050405020304" pitchFamily="18" charset="0"/>
                <a:ea typeface="楷体_GB2312" pitchFamily="49" charset="-122"/>
              </a:rPr>
              <a:t>func</a:t>
            </a:r>
            <a:r>
              <a:rPr lang="en-US" altLang="zh-CN" sz="1800" dirty="0">
                <a:solidFill>
                  <a:srgbClr val="0000FF"/>
                </a:solidFill>
                <a:latin typeface="Times New Roman" panose="02020603050405020304" pitchFamily="18" charset="0"/>
                <a:ea typeface="楷体_GB2312" pitchFamily="49" charset="-122"/>
              </a:rPr>
              <a:t> </a:t>
            </a:r>
            <a:r>
              <a:rPr lang="en-US" altLang="zh-CN" sz="1800" i="1" dirty="0">
                <a:solidFill>
                  <a:prstClr val="black"/>
                </a:solidFill>
                <a:latin typeface="Times New Roman" panose="02020603050405020304" pitchFamily="18" charset="0"/>
                <a:ea typeface="楷体_GB2312" pitchFamily="49" charset="-122"/>
              </a:rPr>
              <a:t>partition</a:t>
            </a:r>
            <a:r>
              <a:rPr lang="en-US" altLang="zh-CN" sz="1800" dirty="0">
                <a:solidFill>
                  <a:prstClr val="black"/>
                </a:solidFill>
                <a:latin typeface="Times New Roman" panose="02020603050405020304" pitchFamily="18" charset="0"/>
                <a:ea typeface="楷体_GB2312" pitchFamily="49" charset="-122"/>
              </a:rPr>
              <a:t>;</a:t>
            </a:r>
          </a:p>
          <a:p>
            <a:pPr algn="just" eaLnBrk="1" hangingPunct="1">
              <a:lnSpc>
                <a:spcPts val="1400"/>
              </a:lnSpc>
              <a:spcBef>
                <a:spcPct val="12000"/>
              </a:spcBef>
              <a:buClr>
                <a:srgbClr val="3333CC"/>
              </a:buClr>
              <a:buFont typeface="Wingdings" panose="05000000000000000000" pitchFamily="2" charset="2"/>
              <a:buNone/>
              <a:defRPr/>
            </a:pPr>
            <a:r>
              <a:rPr lang="en-US" altLang="zh-CN" sz="1800" dirty="0">
                <a:solidFill>
                  <a:srgbClr val="073E87"/>
                </a:solidFill>
                <a:latin typeface="Times New Roman" panose="02020603050405020304" pitchFamily="18" charset="0"/>
                <a:ea typeface="楷体_GB2312" pitchFamily="49" charset="-122"/>
              </a:rPr>
              <a:t>		</a:t>
            </a:r>
            <a:r>
              <a:rPr lang="en-US" altLang="zh-CN" sz="1800" i="1" dirty="0" err="1">
                <a:solidFill>
                  <a:srgbClr val="0000FF"/>
                </a:solidFill>
                <a:latin typeface="Times New Roman" panose="02020603050405020304" pitchFamily="18" charset="0"/>
                <a:ea typeface="楷体_GB2312" pitchFamily="49" charset="-122"/>
              </a:rPr>
              <a:t>var</a:t>
            </a:r>
            <a:r>
              <a:rPr lang="en-US" altLang="zh-CN" sz="1800" dirty="0">
                <a:solidFill>
                  <a:srgbClr val="0000FF"/>
                </a:solidFill>
                <a:latin typeface="Times New Roman" panose="02020603050405020304" pitchFamily="18" charset="0"/>
                <a:ea typeface="楷体_GB2312" pitchFamily="49" charset="-122"/>
              </a:rPr>
              <a:t> </a:t>
            </a:r>
            <a:r>
              <a:rPr lang="en-US" altLang="zh-CN" sz="1800" i="1" dirty="0" err="1">
                <a:solidFill>
                  <a:prstClr val="black"/>
                </a:solidFill>
                <a:latin typeface="Times New Roman" panose="02020603050405020304" pitchFamily="18" charset="0"/>
                <a:ea typeface="楷体_GB2312" pitchFamily="49" charset="-122"/>
              </a:rPr>
              <a:t>i</a:t>
            </a:r>
            <a:r>
              <a:rPr lang="en-US" altLang="zh-CN" sz="1800" dirty="0">
                <a:solidFill>
                  <a:prstClr val="black"/>
                </a:solidFill>
                <a:latin typeface="Times New Roman" panose="02020603050405020304" pitchFamily="18" charset="0"/>
                <a:ea typeface="楷体_GB2312" pitchFamily="49" charset="-122"/>
              </a:rPr>
              <a:t>, </a:t>
            </a:r>
            <a:r>
              <a:rPr lang="en-US" altLang="zh-CN" sz="1800" i="1" dirty="0">
                <a:solidFill>
                  <a:prstClr val="black"/>
                </a:solidFill>
                <a:latin typeface="Times New Roman" panose="02020603050405020304" pitchFamily="18" charset="0"/>
                <a:ea typeface="楷体_GB2312" pitchFamily="49" charset="-122"/>
              </a:rPr>
              <a:t>j</a:t>
            </a:r>
            <a:r>
              <a:rPr lang="en-US" altLang="zh-CN" sz="1800" dirty="0">
                <a:solidFill>
                  <a:prstClr val="black"/>
                </a:solidFill>
                <a:latin typeface="Times New Roman" panose="02020603050405020304" pitchFamily="18" charset="0"/>
                <a:ea typeface="楷体_GB2312" pitchFamily="49" charset="-122"/>
              </a:rPr>
              <a:t>:</a:t>
            </a:r>
            <a:r>
              <a:rPr lang="en-US" altLang="zh-CN" sz="1800" i="1" dirty="0">
                <a:solidFill>
                  <a:prstClr val="black"/>
                </a:solidFill>
                <a:latin typeface="Times New Roman" panose="02020603050405020304" pitchFamily="18" charset="0"/>
                <a:ea typeface="楷体_GB2312" pitchFamily="49" charset="-122"/>
              </a:rPr>
              <a:t>int</a:t>
            </a:r>
            <a:r>
              <a:rPr lang="en-US" altLang="zh-CN" sz="1800" dirty="0">
                <a:solidFill>
                  <a:prstClr val="black"/>
                </a:solidFill>
                <a:latin typeface="Times New Roman" panose="02020603050405020304" pitchFamily="18" charset="0"/>
                <a:ea typeface="楷体_GB2312" pitchFamily="49" charset="-122"/>
              </a:rPr>
              <a:t>; {…}</a:t>
            </a:r>
          </a:p>
          <a:p>
            <a:pPr algn="just" eaLnBrk="1" hangingPunct="1">
              <a:lnSpc>
                <a:spcPts val="1400"/>
              </a:lnSpc>
              <a:spcBef>
                <a:spcPct val="12000"/>
              </a:spcBef>
              <a:buClr>
                <a:srgbClr val="3333CC"/>
              </a:buClr>
              <a:buFont typeface="Wingdings" panose="05000000000000000000" pitchFamily="2" charset="2"/>
              <a:buNone/>
              <a:defRPr/>
            </a:pPr>
            <a:r>
              <a:rPr lang="en-US" altLang="zh-CN" sz="1800" dirty="0">
                <a:solidFill>
                  <a:prstClr val="black"/>
                </a:solidFill>
                <a:latin typeface="Times New Roman" panose="02020603050405020304" pitchFamily="18" charset="0"/>
                <a:ea typeface="楷体_GB2312" pitchFamily="49" charset="-122"/>
              </a:rPr>
              <a:t>       {…}</a:t>
            </a:r>
          </a:p>
          <a:p>
            <a:pPr algn="just" eaLnBrk="1" hangingPunct="1">
              <a:lnSpc>
                <a:spcPts val="1400"/>
              </a:lnSpc>
              <a:spcBef>
                <a:spcPct val="12000"/>
              </a:spcBef>
              <a:buClr>
                <a:srgbClr val="3333CC"/>
              </a:buClr>
              <a:buFont typeface="Wingdings" panose="05000000000000000000" pitchFamily="2" charset="2"/>
              <a:buNone/>
              <a:defRPr/>
            </a:pPr>
            <a:r>
              <a:rPr lang="en-US" altLang="zh-CN" sz="1800" dirty="0">
                <a:solidFill>
                  <a:prstClr val="black"/>
                </a:solidFill>
                <a:latin typeface="Times New Roman" panose="02020603050405020304" pitchFamily="18" charset="0"/>
                <a:ea typeface="楷体_GB2312" pitchFamily="49" charset="-122"/>
              </a:rPr>
              <a:t>     {…}</a:t>
            </a:r>
          </a:p>
        </p:txBody>
      </p:sp>
      <p:sp>
        <p:nvSpPr>
          <p:cNvPr id="2" name="灯片编号占位符 1"/>
          <p:cNvSpPr>
            <a:spLocks noGrp="1"/>
          </p:cNvSpPr>
          <p:nvPr>
            <p:ph type="sldNum" sz="quarter" idx="12"/>
          </p:nvPr>
        </p:nvSpPr>
        <p:spPr/>
        <p:txBody>
          <a:bodyPr/>
          <a:lstStyle/>
          <a:p>
            <a:pPr>
              <a:defRPr/>
            </a:pPr>
            <a:fld id="{64CF1D47-2B30-44A6-81DA-EC28584A641A}" type="slidenum">
              <a:rPr lang="zh-CN" altLang="en-US" smtClean="0"/>
              <a:pPr>
                <a:defRPr/>
              </a:pPr>
              <a:t>25</a:t>
            </a:fld>
            <a:endParaRPr lang="en-US" altLang="zh-CN" dirty="0"/>
          </a:p>
        </p:txBody>
      </p:sp>
    </p:spTree>
    <p:extLst>
      <p:ext uri="{BB962C8B-B14F-4D97-AF65-F5344CB8AC3E}">
        <p14:creationId xmlns:p14="http://schemas.microsoft.com/office/powerpoint/2010/main" val="164721260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80223"/>
          <p:cNvGrpSpPr>
            <a:grpSpLocks/>
          </p:cNvGrpSpPr>
          <p:nvPr/>
        </p:nvGrpSpPr>
        <p:grpSpPr bwMode="auto">
          <a:xfrm>
            <a:off x="4886325" y="842963"/>
            <a:ext cx="2362200" cy="2327275"/>
            <a:chOff x="4885681" y="843558"/>
            <a:chExt cx="2362199" cy="2326457"/>
          </a:xfrm>
        </p:grpSpPr>
        <p:sp>
          <p:nvSpPr>
            <p:cNvPr id="154697" name="Line 2"/>
            <p:cNvSpPr>
              <a:spLocks noChangeShapeType="1"/>
            </p:cNvSpPr>
            <p:nvPr/>
          </p:nvSpPr>
          <p:spPr bwMode="auto">
            <a:xfrm>
              <a:off x="4885681" y="1384077"/>
              <a:ext cx="1587" cy="178593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4698" name="Line 3"/>
            <p:cNvSpPr>
              <a:spLocks noChangeShapeType="1"/>
            </p:cNvSpPr>
            <p:nvPr/>
          </p:nvSpPr>
          <p:spPr bwMode="auto">
            <a:xfrm>
              <a:off x="6536482" y="1384077"/>
              <a:ext cx="0" cy="176053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4699" name="Line 9"/>
            <p:cNvSpPr>
              <a:spLocks noChangeShapeType="1"/>
            </p:cNvSpPr>
            <p:nvPr/>
          </p:nvSpPr>
          <p:spPr bwMode="auto">
            <a:xfrm flipV="1">
              <a:off x="4887268" y="1695227"/>
              <a:ext cx="200925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4700" name="Rectangle 10"/>
            <p:cNvSpPr>
              <a:spLocks noChangeArrowheads="1"/>
            </p:cNvSpPr>
            <p:nvPr/>
          </p:nvSpPr>
          <p:spPr bwMode="auto">
            <a:xfrm>
              <a:off x="5312717" y="1333277"/>
              <a:ext cx="1935163"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header</a:t>
              </a:r>
              <a:endParaRPr lang="en-US" altLang="zh-CN" sz="1800">
                <a:solidFill>
                  <a:srgbClr val="000000"/>
                </a:solidFill>
                <a:ea typeface="宋体" panose="02010600030101010101" pitchFamily="2" charset="-122"/>
                <a:cs typeface="Times New Roman" panose="02020603050405020304" pitchFamily="18" charset="0"/>
              </a:endParaRPr>
            </a:p>
          </p:txBody>
        </p:sp>
        <p:sp>
          <p:nvSpPr>
            <p:cNvPr id="154701" name="Rectangle 11"/>
            <p:cNvSpPr>
              <a:spLocks noChangeArrowheads="1"/>
            </p:cNvSpPr>
            <p:nvPr/>
          </p:nvSpPr>
          <p:spPr bwMode="auto">
            <a:xfrm>
              <a:off x="5220072" y="1060227"/>
              <a:ext cx="1168400"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2100" i="1">
                  <a:solidFill>
                    <a:srgbClr val="000000"/>
                  </a:solidFill>
                  <a:ea typeface="宋体" panose="02010600030101010101" pitchFamily="2" charset="-122"/>
                  <a:cs typeface="Times New Roman" panose="02020603050405020304" pitchFamily="18" charset="0"/>
                </a:rPr>
                <a:t>sort</a:t>
              </a:r>
            </a:p>
          </p:txBody>
        </p:sp>
        <p:sp>
          <p:nvSpPr>
            <p:cNvPr id="154702" name="Line 12"/>
            <p:cNvSpPr>
              <a:spLocks noChangeShapeType="1"/>
            </p:cNvSpPr>
            <p:nvPr/>
          </p:nvSpPr>
          <p:spPr bwMode="auto">
            <a:xfrm flipV="1">
              <a:off x="4898380" y="1382490"/>
              <a:ext cx="2020887" cy="15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4703" name="Line 13"/>
            <p:cNvSpPr>
              <a:spLocks noChangeShapeType="1"/>
            </p:cNvSpPr>
            <p:nvPr/>
          </p:nvSpPr>
          <p:spPr bwMode="auto">
            <a:xfrm>
              <a:off x="5263506" y="1398365"/>
              <a:ext cx="0" cy="28416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4704" name="Line 14"/>
            <p:cNvSpPr>
              <a:spLocks noChangeShapeType="1"/>
            </p:cNvSpPr>
            <p:nvPr/>
          </p:nvSpPr>
          <p:spPr bwMode="auto">
            <a:xfrm>
              <a:off x="5960418" y="1671092"/>
              <a:ext cx="0" cy="14636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4705" name="Line 3"/>
            <p:cNvSpPr>
              <a:spLocks noChangeShapeType="1"/>
            </p:cNvSpPr>
            <p:nvPr/>
          </p:nvSpPr>
          <p:spPr bwMode="auto">
            <a:xfrm>
              <a:off x="6878216" y="1406575"/>
              <a:ext cx="0" cy="176053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4706" name="Line 95"/>
            <p:cNvSpPr>
              <a:spLocks noChangeShapeType="1"/>
            </p:cNvSpPr>
            <p:nvPr/>
          </p:nvSpPr>
          <p:spPr bwMode="auto">
            <a:xfrm>
              <a:off x="4957428" y="847725"/>
              <a:ext cx="0" cy="666377"/>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4707" name="Line 43"/>
            <p:cNvSpPr>
              <a:spLocks noChangeShapeType="1"/>
            </p:cNvSpPr>
            <p:nvPr/>
          </p:nvSpPr>
          <p:spPr bwMode="auto">
            <a:xfrm>
              <a:off x="4966140" y="843558"/>
              <a:ext cx="181924" cy="0"/>
            </a:xfrm>
            <a:prstGeom prst="line">
              <a:avLst/>
            </a:prstGeom>
            <a:noFill/>
            <a:ln w="25400">
              <a:solidFill>
                <a:srgbClr val="FF0000"/>
              </a:solidFill>
              <a:round/>
              <a:headEnd/>
              <a:tailEnd type="stealth" w="lg" len="lg"/>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sp>
        <p:nvSpPr>
          <p:cNvPr id="180226" name="Rectangle 3"/>
          <p:cNvSpPr>
            <a:spLocks noGrp="1" noChangeArrowheads="1"/>
          </p:cNvSpPr>
          <p:nvPr>
            <p:ph idx="1"/>
          </p:nvPr>
        </p:nvSpPr>
        <p:spPr>
          <a:xfrm>
            <a:off x="107950" y="2441575"/>
            <a:ext cx="7088188" cy="2651125"/>
          </a:xfrm>
        </p:spPr>
        <p:txBody>
          <a:bodyPr/>
          <a:lstStyle/>
          <a:p>
            <a:pPr>
              <a:lnSpc>
                <a:spcPts val="1800"/>
              </a:lnSpc>
              <a:buFont typeface="Wingdings" panose="05000000000000000000" pitchFamily="2" charset="2"/>
              <a:buNone/>
              <a:defRPr/>
            </a:pPr>
            <a:r>
              <a:rPr lang="en-US" altLang="zh-CN" sz="1800" b="1" i="1" dirty="0">
                <a:solidFill>
                  <a:schemeClr val="tx1"/>
                </a:solidFill>
                <a:ea typeface="楷体_GB2312" pitchFamily="49" charset="-122"/>
                <a:cs typeface="Times New Roman" panose="02020603050405020304" pitchFamily="18" charset="0"/>
              </a:rPr>
              <a:t>P</a:t>
            </a:r>
            <a:r>
              <a:rPr lang="en-US" altLang="zh-CN" sz="1800" b="1" dirty="0">
                <a:solidFill>
                  <a:schemeClr val="tx1"/>
                </a:solidFill>
                <a:ea typeface="楷体_GB2312" pitchFamily="49" charset="-122"/>
                <a:cs typeface="Times New Roman" panose="02020603050405020304" pitchFamily="18" charset="0"/>
              </a:rPr>
              <a:t> </a:t>
            </a:r>
            <a:r>
              <a:rPr lang="en-US" altLang="zh-CN" sz="1800" b="1" dirty="0">
                <a:solidFill>
                  <a:schemeClr val="tx1"/>
                </a:solidFill>
                <a:ea typeface="楷体_GB2312" pitchFamily="49" charset="-122"/>
                <a:cs typeface="Times New Roman" panose="02020603050405020304" pitchFamily="18" charset="0"/>
                <a:sym typeface="Symbol" panose="05050102010706020507" pitchFamily="18" charset="2"/>
              </a:rPr>
              <a:t></a:t>
            </a:r>
            <a:r>
              <a:rPr lang="en-US" altLang="zh-CN" sz="1800" b="1" dirty="0">
                <a:solidFill>
                  <a:schemeClr val="tx1"/>
                </a:solidFill>
                <a:ea typeface="楷体_GB2312" pitchFamily="49" charset="-122"/>
                <a:cs typeface="Times New Roman" panose="02020603050405020304" pitchFamily="18" charset="0"/>
              </a:rPr>
              <a:t> </a:t>
            </a:r>
            <a:r>
              <a:rPr lang="en-US" altLang="zh-CN" sz="1800" b="1" i="1" dirty="0">
                <a:solidFill>
                  <a:srgbClr val="FF0000"/>
                </a:solidFill>
                <a:ea typeface="楷体_GB2312" pitchFamily="49" charset="-122"/>
                <a:cs typeface="Times New Roman" panose="02020603050405020304" pitchFamily="18" charset="0"/>
              </a:rPr>
              <a:t>M</a:t>
            </a:r>
            <a:r>
              <a:rPr lang="en-US" altLang="zh-CN" sz="1800" b="1" i="1" dirty="0">
                <a:ea typeface="楷体_GB2312" pitchFamily="49" charset="-122"/>
                <a:cs typeface="Times New Roman" panose="02020603050405020304" pitchFamily="18" charset="0"/>
              </a:rPr>
              <a:t> </a:t>
            </a:r>
            <a:r>
              <a:rPr lang="en-US" altLang="zh-CN" sz="1800" b="1" i="1" dirty="0">
                <a:solidFill>
                  <a:schemeClr val="tx1"/>
                </a:solidFill>
                <a:ea typeface="楷体_GB2312" pitchFamily="49" charset="-122"/>
                <a:cs typeface="Times New Roman" panose="02020603050405020304" pitchFamily="18" charset="0"/>
              </a:rPr>
              <a:t>D</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zh-CN" altLang="en-US"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addwidth</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top</a:t>
            </a:r>
            <a:r>
              <a:rPr lang="en-US" altLang="zh-CN" sz="1800" b="1" dirty="0">
                <a:solidFill>
                  <a:schemeClr val="tx2">
                    <a:lumMod val="60000"/>
                    <a:lumOff val="40000"/>
                  </a:schemeClr>
                </a:solidFill>
                <a:ea typeface="楷体_GB2312" pitchFamily="49" charset="-122"/>
                <a:cs typeface="Times New Roman" panose="02020603050405020304" pitchFamily="18" charset="0"/>
              </a:rPr>
              <a:t>(</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tblptr</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top</a:t>
            </a:r>
            <a:r>
              <a:rPr lang="en-US" altLang="zh-CN" sz="1800" b="1" dirty="0">
                <a:solidFill>
                  <a:schemeClr val="tx2">
                    <a:lumMod val="60000"/>
                    <a:lumOff val="40000"/>
                  </a:schemeClr>
                </a:solidFill>
                <a:ea typeface="楷体_GB2312" pitchFamily="49" charset="-122"/>
                <a:cs typeface="Times New Roman" panose="02020603050405020304" pitchFamily="18" charset="0"/>
              </a:rPr>
              <a:t>(</a:t>
            </a:r>
            <a:r>
              <a:rPr lang="en-US" altLang="zh-CN" sz="1800" b="1" i="1" dirty="0">
                <a:solidFill>
                  <a:schemeClr val="tx2">
                    <a:lumMod val="60000"/>
                    <a:lumOff val="40000"/>
                  </a:schemeClr>
                </a:solidFill>
                <a:ea typeface="楷体_GB2312" pitchFamily="49" charset="-122"/>
                <a:cs typeface="Times New Roman" panose="02020603050405020304" pitchFamily="18" charset="0"/>
              </a:rPr>
              <a:t>offset</a:t>
            </a:r>
            <a:r>
              <a:rPr lang="en-US" altLang="zh-CN" sz="1800" b="1" dirty="0">
                <a:solidFill>
                  <a:schemeClr val="tx2">
                    <a:lumMod val="60000"/>
                    <a:lumOff val="40000"/>
                  </a:schemeClr>
                </a:solidFill>
                <a:ea typeface="楷体_GB2312" pitchFamily="49" charset="-122"/>
                <a:cs typeface="Times New Roman" panose="02020603050405020304" pitchFamily="18" charset="0"/>
              </a:rPr>
              <a:t>) ); </a:t>
            </a:r>
          </a:p>
          <a:p>
            <a:pPr algn="just" eaLnBrk="1" hangingPunct="1">
              <a:lnSpc>
                <a:spcPts val="1800"/>
              </a:lnSpc>
              <a:spcBef>
                <a:spcPct val="12000"/>
              </a:spcBef>
              <a:buFont typeface="Wingdings" panose="05000000000000000000" pitchFamily="2" charset="2"/>
              <a:buNone/>
              <a:defRPr/>
            </a:pPr>
            <a:r>
              <a:rPr lang="zh-CN" altLang="en-US"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pop</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tblpt</a:t>
            </a:r>
            <a:r>
              <a:rPr lang="en-US" altLang="zh-CN" sz="1800" b="1" dirty="0" err="1">
                <a:solidFill>
                  <a:schemeClr val="tx2">
                    <a:lumMod val="60000"/>
                    <a:lumOff val="40000"/>
                  </a:schemeClr>
                </a:solidFill>
                <a:ea typeface="楷体_GB2312" pitchFamily="49" charset="-122"/>
                <a:cs typeface="Times New Roman" panose="02020603050405020304" pitchFamily="18" charset="0"/>
              </a:rPr>
              <a:t>r</a:t>
            </a:r>
            <a:r>
              <a:rPr lang="en-US" altLang="zh-CN" sz="1800" b="1" dirty="0">
                <a:solidFill>
                  <a:schemeClr val="tx2">
                    <a:lumMod val="60000"/>
                    <a:lumOff val="40000"/>
                  </a:schemeClr>
                </a:solidFill>
                <a:ea typeface="楷体_GB2312" pitchFamily="49" charset="-122"/>
                <a:cs typeface="Times New Roman" panose="02020603050405020304" pitchFamily="18" charset="0"/>
              </a:rPr>
              <a:t> ); </a:t>
            </a:r>
            <a:r>
              <a:rPr lang="en-US" altLang="zh-CN" sz="1800" b="1" i="1" dirty="0">
                <a:solidFill>
                  <a:schemeClr val="tx2">
                    <a:lumMod val="60000"/>
                    <a:lumOff val="40000"/>
                  </a:schemeClr>
                </a:solidFill>
                <a:ea typeface="楷体_GB2312" pitchFamily="49" charset="-122"/>
                <a:cs typeface="Times New Roman" panose="02020603050405020304" pitchFamily="18" charset="0"/>
              </a:rPr>
              <a:t>pop</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offset </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p>
          <a:p>
            <a:pPr algn="just" eaLnBrk="1" hangingPunct="1">
              <a:lnSpc>
                <a:spcPts val="1800"/>
              </a:lnSpc>
              <a:spcBef>
                <a:spcPct val="12000"/>
              </a:spcBef>
              <a:buFont typeface="Wingdings" panose="05000000000000000000" pitchFamily="2" charset="2"/>
              <a:buNone/>
              <a:defRPr/>
            </a:pPr>
            <a:r>
              <a:rPr lang="en-US" altLang="zh-CN" sz="1800" b="1" i="1" dirty="0">
                <a:solidFill>
                  <a:srgbClr val="FF0000"/>
                </a:solidFill>
                <a:ea typeface="楷体_GB2312" pitchFamily="49" charset="-122"/>
                <a:cs typeface="Times New Roman" panose="02020603050405020304" pitchFamily="18" charset="0"/>
              </a:rPr>
              <a:t>M </a:t>
            </a:r>
            <a:r>
              <a:rPr lang="en-US" altLang="zh-CN" sz="1800" b="1" dirty="0">
                <a:solidFill>
                  <a:srgbClr val="FF0000"/>
                </a:solidFill>
                <a:ea typeface="楷体_GB2312" pitchFamily="49" charset="-122"/>
                <a:cs typeface="Times New Roman" panose="02020603050405020304" pitchFamily="18" charset="0"/>
                <a:sym typeface="Symbol" panose="05050102010706020507" pitchFamily="18" charset="2"/>
              </a:rPr>
              <a:t></a:t>
            </a:r>
            <a:r>
              <a:rPr lang="en-US" altLang="zh-CN" sz="1800" b="1" dirty="0">
                <a:solidFill>
                  <a:srgbClr val="FF0000"/>
                </a:solidFill>
                <a:ea typeface="楷体_GB2312" pitchFamily="49" charset="-122"/>
                <a:cs typeface="Times New Roman" panose="02020603050405020304" pitchFamily="18" charset="0"/>
              </a:rPr>
              <a:t> </a:t>
            </a:r>
            <a:r>
              <a:rPr lang="en-US" altLang="zh-CN" sz="1800" b="1" i="1" dirty="0">
                <a:solidFill>
                  <a:srgbClr val="FF0000"/>
                </a:solidFill>
                <a:ea typeface="楷体_GB2312" pitchFamily="49" charset="-122"/>
                <a:cs typeface="Times New Roman" panose="02020603050405020304" pitchFamily="18" charset="0"/>
                <a:sym typeface="Symbol" panose="05050102010706020507" pitchFamily="18" charset="2"/>
              </a:rPr>
              <a:t></a:t>
            </a:r>
            <a:r>
              <a:rPr lang="en-US" altLang="zh-CN" sz="1800" b="1" dirty="0">
                <a:ea typeface="楷体_GB2312" pitchFamily="49" charset="-122"/>
                <a:cs typeface="Times New Roman" panose="02020603050405020304" pitchFamily="18" charset="0"/>
                <a:sym typeface="Symbol" panose="05050102010706020507" pitchFamily="18" charset="2"/>
              </a:rPr>
              <a:t>	</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 </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mktable</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nil </a:t>
            </a:r>
            <a:r>
              <a:rPr lang="en-US" altLang="zh-CN" sz="1800" b="1" dirty="0">
                <a:solidFill>
                  <a:schemeClr val="tx2">
                    <a:lumMod val="60000"/>
                    <a:lumOff val="40000"/>
                  </a:schemeClr>
                </a:solidFill>
                <a:ea typeface="楷体_GB2312" pitchFamily="49" charset="-122"/>
                <a:cs typeface="Times New Roman" panose="02020603050405020304" pitchFamily="18" charset="0"/>
              </a:rPr>
              <a:t>);</a:t>
            </a:r>
          </a:p>
          <a:p>
            <a:pPr algn="just" eaLnBrk="1" hangingPunct="1">
              <a:lnSpc>
                <a:spcPts val="1800"/>
              </a:lnSpc>
              <a:spcBef>
                <a:spcPct val="12000"/>
              </a:spcBef>
              <a:buFont typeface="Wingdings" panose="05000000000000000000" pitchFamily="2" charset="2"/>
              <a:buNone/>
              <a:defRPr/>
            </a:pP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push</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tblptr</a:t>
            </a:r>
            <a:r>
              <a:rPr lang="en-US" altLang="zh-CN" sz="1800" b="1" dirty="0">
                <a:solidFill>
                  <a:schemeClr val="tx2">
                    <a:lumMod val="60000"/>
                    <a:lumOff val="40000"/>
                  </a:schemeClr>
                </a:solidFill>
                <a:ea typeface="楷体_GB2312" pitchFamily="49" charset="-122"/>
                <a:cs typeface="Times New Roman" panose="02020603050405020304" pitchFamily="18" charset="0"/>
              </a:rPr>
              <a:t> ); </a:t>
            </a:r>
            <a:r>
              <a:rPr lang="en-US" altLang="zh-CN" sz="1800" b="1" i="1" dirty="0">
                <a:solidFill>
                  <a:schemeClr val="tx2">
                    <a:lumMod val="60000"/>
                    <a:lumOff val="40000"/>
                  </a:schemeClr>
                </a:solidFill>
                <a:ea typeface="楷体_GB2312" pitchFamily="49" charset="-122"/>
                <a:cs typeface="Times New Roman" panose="02020603050405020304" pitchFamily="18" charset="0"/>
              </a:rPr>
              <a:t>push</a:t>
            </a:r>
            <a:r>
              <a:rPr lang="en-US" altLang="zh-CN" sz="1800" b="1" dirty="0">
                <a:solidFill>
                  <a:schemeClr val="tx2">
                    <a:lumMod val="60000"/>
                    <a:lumOff val="40000"/>
                  </a:schemeClr>
                </a:solidFill>
                <a:ea typeface="楷体_GB2312" pitchFamily="49" charset="-122"/>
                <a:cs typeface="Times New Roman" panose="02020603050405020304" pitchFamily="18" charset="0"/>
              </a:rPr>
              <a:t>( 0, </a:t>
            </a:r>
            <a:r>
              <a:rPr lang="en-US" altLang="zh-CN" sz="1800" b="1" i="1" dirty="0">
                <a:solidFill>
                  <a:schemeClr val="tx2">
                    <a:lumMod val="60000"/>
                    <a:lumOff val="40000"/>
                  </a:schemeClr>
                </a:solidFill>
                <a:ea typeface="楷体_GB2312" pitchFamily="49" charset="-122"/>
                <a:cs typeface="Times New Roman" panose="02020603050405020304" pitchFamily="18" charset="0"/>
              </a:rPr>
              <a:t>offset</a:t>
            </a:r>
            <a:r>
              <a:rPr lang="en-US" altLang="zh-CN" sz="1800" b="1" dirty="0">
                <a:solidFill>
                  <a:schemeClr val="tx2">
                    <a:lumMod val="60000"/>
                    <a:lumOff val="40000"/>
                  </a:schemeClr>
                </a:solidFill>
                <a:ea typeface="楷体_GB2312" pitchFamily="49" charset="-122"/>
                <a:cs typeface="Times New Roman" panose="02020603050405020304" pitchFamily="18" charset="0"/>
              </a:rPr>
              <a:t> ); }</a:t>
            </a:r>
          </a:p>
          <a:p>
            <a:pPr algn="just" eaLnBrk="1" hangingPunct="1">
              <a:lnSpc>
                <a:spcPts val="1800"/>
              </a:lnSpc>
              <a:spcBef>
                <a:spcPct val="12000"/>
              </a:spcBef>
              <a:buFont typeface="Wingdings" panose="05000000000000000000" pitchFamily="2" charset="2"/>
              <a:buNone/>
              <a:defRPr/>
            </a:pPr>
            <a:r>
              <a:rPr lang="en-US" altLang="zh-CN" sz="1800" b="1" i="1" dirty="0">
                <a:solidFill>
                  <a:schemeClr val="tx1"/>
                </a:solidFill>
                <a:ea typeface="楷体_GB2312" pitchFamily="49" charset="-122"/>
                <a:cs typeface="Times New Roman" panose="02020603050405020304" pitchFamily="18" charset="0"/>
              </a:rPr>
              <a:t>D</a:t>
            </a:r>
            <a:r>
              <a:rPr lang="en-US" altLang="zh-CN" sz="1800" b="1" dirty="0">
                <a:solidFill>
                  <a:schemeClr val="tx1"/>
                </a:solidFill>
                <a:ea typeface="楷体_GB2312" pitchFamily="49" charset="-122"/>
                <a:cs typeface="Times New Roman" panose="02020603050405020304" pitchFamily="18" charset="0"/>
              </a:rPr>
              <a:t> </a:t>
            </a:r>
            <a:r>
              <a:rPr lang="en-US" altLang="zh-CN" sz="1800" b="1" dirty="0">
                <a:solidFill>
                  <a:schemeClr val="tx1"/>
                </a:solidFill>
                <a:ea typeface="楷体_GB2312" pitchFamily="49" charset="-122"/>
                <a:cs typeface="Times New Roman" panose="02020603050405020304" pitchFamily="18" charset="0"/>
                <a:sym typeface="Symbol" panose="05050102010706020507" pitchFamily="18" charset="2"/>
              </a:rPr>
              <a:t></a:t>
            </a:r>
            <a:r>
              <a:rPr lang="en-US" altLang="zh-CN" sz="1800" b="1" dirty="0">
                <a:solidFill>
                  <a:schemeClr val="tx1"/>
                </a:solidFill>
                <a:ea typeface="楷体_GB2312" pitchFamily="49" charset="-122"/>
                <a:cs typeface="Times New Roman" panose="02020603050405020304" pitchFamily="18" charset="0"/>
              </a:rPr>
              <a:t> </a:t>
            </a:r>
            <a:r>
              <a:rPr lang="en-US" altLang="zh-CN" sz="1800" b="1" i="1" dirty="0">
                <a:solidFill>
                  <a:schemeClr val="tx1"/>
                </a:solidFill>
                <a:ea typeface="楷体_GB2312" pitchFamily="49" charset="-122"/>
                <a:cs typeface="Times New Roman" panose="02020603050405020304" pitchFamily="18" charset="0"/>
              </a:rPr>
              <a:t>D</a:t>
            </a:r>
            <a:r>
              <a:rPr lang="en-US" altLang="zh-CN" sz="1800" b="1" i="1" baseline="-30000" dirty="0">
                <a:solidFill>
                  <a:schemeClr val="tx1"/>
                </a:solidFill>
                <a:ea typeface="楷体_GB2312" pitchFamily="49" charset="-122"/>
                <a:cs typeface="Times New Roman" panose="02020603050405020304" pitchFamily="18" charset="0"/>
              </a:rPr>
              <a:t>1 </a:t>
            </a:r>
            <a:r>
              <a:rPr lang="en-US" altLang="zh-CN" sz="1800" b="1" dirty="0">
                <a:solidFill>
                  <a:schemeClr val="tx1"/>
                </a:solidFill>
                <a:ea typeface="楷体_GB2312" pitchFamily="49" charset="-122"/>
                <a:cs typeface="Times New Roman" panose="02020603050405020304" pitchFamily="18" charset="0"/>
              </a:rPr>
              <a:t> </a:t>
            </a:r>
            <a:r>
              <a:rPr lang="en-US" altLang="zh-CN" sz="1800" b="1" i="1" dirty="0">
                <a:solidFill>
                  <a:schemeClr val="tx1"/>
                </a:solidFill>
                <a:ea typeface="楷体_GB2312" pitchFamily="49" charset="-122"/>
                <a:cs typeface="Times New Roman" panose="02020603050405020304" pitchFamily="18" charset="0"/>
              </a:rPr>
              <a:t>D</a:t>
            </a:r>
            <a:r>
              <a:rPr lang="en-US" altLang="zh-CN" sz="1800" b="1" i="1" baseline="-30000" dirty="0">
                <a:solidFill>
                  <a:schemeClr val="tx1"/>
                </a:solidFill>
                <a:ea typeface="楷体_GB2312" pitchFamily="49" charset="-122"/>
                <a:cs typeface="Times New Roman" panose="02020603050405020304" pitchFamily="18" charset="0"/>
              </a:rPr>
              <a:t>2</a:t>
            </a:r>
            <a:endParaRPr lang="en-US" altLang="zh-CN" sz="1800" b="1" i="1" dirty="0">
              <a:solidFill>
                <a:schemeClr val="tx1"/>
              </a:solidFill>
              <a:ea typeface="楷体_GB2312" pitchFamily="49" charset="-122"/>
              <a:cs typeface="Times New Roman" panose="02020603050405020304" pitchFamily="18" charset="0"/>
            </a:endParaRPr>
          </a:p>
          <a:p>
            <a:pPr algn="just" eaLnBrk="1" hangingPunct="1">
              <a:lnSpc>
                <a:spcPts val="1800"/>
              </a:lnSpc>
              <a:spcBef>
                <a:spcPct val="12000"/>
              </a:spcBef>
              <a:buFont typeface="Wingdings" panose="05000000000000000000" pitchFamily="2" charset="2"/>
              <a:buNone/>
              <a:defRPr/>
            </a:pPr>
            <a:r>
              <a:rPr lang="en-US" altLang="zh-CN" sz="1800" b="1" i="1" dirty="0" err="1">
                <a:solidFill>
                  <a:schemeClr val="tx1"/>
                </a:solidFill>
                <a:ea typeface="楷体_GB2312" pitchFamily="49" charset="-122"/>
                <a:cs typeface="Times New Roman" panose="02020603050405020304" pitchFamily="18" charset="0"/>
              </a:rPr>
              <a:t>D</a:t>
            </a:r>
            <a:r>
              <a:rPr lang="en-US" altLang="zh-CN" sz="1800" b="1" i="1" baseline="-30000" dirty="0" err="1">
                <a:solidFill>
                  <a:schemeClr val="tx1"/>
                </a:solidFill>
                <a:ea typeface="楷体_GB2312" pitchFamily="49" charset="-122"/>
                <a:cs typeface="Times New Roman" panose="02020603050405020304" pitchFamily="18" charset="0"/>
              </a:rPr>
              <a:t>p</a:t>
            </a:r>
            <a:r>
              <a:rPr lang="en-US" altLang="zh-CN" sz="1800" b="1" i="1" dirty="0">
                <a:solidFill>
                  <a:schemeClr val="tx1"/>
                </a:solidFill>
                <a:ea typeface="楷体_GB2312" pitchFamily="49" charset="-122"/>
                <a:cs typeface="Times New Roman" panose="02020603050405020304" pitchFamily="18" charset="0"/>
              </a:rPr>
              <a:t> </a:t>
            </a:r>
            <a:r>
              <a:rPr lang="en-US" altLang="zh-CN" sz="1800" b="1" dirty="0">
                <a:solidFill>
                  <a:schemeClr val="tx1"/>
                </a:solidFill>
                <a:ea typeface="楷体_GB2312" pitchFamily="49" charset="-122"/>
                <a:cs typeface="Times New Roman" panose="02020603050405020304" pitchFamily="18" charset="0"/>
                <a:sym typeface="Symbol" panose="05050102010706020507" pitchFamily="18" charset="2"/>
              </a:rPr>
              <a:t></a:t>
            </a:r>
            <a:r>
              <a:rPr lang="en-US" altLang="zh-CN" sz="1800" b="1" dirty="0">
                <a:solidFill>
                  <a:schemeClr val="tx1"/>
                </a:solidFill>
                <a:ea typeface="楷体_GB2312" pitchFamily="49" charset="-122"/>
                <a:cs typeface="Times New Roman" panose="02020603050405020304" pitchFamily="18" charset="0"/>
              </a:rPr>
              <a:t> </a:t>
            </a:r>
            <a:r>
              <a:rPr lang="en-US" altLang="zh-CN" sz="1800" b="1" dirty="0" err="1">
                <a:solidFill>
                  <a:schemeClr val="tx1"/>
                </a:solidFill>
                <a:ea typeface="楷体_GB2312" pitchFamily="49" charset="-122"/>
                <a:cs typeface="Times New Roman" panose="02020603050405020304" pitchFamily="18" charset="0"/>
              </a:rPr>
              <a:t>proc</a:t>
            </a:r>
            <a:r>
              <a:rPr lang="en-US" altLang="zh-CN" sz="1800" b="1" dirty="0">
                <a:solidFill>
                  <a:schemeClr val="tx1"/>
                </a:solidFill>
                <a:ea typeface="楷体_GB2312" pitchFamily="49" charset="-122"/>
                <a:cs typeface="Times New Roman" panose="02020603050405020304" pitchFamily="18" charset="0"/>
              </a:rPr>
              <a:t> id ; </a:t>
            </a:r>
            <a:r>
              <a:rPr lang="en-US" altLang="zh-CN" sz="1800" b="1" i="1" dirty="0">
                <a:solidFill>
                  <a:srgbClr val="FF0000"/>
                </a:solidFill>
                <a:ea typeface="楷体_GB2312" pitchFamily="49" charset="-122"/>
                <a:cs typeface="Times New Roman" panose="02020603050405020304" pitchFamily="18" charset="0"/>
              </a:rPr>
              <a:t>N</a:t>
            </a:r>
            <a:r>
              <a:rPr lang="en-US" altLang="zh-CN" sz="1800" b="1" i="1" dirty="0">
                <a:ea typeface="楷体_GB2312" pitchFamily="49" charset="-122"/>
                <a:cs typeface="Times New Roman" panose="02020603050405020304" pitchFamily="18" charset="0"/>
              </a:rPr>
              <a:t> </a:t>
            </a:r>
            <a:r>
              <a:rPr lang="en-US" altLang="zh-CN" sz="1800" b="1" i="1" dirty="0">
                <a:solidFill>
                  <a:schemeClr val="tx1"/>
                </a:solidFill>
                <a:ea typeface="楷体_GB2312" pitchFamily="49" charset="-122"/>
                <a:cs typeface="Times New Roman" panose="02020603050405020304" pitchFamily="18" charset="0"/>
              </a:rPr>
              <a:t>D</a:t>
            </a:r>
            <a:r>
              <a:rPr lang="en-US" altLang="zh-CN" sz="1800" b="1" i="1" baseline="-30000" dirty="0">
                <a:solidFill>
                  <a:schemeClr val="tx1"/>
                </a:solidFill>
                <a:ea typeface="楷体_GB2312" pitchFamily="49" charset="-122"/>
                <a:cs typeface="Times New Roman" panose="02020603050405020304" pitchFamily="18" charset="0"/>
              </a:rPr>
              <a:t>1</a:t>
            </a:r>
            <a:r>
              <a:rPr lang="en-US" altLang="zh-CN" sz="1800" b="1" dirty="0">
                <a:solidFill>
                  <a:schemeClr val="tx1"/>
                </a:solidFill>
                <a:ea typeface="楷体_GB2312" pitchFamily="49" charset="-122"/>
                <a:cs typeface="Times New Roman" panose="02020603050405020304" pitchFamily="18" charset="0"/>
              </a:rPr>
              <a:t> </a:t>
            </a:r>
            <a:r>
              <a:rPr lang="en-US" altLang="zh-CN" sz="1800" b="1" i="1" dirty="0">
                <a:solidFill>
                  <a:schemeClr val="tx1"/>
                </a:solidFill>
                <a:ea typeface="楷体_GB2312" pitchFamily="49" charset="-122"/>
                <a:cs typeface="Times New Roman" panose="02020603050405020304" pitchFamily="18" charset="0"/>
              </a:rPr>
              <a:t>S </a:t>
            </a:r>
            <a:r>
              <a:rPr lang="en-US" altLang="zh-CN" sz="1800" b="1" dirty="0">
                <a:solidFill>
                  <a:schemeClr val="tx2">
                    <a:lumMod val="60000"/>
                    <a:lumOff val="40000"/>
                  </a:schemeClr>
                </a:solidFill>
                <a:ea typeface="楷体_GB2312" pitchFamily="49" charset="-122"/>
                <a:cs typeface="Times New Roman" panose="02020603050405020304" pitchFamily="18" charset="0"/>
              </a:rPr>
              <a:t>{</a:t>
            </a:r>
            <a:r>
              <a:rPr lang="en-US" altLang="zh-CN" sz="1800" b="1" i="1" dirty="0">
                <a:solidFill>
                  <a:schemeClr val="tx2">
                    <a:lumMod val="60000"/>
                    <a:lumOff val="40000"/>
                  </a:schemeClr>
                </a:solidFill>
                <a:ea typeface="楷体_GB2312" pitchFamily="49" charset="-122"/>
                <a:cs typeface="Times New Roman" panose="02020603050405020304" pitchFamily="18" charset="0"/>
              </a:rPr>
              <a:t> t </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top</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tblptr</a:t>
            </a:r>
            <a:r>
              <a:rPr lang="en-US" altLang="zh-CN" sz="1800" b="1" dirty="0">
                <a:solidFill>
                  <a:schemeClr val="tx2">
                    <a:lumMod val="60000"/>
                    <a:lumOff val="40000"/>
                  </a:schemeClr>
                </a:solidFill>
                <a:ea typeface="楷体_GB2312" pitchFamily="49" charset="-122"/>
                <a:cs typeface="Times New Roman" panose="02020603050405020304" pitchFamily="18" charset="0"/>
              </a:rPr>
              <a:t> );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addwidth</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top</a:t>
            </a:r>
            <a:r>
              <a:rPr lang="en-US" altLang="zh-CN" sz="1800" b="1" dirty="0">
                <a:solidFill>
                  <a:schemeClr val="tx2">
                    <a:lumMod val="60000"/>
                    <a:lumOff val="40000"/>
                  </a:schemeClr>
                </a:solidFill>
                <a:ea typeface="楷体_GB2312" pitchFamily="49" charset="-122"/>
                <a:cs typeface="Times New Roman" panose="02020603050405020304" pitchFamily="18" charset="0"/>
              </a:rPr>
              <a:t>(</a:t>
            </a:r>
            <a:r>
              <a:rPr lang="en-US" altLang="zh-CN" sz="1800" b="1" i="1" dirty="0">
                <a:solidFill>
                  <a:schemeClr val="tx2">
                    <a:lumMod val="60000"/>
                    <a:lumOff val="40000"/>
                  </a:schemeClr>
                </a:solidFill>
                <a:ea typeface="楷体_GB2312" pitchFamily="49" charset="-122"/>
                <a:cs typeface="Times New Roman" panose="02020603050405020304" pitchFamily="18" charset="0"/>
              </a:rPr>
              <a:t>offset</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p>
          <a:p>
            <a:pPr algn="just" eaLnBrk="1" hangingPunct="1">
              <a:lnSpc>
                <a:spcPts val="1800"/>
              </a:lnSpc>
              <a:spcBef>
                <a:spcPct val="12000"/>
              </a:spcBef>
              <a:buFont typeface="Wingdings" panose="05000000000000000000" pitchFamily="2" charset="2"/>
              <a:buNone/>
              <a:defRPr/>
            </a:pP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pop</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tblptr</a:t>
            </a:r>
            <a:r>
              <a:rPr lang="en-US" altLang="zh-CN" sz="1800" b="1" dirty="0">
                <a:solidFill>
                  <a:schemeClr val="tx2">
                    <a:lumMod val="60000"/>
                    <a:lumOff val="40000"/>
                  </a:schemeClr>
                </a:solidFill>
                <a:ea typeface="楷体_GB2312" pitchFamily="49" charset="-122"/>
                <a:cs typeface="Times New Roman" panose="02020603050405020304" pitchFamily="18" charset="0"/>
              </a:rPr>
              <a:t> ); </a:t>
            </a:r>
            <a:r>
              <a:rPr lang="en-US" altLang="zh-CN" sz="1800" b="1" i="1" dirty="0">
                <a:solidFill>
                  <a:schemeClr val="tx2">
                    <a:lumMod val="60000"/>
                    <a:lumOff val="40000"/>
                  </a:schemeClr>
                </a:solidFill>
                <a:ea typeface="楷体_GB2312" pitchFamily="49" charset="-122"/>
                <a:cs typeface="Times New Roman" panose="02020603050405020304" pitchFamily="18" charset="0"/>
              </a:rPr>
              <a:t>pop</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offset</a:t>
            </a:r>
            <a:r>
              <a:rPr lang="en-US" altLang="zh-CN" sz="1800" b="1" dirty="0">
                <a:solidFill>
                  <a:schemeClr val="tx2">
                    <a:lumMod val="60000"/>
                    <a:lumOff val="40000"/>
                  </a:schemeClr>
                </a:solidFill>
                <a:ea typeface="楷体_GB2312" pitchFamily="49" charset="-122"/>
                <a:cs typeface="Times New Roman" panose="02020603050405020304" pitchFamily="18" charset="0"/>
              </a:rPr>
              <a:t> );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enterproc</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top</a:t>
            </a:r>
            <a:r>
              <a:rPr lang="en-US" altLang="zh-CN" sz="1800" b="1" dirty="0">
                <a:solidFill>
                  <a:schemeClr val="tx2">
                    <a:lumMod val="60000"/>
                    <a:lumOff val="40000"/>
                  </a:schemeClr>
                </a:solidFill>
                <a:ea typeface="楷体_GB2312" pitchFamily="49" charset="-122"/>
                <a:cs typeface="Times New Roman" panose="02020603050405020304" pitchFamily="18" charset="0"/>
              </a:rPr>
              <a:t>(</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tblptr</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dirty="0" err="1">
                <a:solidFill>
                  <a:schemeClr val="tx2">
                    <a:lumMod val="60000"/>
                    <a:lumOff val="40000"/>
                  </a:schemeClr>
                </a:solidFill>
                <a:ea typeface="楷体_GB2312" pitchFamily="49" charset="-122"/>
                <a:cs typeface="Times New Roman" panose="02020603050405020304" pitchFamily="18" charset="0"/>
              </a:rPr>
              <a:t>id.</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lexeme</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a:t>
            </a:r>
            <a:r>
              <a:rPr lang="en-US" altLang="zh-CN" sz="1800" b="1" dirty="0">
                <a:solidFill>
                  <a:schemeClr val="tx2">
                    <a:lumMod val="60000"/>
                    <a:lumOff val="40000"/>
                  </a:schemeClr>
                </a:solidFill>
                <a:ea typeface="楷体_GB2312" pitchFamily="49" charset="-122"/>
                <a:cs typeface="Times New Roman" panose="02020603050405020304" pitchFamily="18" charset="0"/>
              </a:rPr>
              <a:t> ); }</a:t>
            </a:r>
          </a:p>
          <a:p>
            <a:pPr algn="just" eaLnBrk="1" hangingPunct="1">
              <a:lnSpc>
                <a:spcPts val="1800"/>
              </a:lnSpc>
              <a:spcBef>
                <a:spcPct val="12000"/>
              </a:spcBef>
              <a:buFont typeface="Wingdings" panose="05000000000000000000" pitchFamily="2" charset="2"/>
              <a:buNone/>
              <a:defRPr/>
            </a:pPr>
            <a:r>
              <a:rPr lang="en-US" altLang="zh-CN" sz="1800" b="1" i="1" dirty="0" err="1">
                <a:solidFill>
                  <a:schemeClr val="tx1"/>
                </a:solidFill>
                <a:ea typeface="楷体_GB2312" pitchFamily="49" charset="-122"/>
                <a:cs typeface="Times New Roman" panose="02020603050405020304" pitchFamily="18" charset="0"/>
              </a:rPr>
              <a:t>D</a:t>
            </a:r>
            <a:r>
              <a:rPr lang="en-US" altLang="zh-CN" sz="1800" b="1" i="1" baseline="-30000" dirty="0" err="1">
                <a:solidFill>
                  <a:schemeClr val="tx1"/>
                </a:solidFill>
                <a:ea typeface="楷体_GB2312" pitchFamily="49" charset="-122"/>
                <a:cs typeface="Times New Roman" panose="02020603050405020304" pitchFamily="18" charset="0"/>
              </a:rPr>
              <a:t>v</a:t>
            </a:r>
            <a:r>
              <a:rPr lang="en-US" altLang="zh-CN" sz="1800" b="1" dirty="0">
                <a:solidFill>
                  <a:schemeClr val="tx1"/>
                </a:solidFill>
                <a:ea typeface="楷体_GB2312" pitchFamily="49" charset="-122"/>
                <a:cs typeface="Times New Roman" panose="02020603050405020304" pitchFamily="18" charset="0"/>
                <a:sym typeface="Symbol" panose="05050102010706020507" pitchFamily="18" charset="2"/>
              </a:rPr>
              <a:t> </a:t>
            </a:r>
            <a:r>
              <a:rPr lang="en-US" altLang="zh-CN" sz="1800" b="1" dirty="0">
                <a:solidFill>
                  <a:schemeClr val="tx1"/>
                </a:solidFill>
                <a:ea typeface="楷体_GB2312" pitchFamily="49" charset="-122"/>
                <a:cs typeface="Times New Roman" panose="02020603050405020304" pitchFamily="18" charset="0"/>
              </a:rPr>
              <a:t>id: </a:t>
            </a:r>
            <a:r>
              <a:rPr lang="en-US" altLang="zh-CN" sz="1800" b="1" i="1" dirty="0">
                <a:solidFill>
                  <a:schemeClr val="tx1"/>
                </a:solidFill>
                <a:ea typeface="楷体_GB2312" pitchFamily="49" charset="-122"/>
                <a:cs typeface="Times New Roman" panose="02020603050405020304" pitchFamily="18" charset="0"/>
              </a:rPr>
              <a:t>T</a:t>
            </a:r>
            <a:r>
              <a:rPr lang="en-US" altLang="zh-CN" sz="1800" b="1" dirty="0">
                <a:solidFill>
                  <a:schemeClr val="tx1"/>
                </a:solidFill>
                <a:ea typeface="楷体_GB2312" pitchFamily="49" charset="-122"/>
                <a:cs typeface="Times New Roman" panose="02020603050405020304" pitchFamily="18" charset="0"/>
              </a:rPr>
              <a:t> ; </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enter</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top</a:t>
            </a:r>
            <a:r>
              <a:rPr lang="en-US" altLang="zh-CN" sz="1800" b="1" dirty="0">
                <a:solidFill>
                  <a:schemeClr val="tx2">
                    <a:lumMod val="60000"/>
                    <a:lumOff val="40000"/>
                  </a:schemeClr>
                </a:solidFill>
                <a:ea typeface="楷体_GB2312" pitchFamily="49" charset="-122"/>
                <a:cs typeface="Times New Roman" panose="02020603050405020304" pitchFamily="18" charset="0"/>
              </a:rPr>
              <a:t>(</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tblptr</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dirty="0" err="1">
                <a:solidFill>
                  <a:schemeClr val="tx2">
                    <a:lumMod val="60000"/>
                    <a:lumOff val="40000"/>
                  </a:schemeClr>
                </a:solidFill>
                <a:ea typeface="楷体_GB2312" pitchFamily="49" charset="-122"/>
                <a:cs typeface="Times New Roman" panose="02020603050405020304" pitchFamily="18" charset="0"/>
              </a:rPr>
              <a:t>id.</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lexeme</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T.type</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top</a:t>
            </a:r>
            <a:r>
              <a:rPr lang="en-US" altLang="zh-CN" sz="1800" b="1" dirty="0">
                <a:solidFill>
                  <a:schemeClr val="tx2">
                    <a:lumMod val="60000"/>
                    <a:lumOff val="40000"/>
                  </a:schemeClr>
                </a:solidFill>
                <a:ea typeface="楷体_GB2312" pitchFamily="49" charset="-122"/>
                <a:cs typeface="Times New Roman" panose="02020603050405020304" pitchFamily="18" charset="0"/>
              </a:rPr>
              <a:t>(</a:t>
            </a:r>
            <a:r>
              <a:rPr lang="en-US" altLang="zh-CN" sz="1800" b="1" i="1" dirty="0">
                <a:solidFill>
                  <a:schemeClr val="tx2">
                    <a:lumMod val="60000"/>
                    <a:lumOff val="40000"/>
                  </a:schemeClr>
                </a:solidFill>
                <a:ea typeface="楷体_GB2312" pitchFamily="49" charset="-122"/>
                <a:cs typeface="Times New Roman" panose="02020603050405020304" pitchFamily="18" charset="0"/>
              </a:rPr>
              <a:t>offset</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p>
          <a:p>
            <a:pPr algn="just" eaLnBrk="1" hangingPunct="1">
              <a:lnSpc>
                <a:spcPts val="1800"/>
              </a:lnSpc>
              <a:spcBef>
                <a:spcPct val="12000"/>
              </a:spcBef>
              <a:buFont typeface="Wingdings" panose="05000000000000000000" pitchFamily="2" charset="2"/>
              <a:buNone/>
              <a:defRPr/>
            </a:pP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top</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offset</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zh-CN" altLang="en-US"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top</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offset</a:t>
            </a:r>
            <a:r>
              <a:rPr lang="zh-CN" altLang="en-US" sz="1800" b="1" dirty="0">
                <a:solidFill>
                  <a:schemeClr val="tx2">
                    <a:lumMod val="60000"/>
                    <a:lumOff val="40000"/>
                  </a:schemeClr>
                </a:solidFill>
                <a:ea typeface="楷体_GB2312" pitchFamily="49" charset="-122"/>
                <a:cs typeface="Times New Roman" panose="02020603050405020304" pitchFamily="18" charset="0"/>
              </a:rPr>
              <a:t>）</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T.width</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p>
          <a:p>
            <a:pPr algn="just" eaLnBrk="1" hangingPunct="1">
              <a:lnSpc>
                <a:spcPts val="1800"/>
              </a:lnSpc>
              <a:spcBef>
                <a:spcPct val="12000"/>
              </a:spcBef>
              <a:buFont typeface="Wingdings" panose="05000000000000000000" pitchFamily="2" charset="2"/>
              <a:buNone/>
              <a:defRPr/>
            </a:pPr>
            <a:r>
              <a:rPr lang="en-US" altLang="zh-CN" sz="1800" b="1" i="1" dirty="0">
                <a:solidFill>
                  <a:srgbClr val="FF0000"/>
                </a:solidFill>
                <a:ea typeface="楷体_GB2312" pitchFamily="49" charset="-122"/>
                <a:cs typeface="Times New Roman" panose="02020603050405020304" pitchFamily="18" charset="0"/>
              </a:rPr>
              <a:t>N </a:t>
            </a:r>
            <a:r>
              <a:rPr lang="en-US" altLang="zh-CN" sz="1800" b="1" dirty="0">
                <a:solidFill>
                  <a:srgbClr val="FF0000"/>
                </a:solidFill>
                <a:ea typeface="楷体_GB2312" pitchFamily="49" charset="-122"/>
                <a:cs typeface="Times New Roman" panose="02020603050405020304" pitchFamily="18" charset="0"/>
                <a:sym typeface="Symbol" panose="05050102010706020507" pitchFamily="18" charset="2"/>
              </a:rPr>
              <a:t></a:t>
            </a:r>
            <a:r>
              <a:rPr lang="en-US" altLang="zh-CN" sz="1800" b="1" dirty="0">
                <a:solidFill>
                  <a:srgbClr val="FF0000"/>
                </a:solidFill>
                <a:ea typeface="楷体_GB2312" pitchFamily="49" charset="-122"/>
                <a:cs typeface="Times New Roman" panose="02020603050405020304" pitchFamily="18" charset="0"/>
              </a:rPr>
              <a:t> </a:t>
            </a:r>
            <a:r>
              <a:rPr lang="en-US" altLang="zh-CN" sz="1800" b="1" dirty="0">
                <a:solidFill>
                  <a:srgbClr val="FF0000"/>
                </a:solidFill>
                <a:ea typeface="楷体_GB2312" pitchFamily="49" charset="-122"/>
                <a:cs typeface="Times New Roman" panose="02020603050405020304" pitchFamily="18" charset="0"/>
                <a:sym typeface="Symbol" panose="05050102010706020507" pitchFamily="18" charset="2"/>
              </a:rPr>
              <a:t></a:t>
            </a:r>
            <a:r>
              <a:rPr lang="en-US" altLang="zh-CN" sz="1800" b="1" dirty="0">
                <a:ea typeface="楷体_GB2312" pitchFamily="49" charset="-122"/>
                <a:cs typeface="Times New Roman" panose="02020603050405020304" pitchFamily="18" charset="0"/>
                <a:sym typeface="Symbol" panose="05050102010706020507" pitchFamily="18" charset="2"/>
              </a:rPr>
              <a:t>	</a:t>
            </a:r>
            <a:r>
              <a:rPr lang="en-US" altLang="zh-CN" sz="1800" b="1" dirty="0">
                <a:solidFill>
                  <a:schemeClr val="tx2">
                    <a:lumMod val="60000"/>
                    <a:lumOff val="40000"/>
                  </a:schemeClr>
                </a:solidFill>
                <a:ea typeface="楷体_GB2312" pitchFamily="49" charset="-122"/>
                <a:cs typeface="Times New Roman" panose="02020603050405020304" pitchFamily="18" charset="0"/>
              </a:rPr>
              <a:t>{</a:t>
            </a:r>
            <a:r>
              <a:rPr lang="en-US" altLang="zh-CN" sz="1800" b="1" i="1" dirty="0">
                <a:solidFill>
                  <a:schemeClr val="tx2">
                    <a:lumMod val="60000"/>
                    <a:lumOff val="40000"/>
                  </a:schemeClr>
                </a:solidFill>
                <a:ea typeface="楷体_GB2312" pitchFamily="49" charset="-122"/>
                <a:cs typeface="Times New Roman" panose="02020603050405020304" pitchFamily="18" charset="0"/>
              </a:rPr>
              <a:t> t </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mktable</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top</a:t>
            </a:r>
            <a:r>
              <a:rPr lang="en-US" altLang="zh-CN" sz="1800" b="1" dirty="0">
                <a:solidFill>
                  <a:schemeClr val="tx2">
                    <a:lumMod val="60000"/>
                    <a:lumOff val="40000"/>
                  </a:schemeClr>
                </a:solidFill>
                <a:ea typeface="楷体_GB2312" pitchFamily="49" charset="-122"/>
                <a:cs typeface="Times New Roman" panose="02020603050405020304" pitchFamily="18" charset="0"/>
              </a:rPr>
              <a:t>(</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tblptr</a:t>
            </a:r>
            <a:r>
              <a:rPr lang="en-US" altLang="zh-CN" sz="1800" b="1" dirty="0">
                <a:solidFill>
                  <a:schemeClr val="tx2">
                    <a:lumMod val="60000"/>
                    <a:lumOff val="40000"/>
                  </a:schemeClr>
                </a:solidFill>
                <a:ea typeface="楷体_GB2312" pitchFamily="49" charset="-122"/>
                <a:cs typeface="Times New Roman" panose="02020603050405020304" pitchFamily="18" charset="0"/>
              </a:rPr>
              <a:t>) ); </a:t>
            </a:r>
            <a:r>
              <a:rPr lang="en-US" altLang="zh-CN" sz="1800" b="1" i="1" dirty="0">
                <a:solidFill>
                  <a:schemeClr val="tx2">
                    <a:lumMod val="60000"/>
                    <a:lumOff val="40000"/>
                  </a:schemeClr>
                </a:solidFill>
                <a:ea typeface="楷体_GB2312" pitchFamily="49" charset="-122"/>
                <a:cs typeface="Times New Roman" panose="02020603050405020304" pitchFamily="18" charset="0"/>
              </a:rPr>
              <a:t>push</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tblptr</a:t>
            </a:r>
            <a:r>
              <a:rPr lang="en-US" altLang="zh-CN" sz="1800" b="1" dirty="0">
                <a:solidFill>
                  <a:schemeClr val="tx2">
                    <a:lumMod val="60000"/>
                    <a:lumOff val="40000"/>
                  </a:schemeClr>
                </a:solidFill>
                <a:ea typeface="楷体_GB2312" pitchFamily="49" charset="-122"/>
                <a:cs typeface="Times New Roman" panose="02020603050405020304" pitchFamily="18" charset="0"/>
              </a:rPr>
              <a:t> ); </a:t>
            </a:r>
            <a:r>
              <a:rPr lang="en-US" altLang="zh-CN" sz="1800" b="1" i="1" dirty="0">
                <a:solidFill>
                  <a:schemeClr val="tx2">
                    <a:lumMod val="60000"/>
                    <a:lumOff val="40000"/>
                  </a:schemeClr>
                </a:solidFill>
                <a:ea typeface="楷体_GB2312" pitchFamily="49" charset="-122"/>
                <a:cs typeface="Times New Roman" panose="02020603050405020304" pitchFamily="18" charset="0"/>
              </a:rPr>
              <a:t>push</a:t>
            </a:r>
            <a:r>
              <a:rPr lang="en-US" altLang="zh-CN" sz="1800" b="1" dirty="0">
                <a:solidFill>
                  <a:schemeClr val="tx2">
                    <a:lumMod val="60000"/>
                    <a:lumOff val="40000"/>
                  </a:schemeClr>
                </a:solidFill>
                <a:ea typeface="楷体_GB2312" pitchFamily="49" charset="-122"/>
                <a:cs typeface="Times New Roman" panose="02020603050405020304" pitchFamily="18" charset="0"/>
              </a:rPr>
              <a:t>( 0, </a:t>
            </a:r>
            <a:r>
              <a:rPr lang="en-US" altLang="zh-CN" sz="1800" b="1" i="1" dirty="0">
                <a:solidFill>
                  <a:schemeClr val="tx2">
                    <a:lumMod val="60000"/>
                    <a:lumOff val="40000"/>
                  </a:schemeClr>
                </a:solidFill>
                <a:ea typeface="楷体_GB2312" pitchFamily="49" charset="-122"/>
                <a:cs typeface="Times New Roman" panose="02020603050405020304" pitchFamily="18" charset="0"/>
              </a:rPr>
              <a:t>offset</a:t>
            </a:r>
            <a:r>
              <a:rPr lang="en-US" altLang="zh-CN" sz="1800" b="1" dirty="0">
                <a:solidFill>
                  <a:schemeClr val="tx2">
                    <a:lumMod val="60000"/>
                    <a:lumOff val="40000"/>
                  </a:schemeClr>
                </a:solidFill>
                <a:ea typeface="楷体_GB2312" pitchFamily="49" charset="-122"/>
                <a:cs typeface="Times New Roman" panose="02020603050405020304" pitchFamily="18" charset="0"/>
              </a:rPr>
              <a:t> ); } </a:t>
            </a:r>
            <a:endParaRPr lang="zh-CN" altLang="en-US" sz="1800" b="1" dirty="0">
              <a:solidFill>
                <a:schemeClr val="tx2">
                  <a:lumMod val="60000"/>
                  <a:lumOff val="40000"/>
                </a:schemeClr>
              </a:solidFill>
              <a:ea typeface="楷体_GB2312" pitchFamily="49" charset="-122"/>
              <a:cs typeface="Times New Roman" panose="02020603050405020304" pitchFamily="18" charset="0"/>
            </a:endParaRPr>
          </a:p>
        </p:txBody>
      </p:sp>
      <p:sp>
        <p:nvSpPr>
          <p:cNvPr id="154628" name="Rectangle 2"/>
          <p:cNvSpPr>
            <a:spLocks noGrp="1" noChangeArrowheads="1"/>
          </p:cNvSpPr>
          <p:nvPr>
            <p:ph type="title"/>
          </p:nvPr>
        </p:nvSpPr>
        <p:spPr>
          <a:xfrm>
            <a:off x="755650" y="268288"/>
            <a:ext cx="7931150" cy="358775"/>
          </a:xfrm>
        </p:spPr>
        <p:txBody>
          <a:bodyPr/>
          <a:lstStyle/>
          <a:p>
            <a:r>
              <a:rPr lang="zh-CN" altLang="en-US" sz="300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例</a:t>
            </a:r>
            <a:endParaRPr lang="zh-CN" altLang="en-US" sz="3000" i="1">
              <a:solidFill>
                <a:schemeClr val="tx1"/>
              </a:solidFill>
              <a:ea typeface="楷体_GB2312"/>
              <a:cs typeface="Times New Roman" panose="02020603050405020304" pitchFamily="18" charset="0"/>
            </a:endParaRPr>
          </a:p>
        </p:txBody>
      </p:sp>
      <p:sp>
        <p:nvSpPr>
          <p:cNvPr id="63" name="Line 103"/>
          <p:cNvSpPr>
            <a:spLocks noChangeShapeType="1"/>
          </p:cNvSpPr>
          <p:nvPr/>
        </p:nvSpPr>
        <p:spPr bwMode="auto">
          <a:xfrm flipH="1" flipV="1">
            <a:off x="6761163" y="2449513"/>
            <a:ext cx="269875" cy="0"/>
          </a:xfrm>
          <a:prstGeom prst="line">
            <a:avLst/>
          </a:prstGeom>
          <a:noFill/>
          <a:ln w="25400">
            <a:solidFill>
              <a:schemeClr val="tx2">
                <a:lumMod val="60000"/>
                <a:lumOff val="40000"/>
              </a:schemeClr>
            </a:solidFill>
            <a:round/>
            <a:headEnd/>
            <a:tailEnd/>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grpSp>
        <p:nvGrpSpPr>
          <p:cNvPr id="3" name="组合 180241"/>
          <p:cNvGrpSpPr>
            <a:grpSpLocks/>
          </p:cNvGrpSpPr>
          <p:nvPr/>
        </p:nvGrpSpPr>
        <p:grpSpPr bwMode="auto">
          <a:xfrm>
            <a:off x="6678613" y="-92075"/>
            <a:ext cx="2238375" cy="1449388"/>
            <a:chOff x="6678686" y="-92546"/>
            <a:chExt cx="2238896" cy="1449933"/>
          </a:xfrm>
        </p:grpSpPr>
        <p:sp>
          <p:nvSpPr>
            <p:cNvPr id="154687" name="Rectangle 15"/>
            <p:cNvSpPr>
              <a:spLocks noChangeArrowheads="1"/>
            </p:cNvSpPr>
            <p:nvPr/>
          </p:nvSpPr>
          <p:spPr bwMode="auto">
            <a:xfrm>
              <a:off x="7488832" y="-92546"/>
              <a:ext cx="142875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2100" i="1">
                  <a:solidFill>
                    <a:srgbClr val="000000"/>
                  </a:solidFill>
                  <a:ea typeface="宋体" panose="02010600030101010101" pitchFamily="2" charset="-122"/>
                  <a:cs typeface="Times New Roman" panose="02020603050405020304" pitchFamily="18" charset="0"/>
                </a:rPr>
                <a:t>readarrary</a:t>
              </a:r>
            </a:p>
          </p:txBody>
        </p:sp>
        <p:sp>
          <p:nvSpPr>
            <p:cNvPr id="154688" name="Line 17"/>
            <p:cNvSpPr>
              <a:spLocks noChangeShapeType="1"/>
            </p:cNvSpPr>
            <p:nvPr/>
          </p:nvSpPr>
          <p:spPr bwMode="auto">
            <a:xfrm>
              <a:off x="7491461" y="283691"/>
              <a:ext cx="0" cy="59213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4689" name="Line 18"/>
            <p:cNvSpPr>
              <a:spLocks noChangeShapeType="1"/>
            </p:cNvSpPr>
            <p:nvPr/>
          </p:nvSpPr>
          <p:spPr bwMode="auto">
            <a:xfrm>
              <a:off x="8783140" y="283691"/>
              <a:ext cx="1587" cy="62071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4690" name="Line 20"/>
            <p:cNvSpPr>
              <a:spLocks noChangeShapeType="1"/>
            </p:cNvSpPr>
            <p:nvPr/>
          </p:nvSpPr>
          <p:spPr bwMode="auto">
            <a:xfrm flipV="1">
              <a:off x="7493048" y="577380"/>
              <a:ext cx="128587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4691" name="Rectangle 21"/>
            <p:cNvSpPr>
              <a:spLocks noChangeArrowheads="1"/>
            </p:cNvSpPr>
            <p:nvPr/>
          </p:nvSpPr>
          <p:spPr bwMode="auto">
            <a:xfrm>
              <a:off x="7735936" y="210840"/>
              <a:ext cx="1119212"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header</a:t>
              </a:r>
              <a:endParaRPr lang="en-US" altLang="zh-CN" sz="2100" i="1">
                <a:solidFill>
                  <a:srgbClr val="000000"/>
                </a:solidFill>
                <a:ea typeface="宋体" panose="02010600030101010101" pitchFamily="2" charset="-122"/>
                <a:cs typeface="Times New Roman" panose="02020603050405020304" pitchFamily="18" charset="0"/>
              </a:endParaRPr>
            </a:p>
          </p:txBody>
        </p:sp>
        <p:sp>
          <p:nvSpPr>
            <p:cNvPr id="154692" name="Line 22"/>
            <p:cNvSpPr>
              <a:spLocks noChangeShapeType="1"/>
            </p:cNvSpPr>
            <p:nvPr/>
          </p:nvSpPr>
          <p:spPr bwMode="auto">
            <a:xfrm>
              <a:off x="7504162" y="283691"/>
              <a:ext cx="125412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4693" name="Line 24"/>
            <p:cNvSpPr>
              <a:spLocks noChangeShapeType="1"/>
            </p:cNvSpPr>
            <p:nvPr/>
          </p:nvSpPr>
          <p:spPr bwMode="auto">
            <a:xfrm flipH="1">
              <a:off x="7775028" y="286867"/>
              <a:ext cx="0" cy="60325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4694" name="Line 18"/>
            <p:cNvSpPr>
              <a:spLocks noChangeShapeType="1"/>
            </p:cNvSpPr>
            <p:nvPr/>
          </p:nvSpPr>
          <p:spPr bwMode="auto">
            <a:xfrm>
              <a:off x="8495108" y="286345"/>
              <a:ext cx="1587" cy="62071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4695" name="Line 103"/>
            <p:cNvSpPr>
              <a:spLocks noChangeShapeType="1"/>
            </p:cNvSpPr>
            <p:nvPr/>
          </p:nvSpPr>
          <p:spPr bwMode="auto">
            <a:xfrm flipH="1" flipV="1">
              <a:off x="6678686" y="480117"/>
              <a:ext cx="968525"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4696" name="Line 51"/>
            <p:cNvSpPr>
              <a:spLocks noChangeShapeType="1"/>
            </p:cNvSpPr>
            <p:nvPr/>
          </p:nvSpPr>
          <p:spPr bwMode="auto">
            <a:xfrm>
              <a:off x="6684144" y="480116"/>
              <a:ext cx="12946" cy="877271"/>
            </a:xfrm>
            <a:prstGeom prst="line">
              <a:avLst/>
            </a:prstGeom>
            <a:noFill/>
            <a:ln w="25400">
              <a:solidFill>
                <a:srgbClr val="FF0000"/>
              </a:solidFill>
              <a:round/>
              <a:headEnd/>
              <a:tailEnd type="stealth" w="lg" len="lg"/>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sp>
        <p:nvSpPr>
          <p:cNvPr id="94" name="Rectangle 3"/>
          <p:cNvSpPr txBox="1">
            <a:spLocks noChangeArrowheads="1"/>
          </p:cNvSpPr>
          <p:nvPr/>
        </p:nvSpPr>
        <p:spPr bwMode="auto">
          <a:xfrm>
            <a:off x="1296988" y="71438"/>
            <a:ext cx="2482850" cy="2390775"/>
          </a:xfrm>
          <a:prstGeom prst="rect">
            <a:avLst/>
          </a:prstGeom>
          <a:solidFill>
            <a:schemeClr val="accent5">
              <a:lumMod val="60000"/>
              <a:lumOff val="40000"/>
            </a:schemeClr>
          </a:solidFill>
          <a:ln>
            <a:solidFill>
              <a:schemeClr val="tx1"/>
            </a:solidFill>
          </a:ln>
        </p:spPr>
        <p:txBody>
          <a:bodyPr lIns="68580" tIns="34290" rIns="68580" bIns="34290"/>
          <a:lstStyle>
            <a:lvl1pPr marL="271463" indent="-271463">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lgn="just" eaLnBrk="1" hangingPunct="1">
              <a:lnSpc>
                <a:spcPts val="1400"/>
              </a:lnSpc>
              <a:spcBef>
                <a:spcPct val="12000"/>
              </a:spcBef>
              <a:buClr>
                <a:srgbClr val="3333CC"/>
              </a:buClr>
              <a:buFont typeface="Wingdings" panose="05000000000000000000" pitchFamily="2" charset="2"/>
              <a:buNone/>
              <a:defRPr/>
            </a:pPr>
            <a:r>
              <a:rPr lang="en-US" altLang="zh-CN" sz="1800" i="1" dirty="0">
                <a:solidFill>
                  <a:srgbClr val="0000FF"/>
                </a:solidFill>
                <a:latin typeface="Times New Roman" panose="02020603050405020304" pitchFamily="18" charset="0"/>
                <a:ea typeface="楷体_GB2312" pitchFamily="49" charset="-122"/>
              </a:rPr>
              <a:t>program</a:t>
            </a:r>
            <a:r>
              <a:rPr lang="en-US" altLang="zh-CN" sz="1800" dirty="0">
                <a:solidFill>
                  <a:srgbClr val="0000FF"/>
                </a:solidFill>
                <a:latin typeface="Times New Roman" panose="02020603050405020304" pitchFamily="18" charset="0"/>
                <a:ea typeface="楷体_GB2312" pitchFamily="49" charset="-122"/>
              </a:rPr>
              <a:t> </a:t>
            </a:r>
            <a:r>
              <a:rPr lang="en-US" altLang="zh-CN" sz="1800" i="1" dirty="0">
                <a:solidFill>
                  <a:prstClr val="black"/>
                </a:solidFill>
                <a:latin typeface="Times New Roman" panose="02020603050405020304" pitchFamily="18" charset="0"/>
                <a:ea typeface="楷体_GB2312" pitchFamily="49" charset="-122"/>
              </a:rPr>
              <a:t>sort</a:t>
            </a:r>
            <a:r>
              <a:rPr lang="en-US" altLang="zh-CN" sz="1800" dirty="0">
                <a:solidFill>
                  <a:prstClr val="black"/>
                </a:solidFill>
                <a:latin typeface="Times New Roman" panose="02020603050405020304" pitchFamily="18" charset="0"/>
                <a:ea typeface="楷体_GB2312" pitchFamily="49" charset="-122"/>
              </a:rPr>
              <a:t>;</a:t>
            </a:r>
          </a:p>
          <a:p>
            <a:pPr algn="just" eaLnBrk="1" hangingPunct="1">
              <a:lnSpc>
                <a:spcPts val="1400"/>
              </a:lnSpc>
              <a:spcBef>
                <a:spcPct val="12000"/>
              </a:spcBef>
              <a:buClr>
                <a:srgbClr val="3333CC"/>
              </a:buClr>
              <a:buFont typeface="Wingdings" panose="05000000000000000000" pitchFamily="2" charset="2"/>
              <a:buNone/>
              <a:defRPr/>
            </a:pPr>
            <a:r>
              <a:rPr lang="en-US" altLang="zh-CN" sz="1800" dirty="0">
                <a:solidFill>
                  <a:srgbClr val="073E87"/>
                </a:solidFill>
                <a:latin typeface="Times New Roman" panose="02020603050405020304" pitchFamily="18" charset="0"/>
                <a:ea typeface="楷体_GB2312" pitchFamily="49" charset="-122"/>
              </a:rPr>
              <a:t>	</a:t>
            </a:r>
            <a:r>
              <a:rPr lang="en-US" altLang="zh-CN" sz="1800" i="1" dirty="0" err="1">
                <a:solidFill>
                  <a:srgbClr val="0000FF"/>
                </a:solidFill>
                <a:latin typeface="Times New Roman" panose="02020603050405020304" pitchFamily="18" charset="0"/>
                <a:ea typeface="楷体_GB2312" pitchFamily="49" charset="-122"/>
              </a:rPr>
              <a:t>var</a:t>
            </a:r>
            <a:r>
              <a:rPr lang="en-US" altLang="zh-CN" sz="1800" i="1" dirty="0">
                <a:solidFill>
                  <a:srgbClr val="0000FF"/>
                </a:solidFill>
                <a:latin typeface="Times New Roman" panose="02020603050405020304" pitchFamily="18" charset="0"/>
                <a:ea typeface="楷体_GB2312" pitchFamily="49" charset="-122"/>
              </a:rPr>
              <a:t> </a:t>
            </a:r>
            <a:r>
              <a:rPr lang="en-US" altLang="zh-CN" sz="1800" i="1" dirty="0">
                <a:solidFill>
                  <a:prstClr val="black"/>
                </a:solidFill>
                <a:latin typeface="Times New Roman" panose="02020603050405020304" pitchFamily="18" charset="0"/>
                <a:ea typeface="楷体_GB2312" pitchFamily="49" charset="-122"/>
              </a:rPr>
              <a:t>a</a:t>
            </a:r>
            <a:r>
              <a:rPr lang="en-US" altLang="zh-CN" sz="1800" dirty="0">
                <a:solidFill>
                  <a:prstClr val="black"/>
                </a:solidFill>
                <a:latin typeface="Times New Roman" panose="02020603050405020304" pitchFamily="18" charset="0"/>
                <a:ea typeface="楷体_GB2312" pitchFamily="49" charset="-122"/>
              </a:rPr>
              <a:t>:</a:t>
            </a:r>
            <a:r>
              <a:rPr lang="en-US" altLang="zh-CN" sz="1800" i="1" dirty="0">
                <a:solidFill>
                  <a:prstClr val="black"/>
                </a:solidFill>
                <a:latin typeface="Times New Roman" panose="02020603050405020304" pitchFamily="18" charset="0"/>
                <a:ea typeface="楷体_GB2312" pitchFamily="49" charset="-122"/>
              </a:rPr>
              <a:t>int</a:t>
            </a:r>
            <a:r>
              <a:rPr lang="en-US" altLang="zh-CN" sz="1800" dirty="0">
                <a:solidFill>
                  <a:prstClr val="black"/>
                </a:solidFill>
                <a:latin typeface="Times New Roman" panose="02020603050405020304" pitchFamily="18" charset="0"/>
                <a:ea typeface="楷体_GB2312" pitchFamily="49" charset="-122"/>
              </a:rPr>
              <a:t>[11]; </a:t>
            </a:r>
            <a:r>
              <a:rPr lang="en-US" altLang="zh-CN" sz="1800" i="1" dirty="0">
                <a:solidFill>
                  <a:prstClr val="black"/>
                </a:solidFill>
                <a:latin typeface="Times New Roman" panose="02020603050405020304" pitchFamily="18" charset="0"/>
                <a:ea typeface="楷体_GB2312" pitchFamily="49" charset="-122"/>
              </a:rPr>
              <a:t>x</a:t>
            </a:r>
            <a:r>
              <a:rPr lang="en-US" altLang="zh-CN" sz="1800" dirty="0">
                <a:solidFill>
                  <a:prstClr val="black"/>
                </a:solidFill>
                <a:latin typeface="Times New Roman" panose="02020603050405020304" pitchFamily="18" charset="0"/>
                <a:ea typeface="楷体_GB2312" pitchFamily="49" charset="-122"/>
              </a:rPr>
              <a:t>:</a:t>
            </a:r>
            <a:r>
              <a:rPr lang="en-US" altLang="zh-CN" sz="1800" i="1" dirty="0">
                <a:solidFill>
                  <a:prstClr val="black"/>
                </a:solidFill>
                <a:latin typeface="Times New Roman" panose="02020603050405020304" pitchFamily="18" charset="0"/>
                <a:ea typeface="楷体_GB2312" pitchFamily="49" charset="-122"/>
              </a:rPr>
              <a:t>int</a:t>
            </a:r>
            <a:r>
              <a:rPr lang="en-US" altLang="zh-CN" sz="1800" dirty="0">
                <a:solidFill>
                  <a:prstClr val="black"/>
                </a:solidFill>
                <a:latin typeface="Times New Roman" panose="02020603050405020304" pitchFamily="18" charset="0"/>
                <a:ea typeface="楷体_GB2312" pitchFamily="49" charset="-122"/>
              </a:rPr>
              <a:t>;</a:t>
            </a:r>
          </a:p>
          <a:p>
            <a:pPr algn="just" eaLnBrk="1" hangingPunct="1">
              <a:lnSpc>
                <a:spcPts val="1400"/>
              </a:lnSpc>
              <a:spcBef>
                <a:spcPct val="12000"/>
              </a:spcBef>
              <a:buClr>
                <a:srgbClr val="3333CC"/>
              </a:buClr>
              <a:buFont typeface="Wingdings" panose="05000000000000000000" pitchFamily="2" charset="2"/>
              <a:buNone/>
              <a:defRPr/>
            </a:pPr>
            <a:r>
              <a:rPr lang="en-US" altLang="zh-CN" sz="1800" dirty="0">
                <a:solidFill>
                  <a:srgbClr val="073E87"/>
                </a:solidFill>
                <a:latin typeface="Times New Roman" panose="02020603050405020304" pitchFamily="18" charset="0"/>
                <a:ea typeface="楷体_GB2312" pitchFamily="49" charset="-122"/>
              </a:rPr>
              <a:t>   	</a:t>
            </a:r>
            <a:r>
              <a:rPr lang="en-US" altLang="zh-CN" sz="1800" i="1" dirty="0" err="1">
                <a:solidFill>
                  <a:srgbClr val="0000FF"/>
                </a:solidFill>
                <a:latin typeface="Times New Roman" panose="02020603050405020304" pitchFamily="18" charset="0"/>
                <a:ea typeface="楷体_GB2312" pitchFamily="49" charset="-122"/>
              </a:rPr>
              <a:t>proc</a:t>
            </a:r>
            <a:r>
              <a:rPr lang="en-US" altLang="zh-CN" sz="1800" dirty="0">
                <a:solidFill>
                  <a:srgbClr val="0000FF"/>
                </a:solidFill>
                <a:latin typeface="Times New Roman" panose="02020603050405020304" pitchFamily="18" charset="0"/>
                <a:ea typeface="楷体_GB2312" pitchFamily="49" charset="-122"/>
              </a:rPr>
              <a:t> </a:t>
            </a:r>
            <a:r>
              <a:rPr lang="en-US" altLang="zh-CN" sz="1800" i="1" dirty="0" err="1">
                <a:solidFill>
                  <a:prstClr val="black"/>
                </a:solidFill>
                <a:latin typeface="Times New Roman" panose="02020603050405020304" pitchFamily="18" charset="0"/>
                <a:ea typeface="楷体_GB2312" pitchFamily="49" charset="-122"/>
              </a:rPr>
              <a:t>readarray</a:t>
            </a:r>
            <a:r>
              <a:rPr lang="en-US" altLang="zh-CN" sz="1800" dirty="0">
                <a:solidFill>
                  <a:prstClr val="black"/>
                </a:solidFill>
                <a:latin typeface="Times New Roman" panose="02020603050405020304" pitchFamily="18" charset="0"/>
                <a:ea typeface="楷体_GB2312" pitchFamily="49" charset="-122"/>
              </a:rPr>
              <a:t>;</a:t>
            </a:r>
          </a:p>
          <a:p>
            <a:pPr algn="just" eaLnBrk="1" hangingPunct="1">
              <a:lnSpc>
                <a:spcPts val="1400"/>
              </a:lnSpc>
              <a:spcBef>
                <a:spcPct val="12000"/>
              </a:spcBef>
              <a:buClr>
                <a:srgbClr val="3333CC"/>
              </a:buClr>
              <a:buFont typeface="Wingdings" panose="05000000000000000000" pitchFamily="2" charset="2"/>
              <a:buNone/>
              <a:defRPr/>
            </a:pPr>
            <a:r>
              <a:rPr lang="en-US" altLang="zh-CN" sz="1800" dirty="0">
                <a:solidFill>
                  <a:srgbClr val="073E87"/>
                </a:solidFill>
                <a:latin typeface="Times New Roman" panose="02020603050405020304" pitchFamily="18" charset="0"/>
                <a:ea typeface="楷体_GB2312" pitchFamily="49" charset="-122"/>
              </a:rPr>
              <a:t>	   </a:t>
            </a:r>
            <a:r>
              <a:rPr lang="en-US" altLang="zh-CN" sz="1800" i="1" dirty="0" err="1">
                <a:solidFill>
                  <a:srgbClr val="0000FF"/>
                </a:solidFill>
                <a:latin typeface="Times New Roman" panose="02020603050405020304" pitchFamily="18" charset="0"/>
                <a:ea typeface="楷体_GB2312" pitchFamily="49" charset="-122"/>
              </a:rPr>
              <a:t>var</a:t>
            </a:r>
            <a:r>
              <a:rPr lang="en-US" altLang="zh-CN" sz="1800" dirty="0">
                <a:solidFill>
                  <a:srgbClr val="0000FF"/>
                </a:solidFill>
                <a:latin typeface="Times New Roman" panose="02020603050405020304" pitchFamily="18" charset="0"/>
                <a:ea typeface="楷体_GB2312" pitchFamily="49" charset="-122"/>
              </a:rPr>
              <a:t> </a:t>
            </a:r>
            <a:r>
              <a:rPr lang="en-US" altLang="zh-CN" sz="1800" i="1" dirty="0">
                <a:solidFill>
                  <a:prstClr val="black"/>
                </a:solidFill>
                <a:latin typeface="Times New Roman" panose="02020603050405020304" pitchFamily="18" charset="0"/>
                <a:ea typeface="楷体_GB2312" pitchFamily="49" charset="-122"/>
              </a:rPr>
              <a:t>i</a:t>
            </a:r>
            <a:r>
              <a:rPr lang="en-US" altLang="zh-CN" sz="1800" dirty="0">
                <a:solidFill>
                  <a:prstClr val="black"/>
                </a:solidFill>
                <a:latin typeface="Times New Roman" panose="02020603050405020304" pitchFamily="18" charset="0"/>
                <a:ea typeface="楷体_GB2312" pitchFamily="49" charset="-122"/>
              </a:rPr>
              <a:t>:</a:t>
            </a:r>
            <a:r>
              <a:rPr lang="en-US" altLang="zh-CN" sz="1800" i="1" dirty="0">
                <a:solidFill>
                  <a:prstClr val="black"/>
                </a:solidFill>
                <a:latin typeface="Times New Roman" panose="02020603050405020304" pitchFamily="18" charset="0"/>
                <a:ea typeface="楷体_GB2312" pitchFamily="49" charset="-122"/>
              </a:rPr>
              <a:t>int</a:t>
            </a:r>
            <a:r>
              <a:rPr lang="en-US" altLang="zh-CN" sz="1800" dirty="0">
                <a:solidFill>
                  <a:prstClr val="black"/>
                </a:solidFill>
                <a:latin typeface="Times New Roman" panose="02020603050405020304" pitchFamily="18" charset="0"/>
                <a:ea typeface="楷体_GB2312" pitchFamily="49" charset="-122"/>
              </a:rPr>
              <a:t>; {…}</a:t>
            </a:r>
          </a:p>
          <a:p>
            <a:pPr algn="just" eaLnBrk="1" hangingPunct="1">
              <a:lnSpc>
                <a:spcPts val="1400"/>
              </a:lnSpc>
              <a:spcBef>
                <a:spcPct val="12000"/>
              </a:spcBef>
              <a:buClr>
                <a:srgbClr val="3333CC"/>
              </a:buClr>
              <a:buFont typeface="Wingdings" panose="05000000000000000000" pitchFamily="2" charset="2"/>
              <a:buNone/>
              <a:defRPr/>
            </a:pPr>
            <a:r>
              <a:rPr lang="en-US" altLang="zh-CN" sz="1800" dirty="0">
                <a:solidFill>
                  <a:srgbClr val="073E87"/>
                </a:solidFill>
                <a:latin typeface="Times New Roman" panose="02020603050405020304" pitchFamily="18" charset="0"/>
                <a:ea typeface="楷体_GB2312" pitchFamily="49" charset="-122"/>
              </a:rPr>
              <a:t>	</a:t>
            </a:r>
            <a:r>
              <a:rPr lang="en-US" altLang="zh-CN" sz="1800" i="1" dirty="0" err="1">
                <a:solidFill>
                  <a:srgbClr val="0000FF"/>
                </a:solidFill>
                <a:latin typeface="Times New Roman" panose="02020603050405020304" pitchFamily="18" charset="0"/>
                <a:ea typeface="楷体_GB2312" pitchFamily="49" charset="-122"/>
              </a:rPr>
              <a:t>proc</a:t>
            </a:r>
            <a:r>
              <a:rPr lang="en-US" altLang="zh-CN" sz="1800" dirty="0">
                <a:solidFill>
                  <a:srgbClr val="0000FF"/>
                </a:solidFill>
                <a:latin typeface="Times New Roman" panose="02020603050405020304" pitchFamily="18" charset="0"/>
                <a:ea typeface="楷体_GB2312" pitchFamily="49" charset="-122"/>
              </a:rPr>
              <a:t> </a:t>
            </a:r>
            <a:r>
              <a:rPr lang="en-US" altLang="zh-CN" sz="1800" i="1" dirty="0">
                <a:solidFill>
                  <a:prstClr val="black"/>
                </a:solidFill>
                <a:latin typeface="Times New Roman" panose="02020603050405020304" pitchFamily="18" charset="0"/>
                <a:ea typeface="楷体_GB2312" pitchFamily="49" charset="-122"/>
              </a:rPr>
              <a:t>exchange</a:t>
            </a:r>
            <a:r>
              <a:rPr lang="en-US" altLang="zh-CN" sz="1800" dirty="0">
                <a:solidFill>
                  <a:prstClr val="black"/>
                </a:solidFill>
                <a:latin typeface="Times New Roman" panose="02020603050405020304" pitchFamily="18" charset="0"/>
                <a:ea typeface="楷体_GB2312" pitchFamily="49" charset="-122"/>
              </a:rPr>
              <a:t>; {…}</a:t>
            </a:r>
            <a:endParaRPr lang="zh-CN" altLang="en-US" sz="1800" dirty="0">
              <a:solidFill>
                <a:srgbClr val="073E87"/>
              </a:solidFill>
              <a:latin typeface="Times New Roman" panose="02020603050405020304" pitchFamily="18" charset="0"/>
              <a:ea typeface="楷体_GB2312" pitchFamily="49" charset="-122"/>
            </a:endParaRPr>
          </a:p>
          <a:p>
            <a:pPr algn="just" eaLnBrk="1" hangingPunct="1">
              <a:lnSpc>
                <a:spcPts val="1400"/>
              </a:lnSpc>
              <a:spcBef>
                <a:spcPct val="12000"/>
              </a:spcBef>
              <a:buClr>
                <a:srgbClr val="3333CC"/>
              </a:buClr>
              <a:buFont typeface="Wingdings" panose="05000000000000000000" pitchFamily="2" charset="2"/>
              <a:buNone/>
              <a:defRPr/>
            </a:pPr>
            <a:r>
              <a:rPr lang="en-US" altLang="zh-CN" sz="1800" dirty="0">
                <a:solidFill>
                  <a:srgbClr val="073E87"/>
                </a:solidFill>
                <a:latin typeface="Times New Roman" panose="02020603050405020304" pitchFamily="18" charset="0"/>
                <a:ea typeface="楷体_GB2312" pitchFamily="49" charset="-122"/>
              </a:rPr>
              <a:t>	</a:t>
            </a:r>
            <a:r>
              <a:rPr lang="en-US" altLang="zh-CN" sz="1800" i="1" dirty="0" err="1">
                <a:solidFill>
                  <a:srgbClr val="0000FF"/>
                </a:solidFill>
                <a:latin typeface="Times New Roman" panose="02020603050405020304" pitchFamily="18" charset="0"/>
                <a:ea typeface="楷体_GB2312" pitchFamily="49" charset="-122"/>
              </a:rPr>
              <a:t>proc</a:t>
            </a:r>
            <a:r>
              <a:rPr lang="en-US" altLang="zh-CN" sz="1800" dirty="0">
                <a:solidFill>
                  <a:srgbClr val="0000FF"/>
                </a:solidFill>
                <a:latin typeface="Times New Roman" panose="02020603050405020304" pitchFamily="18" charset="0"/>
                <a:ea typeface="楷体_GB2312" pitchFamily="49" charset="-122"/>
              </a:rPr>
              <a:t> </a:t>
            </a:r>
            <a:r>
              <a:rPr lang="en-US" altLang="zh-CN" sz="1800" i="1" dirty="0">
                <a:solidFill>
                  <a:prstClr val="black"/>
                </a:solidFill>
                <a:latin typeface="Times New Roman" panose="02020603050405020304" pitchFamily="18" charset="0"/>
                <a:ea typeface="楷体_GB2312" pitchFamily="49" charset="-122"/>
              </a:rPr>
              <a:t>quicksort</a:t>
            </a:r>
            <a:r>
              <a:rPr lang="en-US" altLang="zh-CN" sz="1800" dirty="0">
                <a:solidFill>
                  <a:prstClr val="black"/>
                </a:solidFill>
                <a:latin typeface="Times New Roman" panose="02020603050405020304" pitchFamily="18" charset="0"/>
                <a:ea typeface="楷体_GB2312" pitchFamily="49" charset="-122"/>
              </a:rPr>
              <a:t>;</a:t>
            </a:r>
          </a:p>
          <a:p>
            <a:pPr algn="just" eaLnBrk="1" hangingPunct="1">
              <a:lnSpc>
                <a:spcPts val="1400"/>
              </a:lnSpc>
              <a:spcBef>
                <a:spcPct val="12000"/>
              </a:spcBef>
              <a:buClr>
                <a:srgbClr val="3333CC"/>
              </a:buClr>
              <a:buFont typeface="Wingdings" panose="05000000000000000000" pitchFamily="2" charset="2"/>
              <a:buNone/>
              <a:defRPr/>
            </a:pPr>
            <a:r>
              <a:rPr lang="en-US" altLang="zh-CN" sz="1800" dirty="0">
                <a:solidFill>
                  <a:srgbClr val="073E87"/>
                </a:solidFill>
                <a:latin typeface="Times New Roman" panose="02020603050405020304" pitchFamily="18" charset="0"/>
                <a:ea typeface="楷体_GB2312" pitchFamily="49" charset="-122"/>
              </a:rPr>
              <a:t>	   </a:t>
            </a:r>
            <a:r>
              <a:rPr lang="en-US" altLang="zh-CN" sz="1800" i="1" dirty="0" err="1">
                <a:solidFill>
                  <a:srgbClr val="0000FF"/>
                </a:solidFill>
                <a:latin typeface="Times New Roman" panose="02020603050405020304" pitchFamily="18" charset="0"/>
                <a:ea typeface="楷体_GB2312" pitchFamily="49" charset="-122"/>
              </a:rPr>
              <a:t>var</a:t>
            </a:r>
            <a:r>
              <a:rPr lang="en-US" altLang="zh-CN" sz="1800" dirty="0">
                <a:solidFill>
                  <a:srgbClr val="0000FF"/>
                </a:solidFill>
                <a:latin typeface="Times New Roman" panose="02020603050405020304" pitchFamily="18" charset="0"/>
                <a:ea typeface="楷体_GB2312" pitchFamily="49" charset="-122"/>
              </a:rPr>
              <a:t> </a:t>
            </a:r>
            <a:r>
              <a:rPr lang="en-US" altLang="zh-CN" sz="1800" i="1" dirty="0">
                <a:solidFill>
                  <a:prstClr val="black"/>
                </a:solidFill>
                <a:latin typeface="Times New Roman" panose="02020603050405020304" pitchFamily="18" charset="0"/>
                <a:ea typeface="楷体_GB2312" pitchFamily="49" charset="-122"/>
              </a:rPr>
              <a:t>k</a:t>
            </a:r>
            <a:r>
              <a:rPr lang="en-US" altLang="zh-CN" sz="1800" dirty="0">
                <a:solidFill>
                  <a:prstClr val="black"/>
                </a:solidFill>
                <a:latin typeface="Times New Roman" panose="02020603050405020304" pitchFamily="18" charset="0"/>
                <a:ea typeface="楷体_GB2312" pitchFamily="49" charset="-122"/>
              </a:rPr>
              <a:t>, </a:t>
            </a:r>
            <a:r>
              <a:rPr lang="en-US" altLang="zh-CN" sz="1800" i="1" dirty="0">
                <a:solidFill>
                  <a:prstClr val="black"/>
                </a:solidFill>
                <a:latin typeface="Times New Roman" panose="02020603050405020304" pitchFamily="18" charset="0"/>
                <a:ea typeface="楷体_GB2312" pitchFamily="49" charset="-122"/>
              </a:rPr>
              <a:t>v</a:t>
            </a:r>
            <a:r>
              <a:rPr lang="en-US" altLang="zh-CN" sz="1800" dirty="0">
                <a:solidFill>
                  <a:prstClr val="black"/>
                </a:solidFill>
                <a:latin typeface="Times New Roman" panose="02020603050405020304" pitchFamily="18" charset="0"/>
                <a:ea typeface="楷体_GB2312" pitchFamily="49" charset="-122"/>
              </a:rPr>
              <a:t>:</a:t>
            </a:r>
            <a:r>
              <a:rPr lang="en-US" altLang="zh-CN" sz="1800" i="1" dirty="0">
                <a:solidFill>
                  <a:prstClr val="black"/>
                </a:solidFill>
                <a:latin typeface="Times New Roman" panose="02020603050405020304" pitchFamily="18" charset="0"/>
                <a:ea typeface="楷体_GB2312" pitchFamily="49" charset="-122"/>
              </a:rPr>
              <a:t>int</a:t>
            </a:r>
            <a:r>
              <a:rPr lang="en-US" altLang="zh-CN" sz="1800" dirty="0">
                <a:solidFill>
                  <a:prstClr val="black"/>
                </a:solidFill>
                <a:latin typeface="Times New Roman" panose="02020603050405020304" pitchFamily="18" charset="0"/>
                <a:ea typeface="楷体_GB2312" pitchFamily="49" charset="-122"/>
              </a:rPr>
              <a:t>;</a:t>
            </a:r>
          </a:p>
          <a:p>
            <a:pPr algn="just" eaLnBrk="1" hangingPunct="1">
              <a:lnSpc>
                <a:spcPts val="1400"/>
              </a:lnSpc>
              <a:spcBef>
                <a:spcPct val="12000"/>
              </a:spcBef>
              <a:buClr>
                <a:srgbClr val="3333CC"/>
              </a:buClr>
              <a:buFont typeface="Wingdings" panose="05000000000000000000" pitchFamily="2" charset="2"/>
              <a:buNone/>
              <a:defRPr/>
            </a:pPr>
            <a:r>
              <a:rPr lang="en-US" altLang="zh-CN" sz="1800" dirty="0">
                <a:solidFill>
                  <a:srgbClr val="073E87"/>
                </a:solidFill>
                <a:latin typeface="Times New Roman" panose="02020603050405020304" pitchFamily="18" charset="0"/>
                <a:ea typeface="楷体_GB2312" pitchFamily="49" charset="-122"/>
              </a:rPr>
              <a:t>	      </a:t>
            </a:r>
            <a:r>
              <a:rPr lang="en-US" altLang="zh-CN" sz="1800" i="1" dirty="0" err="1">
                <a:solidFill>
                  <a:srgbClr val="0000FF"/>
                </a:solidFill>
                <a:latin typeface="Times New Roman" panose="02020603050405020304" pitchFamily="18" charset="0"/>
                <a:ea typeface="楷体_GB2312" pitchFamily="49" charset="-122"/>
              </a:rPr>
              <a:t>func</a:t>
            </a:r>
            <a:r>
              <a:rPr lang="en-US" altLang="zh-CN" sz="1800" dirty="0">
                <a:solidFill>
                  <a:srgbClr val="0000FF"/>
                </a:solidFill>
                <a:latin typeface="Times New Roman" panose="02020603050405020304" pitchFamily="18" charset="0"/>
                <a:ea typeface="楷体_GB2312" pitchFamily="49" charset="-122"/>
              </a:rPr>
              <a:t> </a:t>
            </a:r>
            <a:r>
              <a:rPr lang="en-US" altLang="zh-CN" sz="1800" i="1" dirty="0">
                <a:solidFill>
                  <a:prstClr val="black"/>
                </a:solidFill>
                <a:latin typeface="Times New Roman" panose="02020603050405020304" pitchFamily="18" charset="0"/>
                <a:ea typeface="楷体_GB2312" pitchFamily="49" charset="-122"/>
              </a:rPr>
              <a:t>partition</a:t>
            </a:r>
            <a:r>
              <a:rPr lang="en-US" altLang="zh-CN" sz="1800" dirty="0">
                <a:solidFill>
                  <a:prstClr val="black"/>
                </a:solidFill>
                <a:latin typeface="Times New Roman" panose="02020603050405020304" pitchFamily="18" charset="0"/>
                <a:ea typeface="楷体_GB2312" pitchFamily="49" charset="-122"/>
              </a:rPr>
              <a:t>;</a:t>
            </a:r>
          </a:p>
          <a:p>
            <a:pPr algn="just" eaLnBrk="1" hangingPunct="1">
              <a:lnSpc>
                <a:spcPts val="1400"/>
              </a:lnSpc>
              <a:spcBef>
                <a:spcPct val="12000"/>
              </a:spcBef>
              <a:buClr>
                <a:srgbClr val="3333CC"/>
              </a:buClr>
              <a:buFont typeface="Wingdings" panose="05000000000000000000" pitchFamily="2" charset="2"/>
              <a:buNone/>
              <a:defRPr/>
            </a:pPr>
            <a:r>
              <a:rPr lang="en-US" altLang="zh-CN" sz="1800" dirty="0">
                <a:solidFill>
                  <a:srgbClr val="073E87"/>
                </a:solidFill>
                <a:latin typeface="Times New Roman" panose="02020603050405020304" pitchFamily="18" charset="0"/>
                <a:ea typeface="楷体_GB2312" pitchFamily="49" charset="-122"/>
              </a:rPr>
              <a:t>		</a:t>
            </a:r>
            <a:r>
              <a:rPr lang="en-US" altLang="zh-CN" sz="1800" i="1" dirty="0" err="1">
                <a:solidFill>
                  <a:srgbClr val="0000FF"/>
                </a:solidFill>
                <a:latin typeface="Times New Roman" panose="02020603050405020304" pitchFamily="18" charset="0"/>
                <a:ea typeface="楷体_GB2312" pitchFamily="49" charset="-122"/>
              </a:rPr>
              <a:t>var</a:t>
            </a:r>
            <a:r>
              <a:rPr lang="en-US" altLang="zh-CN" sz="1800" dirty="0">
                <a:solidFill>
                  <a:srgbClr val="0000FF"/>
                </a:solidFill>
                <a:latin typeface="Times New Roman" panose="02020603050405020304" pitchFamily="18" charset="0"/>
                <a:ea typeface="楷体_GB2312" pitchFamily="49" charset="-122"/>
              </a:rPr>
              <a:t> </a:t>
            </a:r>
            <a:r>
              <a:rPr lang="en-US" altLang="zh-CN" sz="1800" i="1" dirty="0" err="1">
                <a:solidFill>
                  <a:prstClr val="black"/>
                </a:solidFill>
                <a:latin typeface="Times New Roman" panose="02020603050405020304" pitchFamily="18" charset="0"/>
                <a:ea typeface="楷体_GB2312" pitchFamily="49" charset="-122"/>
              </a:rPr>
              <a:t>i</a:t>
            </a:r>
            <a:r>
              <a:rPr lang="en-US" altLang="zh-CN" sz="1800" dirty="0">
                <a:solidFill>
                  <a:prstClr val="black"/>
                </a:solidFill>
                <a:latin typeface="Times New Roman" panose="02020603050405020304" pitchFamily="18" charset="0"/>
                <a:ea typeface="楷体_GB2312" pitchFamily="49" charset="-122"/>
              </a:rPr>
              <a:t>, </a:t>
            </a:r>
            <a:r>
              <a:rPr lang="en-US" altLang="zh-CN" sz="1800" i="1" dirty="0">
                <a:solidFill>
                  <a:prstClr val="black"/>
                </a:solidFill>
                <a:latin typeface="Times New Roman" panose="02020603050405020304" pitchFamily="18" charset="0"/>
                <a:ea typeface="楷体_GB2312" pitchFamily="49" charset="-122"/>
              </a:rPr>
              <a:t>j</a:t>
            </a:r>
            <a:r>
              <a:rPr lang="en-US" altLang="zh-CN" sz="1800" dirty="0">
                <a:solidFill>
                  <a:prstClr val="black"/>
                </a:solidFill>
                <a:latin typeface="Times New Roman" panose="02020603050405020304" pitchFamily="18" charset="0"/>
                <a:ea typeface="楷体_GB2312" pitchFamily="49" charset="-122"/>
              </a:rPr>
              <a:t>:</a:t>
            </a:r>
            <a:r>
              <a:rPr lang="en-US" altLang="zh-CN" sz="1800" i="1" dirty="0">
                <a:solidFill>
                  <a:prstClr val="black"/>
                </a:solidFill>
                <a:latin typeface="Times New Roman" panose="02020603050405020304" pitchFamily="18" charset="0"/>
                <a:ea typeface="楷体_GB2312" pitchFamily="49" charset="-122"/>
              </a:rPr>
              <a:t>int</a:t>
            </a:r>
            <a:r>
              <a:rPr lang="en-US" altLang="zh-CN" sz="1800" dirty="0">
                <a:solidFill>
                  <a:prstClr val="black"/>
                </a:solidFill>
                <a:latin typeface="Times New Roman" panose="02020603050405020304" pitchFamily="18" charset="0"/>
                <a:ea typeface="楷体_GB2312" pitchFamily="49" charset="-122"/>
              </a:rPr>
              <a:t>; {…}</a:t>
            </a:r>
          </a:p>
          <a:p>
            <a:pPr algn="just" eaLnBrk="1" hangingPunct="1">
              <a:lnSpc>
                <a:spcPts val="1400"/>
              </a:lnSpc>
              <a:spcBef>
                <a:spcPct val="12000"/>
              </a:spcBef>
              <a:buClr>
                <a:srgbClr val="3333CC"/>
              </a:buClr>
              <a:buFont typeface="Wingdings" panose="05000000000000000000" pitchFamily="2" charset="2"/>
              <a:buNone/>
              <a:defRPr/>
            </a:pPr>
            <a:r>
              <a:rPr lang="en-US" altLang="zh-CN" sz="1800" dirty="0">
                <a:solidFill>
                  <a:prstClr val="black"/>
                </a:solidFill>
                <a:latin typeface="Times New Roman" panose="02020603050405020304" pitchFamily="18" charset="0"/>
                <a:ea typeface="楷体_GB2312" pitchFamily="49" charset="-122"/>
              </a:rPr>
              <a:t>       {…}</a:t>
            </a:r>
          </a:p>
          <a:p>
            <a:pPr algn="just" eaLnBrk="1" hangingPunct="1">
              <a:lnSpc>
                <a:spcPts val="1400"/>
              </a:lnSpc>
              <a:spcBef>
                <a:spcPct val="12000"/>
              </a:spcBef>
              <a:buClr>
                <a:srgbClr val="3333CC"/>
              </a:buClr>
              <a:buFont typeface="Wingdings" panose="05000000000000000000" pitchFamily="2" charset="2"/>
              <a:buNone/>
              <a:defRPr/>
            </a:pPr>
            <a:r>
              <a:rPr lang="en-US" altLang="zh-CN" sz="1800" dirty="0">
                <a:solidFill>
                  <a:prstClr val="black"/>
                </a:solidFill>
                <a:latin typeface="Times New Roman" panose="02020603050405020304" pitchFamily="18" charset="0"/>
                <a:ea typeface="楷体_GB2312" pitchFamily="49" charset="-122"/>
              </a:rPr>
              <a:t>     {…}</a:t>
            </a:r>
          </a:p>
        </p:txBody>
      </p:sp>
      <p:grpSp>
        <p:nvGrpSpPr>
          <p:cNvPr id="4" name="组合 5"/>
          <p:cNvGrpSpPr>
            <a:grpSpLocks/>
          </p:cNvGrpSpPr>
          <p:nvPr/>
        </p:nvGrpSpPr>
        <p:grpSpPr bwMode="auto">
          <a:xfrm>
            <a:off x="5070475" y="79375"/>
            <a:ext cx="1517650" cy="969963"/>
            <a:chOff x="5069755" y="79300"/>
            <a:chExt cx="1518468" cy="970576"/>
          </a:xfrm>
        </p:grpSpPr>
        <p:sp>
          <p:nvSpPr>
            <p:cNvPr id="154678" name="Rectangle 78"/>
            <p:cNvSpPr>
              <a:spLocks noChangeArrowheads="1"/>
            </p:cNvSpPr>
            <p:nvPr/>
          </p:nvSpPr>
          <p:spPr bwMode="auto">
            <a:xfrm>
              <a:off x="5573811" y="79300"/>
              <a:ext cx="1014412"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header</a:t>
              </a:r>
              <a:r>
                <a:rPr lang="zh-CN" altLang="en-US" sz="2100" i="1">
                  <a:solidFill>
                    <a:srgbClr val="000000"/>
                  </a:solidFill>
                  <a:ea typeface="宋体" panose="02010600030101010101" pitchFamily="2" charset="-122"/>
                  <a:cs typeface="Times New Roman" panose="02020603050405020304" pitchFamily="18" charset="0"/>
                </a:rPr>
                <a:t> </a:t>
              </a:r>
              <a:endParaRPr lang="en-US" altLang="zh-CN" sz="2100">
                <a:solidFill>
                  <a:srgbClr val="000000"/>
                </a:solidFill>
                <a:ea typeface="宋体" panose="02010600030101010101" pitchFamily="2" charset="-122"/>
                <a:cs typeface="Times New Roman" panose="02020603050405020304" pitchFamily="18" charset="0"/>
              </a:endParaRPr>
            </a:p>
          </p:txBody>
        </p:sp>
        <p:sp>
          <p:nvSpPr>
            <p:cNvPr id="154679" name="Line 30"/>
            <p:cNvSpPr>
              <a:spLocks noChangeShapeType="1"/>
            </p:cNvSpPr>
            <p:nvPr/>
          </p:nvSpPr>
          <p:spPr bwMode="auto">
            <a:xfrm>
              <a:off x="5175270" y="149876"/>
              <a:ext cx="0" cy="9000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4680" name="Line 37"/>
            <p:cNvSpPr>
              <a:spLocks noChangeShapeType="1"/>
            </p:cNvSpPr>
            <p:nvPr/>
          </p:nvSpPr>
          <p:spPr bwMode="auto">
            <a:xfrm flipV="1">
              <a:off x="5166098" y="452784"/>
              <a:ext cx="141582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4681" name="Rectangle 39"/>
            <p:cNvSpPr>
              <a:spLocks noChangeArrowheads="1"/>
            </p:cNvSpPr>
            <p:nvPr/>
          </p:nvSpPr>
          <p:spPr bwMode="auto">
            <a:xfrm>
              <a:off x="5069755" y="112637"/>
              <a:ext cx="515938"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1800" i="1">
                  <a:solidFill>
                    <a:srgbClr val="000000"/>
                  </a:solidFill>
                  <a:ea typeface="宋体" panose="02010600030101010101" pitchFamily="2" charset="-122"/>
                  <a:cs typeface="Times New Roman" panose="02020603050405020304" pitchFamily="18" charset="0"/>
                </a:rPr>
                <a:t>nil</a:t>
              </a:r>
              <a:endParaRPr lang="zh-CN" altLang="en-US" sz="1800" i="1">
                <a:solidFill>
                  <a:srgbClr val="000000"/>
                </a:solidFill>
                <a:ea typeface="宋体" panose="02010600030101010101" pitchFamily="2" charset="-122"/>
                <a:cs typeface="Times New Roman" panose="02020603050405020304" pitchFamily="18" charset="0"/>
              </a:endParaRPr>
            </a:p>
          </p:txBody>
        </p:sp>
        <p:sp>
          <p:nvSpPr>
            <p:cNvPr id="154682" name="Line 41"/>
            <p:cNvSpPr>
              <a:spLocks noChangeShapeType="1"/>
            </p:cNvSpPr>
            <p:nvPr/>
          </p:nvSpPr>
          <p:spPr bwMode="auto">
            <a:xfrm>
              <a:off x="5175622" y="165025"/>
              <a:ext cx="140000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4683" name="Line 42"/>
            <p:cNvSpPr>
              <a:spLocks noChangeShapeType="1"/>
            </p:cNvSpPr>
            <p:nvPr/>
          </p:nvSpPr>
          <p:spPr bwMode="auto">
            <a:xfrm>
              <a:off x="5573811" y="180900"/>
              <a:ext cx="0" cy="2825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4684" name="Line 43"/>
            <p:cNvSpPr>
              <a:spLocks noChangeShapeType="1"/>
            </p:cNvSpPr>
            <p:nvPr/>
          </p:nvSpPr>
          <p:spPr bwMode="auto">
            <a:xfrm>
              <a:off x="5573811" y="471412"/>
              <a:ext cx="0" cy="5762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4685" name="Line 44"/>
            <p:cNvSpPr>
              <a:spLocks noChangeShapeType="1"/>
            </p:cNvSpPr>
            <p:nvPr/>
          </p:nvSpPr>
          <p:spPr bwMode="auto">
            <a:xfrm>
              <a:off x="6318882" y="161552"/>
              <a:ext cx="0" cy="8667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4686" name="Line 44"/>
            <p:cNvSpPr>
              <a:spLocks noChangeShapeType="1"/>
            </p:cNvSpPr>
            <p:nvPr/>
          </p:nvSpPr>
          <p:spPr bwMode="auto">
            <a:xfrm>
              <a:off x="6581923" y="164231"/>
              <a:ext cx="0" cy="8667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grpSp>
        <p:nvGrpSpPr>
          <p:cNvPr id="5" name="组合 180235"/>
          <p:cNvGrpSpPr>
            <a:grpSpLocks/>
          </p:cNvGrpSpPr>
          <p:nvPr/>
        </p:nvGrpSpPr>
        <p:grpSpPr bwMode="auto">
          <a:xfrm>
            <a:off x="3816350" y="-14288"/>
            <a:ext cx="1331913" cy="1649413"/>
            <a:chOff x="3816350" y="-15044"/>
            <a:chExt cx="1331714" cy="1649918"/>
          </a:xfrm>
        </p:grpSpPr>
        <p:sp>
          <p:nvSpPr>
            <p:cNvPr id="154670" name="Line 16"/>
            <p:cNvSpPr>
              <a:spLocks noChangeShapeType="1"/>
            </p:cNvSpPr>
            <p:nvPr/>
          </p:nvSpPr>
          <p:spPr bwMode="auto">
            <a:xfrm>
              <a:off x="3908022" y="337887"/>
              <a:ext cx="0" cy="12969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4671" name="Line 18"/>
            <p:cNvSpPr>
              <a:spLocks noChangeShapeType="1"/>
            </p:cNvSpPr>
            <p:nvPr/>
          </p:nvSpPr>
          <p:spPr bwMode="auto">
            <a:xfrm flipH="1" flipV="1">
              <a:off x="4355976" y="337887"/>
              <a:ext cx="0" cy="12969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4672" name="Line 19"/>
            <p:cNvSpPr>
              <a:spLocks noChangeShapeType="1"/>
            </p:cNvSpPr>
            <p:nvPr/>
          </p:nvSpPr>
          <p:spPr bwMode="auto">
            <a:xfrm>
              <a:off x="4484086" y="337887"/>
              <a:ext cx="0" cy="12954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4673" name="Line 20"/>
            <p:cNvSpPr>
              <a:spLocks noChangeShapeType="1"/>
            </p:cNvSpPr>
            <p:nvPr/>
          </p:nvSpPr>
          <p:spPr bwMode="auto">
            <a:xfrm>
              <a:off x="4491924" y="339502"/>
              <a:ext cx="27947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4674" name="Line 21"/>
            <p:cNvSpPr>
              <a:spLocks noChangeShapeType="1"/>
            </p:cNvSpPr>
            <p:nvPr/>
          </p:nvSpPr>
          <p:spPr bwMode="auto">
            <a:xfrm flipH="1" flipV="1">
              <a:off x="4771399" y="337887"/>
              <a:ext cx="0" cy="12954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4675" name="Text Box 22"/>
            <p:cNvSpPr txBox="1">
              <a:spLocks noChangeArrowheads="1"/>
            </p:cNvSpPr>
            <p:nvPr/>
          </p:nvSpPr>
          <p:spPr bwMode="auto">
            <a:xfrm>
              <a:off x="3816350" y="-15044"/>
              <a:ext cx="75565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eaLnBrk="1" hangingPunct="1">
                <a:spcBef>
                  <a:spcPct val="50000"/>
                </a:spcBef>
              </a:pPr>
              <a:r>
                <a:rPr lang="en-US" altLang="zh-CN" sz="1800" b="0" i="1">
                  <a:solidFill>
                    <a:srgbClr val="000000"/>
                  </a:solidFill>
                  <a:ea typeface="宋体" panose="02010600030101010101" pitchFamily="2" charset="-122"/>
                  <a:cs typeface="Times New Roman" panose="02020603050405020304" pitchFamily="18" charset="0"/>
                </a:rPr>
                <a:t>offset</a:t>
              </a:r>
            </a:p>
          </p:txBody>
        </p:sp>
        <p:sp>
          <p:nvSpPr>
            <p:cNvPr id="154676" name="Text Box 26"/>
            <p:cNvSpPr txBox="1">
              <a:spLocks noChangeArrowheads="1"/>
            </p:cNvSpPr>
            <p:nvPr/>
          </p:nvSpPr>
          <p:spPr bwMode="auto">
            <a:xfrm>
              <a:off x="4390827" y="-3398"/>
              <a:ext cx="757237"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eaLnBrk="1" hangingPunct="1">
                <a:spcBef>
                  <a:spcPct val="50000"/>
                </a:spcBef>
              </a:pPr>
              <a:r>
                <a:rPr lang="en-US" altLang="zh-CN" sz="1800" b="0" i="1">
                  <a:solidFill>
                    <a:srgbClr val="000000"/>
                  </a:solidFill>
                  <a:ea typeface="宋体" panose="02010600030101010101" pitchFamily="2" charset="-122"/>
                  <a:cs typeface="Times New Roman" panose="02020603050405020304" pitchFamily="18" charset="0"/>
                </a:rPr>
                <a:t>tblptr</a:t>
              </a:r>
            </a:p>
          </p:txBody>
        </p:sp>
        <p:sp>
          <p:nvSpPr>
            <p:cNvPr id="154677" name="Line 20"/>
            <p:cNvSpPr>
              <a:spLocks noChangeShapeType="1"/>
            </p:cNvSpPr>
            <p:nvPr/>
          </p:nvSpPr>
          <p:spPr bwMode="auto">
            <a:xfrm flipV="1">
              <a:off x="3908022" y="334865"/>
              <a:ext cx="434883" cy="463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sp>
        <p:nvSpPr>
          <p:cNvPr id="127" name="Line 20"/>
          <p:cNvSpPr>
            <a:spLocks noChangeShapeType="1"/>
          </p:cNvSpPr>
          <p:nvPr/>
        </p:nvSpPr>
        <p:spPr bwMode="auto">
          <a:xfrm flipV="1">
            <a:off x="1296988" y="268288"/>
            <a:ext cx="1425575"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8" name="Line 20"/>
          <p:cNvSpPr>
            <a:spLocks noChangeShapeType="1"/>
          </p:cNvSpPr>
          <p:nvPr/>
        </p:nvSpPr>
        <p:spPr bwMode="auto">
          <a:xfrm flipV="1">
            <a:off x="1633538" y="523875"/>
            <a:ext cx="1136650"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nvGrpSpPr>
          <p:cNvPr id="6" name="组合 180224"/>
          <p:cNvGrpSpPr>
            <a:grpSpLocks/>
          </p:cNvGrpSpPr>
          <p:nvPr/>
        </p:nvGrpSpPr>
        <p:grpSpPr bwMode="auto">
          <a:xfrm>
            <a:off x="4881563" y="1639888"/>
            <a:ext cx="2038350" cy="361950"/>
            <a:chOff x="4880918" y="1639665"/>
            <a:chExt cx="2038349" cy="361950"/>
          </a:xfrm>
        </p:grpSpPr>
        <p:sp>
          <p:nvSpPr>
            <p:cNvPr id="154668" name="Rectangle 25"/>
            <p:cNvSpPr>
              <a:spLocks noChangeArrowheads="1"/>
            </p:cNvSpPr>
            <p:nvPr/>
          </p:nvSpPr>
          <p:spPr bwMode="auto">
            <a:xfrm>
              <a:off x="4880918" y="1639665"/>
              <a:ext cx="2038349"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a                </a:t>
              </a:r>
              <a:r>
                <a:rPr lang="en-US" altLang="zh-CN" sz="1800">
                  <a:solidFill>
                    <a:srgbClr val="000000"/>
                  </a:solidFill>
                  <a:ea typeface="宋体" panose="02010600030101010101" pitchFamily="2" charset="-122"/>
                  <a:cs typeface="Times New Roman" panose="02020603050405020304" pitchFamily="18" charset="0"/>
                </a:rPr>
                <a:t>array  0</a:t>
              </a:r>
            </a:p>
          </p:txBody>
        </p:sp>
        <p:sp>
          <p:nvSpPr>
            <p:cNvPr id="154669" name="Line 8"/>
            <p:cNvSpPr>
              <a:spLocks noChangeShapeType="1"/>
            </p:cNvSpPr>
            <p:nvPr/>
          </p:nvSpPr>
          <p:spPr bwMode="auto">
            <a:xfrm>
              <a:off x="4898381" y="1990502"/>
              <a:ext cx="2020886" cy="158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sp>
        <p:nvSpPr>
          <p:cNvPr id="142" name="Line 20"/>
          <p:cNvSpPr>
            <a:spLocks noChangeShapeType="1"/>
          </p:cNvSpPr>
          <p:nvPr/>
        </p:nvSpPr>
        <p:spPr bwMode="auto">
          <a:xfrm>
            <a:off x="2982913" y="555625"/>
            <a:ext cx="377825"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nvGrpSpPr>
          <p:cNvPr id="7" name="组合 180236"/>
          <p:cNvGrpSpPr>
            <a:grpSpLocks/>
          </p:cNvGrpSpPr>
          <p:nvPr/>
        </p:nvGrpSpPr>
        <p:grpSpPr bwMode="auto">
          <a:xfrm>
            <a:off x="3913188" y="311150"/>
            <a:ext cx="1266825" cy="315913"/>
            <a:chOff x="3913756" y="310816"/>
            <a:chExt cx="1266106" cy="316804"/>
          </a:xfrm>
        </p:grpSpPr>
        <p:sp>
          <p:nvSpPr>
            <p:cNvPr id="154665" name="Line 20"/>
            <p:cNvSpPr>
              <a:spLocks noChangeShapeType="1"/>
            </p:cNvSpPr>
            <p:nvPr/>
          </p:nvSpPr>
          <p:spPr bwMode="auto">
            <a:xfrm>
              <a:off x="4499992" y="620241"/>
              <a:ext cx="27947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cxnSp>
          <p:nvCxnSpPr>
            <p:cNvPr id="124" name="直接箭头连接符 123"/>
            <p:cNvCxnSpPr/>
            <p:nvPr/>
          </p:nvCxnSpPr>
          <p:spPr>
            <a:xfrm flipV="1">
              <a:off x="4616619" y="310816"/>
              <a:ext cx="563243" cy="165566"/>
            </a:xfrm>
            <a:prstGeom prst="straightConnector1">
              <a:avLst/>
            </a:prstGeom>
            <a:ln w="38100">
              <a:solidFill>
                <a:srgbClr val="FF00FF"/>
              </a:solidFill>
              <a:tailEnd type="triangle"/>
            </a:ln>
          </p:spPr>
          <p:style>
            <a:lnRef idx="1">
              <a:schemeClr val="accent1"/>
            </a:lnRef>
            <a:fillRef idx="0">
              <a:schemeClr val="accent1"/>
            </a:fillRef>
            <a:effectRef idx="0">
              <a:schemeClr val="accent1"/>
            </a:effectRef>
            <a:fontRef idx="minor">
              <a:schemeClr val="tx1"/>
            </a:fontRef>
          </p:style>
        </p:cxnSp>
        <p:sp>
          <p:nvSpPr>
            <p:cNvPr id="151" name="矩形 150"/>
            <p:cNvSpPr/>
            <p:nvPr/>
          </p:nvSpPr>
          <p:spPr>
            <a:xfrm>
              <a:off x="3913756" y="334696"/>
              <a:ext cx="439487" cy="292924"/>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Times New Roman" panose="02020603050405020304" pitchFamily="18" charset="0"/>
                  <a:cs typeface="Times New Roman" panose="02020603050405020304" pitchFamily="18" charset="0"/>
                </a:rPr>
                <a:t>0</a:t>
              </a:r>
              <a:endParaRPr lang="zh-CN" altLang="en-US" dirty="0">
                <a:solidFill>
                  <a:prstClr val="black"/>
                </a:solidFill>
                <a:latin typeface="Times New Roman" panose="02020603050405020304" pitchFamily="18" charset="0"/>
                <a:cs typeface="Times New Roman" panose="02020603050405020304" pitchFamily="18" charset="0"/>
              </a:endParaRPr>
            </a:p>
          </p:txBody>
        </p:sp>
      </p:grpSp>
      <p:grpSp>
        <p:nvGrpSpPr>
          <p:cNvPr id="8" name="组合 180238"/>
          <p:cNvGrpSpPr>
            <a:grpSpLocks/>
          </p:cNvGrpSpPr>
          <p:nvPr/>
        </p:nvGrpSpPr>
        <p:grpSpPr bwMode="auto">
          <a:xfrm>
            <a:off x="3908425" y="636588"/>
            <a:ext cx="990600" cy="769937"/>
            <a:chOff x="3907724" y="637094"/>
            <a:chExt cx="990625" cy="769481"/>
          </a:xfrm>
        </p:grpSpPr>
        <p:sp>
          <p:nvSpPr>
            <p:cNvPr id="154662" name="Line 20"/>
            <p:cNvSpPr>
              <a:spLocks noChangeShapeType="1"/>
            </p:cNvSpPr>
            <p:nvPr/>
          </p:nvSpPr>
          <p:spPr bwMode="auto">
            <a:xfrm>
              <a:off x="4499992" y="926397"/>
              <a:ext cx="27947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cxnSp>
          <p:nvCxnSpPr>
            <p:cNvPr id="133" name="直接箭头连接符 132"/>
            <p:cNvCxnSpPr/>
            <p:nvPr/>
          </p:nvCxnSpPr>
          <p:spPr>
            <a:xfrm>
              <a:off x="4617355" y="771951"/>
              <a:ext cx="280994" cy="634624"/>
            </a:xfrm>
            <a:prstGeom prst="straightConnector1">
              <a:avLst/>
            </a:prstGeom>
            <a:ln w="38100">
              <a:solidFill>
                <a:srgbClr val="FF00FF"/>
              </a:solidFill>
              <a:tailEnd type="triangle"/>
            </a:ln>
          </p:spPr>
          <p:style>
            <a:lnRef idx="1">
              <a:schemeClr val="accent1"/>
            </a:lnRef>
            <a:fillRef idx="0">
              <a:schemeClr val="accent1"/>
            </a:fillRef>
            <a:effectRef idx="0">
              <a:schemeClr val="accent1"/>
            </a:effectRef>
            <a:fontRef idx="minor">
              <a:schemeClr val="tx1"/>
            </a:fontRef>
          </p:style>
        </p:cxnSp>
        <p:sp>
          <p:nvSpPr>
            <p:cNvPr id="153" name="矩形 152"/>
            <p:cNvSpPr/>
            <p:nvPr/>
          </p:nvSpPr>
          <p:spPr>
            <a:xfrm>
              <a:off x="3907724" y="637094"/>
              <a:ext cx="439749" cy="291927"/>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Times New Roman" panose="02020603050405020304" pitchFamily="18" charset="0"/>
                  <a:cs typeface="Times New Roman" panose="02020603050405020304" pitchFamily="18" charset="0"/>
                </a:rPr>
                <a:t>0</a:t>
              </a:r>
              <a:endParaRPr lang="zh-CN" altLang="en-US" dirty="0">
                <a:solidFill>
                  <a:prstClr val="black"/>
                </a:solidFill>
                <a:latin typeface="Times New Roman" panose="02020603050405020304" pitchFamily="18" charset="0"/>
                <a:cs typeface="Times New Roman" panose="02020603050405020304" pitchFamily="18" charset="0"/>
              </a:endParaRPr>
            </a:p>
          </p:txBody>
        </p:sp>
      </p:grpSp>
      <p:sp>
        <p:nvSpPr>
          <p:cNvPr id="180232" name="矩形 180231"/>
          <p:cNvSpPr/>
          <p:nvPr/>
        </p:nvSpPr>
        <p:spPr>
          <a:xfrm>
            <a:off x="3916363" y="622300"/>
            <a:ext cx="439737" cy="293688"/>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Times New Roman" panose="02020603050405020304" pitchFamily="18" charset="0"/>
                <a:cs typeface="Times New Roman" panose="02020603050405020304" pitchFamily="18" charset="0"/>
              </a:rPr>
              <a:t>44</a:t>
            </a:r>
            <a:endParaRPr lang="zh-CN" altLang="en-US" dirty="0">
              <a:solidFill>
                <a:prstClr val="black"/>
              </a:solidFill>
              <a:latin typeface="Times New Roman" panose="02020603050405020304" pitchFamily="18" charset="0"/>
              <a:cs typeface="Times New Roman" panose="02020603050405020304" pitchFamily="18" charset="0"/>
            </a:endParaRPr>
          </a:p>
        </p:txBody>
      </p:sp>
      <p:grpSp>
        <p:nvGrpSpPr>
          <p:cNvPr id="9" name="组合 180240"/>
          <p:cNvGrpSpPr>
            <a:grpSpLocks/>
          </p:cNvGrpSpPr>
          <p:nvPr/>
        </p:nvGrpSpPr>
        <p:grpSpPr bwMode="auto">
          <a:xfrm>
            <a:off x="4897438" y="1943100"/>
            <a:ext cx="2071687" cy="363538"/>
            <a:chOff x="4897836" y="1942382"/>
            <a:chExt cx="2070694" cy="363537"/>
          </a:xfrm>
        </p:grpSpPr>
        <p:sp>
          <p:nvSpPr>
            <p:cNvPr id="154660" name="Line 7"/>
            <p:cNvSpPr>
              <a:spLocks noChangeShapeType="1"/>
            </p:cNvSpPr>
            <p:nvPr/>
          </p:nvSpPr>
          <p:spPr bwMode="auto">
            <a:xfrm flipV="1">
              <a:off x="4899968" y="2281016"/>
              <a:ext cx="1978025" cy="158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4661" name="Rectangle 26"/>
            <p:cNvSpPr>
              <a:spLocks noChangeArrowheads="1"/>
            </p:cNvSpPr>
            <p:nvPr/>
          </p:nvSpPr>
          <p:spPr bwMode="auto">
            <a:xfrm>
              <a:off x="4897836" y="1942382"/>
              <a:ext cx="2070694"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x                 </a:t>
              </a:r>
              <a:r>
                <a:rPr lang="en-US" altLang="zh-CN" sz="1800">
                  <a:solidFill>
                    <a:srgbClr val="000000"/>
                  </a:solidFill>
                  <a:ea typeface="宋体" panose="02010600030101010101" pitchFamily="2" charset="-122"/>
                  <a:cs typeface="Times New Roman" panose="02020603050405020304" pitchFamily="18" charset="0"/>
                </a:rPr>
                <a:t>int     44</a:t>
              </a:r>
            </a:p>
          </p:txBody>
        </p:sp>
      </p:grpSp>
      <p:sp>
        <p:nvSpPr>
          <p:cNvPr id="164" name="矩形 163"/>
          <p:cNvSpPr/>
          <p:nvPr/>
        </p:nvSpPr>
        <p:spPr>
          <a:xfrm>
            <a:off x="3924300" y="642938"/>
            <a:ext cx="439738" cy="293687"/>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Times New Roman" panose="02020603050405020304" pitchFamily="18" charset="0"/>
                <a:cs typeface="Times New Roman" panose="02020603050405020304" pitchFamily="18" charset="0"/>
              </a:rPr>
              <a:t>48</a:t>
            </a:r>
            <a:endParaRPr lang="zh-CN" altLang="en-US" dirty="0">
              <a:solidFill>
                <a:prstClr val="black"/>
              </a:solidFill>
              <a:latin typeface="Times New Roman" panose="02020603050405020304" pitchFamily="18" charset="0"/>
              <a:cs typeface="Times New Roman" panose="02020603050405020304" pitchFamily="18" charset="0"/>
            </a:endParaRPr>
          </a:p>
        </p:txBody>
      </p:sp>
      <p:sp>
        <p:nvSpPr>
          <p:cNvPr id="165" name="Line 20"/>
          <p:cNvSpPr>
            <a:spLocks noChangeShapeType="1"/>
          </p:cNvSpPr>
          <p:nvPr/>
        </p:nvSpPr>
        <p:spPr bwMode="auto">
          <a:xfrm>
            <a:off x="1633538" y="700088"/>
            <a:ext cx="1427162"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nvGrpSpPr>
          <p:cNvPr id="10" name="组合 166"/>
          <p:cNvGrpSpPr>
            <a:grpSpLocks/>
          </p:cNvGrpSpPr>
          <p:nvPr/>
        </p:nvGrpSpPr>
        <p:grpSpPr bwMode="auto">
          <a:xfrm>
            <a:off x="3924300" y="585788"/>
            <a:ext cx="3562350" cy="638175"/>
            <a:chOff x="3913756" y="-10450"/>
            <a:chExt cx="3562797" cy="638070"/>
          </a:xfrm>
        </p:grpSpPr>
        <p:sp>
          <p:nvSpPr>
            <p:cNvPr id="154657" name="Line 20"/>
            <p:cNvSpPr>
              <a:spLocks noChangeShapeType="1"/>
            </p:cNvSpPr>
            <p:nvPr/>
          </p:nvSpPr>
          <p:spPr bwMode="auto">
            <a:xfrm>
              <a:off x="4499992" y="620241"/>
              <a:ext cx="27947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cxnSp>
          <p:nvCxnSpPr>
            <p:cNvPr id="169" name="直接箭头连接符 168"/>
            <p:cNvCxnSpPr/>
            <p:nvPr/>
          </p:nvCxnSpPr>
          <p:spPr>
            <a:xfrm flipV="1">
              <a:off x="4617107" y="-10450"/>
              <a:ext cx="2859446" cy="487282"/>
            </a:xfrm>
            <a:prstGeom prst="straightConnector1">
              <a:avLst/>
            </a:prstGeom>
            <a:ln w="38100">
              <a:solidFill>
                <a:srgbClr val="FF00FF"/>
              </a:solidFill>
              <a:tailEnd type="triangle"/>
            </a:ln>
          </p:spPr>
          <p:style>
            <a:lnRef idx="1">
              <a:schemeClr val="accent1"/>
            </a:lnRef>
            <a:fillRef idx="0">
              <a:schemeClr val="accent1"/>
            </a:fillRef>
            <a:effectRef idx="0">
              <a:schemeClr val="accent1"/>
            </a:effectRef>
            <a:fontRef idx="minor">
              <a:schemeClr val="tx1"/>
            </a:fontRef>
          </p:style>
        </p:cxnSp>
        <p:sp>
          <p:nvSpPr>
            <p:cNvPr id="170" name="矩形 169"/>
            <p:cNvSpPr/>
            <p:nvPr/>
          </p:nvSpPr>
          <p:spPr>
            <a:xfrm>
              <a:off x="3913756" y="335568"/>
              <a:ext cx="439793" cy="292052"/>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Times New Roman" panose="02020603050405020304" pitchFamily="18" charset="0"/>
                  <a:cs typeface="Times New Roman" panose="02020603050405020304" pitchFamily="18" charset="0"/>
                </a:rPr>
                <a:t>0</a:t>
              </a:r>
              <a:endParaRPr lang="zh-CN" altLang="en-US" dirty="0">
                <a:solidFill>
                  <a:prstClr val="black"/>
                </a:solidFill>
                <a:latin typeface="Times New Roman" panose="02020603050405020304" pitchFamily="18" charset="0"/>
                <a:cs typeface="Times New Roman" panose="02020603050405020304" pitchFamily="18" charset="0"/>
              </a:endParaRPr>
            </a:p>
          </p:txBody>
        </p:sp>
      </p:grpSp>
      <p:sp>
        <p:nvSpPr>
          <p:cNvPr id="172" name="Line 20"/>
          <p:cNvSpPr>
            <a:spLocks noChangeShapeType="1"/>
          </p:cNvSpPr>
          <p:nvPr/>
        </p:nvSpPr>
        <p:spPr bwMode="auto">
          <a:xfrm flipV="1">
            <a:off x="1785938" y="922338"/>
            <a:ext cx="842962"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nvGrpSpPr>
          <p:cNvPr id="11" name="组合 180243"/>
          <p:cNvGrpSpPr>
            <a:grpSpLocks/>
          </p:cNvGrpSpPr>
          <p:nvPr/>
        </p:nvGrpSpPr>
        <p:grpSpPr bwMode="auto">
          <a:xfrm>
            <a:off x="7504113" y="539750"/>
            <a:ext cx="1239837" cy="361950"/>
            <a:chOff x="7504161" y="539279"/>
            <a:chExt cx="1239492" cy="361950"/>
          </a:xfrm>
        </p:grpSpPr>
        <p:sp>
          <p:nvSpPr>
            <p:cNvPr id="154655" name="Line 19"/>
            <p:cNvSpPr>
              <a:spLocks noChangeShapeType="1"/>
            </p:cNvSpPr>
            <p:nvPr/>
          </p:nvSpPr>
          <p:spPr bwMode="auto">
            <a:xfrm flipV="1">
              <a:off x="7504161" y="875829"/>
              <a:ext cx="122837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4656" name="Rectangle 40"/>
            <p:cNvSpPr>
              <a:spLocks noChangeArrowheads="1"/>
            </p:cNvSpPr>
            <p:nvPr/>
          </p:nvSpPr>
          <p:spPr bwMode="auto">
            <a:xfrm>
              <a:off x="7523211" y="539279"/>
              <a:ext cx="1220442"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i      </a:t>
              </a:r>
              <a:r>
                <a:rPr lang="en-US" altLang="zh-CN" sz="1800">
                  <a:solidFill>
                    <a:srgbClr val="000000"/>
                  </a:solidFill>
                  <a:ea typeface="宋体" panose="02010600030101010101" pitchFamily="2" charset="-122"/>
                  <a:cs typeface="Times New Roman" panose="02020603050405020304" pitchFamily="18" charset="0"/>
                </a:rPr>
                <a:t>int     0</a:t>
              </a:r>
            </a:p>
          </p:txBody>
        </p:sp>
      </p:grpSp>
      <p:sp>
        <p:nvSpPr>
          <p:cNvPr id="176" name="矩形 175"/>
          <p:cNvSpPr/>
          <p:nvPr/>
        </p:nvSpPr>
        <p:spPr>
          <a:xfrm>
            <a:off x="3916363" y="915988"/>
            <a:ext cx="439737" cy="292100"/>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Times New Roman" panose="02020603050405020304" pitchFamily="18" charset="0"/>
                <a:cs typeface="Times New Roman" panose="02020603050405020304" pitchFamily="18" charset="0"/>
              </a:rPr>
              <a:t>4</a:t>
            </a:r>
            <a:endParaRPr lang="zh-CN" altLang="en-US" dirty="0">
              <a:solidFill>
                <a:prstClr val="black"/>
              </a:solidFill>
              <a:latin typeface="Times New Roman" panose="02020603050405020304" pitchFamily="18" charset="0"/>
              <a:cs typeface="Times New Roman" panose="02020603050405020304" pitchFamily="18" charset="0"/>
            </a:endParaRPr>
          </a:p>
        </p:txBody>
      </p:sp>
      <p:sp>
        <p:nvSpPr>
          <p:cNvPr id="177" name="Line 20"/>
          <p:cNvSpPr>
            <a:spLocks noChangeShapeType="1"/>
          </p:cNvSpPr>
          <p:nvPr/>
        </p:nvSpPr>
        <p:spPr bwMode="auto">
          <a:xfrm flipV="1">
            <a:off x="2773363" y="915988"/>
            <a:ext cx="334962"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78" name="矩形 177"/>
          <p:cNvSpPr/>
          <p:nvPr/>
        </p:nvSpPr>
        <p:spPr>
          <a:xfrm>
            <a:off x="8509000" y="298450"/>
            <a:ext cx="271463" cy="292100"/>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Times New Roman" panose="02020603050405020304" pitchFamily="18" charset="0"/>
                <a:cs typeface="Times New Roman" panose="02020603050405020304" pitchFamily="18" charset="0"/>
              </a:rPr>
              <a:t>4</a:t>
            </a:r>
            <a:endParaRPr lang="zh-CN" altLang="en-US" dirty="0">
              <a:solidFill>
                <a:prstClr val="black"/>
              </a:solidFill>
              <a:latin typeface="Times New Roman" panose="02020603050405020304" pitchFamily="18" charset="0"/>
              <a:cs typeface="Times New Roman" panose="02020603050405020304" pitchFamily="18" charset="0"/>
            </a:endParaRPr>
          </a:p>
        </p:txBody>
      </p:sp>
      <p:grpSp>
        <p:nvGrpSpPr>
          <p:cNvPr id="12" name="组合 180244"/>
          <p:cNvGrpSpPr>
            <a:grpSpLocks/>
          </p:cNvGrpSpPr>
          <p:nvPr/>
        </p:nvGrpSpPr>
        <p:grpSpPr bwMode="auto">
          <a:xfrm>
            <a:off x="4862513" y="739775"/>
            <a:ext cx="2640012" cy="1817688"/>
            <a:chOff x="4861992" y="739181"/>
            <a:chExt cx="2640954" cy="1818058"/>
          </a:xfrm>
        </p:grpSpPr>
        <p:sp>
          <p:nvSpPr>
            <p:cNvPr id="84" name="Line 95"/>
            <p:cNvSpPr>
              <a:spLocks noChangeShapeType="1"/>
            </p:cNvSpPr>
            <p:nvPr/>
          </p:nvSpPr>
          <p:spPr bwMode="auto">
            <a:xfrm>
              <a:off x="7018586" y="739181"/>
              <a:ext cx="3176" cy="1722789"/>
            </a:xfrm>
            <a:prstGeom prst="line">
              <a:avLst/>
            </a:prstGeom>
            <a:noFill/>
            <a:ln w="25400">
              <a:solidFill>
                <a:schemeClr val="tx2">
                  <a:lumMod val="60000"/>
                  <a:lumOff val="40000"/>
                </a:schemeClr>
              </a:solidFill>
              <a:round/>
              <a:headEnd/>
              <a:tailEnd/>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86" name="Line 43"/>
            <p:cNvSpPr>
              <a:spLocks noChangeShapeType="1"/>
            </p:cNvSpPr>
            <p:nvPr/>
          </p:nvSpPr>
          <p:spPr bwMode="auto">
            <a:xfrm>
              <a:off x="7031291" y="750296"/>
              <a:ext cx="471655" cy="0"/>
            </a:xfrm>
            <a:prstGeom prst="line">
              <a:avLst/>
            </a:prstGeom>
            <a:noFill/>
            <a:ln w="25400">
              <a:solidFill>
                <a:schemeClr val="tx2">
                  <a:lumMod val="60000"/>
                  <a:lumOff val="40000"/>
                </a:schemeClr>
              </a:solidFill>
              <a:round/>
              <a:headEnd/>
              <a:tailEnd type="stealth" w="lg" len="lg"/>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154653" name="Line 6"/>
            <p:cNvSpPr>
              <a:spLocks noChangeShapeType="1"/>
            </p:cNvSpPr>
            <p:nvPr/>
          </p:nvSpPr>
          <p:spPr bwMode="auto">
            <a:xfrm flipV="1">
              <a:off x="4874568" y="2557239"/>
              <a:ext cx="198650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4654" name="Rectangle 28"/>
            <p:cNvSpPr>
              <a:spLocks noChangeArrowheads="1"/>
            </p:cNvSpPr>
            <p:nvPr/>
          </p:nvSpPr>
          <p:spPr bwMode="auto">
            <a:xfrm>
              <a:off x="4861992" y="2192115"/>
              <a:ext cx="1314450"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readarray</a:t>
              </a:r>
            </a:p>
          </p:txBody>
        </p:sp>
      </p:grpSp>
      <p:sp>
        <p:nvSpPr>
          <p:cNvPr id="13" name="灯片编号占位符 12"/>
          <p:cNvSpPr>
            <a:spLocks noGrp="1"/>
          </p:cNvSpPr>
          <p:nvPr>
            <p:ph type="sldNum" sz="quarter" idx="12"/>
          </p:nvPr>
        </p:nvSpPr>
        <p:spPr/>
        <p:txBody>
          <a:bodyPr/>
          <a:lstStyle/>
          <a:p>
            <a:pPr>
              <a:defRPr/>
            </a:pPr>
            <a:fld id="{64CF1D47-2B30-44A6-81DA-EC28584A641A}" type="slidenum">
              <a:rPr lang="zh-CN" altLang="en-US" smtClean="0"/>
              <a:pPr>
                <a:defRPr/>
              </a:pPr>
              <a:t>26</a:t>
            </a:fld>
            <a:endParaRPr lang="en-US" altLang="zh-CN" dirty="0"/>
          </a:p>
        </p:txBody>
      </p:sp>
    </p:spTree>
    <p:extLst>
      <p:ext uri="{BB962C8B-B14F-4D97-AF65-F5344CB8AC3E}">
        <p14:creationId xmlns:p14="http://schemas.microsoft.com/office/powerpoint/2010/main" val="273124671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16"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p:cTn id="14" dur="500" fill="hold"/>
                                        <p:tgtEl>
                                          <p:spTgt spid="4"/>
                                        </p:tgtEl>
                                        <p:attrNameLst>
                                          <p:attrName>ppt_w</p:attrName>
                                        </p:attrNameLst>
                                      </p:cBhvr>
                                      <p:tavLst>
                                        <p:tav tm="0">
                                          <p:val>
                                            <p:fltVal val="0"/>
                                          </p:val>
                                        </p:tav>
                                        <p:tav tm="100000">
                                          <p:val>
                                            <p:strVal val="#ppt_w"/>
                                          </p:val>
                                        </p:tav>
                                      </p:tavLst>
                                    </p:anim>
                                    <p:anim calcmode="lin" valueType="num">
                                      <p:cBhvr>
                                        <p:cTn id="15" dur="500" fill="hold"/>
                                        <p:tgtEl>
                                          <p:spTgt spid="4"/>
                                        </p:tgtEl>
                                        <p:attrNameLst>
                                          <p:attrName>ppt_h</p:attrName>
                                        </p:attrNameLst>
                                      </p:cBhvr>
                                      <p:tavLst>
                                        <p:tav tm="0">
                                          <p:val>
                                            <p:fltVal val="0"/>
                                          </p:val>
                                        </p:tav>
                                        <p:tav tm="100000">
                                          <p:val>
                                            <p:strVal val="#ppt_h"/>
                                          </p:val>
                                        </p:tav>
                                      </p:tavLst>
                                    </p:anim>
                                    <p:animEffect transition="in" filter="fade">
                                      <p:cBhvr>
                                        <p:cTn id="16" dur="500"/>
                                        <p:tgtEl>
                                          <p:spTgt spid="4"/>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3" presetClass="entr" presetSubtype="16"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p:cTn id="21" dur="500" fill="hold"/>
                                        <p:tgtEl>
                                          <p:spTgt spid="7"/>
                                        </p:tgtEl>
                                        <p:attrNameLst>
                                          <p:attrName>ppt_w</p:attrName>
                                        </p:attrNameLst>
                                      </p:cBhvr>
                                      <p:tavLst>
                                        <p:tav tm="0">
                                          <p:val>
                                            <p:fltVal val="0"/>
                                          </p:val>
                                        </p:tav>
                                        <p:tav tm="100000">
                                          <p:val>
                                            <p:strVal val="#ppt_w"/>
                                          </p:val>
                                        </p:tav>
                                      </p:tavLst>
                                    </p:anim>
                                    <p:anim calcmode="lin" valueType="num">
                                      <p:cBhvr>
                                        <p:cTn id="22" dur="500" fill="hold"/>
                                        <p:tgtEl>
                                          <p:spTgt spid="7"/>
                                        </p:tgtEl>
                                        <p:attrNameLst>
                                          <p:attrName>ppt_h</p:attrName>
                                        </p:attrNameLst>
                                      </p:cBhvr>
                                      <p:tavLst>
                                        <p:tav tm="0">
                                          <p:val>
                                            <p:fltVal val="0"/>
                                          </p:val>
                                        </p:tav>
                                        <p:tav tm="100000">
                                          <p:val>
                                            <p:strVal val="#ppt_h"/>
                                          </p:val>
                                        </p:tav>
                                      </p:tavLst>
                                    </p:anim>
                                    <p:animEffect transition="in" filter="fade">
                                      <p:cBhvr>
                                        <p:cTn id="23" dur="500"/>
                                        <p:tgtEl>
                                          <p:spTgt spid="7"/>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127"/>
                                        </p:tgtEl>
                                        <p:attrNameLst>
                                          <p:attrName>style.visibility</p:attrName>
                                        </p:attrNameLst>
                                      </p:cBhvr>
                                      <p:to>
                                        <p:strVal val="visible"/>
                                      </p:to>
                                    </p:set>
                                    <p:anim calcmode="lin" valueType="num">
                                      <p:cBhvr>
                                        <p:cTn id="28" dur="500" fill="hold"/>
                                        <p:tgtEl>
                                          <p:spTgt spid="127"/>
                                        </p:tgtEl>
                                        <p:attrNameLst>
                                          <p:attrName>ppt_w</p:attrName>
                                        </p:attrNameLst>
                                      </p:cBhvr>
                                      <p:tavLst>
                                        <p:tav tm="0">
                                          <p:val>
                                            <p:fltVal val="0"/>
                                          </p:val>
                                        </p:tav>
                                        <p:tav tm="100000">
                                          <p:val>
                                            <p:strVal val="#ppt_w"/>
                                          </p:val>
                                        </p:tav>
                                      </p:tavLst>
                                    </p:anim>
                                    <p:anim calcmode="lin" valueType="num">
                                      <p:cBhvr>
                                        <p:cTn id="29" dur="500" fill="hold"/>
                                        <p:tgtEl>
                                          <p:spTgt spid="127"/>
                                        </p:tgtEl>
                                        <p:attrNameLst>
                                          <p:attrName>ppt_h</p:attrName>
                                        </p:attrNameLst>
                                      </p:cBhvr>
                                      <p:tavLst>
                                        <p:tav tm="0">
                                          <p:val>
                                            <p:fltVal val="0"/>
                                          </p:val>
                                        </p:tav>
                                        <p:tav tm="100000">
                                          <p:val>
                                            <p:strVal val="#ppt_h"/>
                                          </p:val>
                                        </p:tav>
                                      </p:tavLst>
                                    </p:anim>
                                    <p:animEffect transition="in" filter="fade">
                                      <p:cBhvr>
                                        <p:cTn id="30" dur="500"/>
                                        <p:tgtEl>
                                          <p:spTgt spid="127"/>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53" presetClass="entr" presetSubtype="16" fill="hold" nodeType="clickEffect">
                                  <p:stCondLst>
                                    <p:cond delay="0"/>
                                  </p:stCondLst>
                                  <p:childTnLst>
                                    <p:set>
                                      <p:cBhvr>
                                        <p:cTn id="34" dur="1" fill="hold">
                                          <p:stCondLst>
                                            <p:cond delay="0"/>
                                          </p:stCondLst>
                                        </p:cTn>
                                        <p:tgtEl>
                                          <p:spTgt spid="2"/>
                                        </p:tgtEl>
                                        <p:attrNameLst>
                                          <p:attrName>style.visibility</p:attrName>
                                        </p:attrNameLst>
                                      </p:cBhvr>
                                      <p:to>
                                        <p:strVal val="visible"/>
                                      </p:to>
                                    </p:set>
                                    <p:anim calcmode="lin" valueType="num">
                                      <p:cBhvr>
                                        <p:cTn id="35" dur="500" fill="hold"/>
                                        <p:tgtEl>
                                          <p:spTgt spid="2"/>
                                        </p:tgtEl>
                                        <p:attrNameLst>
                                          <p:attrName>ppt_w</p:attrName>
                                        </p:attrNameLst>
                                      </p:cBhvr>
                                      <p:tavLst>
                                        <p:tav tm="0">
                                          <p:val>
                                            <p:fltVal val="0"/>
                                          </p:val>
                                        </p:tav>
                                        <p:tav tm="100000">
                                          <p:val>
                                            <p:strVal val="#ppt_w"/>
                                          </p:val>
                                        </p:tav>
                                      </p:tavLst>
                                    </p:anim>
                                    <p:anim calcmode="lin" valueType="num">
                                      <p:cBhvr>
                                        <p:cTn id="36" dur="500" fill="hold"/>
                                        <p:tgtEl>
                                          <p:spTgt spid="2"/>
                                        </p:tgtEl>
                                        <p:attrNameLst>
                                          <p:attrName>ppt_h</p:attrName>
                                        </p:attrNameLst>
                                      </p:cBhvr>
                                      <p:tavLst>
                                        <p:tav tm="0">
                                          <p:val>
                                            <p:fltVal val="0"/>
                                          </p:val>
                                        </p:tav>
                                        <p:tav tm="100000">
                                          <p:val>
                                            <p:strVal val="#ppt_h"/>
                                          </p:val>
                                        </p:tav>
                                      </p:tavLst>
                                    </p:anim>
                                    <p:animEffect transition="in" filter="fade">
                                      <p:cBhvr>
                                        <p:cTn id="37" dur="500"/>
                                        <p:tgtEl>
                                          <p:spTgt spid="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53" presetClass="entr" presetSubtype="16" fill="hold" nodeType="clickEffect">
                                  <p:stCondLst>
                                    <p:cond delay="0"/>
                                  </p:stCondLst>
                                  <p:childTnLst>
                                    <p:set>
                                      <p:cBhvr>
                                        <p:cTn id="41" dur="1" fill="hold">
                                          <p:stCondLst>
                                            <p:cond delay="0"/>
                                          </p:stCondLst>
                                        </p:cTn>
                                        <p:tgtEl>
                                          <p:spTgt spid="8"/>
                                        </p:tgtEl>
                                        <p:attrNameLst>
                                          <p:attrName>style.visibility</p:attrName>
                                        </p:attrNameLst>
                                      </p:cBhvr>
                                      <p:to>
                                        <p:strVal val="visible"/>
                                      </p:to>
                                    </p:set>
                                    <p:anim calcmode="lin" valueType="num">
                                      <p:cBhvr>
                                        <p:cTn id="42" dur="500" fill="hold"/>
                                        <p:tgtEl>
                                          <p:spTgt spid="8"/>
                                        </p:tgtEl>
                                        <p:attrNameLst>
                                          <p:attrName>ppt_w</p:attrName>
                                        </p:attrNameLst>
                                      </p:cBhvr>
                                      <p:tavLst>
                                        <p:tav tm="0">
                                          <p:val>
                                            <p:fltVal val="0"/>
                                          </p:val>
                                        </p:tav>
                                        <p:tav tm="100000">
                                          <p:val>
                                            <p:strVal val="#ppt_w"/>
                                          </p:val>
                                        </p:tav>
                                      </p:tavLst>
                                    </p:anim>
                                    <p:anim calcmode="lin" valueType="num">
                                      <p:cBhvr>
                                        <p:cTn id="43" dur="500" fill="hold"/>
                                        <p:tgtEl>
                                          <p:spTgt spid="8"/>
                                        </p:tgtEl>
                                        <p:attrNameLst>
                                          <p:attrName>ppt_h</p:attrName>
                                        </p:attrNameLst>
                                      </p:cBhvr>
                                      <p:tavLst>
                                        <p:tav tm="0">
                                          <p:val>
                                            <p:fltVal val="0"/>
                                          </p:val>
                                        </p:tav>
                                        <p:tav tm="100000">
                                          <p:val>
                                            <p:strVal val="#ppt_h"/>
                                          </p:val>
                                        </p:tav>
                                      </p:tavLst>
                                    </p:anim>
                                    <p:animEffect transition="in" filter="fade">
                                      <p:cBhvr>
                                        <p:cTn id="44" dur="500"/>
                                        <p:tgtEl>
                                          <p:spTgt spid="8"/>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53" presetClass="entr" presetSubtype="16" fill="hold" grpId="0" nodeType="clickEffect">
                                  <p:stCondLst>
                                    <p:cond delay="0"/>
                                  </p:stCondLst>
                                  <p:childTnLst>
                                    <p:set>
                                      <p:cBhvr>
                                        <p:cTn id="48" dur="1" fill="hold">
                                          <p:stCondLst>
                                            <p:cond delay="0"/>
                                          </p:stCondLst>
                                        </p:cTn>
                                        <p:tgtEl>
                                          <p:spTgt spid="138"/>
                                        </p:tgtEl>
                                        <p:attrNameLst>
                                          <p:attrName>style.visibility</p:attrName>
                                        </p:attrNameLst>
                                      </p:cBhvr>
                                      <p:to>
                                        <p:strVal val="visible"/>
                                      </p:to>
                                    </p:set>
                                    <p:anim calcmode="lin" valueType="num">
                                      <p:cBhvr>
                                        <p:cTn id="49" dur="500" fill="hold"/>
                                        <p:tgtEl>
                                          <p:spTgt spid="138"/>
                                        </p:tgtEl>
                                        <p:attrNameLst>
                                          <p:attrName>ppt_w</p:attrName>
                                        </p:attrNameLst>
                                      </p:cBhvr>
                                      <p:tavLst>
                                        <p:tav tm="0">
                                          <p:val>
                                            <p:fltVal val="0"/>
                                          </p:val>
                                        </p:tav>
                                        <p:tav tm="100000">
                                          <p:val>
                                            <p:strVal val="#ppt_w"/>
                                          </p:val>
                                        </p:tav>
                                      </p:tavLst>
                                    </p:anim>
                                    <p:anim calcmode="lin" valueType="num">
                                      <p:cBhvr>
                                        <p:cTn id="50" dur="500" fill="hold"/>
                                        <p:tgtEl>
                                          <p:spTgt spid="138"/>
                                        </p:tgtEl>
                                        <p:attrNameLst>
                                          <p:attrName>ppt_h</p:attrName>
                                        </p:attrNameLst>
                                      </p:cBhvr>
                                      <p:tavLst>
                                        <p:tav tm="0">
                                          <p:val>
                                            <p:fltVal val="0"/>
                                          </p:val>
                                        </p:tav>
                                        <p:tav tm="100000">
                                          <p:val>
                                            <p:strVal val="#ppt_h"/>
                                          </p:val>
                                        </p:tav>
                                      </p:tavLst>
                                    </p:anim>
                                    <p:animEffect transition="in" filter="fade">
                                      <p:cBhvr>
                                        <p:cTn id="51" dur="500"/>
                                        <p:tgtEl>
                                          <p:spTgt spid="138"/>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53" presetClass="entr" presetSubtype="16" fill="hold" nodeType="clickEffect">
                                  <p:stCondLst>
                                    <p:cond delay="0"/>
                                  </p:stCondLst>
                                  <p:childTnLst>
                                    <p:set>
                                      <p:cBhvr>
                                        <p:cTn id="55" dur="1" fill="hold">
                                          <p:stCondLst>
                                            <p:cond delay="0"/>
                                          </p:stCondLst>
                                        </p:cTn>
                                        <p:tgtEl>
                                          <p:spTgt spid="6"/>
                                        </p:tgtEl>
                                        <p:attrNameLst>
                                          <p:attrName>style.visibility</p:attrName>
                                        </p:attrNameLst>
                                      </p:cBhvr>
                                      <p:to>
                                        <p:strVal val="visible"/>
                                      </p:to>
                                    </p:set>
                                    <p:anim calcmode="lin" valueType="num">
                                      <p:cBhvr>
                                        <p:cTn id="56" dur="500" fill="hold"/>
                                        <p:tgtEl>
                                          <p:spTgt spid="6"/>
                                        </p:tgtEl>
                                        <p:attrNameLst>
                                          <p:attrName>ppt_w</p:attrName>
                                        </p:attrNameLst>
                                      </p:cBhvr>
                                      <p:tavLst>
                                        <p:tav tm="0">
                                          <p:val>
                                            <p:fltVal val="0"/>
                                          </p:val>
                                        </p:tav>
                                        <p:tav tm="100000">
                                          <p:val>
                                            <p:strVal val="#ppt_w"/>
                                          </p:val>
                                        </p:tav>
                                      </p:tavLst>
                                    </p:anim>
                                    <p:anim calcmode="lin" valueType="num">
                                      <p:cBhvr>
                                        <p:cTn id="57" dur="500" fill="hold"/>
                                        <p:tgtEl>
                                          <p:spTgt spid="6"/>
                                        </p:tgtEl>
                                        <p:attrNameLst>
                                          <p:attrName>ppt_h</p:attrName>
                                        </p:attrNameLst>
                                      </p:cBhvr>
                                      <p:tavLst>
                                        <p:tav tm="0">
                                          <p:val>
                                            <p:fltVal val="0"/>
                                          </p:val>
                                        </p:tav>
                                        <p:tav tm="100000">
                                          <p:val>
                                            <p:strVal val="#ppt_h"/>
                                          </p:val>
                                        </p:tav>
                                      </p:tavLst>
                                    </p:anim>
                                    <p:animEffect transition="in" filter="fade">
                                      <p:cBhvr>
                                        <p:cTn id="58" dur="500"/>
                                        <p:tgtEl>
                                          <p:spTgt spid="6"/>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53" presetClass="entr" presetSubtype="16" fill="hold" grpId="0" nodeType="clickEffect">
                                  <p:stCondLst>
                                    <p:cond delay="0"/>
                                  </p:stCondLst>
                                  <p:childTnLst>
                                    <p:set>
                                      <p:cBhvr>
                                        <p:cTn id="62" dur="1" fill="hold">
                                          <p:stCondLst>
                                            <p:cond delay="0"/>
                                          </p:stCondLst>
                                        </p:cTn>
                                        <p:tgtEl>
                                          <p:spTgt spid="180232"/>
                                        </p:tgtEl>
                                        <p:attrNameLst>
                                          <p:attrName>style.visibility</p:attrName>
                                        </p:attrNameLst>
                                      </p:cBhvr>
                                      <p:to>
                                        <p:strVal val="visible"/>
                                      </p:to>
                                    </p:set>
                                    <p:anim calcmode="lin" valueType="num">
                                      <p:cBhvr>
                                        <p:cTn id="63" dur="500" fill="hold"/>
                                        <p:tgtEl>
                                          <p:spTgt spid="180232"/>
                                        </p:tgtEl>
                                        <p:attrNameLst>
                                          <p:attrName>ppt_w</p:attrName>
                                        </p:attrNameLst>
                                      </p:cBhvr>
                                      <p:tavLst>
                                        <p:tav tm="0">
                                          <p:val>
                                            <p:fltVal val="0"/>
                                          </p:val>
                                        </p:tav>
                                        <p:tav tm="100000">
                                          <p:val>
                                            <p:strVal val="#ppt_w"/>
                                          </p:val>
                                        </p:tav>
                                      </p:tavLst>
                                    </p:anim>
                                    <p:anim calcmode="lin" valueType="num">
                                      <p:cBhvr>
                                        <p:cTn id="64" dur="500" fill="hold"/>
                                        <p:tgtEl>
                                          <p:spTgt spid="180232"/>
                                        </p:tgtEl>
                                        <p:attrNameLst>
                                          <p:attrName>ppt_h</p:attrName>
                                        </p:attrNameLst>
                                      </p:cBhvr>
                                      <p:tavLst>
                                        <p:tav tm="0">
                                          <p:val>
                                            <p:fltVal val="0"/>
                                          </p:val>
                                        </p:tav>
                                        <p:tav tm="100000">
                                          <p:val>
                                            <p:strVal val="#ppt_h"/>
                                          </p:val>
                                        </p:tav>
                                      </p:tavLst>
                                    </p:anim>
                                    <p:animEffect transition="in" filter="fade">
                                      <p:cBhvr>
                                        <p:cTn id="65" dur="500"/>
                                        <p:tgtEl>
                                          <p:spTgt spid="180232"/>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53" presetClass="entr" presetSubtype="16" fill="hold" grpId="0" nodeType="clickEffect">
                                  <p:stCondLst>
                                    <p:cond delay="0"/>
                                  </p:stCondLst>
                                  <p:childTnLst>
                                    <p:set>
                                      <p:cBhvr>
                                        <p:cTn id="69" dur="1" fill="hold">
                                          <p:stCondLst>
                                            <p:cond delay="0"/>
                                          </p:stCondLst>
                                        </p:cTn>
                                        <p:tgtEl>
                                          <p:spTgt spid="142"/>
                                        </p:tgtEl>
                                        <p:attrNameLst>
                                          <p:attrName>style.visibility</p:attrName>
                                        </p:attrNameLst>
                                      </p:cBhvr>
                                      <p:to>
                                        <p:strVal val="visible"/>
                                      </p:to>
                                    </p:set>
                                    <p:anim calcmode="lin" valueType="num">
                                      <p:cBhvr>
                                        <p:cTn id="70" dur="500" fill="hold"/>
                                        <p:tgtEl>
                                          <p:spTgt spid="142"/>
                                        </p:tgtEl>
                                        <p:attrNameLst>
                                          <p:attrName>ppt_w</p:attrName>
                                        </p:attrNameLst>
                                      </p:cBhvr>
                                      <p:tavLst>
                                        <p:tav tm="0">
                                          <p:val>
                                            <p:fltVal val="0"/>
                                          </p:val>
                                        </p:tav>
                                        <p:tav tm="100000">
                                          <p:val>
                                            <p:strVal val="#ppt_w"/>
                                          </p:val>
                                        </p:tav>
                                      </p:tavLst>
                                    </p:anim>
                                    <p:anim calcmode="lin" valueType="num">
                                      <p:cBhvr>
                                        <p:cTn id="71" dur="500" fill="hold"/>
                                        <p:tgtEl>
                                          <p:spTgt spid="142"/>
                                        </p:tgtEl>
                                        <p:attrNameLst>
                                          <p:attrName>ppt_h</p:attrName>
                                        </p:attrNameLst>
                                      </p:cBhvr>
                                      <p:tavLst>
                                        <p:tav tm="0">
                                          <p:val>
                                            <p:fltVal val="0"/>
                                          </p:val>
                                        </p:tav>
                                        <p:tav tm="100000">
                                          <p:val>
                                            <p:strVal val="#ppt_h"/>
                                          </p:val>
                                        </p:tav>
                                      </p:tavLst>
                                    </p:anim>
                                    <p:animEffect transition="in" filter="fade">
                                      <p:cBhvr>
                                        <p:cTn id="72" dur="500"/>
                                        <p:tgtEl>
                                          <p:spTgt spid="142"/>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53" presetClass="entr" presetSubtype="16" fill="hold" nodeType="clickEffect">
                                  <p:stCondLst>
                                    <p:cond delay="0"/>
                                  </p:stCondLst>
                                  <p:childTnLst>
                                    <p:set>
                                      <p:cBhvr>
                                        <p:cTn id="76" dur="1" fill="hold">
                                          <p:stCondLst>
                                            <p:cond delay="0"/>
                                          </p:stCondLst>
                                        </p:cTn>
                                        <p:tgtEl>
                                          <p:spTgt spid="9"/>
                                        </p:tgtEl>
                                        <p:attrNameLst>
                                          <p:attrName>style.visibility</p:attrName>
                                        </p:attrNameLst>
                                      </p:cBhvr>
                                      <p:to>
                                        <p:strVal val="visible"/>
                                      </p:to>
                                    </p:set>
                                    <p:anim calcmode="lin" valueType="num">
                                      <p:cBhvr>
                                        <p:cTn id="77" dur="500" fill="hold"/>
                                        <p:tgtEl>
                                          <p:spTgt spid="9"/>
                                        </p:tgtEl>
                                        <p:attrNameLst>
                                          <p:attrName>ppt_w</p:attrName>
                                        </p:attrNameLst>
                                      </p:cBhvr>
                                      <p:tavLst>
                                        <p:tav tm="0">
                                          <p:val>
                                            <p:fltVal val="0"/>
                                          </p:val>
                                        </p:tav>
                                        <p:tav tm="100000">
                                          <p:val>
                                            <p:strVal val="#ppt_w"/>
                                          </p:val>
                                        </p:tav>
                                      </p:tavLst>
                                    </p:anim>
                                    <p:anim calcmode="lin" valueType="num">
                                      <p:cBhvr>
                                        <p:cTn id="78" dur="500" fill="hold"/>
                                        <p:tgtEl>
                                          <p:spTgt spid="9"/>
                                        </p:tgtEl>
                                        <p:attrNameLst>
                                          <p:attrName>ppt_h</p:attrName>
                                        </p:attrNameLst>
                                      </p:cBhvr>
                                      <p:tavLst>
                                        <p:tav tm="0">
                                          <p:val>
                                            <p:fltVal val="0"/>
                                          </p:val>
                                        </p:tav>
                                        <p:tav tm="100000">
                                          <p:val>
                                            <p:strVal val="#ppt_h"/>
                                          </p:val>
                                        </p:tav>
                                      </p:tavLst>
                                    </p:anim>
                                    <p:animEffect transition="in" filter="fade">
                                      <p:cBhvr>
                                        <p:cTn id="79" dur="500"/>
                                        <p:tgtEl>
                                          <p:spTgt spid="9"/>
                                        </p:tgtEl>
                                      </p:cBhvr>
                                    </p:animEffect>
                                  </p:childTnLst>
                                </p:cTn>
                              </p:par>
                            </p:childTnLst>
                          </p:cTn>
                        </p:par>
                      </p:childTnLst>
                    </p:cTn>
                  </p:par>
                  <p:par>
                    <p:cTn id="80" fill="hold" nodeType="clickPar">
                      <p:stCondLst>
                        <p:cond delay="indefinite"/>
                      </p:stCondLst>
                      <p:childTnLst>
                        <p:par>
                          <p:cTn id="81" fill="hold" nodeType="withGroup">
                            <p:stCondLst>
                              <p:cond delay="0"/>
                            </p:stCondLst>
                            <p:childTnLst>
                              <p:par>
                                <p:cTn id="82" presetID="53" presetClass="entr" presetSubtype="16" fill="hold" grpId="0" nodeType="clickEffect">
                                  <p:stCondLst>
                                    <p:cond delay="0"/>
                                  </p:stCondLst>
                                  <p:childTnLst>
                                    <p:set>
                                      <p:cBhvr>
                                        <p:cTn id="83" dur="1" fill="hold">
                                          <p:stCondLst>
                                            <p:cond delay="0"/>
                                          </p:stCondLst>
                                        </p:cTn>
                                        <p:tgtEl>
                                          <p:spTgt spid="164"/>
                                        </p:tgtEl>
                                        <p:attrNameLst>
                                          <p:attrName>style.visibility</p:attrName>
                                        </p:attrNameLst>
                                      </p:cBhvr>
                                      <p:to>
                                        <p:strVal val="visible"/>
                                      </p:to>
                                    </p:set>
                                    <p:anim calcmode="lin" valueType="num">
                                      <p:cBhvr>
                                        <p:cTn id="84" dur="500" fill="hold"/>
                                        <p:tgtEl>
                                          <p:spTgt spid="164"/>
                                        </p:tgtEl>
                                        <p:attrNameLst>
                                          <p:attrName>ppt_w</p:attrName>
                                        </p:attrNameLst>
                                      </p:cBhvr>
                                      <p:tavLst>
                                        <p:tav tm="0">
                                          <p:val>
                                            <p:fltVal val="0"/>
                                          </p:val>
                                        </p:tav>
                                        <p:tav tm="100000">
                                          <p:val>
                                            <p:strVal val="#ppt_w"/>
                                          </p:val>
                                        </p:tav>
                                      </p:tavLst>
                                    </p:anim>
                                    <p:anim calcmode="lin" valueType="num">
                                      <p:cBhvr>
                                        <p:cTn id="85" dur="500" fill="hold"/>
                                        <p:tgtEl>
                                          <p:spTgt spid="164"/>
                                        </p:tgtEl>
                                        <p:attrNameLst>
                                          <p:attrName>ppt_h</p:attrName>
                                        </p:attrNameLst>
                                      </p:cBhvr>
                                      <p:tavLst>
                                        <p:tav tm="0">
                                          <p:val>
                                            <p:fltVal val="0"/>
                                          </p:val>
                                        </p:tav>
                                        <p:tav tm="100000">
                                          <p:val>
                                            <p:strVal val="#ppt_h"/>
                                          </p:val>
                                        </p:tav>
                                      </p:tavLst>
                                    </p:anim>
                                    <p:animEffect transition="in" filter="fade">
                                      <p:cBhvr>
                                        <p:cTn id="86" dur="500"/>
                                        <p:tgtEl>
                                          <p:spTgt spid="164"/>
                                        </p:tgtEl>
                                      </p:cBhvr>
                                    </p:animEffect>
                                  </p:childTnLst>
                                </p:cTn>
                              </p:par>
                            </p:childTnLst>
                          </p:cTn>
                        </p:par>
                      </p:childTnLst>
                    </p:cTn>
                  </p:par>
                  <p:par>
                    <p:cTn id="87" fill="hold" nodeType="clickPar">
                      <p:stCondLst>
                        <p:cond delay="indefinite"/>
                      </p:stCondLst>
                      <p:childTnLst>
                        <p:par>
                          <p:cTn id="88" fill="hold" nodeType="withGroup">
                            <p:stCondLst>
                              <p:cond delay="0"/>
                            </p:stCondLst>
                            <p:childTnLst>
                              <p:par>
                                <p:cTn id="89" presetID="53" presetClass="entr" presetSubtype="16" fill="hold" grpId="0" nodeType="clickEffect">
                                  <p:stCondLst>
                                    <p:cond delay="0"/>
                                  </p:stCondLst>
                                  <p:childTnLst>
                                    <p:set>
                                      <p:cBhvr>
                                        <p:cTn id="90" dur="1" fill="hold">
                                          <p:stCondLst>
                                            <p:cond delay="0"/>
                                          </p:stCondLst>
                                        </p:cTn>
                                        <p:tgtEl>
                                          <p:spTgt spid="165"/>
                                        </p:tgtEl>
                                        <p:attrNameLst>
                                          <p:attrName>style.visibility</p:attrName>
                                        </p:attrNameLst>
                                      </p:cBhvr>
                                      <p:to>
                                        <p:strVal val="visible"/>
                                      </p:to>
                                    </p:set>
                                    <p:anim calcmode="lin" valueType="num">
                                      <p:cBhvr>
                                        <p:cTn id="91" dur="500" fill="hold"/>
                                        <p:tgtEl>
                                          <p:spTgt spid="165"/>
                                        </p:tgtEl>
                                        <p:attrNameLst>
                                          <p:attrName>ppt_w</p:attrName>
                                        </p:attrNameLst>
                                      </p:cBhvr>
                                      <p:tavLst>
                                        <p:tav tm="0">
                                          <p:val>
                                            <p:fltVal val="0"/>
                                          </p:val>
                                        </p:tav>
                                        <p:tav tm="100000">
                                          <p:val>
                                            <p:strVal val="#ppt_w"/>
                                          </p:val>
                                        </p:tav>
                                      </p:tavLst>
                                    </p:anim>
                                    <p:anim calcmode="lin" valueType="num">
                                      <p:cBhvr>
                                        <p:cTn id="92" dur="500" fill="hold"/>
                                        <p:tgtEl>
                                          <p:spTgt spid="165"/>
                                        </p:tgtEl>
                                        <p:attrNameLst>
                                          <p:attrName>ppt_h</p:attrName>
                                        </p:attrNameLst>
                                      </p:cBhvr>
                                      <p:tavLst>
                                        <p:tav tm="0">
                                          <p:val>
                                            <p:fltVal val="0"/>
                                          </p:val>
                                        </p:tav>
                                        <p:tav tm="100000">
                                          <p:val>
                                            <p:strVal val="#ppt_h"/>
                                          </p:val>
                                        </p:tav>
                                      </p:tavLst>
                                    </p:anim>
                                    <p:animEffect transition="in" filter="fade">
                                      <p:cBhvr>
                                        <p:cTn id="93" dur="500"/>
                                        <p:tgtEl>
                                          <p:spTgt spid="165"/>
                                        </p:tgtEl>
                                      </p:cBhvr>
                                    </p:animEffect>
                                  </p:childTnLst>
                                </p:cTn>
                              </p:par>
                            </p:childTnLst>
                          </p:cTn>
                        </p:par>
                      </p:childTnLst>
                    </p:cTn>
                  </p:par>
                  <p:par>
                    <p:cTn id="94" fill="hold" nodeType="clickPar">
                      <p:stCondLst>
                        <p:cond delay="indefinite"/>
                      </p:stCondLst>
                      <p:childTnLst>
                        <p:par>
                          <p:cTn id="95" fill="hold" nodeType="withGroup">
                            <p:stCondLst>
                              <p:cond delay="0"/>
                            </p:stCondLst>
                            <p:childTnLst>
                              <p:par>
                                <p:cTn id="96" presetID="53" presetClass="entr" presetSubtype="16" fill="hold" nodeType="clickEffect">
                                  <p:stCondLst>
                                    <p:cond delay="0"/>
                                  </p:stCondLst>
                                  <p:childTnLst>
                                    <p:set>
                                      <p:cBhvr>
                                        <p:cTn id="97" dur="1" fill="hold">
                                          <p:stCondLst>
                                            <p:cond delay="0"/>
                                          </p:stCondLst>
                                        </p:cTn>
                                        <p:tgtEl>
                                          <p:spTgt spid="3"/>
                                        </p:tgtEl>
                                        <p:attrNameLst>
                                          <p:attrName>style.visibility</p:attrName>
                                        </p:attrNameLst>
                                      </p:cBhvr>
                                      <p:to>
                                        <p:strVal val="visible"/>
                                      </p:to>
                                    </p:set>
                                    <p:anim calcmode="lin" valueType="num">
                                      <p:cBhvr>
                                        <p:cTn id="98" dur="500" fill="hold"/>
                                        <p:tgtEl>
                                          <p:spTgt spid="3"/>
                                        </p:tgtEl>
                                        <p:attrNameLst>
                                          <p:attrName>ppt_w</p:attrName>
                                        </p:attrNameLst>
                                      </p:cBhvr>
                                      <p:tavLst>
                                        <p:tav tm="0">
                                          <p:val>
                                            <p:fltVal val="0"/>
                                          </p:val>
                                        </p:tav>
                                        <p:tav tm="100000">
                                          <p:val>
                                            <p:strVal val="#ppt_w"/>
                                          </p:val>
                                        </p:tav>
                                      </p:tavLst>
                                    </p:anim>
                                    <p:anim calcmode="lin" valueType="num">
                                      <p:cBhvr>
                                        <p:cTn id="99" dur="500" fill="hold"/>
                                        <p:tgtEl>
                                          <p:spTgt spid="3"/>
                                        </p:tgtEl>
                                        <p:attrNameLst>
                                          <p:attrName>ppt_h</p:attrName>
                                        </p:attrNameLst>
                                      </p:cBhvr>
                                      <p:tavLst>
                                        <p:tav tm="0">
                                          <p:val>
                                            <p:fltVal val="0"/>
                                          </p:val>
                                        </p:tav>
                                        <p:tav tm="100000">
                                          <p:val>
                                            <p:strVal val="#ppt_h"/>
                                          </p:val>
                                        </p:tav>
                                      </p:tavLst>
                                    </p:anim>
                                    <p:animEffect transition="in" filter="fade">
                                      <p:cBhvr>
                                        <p:cTn id="100" dur="500"/>
                                        <p:tgtEl>
                                          <p:spTgt spid="3"/>
                                        </p:tgtEl>
                                      </p:cBhvr>
                                    </p:animEffect>
                                  </p:childTnLst>
                                </p:cTn>
                              </p:par>
                            </p:childTnLst>
                          </p:cTn>
                        </p:par>
                      </p:childTnLst>
                    </p:cTn>
                  </p:par>
                  <p:par>
                    <p:cTn id="101" fill="hold" nodeType="clickPar">
                      <p:stCondLst>
                        <p:cond delay="indefinite"/>
                      </p:stCondLst>
                      <p:childTnLst>
                        <p:par>
                          <p:cTn id="102" fill="hold" nodeType="withGroup">
                            <p:stCondLst>
                              <p:cond delay="0"/>
                            </p:stCondLst>
                            <p:childTnLst>
                              <p:par>
                                <p:cTn id="103" presetID="53" presetClass="entr" presetSubtype="16" fill="hold" nodeType="clickEffect">
                                  <p:stCondLst>
                                    <p:cond delay="0"/>
                                  </p:stCondLst>
                                  <p:childTnLst>
                                    <p:set>
                                      <p:cBhvr>
                                        <p:cTn id="104" dur="1" fill="hold">
                                          <p:stCondLst>
                                            <p:cond delay="0"/>
                                          </p:stCondLst>
                                        </p:cTn>
                                        <p:tgtEl>
                                          <p:spTgt spid="10"/>
                                        </p:tgtEl>
                                        <p:attrNameLst>
                                          <p:attrName>style.visibility</p:attrName>
                                        </p:attrNameLst>
                                      </p:cBhvr>
                                      <p:to>
                                        <p:strVal val="visible"/>
                                      </p:to>
                                    </p:set>
                                    <p:anim calcmode="lin" valueType="num">
                                      <p:cBhvr>
                                        <p:cTn id="105" dur="500" fill="hold"/>
                                        <p:tgtEl>
                                          <p:spTgt spid="10"/>
                                        </p:tgtEl>
                                        <p:attrNameLst>
                                          <p:attrName>ppt_w</p:attrName>
                                        </p:attrNameLst>
                                      </p:cBhvr>
                                      <p:tavLst>
                                        <p:tav tm="0">
                                          <p:val>
                                            <p:fltVal val="0"/>
                                          </p:val>
                                        </p:tav>
                                        <p:tav tm="100000">
                                          <p:val>
                                            <p:strVal val="#ppt_w"/>
                                          </p:val>
                                        </p:tav>
                                      </p:tavLst>
                                    </p:anim>
                                    <p:anim calcmode="lin" valueType="num">
                                      <p:cBhvr>
                                        <p:cTn id="106" dur="500" fill="hold"/>
                                        <p:tgtEl>
                                          <p:spTgt spid="10"/>
                                        </p:tgtEl>
                                        <p:attrNameLst>
                                          <p:attrName>ppt_h</p:attrName>
                                        </p:attrNameLst>
                                      </p:cBhvr>
                                      <p:tavLst>
                                        <p:tav tm="0">
                                          <p:val>
                                            <p:fltVal val="0"/>
                                          </p:val>
                                        </p:tav>
                                        <p:tav tm="100000">
                                          <p:val>
                                            <p:strVal val="#ppt_h"/>
                                          </p:val>
                                        </p:tav>
                                      </p:tavLst>
                                    </p:anim>
                                    <p:animEffect transition="in" filter="fade">
                                      <p:cBhvr>
                                        <p:cTn id="107" dur="500"/>
                                        <p:tgtEl>
                                          <p:spTgt spid="10"/>
                                        </p:tgtEl>
                                      </p:cBhvr>
                                    </p:animEffect>
                                  </p:childTnLst>
                                </p:cTn>
                              </p:par>
                            </p:childTnLst>
                          </p:cTn>
                        </p:par>
                      </p:childTnLst>
                    </p:cTn>
                  </p:par>
                  <p:par>
                    <p:cTn id="108" fill="hold" nodeType="clickPar">
                      <p:stCondLst>
                        <p:cond delay="indefinite"/>
                      </p:stCondLst>
                      <p:childTnLst>
                        <p:par>
                          <p:cTn id="109" fill="hold" nodeType="withGroup">
                            <p:stCondLst>
                              <p:cond delay="0"/>
                            </p:stCondLst>
                            <p:childTnLst>
                              <p:par>
                                <p:cTn id="110" presetID="53" presetClass="entr" presetSubtype="16" fill="hold" grpId="0" nodeType="clickEffect">
                                  <p:stCondLst>
                                    <p:cond delay="0"/>
                                  </p:stCondLst>
                                  <p:childTnLst>
                                    <p:set>
                                      <p:cBhvr>
                                        <p:cTn id="111" dur="1" fill="hold">
                                          <p:stCondLst>
                                            <p:cond delay="0"/>
                                          </p:stCondLst>
                                        </p:cTn>
                                        <p:tgtEl>
                                          <p:spTgt spid="172"/>
                                        </p:tgtEl>
                                        <p:attrNameLst>
                                          <p:attrName>style.visibility</p:attrName>
                                        </p:attrNameLst>
                                      </p:cBhvr>
                                      <p:to>
                                        <p:strVal val="visible"/>
                                      </p:to>
                                    </p:set>
                                    <p:anim calcmode="lin" valueType="num">
                                      <p:cBhvr>
                                        <p:cTn id="112" dur="500" fill="hold"/>
                                        <p:tgtEl>
                                          <p:spTgt spid="172"/>
                                        </p:tgtEl>
                                        <p:attrNameLst>
                                          <p:attrName>ppt_w</p:attrName>
                                        </p:attrNameLst>
                                      </p:cBhvr>
                                      <p:tavLst>
                                        <p:tav tm="0">
                                          <p:val>
                                            <p:fltVal val="0"/>
                                          </p:val>
                                        </p:tav>
                                        <p:tav tm="100000">
                                          <p:val>
                                            <p:strVal val="#ppt_w"/>
                                          </p:val>
                                        </p:tav>
                                      </p:tavLst>
                                    </p:anim>
                                    <p:anim calcmode="lin" valueType="num">
                                      <p:cBhvr>
                                        <p:cTn id="113" dur="500" fill="hold"/>
                                        <p:tgtEl>
                                          <p:spTgt spid="172"/>
                                        </p:tgtEl>
                                        <p:attrNameLst>
                                          <p:attrName>ppt_h</p:attrName>
                                        </p:attrNameLst>
                                      </p:cBhvr>
                                      <p:tavLst>
                                        <p:tav tm="0">
                                          <p:val>
                                            <p:fltVal val="0"/>
                                          </p:val>
                                        </p:tav>
                                        <p:tav tm="100000">
                                          <p:val>
                                            <p:strVal val="#ppt_h"/>
                                          </p:val>
                                        </p:tav>
                                      </p:tavLst>
                                    </p:anim>
                                    <p:animEffect transition="in" filter="fade">
                                      <p:cBhvr>
                                        <p:cTn id="114" dur="500"/>
                                        <p:tgtEl>
                                          <p:spTgt spid="172"/>
                                        </p:tgtEl>
                                      </p:cBhvr>
                                    </p:animEffect>
                                  </p:childTnLst>
                                </p:cTn>
                              </p:par>
                            </p:childTnLst>
                          </p:cTn>
                        </p:par>
                      </p:childTnLst>
                    </p:cTn>
                  </p:par>
                  <p:par>
                    <p:cTn id="115" fill="hold" nodeType="clickPar">
                      <p:stCondLst>
                        <p:cond delay="indefinite"/>
                      </p:stCondLst>
                      <p:childTnLst>
                        <p:par>
                          <p:cTn id="116" fill="hold" nodeType="withGroup">
                            <p:stCondLst>
                              <p:cond delay="0"/>
                            </p:stCondLst>
                            <p:childTnLst>
                              <p:par>
                                <p:cTn id="117" presetID="53" presetClass="entr" presetSubtype="16" fill="hold" nodeType="clickEffect">
                                  <p:stCondLst>
                                    <p:cond delay="0"/>
                                  </p:stCondLst>
                                  <p:childTnLst>
                                    <p:set>
                                      <p:cBhvr>
                                        <p:cTn id="118" dur="1" fill="hold">
                                          <p:stCondLst>
                                            <p:cond delay="0"/>
                                          </p:stCondLst>
                                        </p:cTn>
                                        <p:tgtEl>
                                          <p:spTgt spid="11"/>
                                        </p:tgtEl>
                                        <p:attrNameLst>
                                          <p:attrName>style.visibility</p:attrName>
                                        </p:attrNameLst>
                                      </p:cBhvr>
                                      <p:to>
                                        <p:strVal val="visible"/>
                                      </p:to>
                                    </p:set>
                                    <p:anim calcmode="lin" valueType="num">
                                      <p:cBhvr>
                                        <p:cTn id="119" dur="500" fill="hold"/>
                                        <p:tgtEl>
                                          <p:spTgt spid="11"/>
                                        </p:tgtEl>
                                        <p:attrNameLst>
                                          <p:attrName>ppt_w</p:attrName>
                                        </p:attrNameLst>
                                      </p:cBhvr>
                                      <p:tavLst>
                                        <p:tav tm="0">
                                          <p:val>
                                            <p:fltVal val="0"/>
                                          </p:val>
                                        </p:tav>
                                        <p:tav tm="100000">
                                          <p:val>
                                            <p:strVal val="#ppt_w"/>
                                          </p:val>
                                        </p:tav>
                                      </p:tavLst>
                                    </p:anim>
                                    <p:anim calcmode="lin" valueType="num">
                                      <p:cBhvr>
                                        <p:cTn id="120" dur="500" fill="hold"/>
                                        <p:tgtEl>
                                          <p:spTgt spid="11"/>
                                        </p:tgtEl>
                                        <p:attrNameLst>
                                          <p:attrName>ppt_h</p:attrName>
                                        </p:attrNameLst>
                                      </p:cBhvr>
                                      <p:tavLst>
                                        <p:tav tm="0">
                                          <p:val>
                                            <p:fltVal val="0"/>
                                          </p:val>
                                        </p:tav>
                                        <p:tav tm="100000">
                                          <p:val>
                                            <p:strVal val="#ppt_h"/>
                                          </p:val>
                                        </p:tav>
                                      </p:tavLst>
                                    </p:anim>
                                    <p:animEffect transition="in" filter="fade">
                                      <p:cBhvr>
                                        <p:cTn id="121" dur="500"/>
                                        <p:tgtEl>
                                          <p:spTgt spid="11"/>
                                        </p:tgtEl>
                                      </p:cBhvr>
                                    </p:animEffect>
                                  </p:childTnLst>
                                </p:cTn>
                              </p:par>
                            </p:childTnLst>
                          </p:cTn>
                        </p:par>
                      </p:childTnLst>
                    </p:cTn>
                  </p:par>
                  <p:par>
                    <p:cTn id="122" fill="hold" nodeType="clickPar">
                      <p:stCondLst>
                        <p:cond delay="indefinite"/>
                      </p:stCondLst>
                      <p:childTnLst>
                        <p:par>
                          <p:cTn id="123" fill="hold" nodeType="withGroup">
                            <p:stCondLst>
                              <p:cond delay="0"/>
                            </p:stCondLst>
                            <p:childTnLst>
                              <p:par>
                                <p:cTn id="124" presetID="53" presetClass="entr" presetSubtype="16" fill="hold" grpId="0" nodeType="clickEffect">
                                  <p:stCondLst>
                                    <p:cond delay="0"/>
                                  </p:stCondLst>
                                  <p:childTnLst>
                                    <p:set>
                                      <p:cBhvr>
                                        <p:cTn id="125" dur="1" fill="hold">
                                          <p:stCondLst>
                                            <p:cond delay="0"/>
                                          </p:stCondLst>
                                        </p:cTn>
                                        <p:tgtEl>
                                          <p:spTgt spid="176"/>
                                        </p:tgtEl>
                                        <p:attrNameLst>
                                          <p:attrName>style.visibility</p:attrName>
                                        </p:attrNameLst>
                                      </p:cBhvr>
                                      <p:to>
                                        <p:strVal val="visible"/>
                                      </p:to>
                                    </p:set>
                                    <p:anim calcmode="lin" valueType="num">
                                      <p:cBhvr>
                                        <p:cTn id="126" dur="500" fill="hold"/>
                                        <p:tgtEl>
                                          <p:spTgt spid="176"/>
                                        </p:tgtEl>
                                        <p:attrNameLst>
                                          <p:attrName>ppt_w</p:attrName>
                                        </p:attrNameLst>
                                      </p:cBhvr>
                                      <p:tavLst>
                                        <p:tav tm="0">
                                          <p:val>
                                            <p:fltVal val="0"/>
                                          </p:val>
                                        </p:tav>
                                        <p:tav tm="100000">
                                          <p:val>
                                            <p:strVal val="#ppt_w"/>
                                          </p:val>
                                        </p:tav>
                                      </p:tavLst>
                                    </p:anim>
                                    <p:anim calcmode="lin" valueType="num">
                                      <p:cBhvr>
                                        <p:cTn id="127" dur="500" fill="hold"/>
                                        <p:tgtEl>
                                          <p:spTgt spid="176"/>
                                        </p:tgtEl>
                                        <p:attrNameLst>
                                          <p:attrName>ppt_h</p:attrName>
                                        </p:attrNameLst>
                                      </p:cBhvr>
                                      <p:tavLst>
                                        <p:tav tm="0">
                                          <p:val>
                                            <p:fltVal val="0"/>
                                          </p:val>
                                        </p:tav>
                                        <p:tav tm="100000">
                                          <p:val>
                                            <p:strVal val="#ppt_h"/>
                                          </p:val>
                                        </p:tav>
                                      </p:tavLst>
                                    </p:anim>
                                    <p:animEffect transition="in" filter="fade">
                                      <p:cBhvr>
                                        <p:cTn id="128" dur="500"/>
                                        <p:tgtEl>
                                          <p:spTgt spid="176"/>
                                        </p:tgtEl>
                                      </p:cBhvr>
                                    </p:animEffect>
                                  </p:childTnLst>
                                </p:cTn>
                              </p:par>
                            </p:childTnLst>
                          </p:cTn>
                        </p:par>
                      </p:childTnLst>
                    </p:cTn>
                  </p:par>
                  <p:par>
                    <p:cTn id="129" fill="hold" nodeType="clickPar">
                      <p:stCondLst>
                        <p:cond delay="indefinite"/>
                      </p:stCondLst>
                      <p:childTnLst>
                        <p:par>
                          <p:cTn id="130" fill="hold" nodeType="withGroup">
                            <p:stCondLst>
                              <p:cond delay="0"/>
                            </p:stCondLst>
                            <p:childTnLst>
                              <p:par>
                                <p:cTn id="131" presetID="53" presetClass="entr" presetSubtype="16" fill="hold" grpId="0" nodeType="clickEffect">
                                  <p:stCondLst>
                                    <p:cond delay="0"/>
                                  </p:stCondLst>
                                  <p:childTnLst>
                                    <p:set>
                                      <p:cBhvr>
                                        <p:cTn id="132" dur="1" fill="hold">
                                          <p:stCondLst>
                                            <p:cond delay="0"/>
                                          </p:stCondLst>
                                        </p:cTn>
                                        <p:tgtEl>
                                          <p:spTgt spid="177"/>
                                        </p:tgtEl>
                                        <p:attrNameLst>
                                          <p:attrName>style.visibility</p:attrName>
                                        </p:attrNameLst>
                                      </p:cBhvr>
                                      <p:to>
                                        <p:strVal val="visible"/>
                                      </p:to>
                                    </p:set>
                                    <p:anim calcmode="lin" valueType="num">
                                      <p:cBhvr>
                                        <p:cTn id="133" dur="500" fill="hold"/>
                                        <p:tgtEl>
                                          <p:spTgt spid="177"/>
                                        </p:tgtEl>
                                        <p:attrNameLst>
                                          <p:attrName>ppt_w</p:attrName>
                                        </p:attrNameLst>
                                      </p:cBhvr>
                                      <p:tavLst>
                                        <p:tav tm="0">
                                          <p:val>
                                            <p:fltVal val="0"/>
                                          </p:val>
                                        </p:tav>
                                        <p:tav tm="100000">
                                          <p:val>
                                            <p:strVal val="#ppt_w"/>
                                          </p:val>
                                        </p:tav>
                                      </p:tavLst>
                                    </p:anim>
                                    <p:anim calcmode="lin" valueType="num">
                                      <p:cBhvr>
                                        <p:cTn id="134" dur="500" fill="hold"/>
                                        <p:tgtEl>
                                          <p:spTgt spid="177"/>
                                        </p:tgtEl>
                                        <p:attrNameLst>
                                          <p:attrName>ppt_h</p:attrName>
                                        </p:attrNameLst>
                                      </p:cBhvr>
                                      <p:tavLst>
                                        <p:tav tm="0">
                                          <p:val>
                                            <p:fltVal val="0"/>
                                          </p:val>
                                        </p:tav>
                                        <p:tav tm="100000">
                                          <p:val>
                                            <p:strVal val="#ppt_h"/>
                                          </p:val>
                                        </p:tav>
                                      </p:tavLst>
                                    </p:anim>
                                    <p:animEffect transition="in" filter="fade">
                                      <p:cBhvr>
                                        <p:cTn id="135" dur="500"/>
                                        <p:tgtEl>
                                          <p:spTgt spid="177"/>
                                        </p:tgtEl>
                                      </p:cBhvr>
                                    </p:animEffect>
                                  </p:childTnLst>
                                </p:cTn>
                              </p:par>
                            </p:childTnLst>
                          </p:cTn>
                        </p:par>
                      </p:childTnLst>
                    </p:cTn>
                  </p:par>
                  <p:par>
                    <p:cTn id="136" fill="hold" nodeType="clickPar">
                      <p:stCondLst>
                        <p:cond delay="indefinite"/>
                      </p:stCondLst>
                      <p:childTnLst>
                        <p:par>
                          <p:cTn id="137" fill="hold" nodeType="withGroup">
                            <p:stCondLst>
                              <p:cond delay="0"/>
                            </p:stCondLst>
                            <p:childTnLst>
                              <p:par>
                                <p:cTn id="138" presetID="53" presetClass="entr" presetSubtype="16" fill="hold" grpId="0" nodeType="clickEffect">
                                  <p:stCondLst>
                                    <p:cond delay="0"/>
                                  </p:stCondLst>
                                  <p:childTnLst>
                                    <p:set>
                                      <p:cBhvr>
                                        <p:cTn id="139" dur="1" fill="hold">
                                          <p:stCondLst>
                                            <p:cond delay="0"/>
                                          </p:stCondLst>
                                        </p:cTn>
                                        <p:tgtEl>
                                          <p:spTgt spid="178"/>
                                        </p:tgtEl>
                                        <p:attrNameLst>
                                          <p:attrName>style.visibility</p:attrName>
                                        </p:attrNameLst>
                                      </p:cBhvr>
                                      <p:to>
                                        <p:strVal val="visible"/>
                                      </p:to>
                                    </p:set>
                                    <p:anim calcmode="lin" valueType="num">
                                      <p:cBhvr>
                                        <p:cTn id="140" dur="500" fill="hold"/>
                                        <p:tgtEl>
                                          <p:spTgt spid="178"/>
                                        </p:tgtEl>
                                        <p:attrNameLst>
                                          <p:attrName>ppt_w</p:attrName>
                                        </p:attrNameLst>
                                      </p:cBhvr>
                                      <p:tavLst>
                                        <p:tav tm="0">
                                          <p:val>
                                            <p:fltVal val="0"/>
                                          </p:val>
                                        </p:tav>
                                        <p:tav tm="100000">
                                          <p:val>
                                            <p:strVal val="#ppt_w"/>
                                          </p:val>
                                        </p:tav>
                                      </p:tavLst>
                                    </p:anim>
                                    <p:anim calcmode="lin" valueType="num">
                                      <p:cBhvr>
                                        <p:cTn id="141" dur="500" fill="hold"/>
                                        <p:tgtEl>
                                          <p:spTgt spid="178"/>
                                        </p:tgtEl>
                                        <p:attrNameLst>
                                          <p:attrName>ppt_h</p:attrName>
                                        </p:attrNameLst>
                                      </p:cBhvr>
                                      <p:tavLst>
                                        <p:tav tm="0">
                                          <p:val>
                                            <p:fltVal val="0"/>
                                          </p:val>
                                        </p:tav>
                                        <p:tav tm="100000">
                                          <p:val>
                                            <p:strVal val="#ppt_h"/>
                                          </p:val>
                                        </p:tav>
                                      </p:tavLst>
                                    </p:anim>
                                    <p:animEffect transition="in" filter="fade">
                                      <p:cBhvr>
                                        <p:cTn id="142" dur="500"/>
                                        <p:tgtEl>
                                          <p:spTgt spid="178"/>
                                        </p:tgtEl>
                                      </p:cBhvr>
                                    </p:animEffect>
                                  </p:childTnLst>
                                </p:cTn>
                              </p:par>
                            </p:childTnLst>
                          </p:cTn>
                        </p:par>
                      </p:childTnLst>
                    </p:cTn>
                  </p:par>
                  <p:par>
                    <p:cTn id="143" fill="hold" nodeType="clickPar">
                      <p:stCondLst>
                        <p:cond delay="indefinite"/>
                      </p:stCondLst>
                      <p:childTnLst>
                        <p:par>
                          <p:cTn id="144" fill="hold" nodeType="withGroup">
                            <p:stCondLst>
                              <p:cond delay="0"/>
                            </p:stCondLst>
                            <p:childTnLst>
                              <p:par>
                                <p:cTn id="145" presetID="53" presetClass="exit" presetSubtype="32" fill="hold" nodeType="clickEffect">
                                  <p:stCondLst>
                                    <p:cond delay="0"/>
                                  </p:stCondLst>
                                  <p:childTnLst>
                                    <p:anim calcmode="lin" valueType="num">
                                      <p:cBhvr>
                                        <p:cTn id="146" dur="500"/>
                                        <p:tgtEl>
                                          <p:spTgt spid="10"/>
                                        </p:tgtEl>
                                        <p:attrNameLst>
                                          <p:attrName>ppt_w</p:attrName>
                                        </p:attrNameLst>
                                      </p:cBhvr>
                                      <p:tavLst>
                                        <p:tav tm="0">
                                          <p:val>
                                            <p:strVal val="ppt_w"/>
                                          </p:val>
                                        </p:tav>
                                        <p:tav tm="100000">
                                          <p:val>
                                            <p:fltVal val="0"/>
                                          </p:val>
                                        </p:tav>
                                      </p:tavLst>
                                    </p:anim>
                                    <p:anim calcmode="lin" valueType="num">
                                      <p:cBhvr>
                                        <p:cTn id="147" dur="500"/>
                                        <p:tgtEl>
                                          <p:spTgt spid="10"/>
                                        </p:tgtEl>
                                        <p:attrNameLst>
                                          <p:attrName>ppt_h</p:attrName>
                                        </p:attrNameLst>
                                      </p:cBhvr>
                                      <p:tavLst>
                                        <p:tav tm="0">
                                          <p:val>
                                            <p:strVal val="ppt_h"/>
                                          </p:val>
                                        </p:tav>
                                        <p:tav tm="100000">
                                          <p:val>
                                            <p:fltVal val="0"/>
                                          </p:val>
                                        </p:tav>
                                      </p:tavLst>
                                    </p:anim>
                                    <p:animEffect transition="out" filter="fade">
                                      <p:cBhvr>
                                        <p:cTn id="148" dur="500"/>
                                        <p:tgtEl>
                                          <p:spTgt spid="10"/>
                                        </p:tgtEl>
                                      </p:cBhvr>
                                    </p:animEffect>
                                    <p:set>
                                      <p:cBhvr>
                                        <p:cTn id="149" dur="1" fill="hold">
                                          <p:stCondLst>
                                            <p:cond delay="499"/>
                                          </p:stCondLst>
                                        </p:cTn>
                                        <p:tgtEl>
                                          <p:spTgt spid="10"/>
                                        </p:tgtEl>
                                        <p:attrNameLst>
                                          <p:attrName>style.visibility</p:attrName>
                                        </p:attrNameLst>
                                      </p:cBhvr>
                                      <p:to>
                                        <p:strVal val="hidden"/>
                                      </p:to>
                                    </p:set>
                                  </p:childTnLst>
                                </p:cTn>
                              </p:par>
                              <p:par>
                                <p:cTn id="150" presetID="53" presetClass="exit" presetSubtype="32" fill="hold" grpId="1" nodeType="withEffect">
                                  <p:stCondLst>
                                    <p:cond delay="0"/>
                                  </p:stCondLst>
                                  <p:childTnLst>
                                    <p:anim calcmode="lin" valueType="num">
                                      <p:cBhvr>
                                        <p:cTn id="151" dur="500"/>
                                        <p:tgtEl>
                                          <p:spTgt spid="176"/>
                                        </p:tgtEl>
                                        <p:attrNameLst>
                                          <p:attrName>ppt_w</p:attrName>
                                        </p:attrNameLst>
                                      </p:cBhvr>
                                      <p:tavLst>
                                        <p:tav tm="0">
                                          <p:val>
                                            <p:strVal val="ppt_w"/>
                                          </p:val>
                                        </p:tav>
                                        <p:tav tm="100000">
                                          <p:val>
                                            <p:fltVal val="0"/>
                                          </p:val>
                                        </p:tav>
                                      </p:tavLst>
                                    </p:anim>
                                    <p:anim calcmode="lin" valueType="num">
                                      <p:cBhvr>
                                        <p:cTn id="152" dur="500"/>
                                        <p:tgtEl>
                                          <p:spTgt spid="176"/>
                                        </p:tgtEl>
                                        <p:attrNameLst>
                                          <p:attrName>ppt_h</p:attrName>
                                        </p:attrNameLst>
                                      </p:cBhvr>
                                      <p:tavLst>
                                        <p:tav tm="0">
                                          <p:val>
                                            <p:strVal val="ppt_h"/>
                                          </p:val>
                                        </p:tav>
                                        <p:tav tm="100000">
                                          <p:val>
                                            <p:fltVal val="0"/>
                                          </p:val>
                                        </p:tav>
                                      </p:tavLst>
                                    </p:anim>
                                    <p:animEffect transition="out" filter="fade">
                                      <p:cBhvr>
                                        <p:cTn id="153" dur="500"/>
                                        <p:tgtEl>
                                          <p:spTgt spid="176"/>
                                        </p:tgtEl>
                                      </p:cBhvr>
                                    </p:animEffect>
                                    <p:set>
                                      <p:cBhvr>
                                        <p:cTn id="154" dur="1" fill="hold">
                                          <p:stCondLst>
                                            <p:cond delay="499"/>
                                          </p:stCondLst>
                                        </p:cTn>
                                        <p:tgtEl>
                                          <p:spTgt spid="176"/>
                                        </p:tgtEl>
                                        <p:attrNameLst>
                                          <p:attrName>style.visibility</p:attrName>
                                        </p:attrNameLst>
                                      </p:cBhvr>
                                      <p:to>
                                        <p:strVal val="hidden"/>
                                      </p:to>
                                    </p:set>
                                  </p:childTnLst>
                                </p:cTn>
                              </p:par>
                            </p:childTnLst>
                          </p:cTn>
                        </p:par>
                      </p:childTnLst>
                    </p:cTn>
                  </p:par>
                  <p:par>
                    <p:cTn id="155" fill="hold" nodeType="clickPar">
                      <p:stCondLst>
                        <p:cond delay="indefinite"/>
                      </p:stCondLst>
                      <p:childTnLst>
                        <p:par>
                          <p:cTn id="156" fill="hold" nodeType="withGroup">
                            <p:stCondLst>
                              <p:cond delay="0"/>
                            </p:stCondLst>
                            <p:childTnLst>
                              <p:par>
                                <p:cTn id="157" presetID="53" presetClass="entr" presetSubtype="16" fill="hold" nodeType="clickEffect">
                                  <p:stCondLst>
                                    <p:cond delay="0"/>
                                  </p:stCondLst>
                                  <p:childTnLst>
                                    <p:set>
                                      <p:cBhvr>
                                        <p:cTn id="158" dur="1" fill="hold">
                                          <p:stCondLst>
                                            <p:cond delay="0"/>
                                          </p:stCondLst>
                                        </p:cTn>
                                        <p:tgtEl>
                                          <p:spTgt spid="12"/>
                                        </p:tgtEl>
                                        <p:attrNameLst>
                                          <p:attrName>style.visibility</p:attrName>
                                        </p:attrNameLst>
                                      </p:cBhvr>
                                      <p:to>
                                        <p:strVal val="visible"/>
                                      </p:to>
                                    </p:set>
                                    <p:anim calcmode="lin" valueType="num">
                                      <p:cBhvr>
                                        <p:cTn id="159" dur="500" fill="hold"/>
                                        <p:tgtEl>
                                          <p:spTgt spid="12"/>
                                        </p:tgtEl>
                                        <p:attrNameLst>
                                          <p:attrName>ppt_w</p:attrName>
                                        </p:attrNameLst>
                                      </p:cBhvr>
                                      <p:tavLst>
                                        <p:tav tm="0">
                                          <p:val>
                                            <p:fltVal val="0"/>
                                          </p:val>
                                        </p:tav>
                                        <p:tav tm="100000">
                                          <p:val>
                                            <p:strVal val="#ppt_w"/>
                                          </p:val>
                                        </p:tav>
                                      </p:tavLst>
                                    </p:anim>
                                    <p:anim calcmode="lin" valueType="num">
                                      <p:cBhvr>
                                        <p:cTn id="160" dur="500" fill="hold"/>
                                        <p:tgtEl>
                                          <p:spTgt spid="12"/>
                                        </p:tgtEl>
                                        <p:attrNameLst>
                                          <p:attrName>ppt_h</p:attrName>
                                        </p:attrNameLst>
                                      </p:cBhvr>
                                      <p:tavLst>
                                        <p:tav tm="0">
                                          <p:val>
                                            <p:fltVal val="0"/>
                                          </p:val>
                                        </p:tav>
                                        <p:tav tm="100000">
                                          <p:val>
                                            <p:strVal val="#ppt_h"/>
                                          </p:val>
                                        </p:tav>
                                      </p:tavLst>
                                    </p:anim>
                                    <p:animEffect transition="in" filter="fade">
                                      <p:cBhvr>
                                        <p:cTn id="161" dur="500"/>
                                        <p:tgtEl>
                                          <p:spTgt spid="12"/>
                                        </p:tgtEl>
                                      </p:cBhvr>
                                    </p:animEffect>
                                  </p:childTnLst>
                                </p:cTn>
                              </p:par>
                              <p:par>
                                <p:cTn id="162" presetID="53" presetClass="entr" presetSubtype="16" fill="hold" nodeType="withEffect">
                                  <p:stCondLst>
                                    <p:cond delay="0"/>
                                  </p:stCondLst>
                                  <p:childTnLst>
                                    <p:set>
                                      <p:cBhvr>
                                        <p:cTn id="163" dur="1" fill="hold">
                                          <p:stCondLst>
                                            <p:cond delay="0"/>
                                          </p:stCondLst>
                                        </p:cTn>
                                        <p:tgtEl>
                                          <p:spTgt spid="63"/>
                                        </p:tgtEl>
                                        <p:attrNameLst>
                                          <p:attrName>style.visibility</p:attrName>
                                        </p:attrNameLst>
                                      </p:cBhvr>
                                      <p:to>
                                        <p:strVal val="visible"/>
                                      </p:to>
                                    </p:set>
                                    <p:anim calcmode="lin" valueType="num">
                                      <p:cBhvr>
                                        <p:cTn id="164" dur="500" fill="hold"/>
                                        <p:tgtEl>
                                          <p:spTgt spid="63"/>
                                        </p:tgtEl>
                                        <p:attrNameLst>
                                          <p:attrName>ppt_w</p:attrName>
                                        </p:attrNameLst>
                                      </p:cBhvr>
                                      <p:tavLst>
                                        <p:tav tm="0">
                                          <p:val>
                                            <p:fltVal val="0"/>
                                          </p:val>
                                        </p:tav>
                                        <p:tav tm="100000">
                                          <p:val>
                                            <p:strVal val="#ppt_w"/>
                                          </p:val>
                                        </p:tav>
                                      </p:tavLst>
                                    </p:anim>
                                    <p:anim calcmode="lin" valueType="num">
                                      <p:cBhvr>
                                        <p:cTn id="165" dur="500" fill="hold"/>
                                        <p:tgtEl>
                                          <p:spTgt spid="63"/>
                                        </p:tgtEl>
                                        <p:attrNameLst>
                                          <p:attrName>ppt_h</p:attrName>
                                        </p:attrNameLst>
                                      </p:cBhvr>
                                      <p:tavLst>
                                        <p:tav tm="0">
                                          <p:val>
                                            <p:fltVal val="0"/>
                                          </p:val>
                                        </p:tav>
                                        <p:tav tm="100000">
                                          <p:val>
                                            <p:strVal val="#ppt_h"/>
                                          </p:val>
                                        </p:tav>
                                      </p:tavLst>
                                    </p:anim>
                                    <p:animEffect transition="in" filter="fade">
                                      <p:cBhvr>
                                        <p:cTn id="166" dur="5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7" grpId="0" animBg="1"/>
      <p:bldP spid="138" grpId="0" animBg="1"/>
      <p:bldP spid="142" grpId="0" animBg="1"/>
      <p:bldP spid="180232" grpId="0" animBg="1"/>
      <p:bldP spid="164" grpId="0" animBg="1"/>
      <p:bldP spid="165" grpId="0" animBg="1"/>
      <p:bldP spid="172" grpId="0" animBg="1"/>
      <p:bldP spid="176" grpId="0" animBg="1"/>
      <p:bldP spid="176" grpId="1" animBg="1"/>
      <p:bldP spid="177" grpId="0" animBg="1"/>
      <p:bldP spid="178"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6674" name="组合 180223"/>
          <p:cNvGrpSpPr>
            <a:grpSpLocks/>
          </p:cNvGrpSpPr>
          <p:nvPr/>
        </p:nvGrpSpPr>
        <p:grpSpPr bwMode="auto">
          <a:xfrm>
            <a:off x="4886325" y="842963"/>
            <a:ext cx="2362200" cy="2327275"/>
            <a:chOff x="4885681" y="843558"/>
            <a:chExt cx="2362199" cy="2326457"/>
          </a:xfrm>
        </p:grpSpPr>
        <p:sp>
          <p:nvSpPr>
            <p:cNvPr id="156763" name="Line 2"/>
            <p:cNvSpPr>
              <a:spLocks noChangeShapeType="1"/>
            </p:cNvSpPr>
            <p:nvPr/>
          </p:nvSpPr>
          <p:spPr bwMode="auto">
            <a:xfrm>
              <a:off x="4885681" y="1384077"/>
              <a:ext cx="1587" cy="178593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6764" name="Line 3"/>
            <p:cNvSpPr>
              <a:spLocks noChangeShapeType="1"/>
            </p:cNvSpPr>
            <p:nvPr/>
          </p:nvSpPr>
          <p:spPr bwMode="auto">
            <a:xfrm>
              <a:off x="6536482" y="1384077"/>
              <a:ext cx="0" cy="176053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6765" name="Line 9"/>
            <p:cNvSpPr>
              <a:spLocks noChangeShapeType="1"/>
            </p:cNvSpPr>
            <p:nvPr/>
          </p:nvSpPr>
          <p:spPr bwMode="auto">
            <a:xfrm flipV="1">
              <a:off x="4887268" y="1695227"/>
              <a:ext cx="200925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6766" name="Rectangle 10"/>
            <p:cNvSpPr>
              <a:spLocks noChangeArrowheads="1"/>
            </p:cNvSpPr>
            <p:nvPr/>
          </p:nvSpPr>
          <p:spPr bwMode="auto">
            <a:xfrm>
              <a:off x="5312717" y="1333277"/>
              <a:ext cx="1935163"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header</a:t>
              </a:r>
              <a:endParaRPr lang="en-US" altLang="zh-CN" sz="1800">
                <a:solidFill>
                  <a:srgbClr val="000000"/>
                </a:solidFill>
                <a:ea typeface="宋体" panose="02010600030101010101" pitchFamily="2" charset="-122"/>
                <a:cs typeface="Times New Roman" panose="02020603050405020304" pitchFamily="18" charset="0"/>
              </a:endParaRPr>
            </a:p>
          </p:txBody>
        </p:sp>
        <p:sp>
          <p:nvSpPr>
            <p:cNvPr id="156767" name="Rectangle 11"/>
            <p:cNvSpPr>
              <a:spLocks noChangeArrowheads="1"/>
            </p:cNvSpPr>
            <p:nvPr/>
          </p:nvSpPr>
          <p:spPr bwMode="auto">
            <a:xfrm>
              <a:off x="5220072" y="1060227"/>
              <a:ext cx="1168400"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2100" i="1">
                  <a:solidFill>
                    <a:srgbClr val="000000"/>
                  </a:solidFill>
                  <a:ea typeface="宋体" panose="02010600030101010101" pitchFamily="2" charset="-122"/>
                  <a:cs typeface="Times New Roman" panose="02020603050405020304" pitchFamily="18" charset="0"/>
                </a:rPr>
                <a:t>sort</a:t>
              </a:r>
            </a:p>
          </p:txBody>
        </p:sp>
        <p:sp>
          <p:nvSpPr>
            <p:cNvPr id="156768" name="Line 12"/>
            <p:cNvSpPr>
              <a:spLocks noChangeShapeType="1"/>
            </p:cNvSpPr>
            <p:nvPr/>
          </p:nvSpPr>
          <p:spPr bwMode="auto">
            <a:xfrm flipV="1">
              <a:off x="4898380" y="1382490"/>
              <a:ext cx="2020887" cy="15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6769" name="Line 13"/>
            <p:cNvSpPr>
              <a:spLocks noChangeShapeType="1"/>
            </p:cNvSpPr>
            <p:nvPr/>
          </p:nvSpPr>
          <p:spPr bwMode="auto">
            <a:xfrm>
              <a:off x="5263506" y="1398365"/>
              <a:ext cx="0" cy="28416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6770" name="Line 14"/>
            <p:cNvSpPr>
              <a:spLocks noChangeShapeType="1"/>
            </p:cNvSpPr>
            <p:nvPr/>
          </p:nvSpPr>
          <p:spPr bwMode="auto">
            <a:xfrm>
              <a:off x="5960418" y="1671092"/>
              <a:ext cx="0" cy="14636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6771" name="Line 3"/>
            <p:cNvSpPr>
              <a:spLocks noChangeShapeType="1"/>
            </p:cNvSpPr>
            <p:nvPr/>
          </p:nvSpPr>
          <p:spPr bwMode="auto">
            <a:xfrm>
              <a:off x="6878216" y="1406575"/>
              <a:ext cx="0" cy="176053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6772" name="Line 95"/>
            <p:cNvSpPr>
              <a:spLocks noChangeShapeType="1"/>
            </p:cNvSpPr>
            <p:nvPr/>
          </p:nvSpPr>
          <p:spPr bwMode="auto">
            <a:xfrm>
              <a:off x="4957428" y="847725"/>
              <a:ext cx="0" cy="666377"/>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6773" name="Line 43"/>
            <p:cNvSpPr>
              <a:spLocks noChangeShapeType="1"/>
            </p:cNvSpPr>
            <p:nvPr/>
          </p:nvSpPr>
          <p:spPr bwMode="auto">
            <a:xfrm>
              <a:off x="4966140" y="843558"/>
              <a:ext cx="181924" cy="0"/>
            </a:xfrm>
            <a:prstGeom prst="line">
              <a:avLst/>
            </a:prstGeom>
            <a:noFill/>
            <a:ln w="25400">
              <a:solidFill>
                <a:srgbClr val="FF0000"/>
              </a:solidFill>
              <a:round/>
              <a:headEnd/>
              <a:tailEnd type="stealth" w="lg" len="lg"/>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sp>
        <p:nvSpPr>
          <p:cNvPr id="180226" name="Rectangle 3"/>
          <p:cNvSpPr>
            <a:spLocks noGrp="1" noChangeArrowheads="1"/>
          </p:cNvSpPr>
          <p:nvPr>
            <p:ph idx="1"/>
          </p:nvPr>
        </p:nvSpPr>
        <p:spPr>
          <a:xfrm>
            <a:off x="107950" y="2441575"/>
            <a:ext cx="7088188" cy="2651125"/>
          </a:xfrm>
        </p:spPr>
        <p:txBody>
          <a:bodyPr/>
          <a:lstStyle/>
          <a:p>
            <a:pPr>
              <a:lnSpc>
                <a:spcPts val="1800"/>
              </a:lnSpc>
              <a:buFont typeface="Wingdings" panose="05000000000000000000" pitchFamily="2" charset="2"/>
              <a:buNone/>
              <a:defRPr/>
            </a:pPr>
            <a:r>
              <a:rPr lang="en-US" altLang="zh-CN" sz="1800" b="1" i="1" dirty="0">
                <a:solidFill>
                  <a:schemeClr val="tx1"/>
                </a:solidFill>
                <a:ea typeface="楷体_GB2312" pitchFamily="49" charset="-122"/>
                <a:cs typeface="Times New Roman" panose="02020603050405020304" pitchFamily="18" charset="0"/>
              </a:rPr>
              <a:t>P</a:t>
            </a:r>
            <a:r>
              <a:rPr lang="en-US" altLang="zh-CN" sz="1800" b="1" dirty="0">
                <a:solidFill>
                  <a:schemeClr val="tx1"/>
                </a:solidFill>
                <a:ea typeface="楷体_GB2312" pitchFamily="49" charset="-122"/>
                <a:cs typeface="Times New Roman" panose="02020603050405020304" pitchFamily="18" charset="0"/>
              </a:rPr>
              <a:t> </a:t>
            </a:r>
            <a:r>
              <a:rPr lang="en-US" altLang="zh-CN" sz="1800" b="1" dirty="0">
                <a:solidFill>
                  <a:schemeClr val="tx1"/>
                </a:solidFill>
                <a:ea typeface="楷体_GB2312" pitchFamily="49" charset="-122"/>
                <a:cs typeface="Times New Roman" panose="02020603050405020304" pitchFamily="18" charset="0"/>
                <a:sym typeface="Symbol" panose="05050102010706020507" pitchFamily="18" charset="2"/>
              </a:rPr>
              <a:t></a:t>
            </a:r>
            <a:r>
              <a:rPr lang="en-US" altLang="zh-CN" sz="1800" b="1" dirty="0">
                <a:solidFill>
                  <a:schemeClr val="tx1"/>
                </a:solidFill>
                <a:ea typeface="楷体_GB2312" pitchFamily="49" charset="-122"/>
                <a:cs typeface="Times New Roman" panose="02020603050405020304" pitchFamily="18" charset="0"/>
              </a:rPr>
              <a:t> </a:t>
            </a:r>
            <a:r>
              <a:rPr lang="en-US" altLang="zh-CN" sz="1800" b="1" i="1" dirty="0">
                <a:solidFill>
                  <a:srgbClr val="FF0000"/>
                </a:solidFill>
                <a:ea typeface="楷体_GB2312" pitchFamily="49" charset="-122"/>
                <a:cs typeface="Times New Roman" panose="02020603050405020304" pitchFamily="18" charset="0"/>
              </a:rPr>
              <a:t>M</a:t>
            </a:r>
            <a:r>
              <a:rPr lang="en-US" altLang="zh-CN" sz="1800" b="1" i="1" dirty="0">
                <a:ea typeface="楷体_GB2312" pitchFamily="49" charset="-122"/>
                <a:cs typeface="Times New Roman" panose="02020603050405020304" pitchFamily="18" charset="0"/>
              </a:rPr>
              <a:t> </a:t>
            </a:r>
            <a:r>
              <a:rPr lang="en-US" altLang="zh-CN" sz="1800" b="1" i="1" dirty="0">
                <a:solidFill>
                  <a:schemeClr val="tx1"/>
                </a:solidFill>
                <a:ea typeface="楷体_GB2312" pitchFamily="49" charset="-122"/>
                <a:cs typeface="Times New Roman" panose="02020603050405020304" pitchFamily="18" charset="0"/>
              </a:rPr>
              <a:t>D</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zh-CN" altLang="en-US"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addwidth</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top</a:t>
            </a:r>
            <a:r>
              <a:rPr lang="en-US" altLang="zh-CN" sz="1800" b="1" dirty="0">
                <a:solidFill>
                  <a:schemeClr val="tx2">
                    <a:lumMod val="60000"/>
                    <a:lumOff val="40000"/>
                  </a:schemeClr>
                </a:solidFill>
                <a:ea typeface="楷体_GB2312" pitchFamily="49" charset="-122"/>
                <a:cs typeface="Times New Roman" panose="02020603050405020304" pitchFamily="18" charset="0"/>
              </a:rPr>
              <a:t>(</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tblptr</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top</a:t>
            </a:r>
            <a:r>
              <a:rPr lang="en-US" altLang="zh-CN" sz="1800" b="1" dirty="0">
                <a:solidFill>
                  <a:schemeClr val="tx2">
                    <a:lumMod val="60000"/>
                    <a:lumOff val="40000"/>
                  </a:schemeClr>
                </a:solidFill>
                <a:ea typeface="楷体_GB2312" pitchFamily="49" charset="-122"/>
                <a:cs typeface="Times New Roman" panose="02020603050405020304" pitchFamily="18" charset="0"/>
              </a:rPr>
              <a:t>(</a:t>
            </a:r>
            <a:r>
              <a:rPr lang="en-US" altLang="zh-CN" sz="1800" b="1" i="1" dirty="0">
                <a:solidFill>
                  <a:schemeClr val="tx2">
                    <a:lumMod val="60000"/>
                    <a:lumOff val="40000"/>
                  </a:schemeClr>
                </a:solidFill>
                <a:ea typeface="楷体_GB2312" pitchFamily="49" charset="-122"/>
                <a:cs typeface="Times New Roman" panose="02020603050405020304" pitchFamily="18" charset="0"/>
              </a:rPr>
              <a:t>offset</a:t>
            </a:r>
            <a:r>
              <a:rPr lang="en-US" altLang="zh-CN" sz="1800" b="1" dirty="0">
                <a:solidFill>
                  <a:schemeClr val="tx2">
                    <a:lumMod val="60000"/>
                    <a:lumOff val="40000"/>
                  </a:schemeClr>
                </a:solidFill>
                <a:ea typeface="楷体_GB2312" pitchFamily="49" charset="-122"/>
                <a:cs typeface="Times New Roman" panose="02020603050405020304" pitchFamily="18" charset="0"/>
              </a:rPr>
              <a:t>) ); </a:t>
            </a:r>
          </a:p>
          <a:p>
            <a:pPr algn="just" eaLnBrk="1" hangingPunct="1">
              <a:lnSpc>
                <a:spcPts val="1800"/>
              </a:lnSpc>
              <a:spcBef>
                <a:spcPct val="12000"/>
              </a:spcBef>
              <a:buFont typeface="Wingdings" panose="05000000000000000000" pitchFamily="2" charset="2"/>
              <a:buNone/>
              <a:defRPr/>
            </a:pPr>
            <a:r>
              <a:rPr lang="zh-CN" altLang="en-US"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pop</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tblpt</a:t>
            </a:r>
            <a:r>
              <a:rPr lang="en-US" altLang="zh-CN" sz="1800" b="1" dirty="0" err="1">
                <a:solidFill>
                  <a:schemeClr val="tx2">
                    <a:lumMod val="60000"/>
                    <a:lumOff val="40000"/>
                  </a:schemeClr>
                </a:solidFill>
                <a:ea typeface="楷体_GB2312" pitchFamily="49" charset="-122"/>
                <a:cs typeface="Times New Roman" panose="02020603050405020304" pitchFamily="18" charset="0"/>
              </a:rPr>
              <a:t>r</a:t>
            </a:r>
            <a:r>
              <a:rPr lang="en-US" altLang="zh-CN" sz="1800" b="1" dirty="0">
                <a:solidFill>
                  <a:schemeClr val="tx2">
                    <a:lumMod val="60000"/>
                    <a:lumOff val="40000"/>
                  </a:schemeClr>
                </a:solidFill>
                <a:ea typeface="楷体_GB2312" pitchFamily="49" charset="-122"/>
                <a:cs typeface="Times New Roman" panose="02020603050405020304" pitchFamily="18" charset="0"/>
              </a:rPr>
              <a:t> ); </a:t>
            </a:r>
            <a:r>
              <a:rPr lang="en-US" altLang="zh-CN" sz="1800" b="1" i="1" dirty="0">
                <a:solidFill>
                  <a:schemeClr val="tx2">
                    <a:lumMod val="60000"/>
                    <a:lumOff val="40000"/>
                  </a:schemeClr>
                </a:solidFill>
                <a:ea typeface="楷体_GB2312" pitchFamily="49" charset="-122"/>
                <a:cs typeface="Times New Roman" panose="02020603050405020304" pitchFamily="18" charset="0"/>
              </a:rPr>
              <a:t>pop</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offset </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p>
          <a:p>
            <a:pPr algn="just" eaLnBrk="1" hangingPunct="1">
              <a:lnSpc>
                <a:spcPts val="1800"/>
              </a:lnSpc>
              <a:spcBef>
                <a:spcPct val="12000"/>
              </a:spcBef>
              <a:buFont typeface="Wingdings" panose="05000000000000000000" pitchFamily="2" charset="2"/>
              <a:buNone/>
              <a:defRPr/>
            </a:pPr>
            <a:r>
              <a:rPr lang="en-US" altLang="zh-CN" sz="1800" b="1" i="1" dirty="0">
                <a:solidFill>
                  <a:srgbClr val="FF0000"/>
                </a:solidFill>
                <a:ea typeface="楷体_GB2312" pitchFamily="49" charset="-122"/>
                <a:cs typeface="Times New Roman" panose="02020603050405020304" pitchFamily="18" charset="0"/>
              </a:rPr>
              <a:t>M </a:t>
            </a:r>
            <a:r>
              <a:rPr lang="en-US" altLang="zh-CN" sz="1800" b="1" dirty="0">
                <a:solidFill>
                  <a:srgbClr val="FF0000"/>
                </a:solidFill>
                <a:ea typeface="楷体_GB2312" pitchFamily="49" charset="-122"/>
                <a:cs typeface="Times New Roman" panose="02020603050405020304" pitchFamily="18" charset="0"/>
                <a:sym typeface="Symbol" panose="05050102010706020507" pitchFamily="18" charset="2"/>
              </a:rPr>
              <a:t></a:t>
            </a:r>
            <a:r>
              <a:rPr lang="en-US" altLang="zh-CN" sz="1800" b="1" dirty="0">
                <a:solidFill>
                  <a:srgbClr val="FF0000"/>
                </a:solidFill>
                <a:ea typeface="楷体_GB2312" pitchFamily="49" charset="-122"/>
                <a:cs typeface="Times New Roman" panose="02020603050405020304" pitchFamily="18" charset="0"/>
              </a:rPr>
              <a:t> </a:t>
            </a:r>
            <a:r>
              <a:rPr lang="en-US" altLang="zh-CN" sz="1800" b="1" i="1" dirty="0">
                <a:solidFill>
                  <a:srgbClr val="FF0000"/>
                </a:solidFill>
                <a:ea typeface="楷体_GB2312" pitchFamily="49" charset="-122"/>
                <a:cs typeface="Times New Roman" panose="02020603050405020304" pitchFamily="18" charset="0"/>
                <a:sym typeface="Symbol" panose="05050102010706020507" pitchFamily="18" charset="2"/>
              </a:rPr>
              <a:t></a:t>
            </a:r>
            <a:r>
              <a:rPr lang="en-US" altLang="zh-CN" sz="1800" b="1" dirty="0">
                <a:ea typeface="楷体_GB2312" pitchFamily="49" charset="-122"/>
                <a:cs typeface="Times New Roman" panose="02020603050405020304" pitchFamily="18" charset="0"/>
                <a:sym typeface="Symbol" panose="05050102010706020507" pitchFamily="18" charset="2"/>
              </a:rPr>
              <a:t>	</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 </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mktable</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nil </a:t>
            </a:r>
            <a:r>
              <a:rPr lang="en-US" altLang="zh-CN" sz="1800" b="1" dirty="0">
                <a:solidFill>
                  <a:schemeClr val="tx2">
                    <a:lumMod val="60000"/>
                    <a:lumOff val="40000"/>
                  </a:schemeClr>
                </a:solidFill>
                <a:ea typeface="楷体_GB2312" pitchFamily="49" charset="-122"/>
                <a:cs typeface="Times New Roman" panose="02020603050405020304" pitchFamily="18" charset="0"/>
              </a:rPr>
              <a:t>);</a:t>
            </a:r>
          </a:p>
          <a:p>
            <a:pPr algn="just" eaLnBrk="1" hangingPunct="1">
              <a:lnSpc>
                <a:spcPts val="1800"/>
              </a:lnSpc>
              <a:spcBef>
                <a:spcPct val="12000"/>
              </a:spcBef>
              <a:buFont typeface="Wingdings" panose="05000000000000000000" pitchFamily="2" charset="2"/>
              <a:buNone/>
              <a:defRPr/>
            </a:pP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push</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tblptr</a:t>
            </a:r>
            <a:r>
              <a:rPr lang="en-US" altLang="zh-CN" sz="1800" b="1" dirty="0">
                <a:solidFill>
                  <a:schemeClr val="tx2">
                    <a:lumMod val="60000"/>
                    <a:lumOff val="40000"/>
                  </a:schemeClr>
                </a:solidFill>
                <a:ea typeface="楷体_GB2312" pitchFamily="49" charset="-122"/>
                <a:cs typeface="Times New Roman" panose="02020603050405020304" pitchFamily="18" charset="0"/>
              </a:rPr>
              <a:t> ); </a:t>
            </a:r>
            <a:r>
              <a:rPr lang="en-US" altLang="zh-CN" sz="1800" b="1" i="1" dirty="0">
                <a:solidFill>
                  <a:schemeClr val="tx2">
                    <a:lumMod val="60000"/>
                    <a:lumOff val="40000"/>
                  </a:schemeClr>
                </a:solidFill>
                <a:ea typeface="楷体_GB2312" pitchFamily="49" charset="-122"/>
                <a:cs typeface="Times New Roman" panose="02020603050405020304" pitchFamily="18" charset="0"/>
              </a:rPr>
              <a:t>push</a:t>
            </a:r>
            <a:r>
              <a:rPr lang="en-US" altLang="zh-CN" sz="1800" b="1" dirty="0">
                <a:solidFill>
                  <a:schemeClr val="tx2">
                    <a:lumMod val="60000"/>
                    <a:lumOff val="40000"/>
                  </a:schemeClr>
                </a:solidFill>
                <a:ea typeface="楷体_GB2312" pitchFamily="49" charset="-122"/>
                <a:cs typeface="Times New Roman" panose="02020603050405020304" pitchFamily="18" charset="0"/>
              </a:rPr>
              <a:t>( 0, </a:t>
            </a:r>
            <a:r>
              <a:rPr lang="en-US" altLang="zh-CN" sz="1800" b="1" i="1" dirty="0">
                <a:solidFill>
                  <a:schemeClr val="tx2">
                    <a:lumMod val="60000"/>
                    <a:lumOff val="40000"/>
                  </a:schemeClr>
                </a:solidFill>
                <a:ea typeface="楷体_GB2312" pitchFamily="49" charset="-122"/>
                <a:cs typeface="Times New Roman" panose="02020603050405020304" pitchFamily="18" charset="0"/>
              </a:rPr>
              <a:t>offset</a:t>
            </a:r>
            <a:r>
              <a:rPr lang="en-US" altLang="zh-CN" sz="1800" b="1" dirty="0">
                <a:solidFill>
                  <a:schemeClr val="tx2">
                    <a:lumMod val="60000"/>
                    <a:lumOff val="40000"/>
                  </a:schemeClr>
                </a:solidFill>
                <a:ea typeface="楷体_GB2312" pitchFamily="49" charset="-122"/>
                <a:cs typeface="Times New Roman" panose="02020603050405020304" pitchFamily="18" charset="0"/>
              </a:rPr>
              <a:t> ); }</a:t>
            </a:r>
          </a:p>
          <a:p>
            <a:pPr algn="just" eaLnBrk="1" hangingPunct="1">
              <a:lnSpc>
                <a:spcPts val="1800"/>
              </a:lnSpc>
              <a:spcBef>
                <a:spcPct val="12000"/>
              </a:spcBef>
              <a:buFont typeface="Wingdings" panose="05000000000000000000" pitchFamily="2" charset="2"/>
              <a:buNone/>
              <a:defRPr/>
            </a:pPr>
            <a:r>
              <a:rPr lang="en-US" altLang="zh-CN" sz="1800" b="1" i="1" dirty="0">
                <a:solidFill>
                  <a:schemeClr val="tx1"/>
                </a:solidFill>
                <a:ea typeface="楷体_GB2312" pitchFamily="49" charset="-122"/>
                <a:cs typeface="Times New Roman" panose="02020603050405020304" pitchFamily="18" charset="0"/>
              </a:rPr>
              <a:t>D</a:t>
            </a:r>
            <a:r>
              <a:rPr lang="en-US" altLang="zh-CN" sz="1800" b="1" dirty="0">
                <a:solidFill>
                  <a:schemeClr val="tx1"/>
                </a:solidFill>
                <a:ea typeface="楷体_GB2312" pitchFamily="49" charset="-122"/>
                <a:cs typeface="Times New Roman" panose="02020603050405020304" pitchFamily="18" charset="0"/>
              </a:rPr>
              <a:t> </a:t>
            </a:r>
            <a:r>
              <a:rPr lang="en-US" altLang="zh-CN" sz="1800" b="1" dirty="0">
                <a:solidFill>
                  <a:schemeClr val="tx1"/>
                </a:solidFill>
                <a:ea typeface="楷体_GB2312" pitchFamily="49" charset="-122"/>
                <a:cs typeface="Times New Roman" panose="02020603050405020304" pitchFamily="18" charset="0"/>
                <a:sym typeface="Symbol" panose="05050102010706020507" pitchFamily="18" charset="2"/>
              </a:rPr>
              <a:t></a:t>
            </a:r>
            <a:r>
              <a:rPr lang="en-US" altLang="zh-CN" sz="1800" b="1" dirty="0">
                <a:solidFill>
                  <a:schemeClr val="tx1"/>
                </a:solidFill>
                <a:ea typeface="楷体_GB2312" pitchFamily="49" charset="-122"/>
                <a:cs typeface="Times New Roman" panose="02020603050405020304" pitchFamily="18" charset="0"/>
              </a:rPr>
              <a:t> </a:t>
            </a:r>
            <a:r>
              <a:rPr lang="en-US" altLang="zh-CN" sz="1800" b="1" i="1" dirty="0">
                <a:solidFill>
                  <a:schemeClr val="tx1"/>
                </a:solidFill>
                <a:ea typeface="楷体_GB2312" pitchFamily="49" charset="-122"/>
                <a:cs typeface="Times New Roman" panose="02020603050405020304" pitchFamily="18" charset="0"/>
              </a:rPr>
              <a:t>D</a:t>
            </a:r>
            <a:r>
              <a:rPr lang="en-US" altLang="zh-CN" sz="1800" b="1" i="1" baseline="-30000" dirty="0">
                <a:solidFill>
                  <a:schemeClr val="tx1"/>
                </a:solidFill>
                <a:ea typeface="楷体_GB2312" pitchFamily="49" charset="-122"/>
                <a:cs typeface="Times New Roman" panose="02020603050405020304" pitchFamily="18" charset="0"/>
              </a:rPr>
              <a:t>1 </a:t>
            </a:r>
            <a:r>
              <a:rPr lang="en-US" altLang="zh-CN" sz="1800" b="1" dirty="0">
                <a:solidFill>
                  <a:schemeClr val="tx1"/>
                </a:solidFill>
                <a:ea typeface="楷体_GB2312" pitchFamily="49" charset="-122"/>
                <a:cs typeface="Times New Roman" panose="02020603050405020304" pitchFamily="18" charset="0"/>
              </a:rPr>
              <a:t> </a:t>
            </a:r>
            <a:r>
              <a:rPr lang="en-US" altLang="zh-CN" sz="1800" b="1" i="1" dirty="0">
                <a:solidFill>
                  <a:schemeClr val="tx1"/>
                </a:solidFill>
                <a:ea typeface="楷体_GB2312" pitchFamily="49" charset="-122"/>
                <a:cs typeface="Times New Roman" panose="02020603050405020304" pitchFamily="18" charset="0"/>
              </a:rPr>
              <a:t>D</a:t>
            </a:r>
            <a:r>
              <a:rPr lang="en-US" altLang="zh-CN" sz="1800" b="1" i="1" baseline="-30000" dirty="0">
                <a:solidFill>
                  <a:schemeClr val="tx1"/>
                </a:solidFill>
                <a:ea typeface="楷体_GB2312" pitchFamily="49" charset="-122"/>
                <a:cs typeface="Times New Roman" panose="02020603050405020304" pitchFamily="18" charset="0"/>
              </a:rPr>
              <a:t>2</a:t>
            </a:r>
            <a:endParaRPr lang="en-US" altLang="zh-CN" sz="1800" b="1" i="1" dirty="0">
              <a:solidFill>
                <a:schemeClr val="tx1"/>
              </a:solidFill>
              <a:ea typeface="楷体_GB2312" pitchFamily="49" charset="-122"/>
              <a:cs typeface="Times New Roman" panose="02020603050405020304" pitchFamily="18" charset="0"/>
            </a:endParaRPr>
          </a:p>
          <a:p>
            <a:pPr algn="just" eaLnBrk="1" hangingPunct="1">
              <a:lnSpc>
                <a:spcPts val="1800"/>
              </a:lnSpc>
              <a:spcBef>
                <a:spcPct val="12000"/>
              </a:spcBef>
              <a:buFont typeface="Wingdings" panose="05000000000000000000" pitchFamily="2" charset="2"/>
              <a:buNone/>
              <a:defRPr/>
            </a:pPr>
            <a:r>
              <a:rPr lang="en-US" altLang="zh-CN" sz="1800" b="1" i="1" dirty="0" err="1">
                <a:solidFill>
                  <a:schemeClr val="tx1"/>
                </a:solidFill>
                <a:ea typeface="楷体_GB2312" pitchFamily="49" charset="-122"/>
                <a:cs typeface="Times New Roman" panose="02020603050405020304" pitchFamily="18" charset="0"/>
              </a:rPr>
              <a:t>D</a:t>
            </a:r>
            <a:r>
              <a:rPr lang="en-US" altLang="zh-CN" sz="1800" b="1" i="1" baseline="-30000" dirty="0" err="1">
                <a:solidFill>
                  <a:schemeClr val="tx1"/>
                </a:solidFill>
                <a:ea typeface="楷体_GB2312" pitchFamily="49" charset="-122"/>
                <a:cs typeface="Times New Roman" panose="02020603050405020304" pitchFamily="18" charset="0"/>
              </a:rPr>
              <a:t>p</a:t>
            </a:r>
            <a:r>
              <a:rPr lang="en-US" altLang="zh-CN" sz="1800" b="1" i="1" dirty="0">
                <a:solidFill>
                  <a:schemeClr val="tx1"/>
                </a:solidFill>
                <a:ea typeface="楷体_GB2312" pitchFamily="49" charset="-122"/>
                <a:cs typeface="Times New Roman" panose="02020603050405020304" pitchFamily="18" charset="0"/>
              </a:rPr>
              <a:t> </a:t>
            </a:r>
            <a:r>
              <a:rPr lang="en-US" altLang="zh-CN" sz="1800" b="1" dirty="0">
                <a:solidFill>
                  <a:schemeClr val="tx1"/>
                </a:solidFill>
                <a:ea typeface="楷体_GB2312" pitchFamily="49" charset="-122"/>
                <a:cs typeface="Times New Roman" panose="02020603050405020304" pitchFamily="18" charset="0"/>
                <a:sym typeface="Symbol" panose="05050102010706020507" pitchFamily="18" charset="2"/>
              </a:rPr>
              <a:t></a:t>
            </a:r>
            <a:r>
              <a:rPr lang="en-US" altLang="zh-CN" sz="1800" b="1" dirty="0">
                <a:solidFill>
                  <a:schemeClr val="tx1"/>
                </a:solidFill>
                <a:ea typeface="楷体_GB2312" pitchFamily="49" charset="-122"/>
                <a:cs typeface="Times New Roman" panose="02020603050405020304" pitchFamily="18" charset="0"/>
              </a:rPr>
              <a:t> </a:t>
            </a:r>
            <a:r>
              <a:rPr lang="en-US" altLang="zh-CN" sz="1800" b="1" dirty="0" err="1">
                <a:solidFill>
                  <a:schemeClr val="tx1"/>
                </a:solidFill>
                <a:ea typeface="楷体_GB2312" pitchFamily="49" charset="-122"/>
                <a:cs typeface="Times New Roman" panose="02020603050405020304" pitchFamily="18" charset="0"/>
              </a:rPr>
              <a:t>proc</a:t>
            </a:r>
            <a:r>
              <a:rPr lang="en-US" altLang="zh-CN" sz="1800" b="1" dirty="0">
                <a:solidFill>
                  <a:schemeClr val="tx1"/>
                </a:solidFill>
                <a:ea typeface="楷体_GB2312" pitchFamily="49" charset="-122"/>
                <a:cs typeface="Times New Roman" panose="02020603050405020304" pitchFamily="18" charset="0"/>
              </a:rPr>
              <a:t> id ; </a:t>
            </a:r>
            <a:r>
              <a:rPr lang="en-US" altLang="zh-CN" sz="1800" b="1" i="1" dirty="0">
                <a:solidFill>
                  <a:srgbClr val="FF0000"/>
                </a:solidFill>
                <a:ea typeface="楷体_GB2312" pitchFamily="49" charset="-122"/>
                <a:cs typeface="Times New Roman" panose="02020603050405020304" pitchFamily="18" charset="0"/>
              </a:rPr>
              <a:t>N</a:t>
            </a:r>
            <a:r>
              <a:rPr lang="en-US" altLang="zh-CN" sz="1800" b="1" i="1" dirty="0">
                <a:ea typeface="楷体_GB2312" pitchFamily="49" charset="-122"/>
                <a:cs typeface="Times New Roman" panose="02020603050405020304" pitchFamily="18" charset="0"/>
              </a:rPr>
              <a:t> </a:t>
            </a:r>
            <a:r>
              <a:rPr lang="en-US" altLang="zh-CN" sz="1800" b="1" i="1" dirty="0">
                <a:solidFill>
                  <a:schemeClr val="tx1"/>
                </a:solidFill>
                <a:ea typeface="楷体_GB2312" pitchFamily="49" charset="-122"/>
                <a:cs typeface="Times New Roman" panose="02020603050405020304" pitchFamily="18" charset="0"/>
              </a:rPr>
              <a:t>D</a:t>
            </a:r>
            <a:r>
              <a:rPr lang="en-US" altLang="zh-CN" sz="1800" b="1" i="1" baseline="-30000" dirty="0">
                <a:solidFill>
                  <a:schemeClr val="tx1"/>
                </a:solidFill>
                <a:ea typeface="楷体_GB2312" pitchFamily="49" charset="-122"/>
                <a:cs typeface="Times New Roman" panose="02020603050405020304" pitchFamily="18" charset="0"/>
              </a:rPr>
              <a:t>1</a:t>
            </a:r>
            <a:r>
              <a:rPr lang="en-US" altLang="zh-CN" sz="1800" b="1" dirty="0">
                <a:solidFill>
                  <a:schemeClr val="tx1"/>
                </a:solidFill>
                <a:ea typeface="楷体_GB2312" pitchFamily="49" charset="-122"/>
                <a:cs typeface="Times New Roman" panose="02020603050405020304" pitchFamily="18" charset="0"/>
              </a:rPr>
              <a:t> </a:t>
            </a:r>
            <a:r>
              <a:rPr lang="en-US" altLang="zh-CN" sz="1800" b="1" i="1" dirty="0">
                <a:solidFill>
                  <a:schemeClr val="tx1"/>
                </a:solidFill>
                <a:ea typeface="楷体_GB2312" pitchFamily="49" charset="-122"/>
                <a:cs typeface="Times New Roman" panose="02020603050405020304" pitchFamily="18" charset="0"/>
              </a:rPr>
              <a:t>S </a:t>
            </a:r>
            <a:r>
              <a:rPr lang="en-US" altLang="zh-CN" sz="1800" b="1" dirty="0">
                <a:solidFill>
                  <a:schemeClr val="tx2">
                    <a:lumMod val="60000"/>
                    <a:lumOff val="40000"/>
                  </a:schemeClr>
                </a:solidFill>
                <a:ea typeface="楷体_GB2312" pitchFamily="49" charset="-122"/>
                <a:cs typeface="Times New Roman" panose="02020603050405020304" pitchFamily="18" charset="0"/>
              </a:rPr>
              <a:t>{</a:t>
            </a:r>
            <a:r>
              <a:rPr lang="en-US" altLang="zh-CN" sz="1800" b="1" i="1" dirty="0">
                <a:solidFill>
                  <a:schemeClr val="tx2">
                    <a:lumMod val="60000"/>
                    <a:lumOff val="40000"/>
                  </a:schemeClr>
                </a:solidFill>
                <a:ea typeface="楷体_GB2312" pitchFamily="49" charset="-122"/>
                <a:cs typeface="Times New Roman" panose="02020603050405020304" pitchFamily="18" charset="0"/>
              </a:rPr>
              <a:t> t </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top</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tblptr</a:t>
            </a:r>
            <a:r>
              <a:rPr lang="en-US" altLang="zh-CN" sz="1800" b="1" dirty="0">
                <a:solidFill>
                  <a:schemeClr val="tx2">
                    <a:lumMod val="60000"/>
                    <a:lumOff val="40000"/>
                  </a:schemeClr>
                </a:solidFill>
                <a:ea typeface="楷体_GB2312" pitchFamily="49" charset="-122"/>
                <a:cs typeface="Times New Roman" panose="02020603050405020304" pitchFamily="18" charset="0"/>
              </a:rPr>
              <a:t> );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addwidth</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top</a:t>
            </a:r>
            <a:r>
              <a:rPr lang="en-US" altLang="zh-CN" sz="1800" b="1" dirty="0">
                <a:solidFill>
                  <a:schemeClr val="tx2">
                    <a:lumMod val="60000"/>
                    <a:lumOff val="40000"/>
                  </a:schemeClr>
                </a:solidFill>
                <a:ea typeface="楷体_GB2312" pitchFamily="49" charset="-122"/>
                <a:cs typeface="Times New Roman" panose="02020603050405020304" pitchFamily="18" charset="0"/>
              </a:rPr>
              <a:t>(</a:t>
            </a:r>
            <a:r>
              <a:rPr lang="en-US" altLang="zh-CN" sz="1800" b="1" i="1" dirty="0">
                <a:solidFill>
                  <a:schemeClr val="tx2">
                    <a:lumMod val="60000"/>
                    <a:lumOff val="40000"/>
                  </a:schemeClr>
                </a:solidFill>
                <a:ea typeface="楷体_GB2312" pitchFamily="49" charset="-122"/>
                <a:cs typeface="Times New Roman" panose="02020603050405020304" pitchFamily="18" charset="0"/>
              </a:rPr>
              <a:t>offset</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p>
          <a:p>
            <a:pPr algn="just" eaLnBrk="1" hangingPunct="1">
              <a:lnSpc>
                <a:spcPts val="1800"/>
              </a:lnSpc>
              <a:spcBef>
                <a:spcPct val="12000"/>
              </a:spcBef>
              <a:buFont typeface="Wingdings" panose="05000000000000000000" pitchFamily="2" charset="2"/>
              <a:buNone/>
              <a:defRPr/>
            </a:pP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pop</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tblptr</a:t>
            </a:r>
            <a:r>
              <a:rPr lang="en-US" altLang="zh-CN" sz="1800" b="1" dirty="0">
                <a:solidFill>
                  <a:schemeClr val="tx2">
                    <a:lumMod val="60000"/>
                    <a:lumOff val="40000"/>
                  </a:schemeClr>
                </a:solidFill>
                <a:ea typeface="楷体_GB2312" pitchFamily="49" charset="-122"/>
                <a:cs typeface="Times New Roman" panose="02020603050405020304" pitchFamily="18" charset="0"/>
              </a:rPr>
              <a:t> ); </a:t>
            </a:r>
            <a:r>
              <a:rPr lang="en-US" altLang="zh-CN" sz="1800" b="1" i="1" dirty="0">
                <a:solidFill>
                  <a:schemeClr val="tx2">
                    <a:lumMod val="60000"/>
                    <a:lumOff val="40000"/>
                  </a:schemeClr>
                </a:solidFill>
                <a:ea typeface="楷体_GB2312" pitchFamily="49" charset="-122"/>
                <a:cs typeface="Times New Roman" panose="02020603050405020304" pitchFamily="18" charset="0"/>
              </a:rPr>
              <a:t>pop</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offset</a:t>
            </a:r>
            <a:r>
              <a:rPr lang="en-US" altLang="zh-CN" sz="1800" b="1" dirty="0">
                <a:solidFill>
                  <a:schemeClr val="tx2">
                    <a:lumMod val="60000"/>
                    <a:lumOff val="40000"/>
                  </a:schemeClr>
                </a:solidFill>
                <a:ea typeface="楷体_GB2312" pitchFamily="49" charset="-122"/>
                <a:cs typeface="Times New Roman" panose="02020603050405020304" pitchFamily="18" charset="0"/>
              </a:rPr>
              <a:t> );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enterproc</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top</a:t>
            </a:r>
            <a:r>
              <a:rPr lang="en-US" altLang="zh-CN" sz="1800" b="1" dirty="0">
                <a:solidFill>
                  <a:schemeClr val="tx2">
                    <a:lumMod val="60000"/>
                    <a:lumOff val="40000"/>
                  </a:schemeClr>
                </a:solidFill>
                <a:ea typeface="楷体_GB2312" pitchFamily="49" charset="-122"/>
                <a:cs typeface="Times New Roman" panose="02020603050405020304" pitchFamily="18" charset="0"/>
              </a:rPr>
              <a:t>(</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tblptr</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dirty="0" err="1">
                <a:solidFill>
                  <a:schemeClr val="tx2">
                    <a:lumMod val="60000"/>
                    <a:lumOff val="40000"/>
                  </a:schemeClr>
                </a:solidFill>
                <a:ea typeface="楷体_GB2312" pitchFamily="49" charset="-122"/>
                <a:cs typeface="Times New Roman" panose="02020603050405020304" pitchFamily="18" charset="0"/>
              </a:rPr>
              <a:t>id.</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lexeme</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a:t>
            </a:r>
            <a:r>
              <a:rPr lang="en-US" altLang="zh-CN" sz="1800" b="1" dirty="0">
                <a:solidFill>
                  <a:schemeClr val="tx2">
                    <a:lumMod val="60000"/>
                    <a:lumOff val="40000"/>
                  </a:schemeClr>
                </a:solidFill>
                <a:ea typeface="楷体_GB2312" pitchFamily="49" charset="-122"/>
                <a:cs typeface="Times New Roman" panose="02020603050405020304" pitchFamily="18" charset="0"/>
              </a:rPr>
              <a:t> ); }</a:t>
            </a:r>
          </a:p>
          <a:p>
            <a:pPr algn="just" eaLnBrk="1" hangingPunct="1">
              <a:lnSpc>
                <a:spcPts val="1800"/>
              </a:lnSpc>
              <a:spcBef>
                <a:spcPct val="12000"/>
              </a:spcBef>
              <a:buFont typeface="Wingdings" panose="05000000000000000000" pitchFamily="2" charset="2"/>
              <a:buNone/>
              <a:defRPr/>
            </a:pPr>
            <a:r>
              <a:rPr lang="en-US" altLang="zh-CN" sz="1800" b="1" i="1" dirty="0" err="1">
                <a:solidFill>
                  <a:schemeClr val="tx1"/>
                </a:solidFill>
                <a:ea typeface="楷体_GB2312" pitchFamily="49" charset="-122"/>
                <a:cs typeface="Times New Roman" panose="02020603050405020304" pitchFamily="18" charset="0"/>
              </a:rPr>
              <a:t>D</a:t>
            </a:r>
            <a:r>
              <a:rPr lang="en-US" altLang="zh-CN" sz="1800" b="1" i="1" baseline="-30000" dirty="0" err="1">
                <a:solidFill>
                  <a:schemeClr val="tx1"/>
                </a:solidFill>
                <a:ea typeface="楷体_GB2312" pitchFamily="49" charset="-122"/>
                <a:cs typeface="Times New Roman" panose="02020603050405020304" pitchFamily="18" charset="0"/>
              </a:rPr>
              <a:t>v</a:t>
            </a:r>
            <a:r>
              <a:rPr lang="en-US" altLang="zh-CN" sz="1800" b="1" dirty="0">
                <a:solidFill>
                  <a:schemeClr val="tx1"/>
                </a:solidFill>
                <a:ea typeface="楷体_GB2312" pitchFamily="49" charset="-122"/>
                <a:cs typeface="Times New Roman" panose="02020603050405020304" pitchFamily="18" charset="0"/>
                <a:sym typeface="Symbol" panose="05050102010706020507" pitchFamily="18" charset="2"/>
              </a:rPr>
              <a:t> </a:t>
            </a:r>
            <a:r>
              <a:rPr lang="en-US" altLang="zh-CN" sz="1800" b="1" dirty="0">
                <a:solidFill>
                  <a:schemeClr val="tx1"/>
                </a:solidFill>
                <a:ea typeface="楷体_GB2312" pitchFamily="49" charset="-122"/>
                <a:cs typeface="Times New Roman" panose="02020603050405020304" pitchFamily="18" charset="0"/>
              </a:rPr>
              <a:t>id: </a:t>
            </a:r>
            <a:r>
              <a:rPr lang="en-US" altLang="zh-CN" sz="1800" b="1" i="1" dirty="0">
                <a:solidFill>
                  <a:schemeClr val="tx1"/>
                </a:solidFill>
                <a:ea typeface="楷体_GB2312" pitchFamily="49" charset="-122"/>
                <a:cs typeface="Times New Roman" panose="02020603050405020304" pitchFamily="18" charset="0"/>
              </a:rPr>
              <a:t>T</a:t>
            </a:r>
            <a:r>
              <a:rPr lang="en-US" altLang="zh-CN" sz="1800" b="1" dirty="0">
                <a:solidFill>
                  <a:schemeClr val="tx1"/>
                </a:solidFill>
                <a:ea typeface="楷体_GB2312" pitchFamily="49" charset="-122"/>
                <a:cs typeface="Times New Roman" panose="02020603050405020304" pitchFamily="18" charset="0"/>
              </a:rPr>
              <a:t> ; </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enter</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top</a:t>
            </a:r>
            <a:r>
              <a:rPr lang="en-US" altLang="zh-CN" sz="1800" b="1" dirty="0">
                <a:solidFill>
                  <a:schemeClr val="tx2">
                    <a:lumMod val="60000"/>
                    <a:lumOff val="40000"/>
                  </a:schemeClr>
                </a:solidFill>
                <a:ea typeface="楷体_GB2312" pitchFamily="49" charset="-122"/>
                <a:cs typeface="Times New Roman" panose="02020603050405020304" pitchFamily="18" charset="0"/>
              </a:rPr>
              <a:t>(</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tblptr</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dirty="0" err="1">
                <a:solidFill>
                  <a:schemeClr val="tx2">
                    <a:lumMod val="60000"/>
                    <a:lumOff val="40000"/>
                  </a:schemeClr>
                </a:solidFill>
                <a:ea typeface="楷体_GB2312" pitchFamily="49" charset="-122"/>
                <a:cs typeface="Times New Roman" panose="02020603050405020304" pitchFamily="18" charset="0"/>
              </a:rPr>
              <a:t>id.</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lexeme</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T.type</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top</a:t>
            </a:r>
            <a:r>
              <a:rPr lang="en-US" altLang="zh-CN" sz="1800" b="1" dirty="0">
                <a:solidFill>
                  <a:schemeClr val="tx2">
                    <a:lumMod val="60000"/>
                    <a:lumOff val="40000"/>
                  </a:schemeClr>
                </a:solidFill>
                <a:ea typeface="楷体_GB2312" pitchFamily="49" charset="-122"/>
                <a:cs typeface="Times New Roman" panose="02020603050405020304" pitchFamily="18" charset="0"/>
              </a:rPr>
              <a:t>(</a:t>
            </a:r>
            <a:r>
              <a:rPr lang="en-US" altLang="zh-CN" sz="1800" b="1" i="1" dirty="0">
                <a:solidFill>
                  <a:schemeClr val="tx2">
                    <a:lumMod val="60000"/>
                    <a:lumOff val="40000"/>
                  </a:schemeClr>
                </a:solidFill>
                <a:ea typeface="楷体_GB2312" pitchFamily="49" charset="-122"/>
                <a:cs typeface="Times New Roman" panose="02020603050405020304" pitchFamily="18" charset="0"/>
              </a:rPr>
              <a:t>offset</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p>
          <a:p>
            <a:pPr algn="just" eaLnBrk="1" hangingPunct="1">
              <a:lnSpc>
                <a:spcPts val="1800"/>
              </a:lnSpc>
              <a:spcBef>
                <a:spcPct val="12000"/>
              </a:spcBef>
              <a:buFont typeface="Wingdings" panose="05000000000000000000" pitchFamily="2" charset="2"/>
              <a:buNone/>
              <a:defRPr/>
            </a:pP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top</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offset</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zh-CN" altLang="en-US"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top</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offset</a:t>
            </a:r>
            <a:r>
              <a:rPr lang="zh-CN" altLang="en-US" sz="1800" b="1" dirty="0">
                <a:solidFill>
                  <a:schemeClr val="tx2">
                    <a:lumMod val="60000"/>
                    <a:lumOff val="40000"/>
                  </a:schemeClr>
                </a:solidFill>
                <a:ea typeface="楷体_GB2312" pitchFamily="49" charset="-122"/>
                <a:cs typeface="Times New Roman" panose="02020603050405020304" pitchFamily="18" charset="0"/>
              </a:rPr>
              <a:t>）</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T.width</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p>
          <a:p>
            <a:pPr algn="just" eaLnBrk="1" hangingPunct="1">
              <a:lnSpc>
                <a:spcPts val="1800"/>
              </a:lnSpc>
              <a:spcBef>
                <a:spcPct val="12000"/>
              </a:spcBef>
              <a:buFont typeface="Wingdings" panose="05000000000000000000" pitchFamily="2" charset="2"/>
              <a:buNone/>
              <a:defRPr/>
            </a:pPr>
            <a:r>
              <a:rPr lang="en-US" altLang="zh-CN" sz="1800" b="1" i="1" dirty="0">
                <a:solidFill>
                  <a:srgbClr val="FF0000"/>
                </a:solidFill>
                <a:ea typeface="楷体_GB2312" pitchFamily="49" charset="-122"/>
                <a:cs typeface="Times New Roman" panose="02020603050405020304" pitchFamily="18" charset="0"/>
              </a:rPr>
              <a:t>N </a:t>
            </a:r>
            <a:r>
              <a:rPr lang="en-US" altLang="zh-CN" sz="1800" b="1" dirty="0">
                <a:solidFill>
                  <a:srgbClr val="FF0000"/>
                </a:solidFill>
                <a:ea typeface="楷体_GB2312" pitchFamily="49" charset="-122"/>
                <a:cs typeface="Times New Roman" panose="02020603050405020304" pitchFamily="18" charset="0"/>
                <a:sym typeface="Symbol" panose="05050102010706020507" pitchFamily="18" charset="2"/>
              </a:rPr>
              <a:t></a:t>
            </a:r>
            <a:r>
              <a:rPr lang="en-US" altLang="zh-CN" sz="1800" b="1" dirty="0">
                <a:solidFill>
                  <a:srgbClr val="FF0000"/>
                </a:solidFill>
                <a:ea typeface="楷体_GB2312" pitchFamily="49" charset="-122"/>
                <a:cs typeface="Times New Roman" panose="02020603050405020304" pitchFamily="18" charset="0"/>
              </a:rPr>
              <a:t> </a:t>
            </a:r>
            <a:r>
              <a:rPr lang="en-US" altLang="zh-CN" sz="1800" b="1" dirty="0">
                <a:solidFill>
                  <a:srgbClr val="FF0000"/>
                </a:solidFill>
                <a:ea typeface="楷体_GB2312" pitchFamily="49" charset="-122"/>
                <a:cs typeface="Times New Roman" panose="02020603050405020304" pitchFamily="18" charset="0"/>
                <a:sym typeface="Symbol" panose="05050102010706020507" pitchFamily="18" charset="2"/>
              </a:rPr>
              <a:t></a:t>
            </a:r>
            <a:r>
              <a:rPr lang="en-US" altLang="zh-CN" sz="1800" b="1" dirty="0">
                <a:ea typeface="楷体_GB2312" pitchFamily="49" charset="-122"/>
                <a:cs typeface="Times New Roman" panose="02020603050405020304" pitchFamily="18" charset="0"/>
                <a:sym typeface="Symbol" panose="05050102010706020507" pitchFamily="18" charset="2"/>
              </a:rPr>
              <a:t>	</a:t>
            </a:r>
            <a:r>
              <a:rPr lang="en-US" altLang="zh-CN" sz="1800" b="1" dirty="0">
                <a:solidFill>
                  <a:schemeClr val="tx2">
                    <a:lumMod val="60000"/>
                    <a:lumOff val="40000"/>
                  </a:schemeClr>
                </a:solidFill>
                <a:ea typeface="楷体_GB2312" pitchFamily="49" charset="-122"/>
                <a:cs typeface="Times New Roman" panose="02020603050405020304" pitchFamily="18" charset="0"/>
              </a:rPr>
              <a:t>{</a:t>
            </a:r>
            <a:r>
              <a:rPr lang="en-US" altLang="zh-CN" sz="1800" b="1" i="1" dirty="0">
                <a:solidFill>
                  <a:schemeClr val="tx2">
                    <a:lumMod val="60000"/>
                    <a:lumOff val="40000"/>
                  </a:schemeClr>
                </a:solidFill>
                <a:ea typeface="楷体_GB2312" pitchFamily="49" charset="-122"/>
                <a:cs typeface="Times New Roman" panose="02020603050405020304" pitchFamily="18" charset="0"/>
              </a:rPr>
              <a:t> t </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mktable</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top</a:t>
            </a:r>
            <a:r>
              <a:rPr lang="en-US" altLang="zh-CN" sz="1800" b="1" dirty="0">
                <a:solidFill>
                  <a:schemeClr val="tx2">
                    <a:lumMod val="60000"/>
                    <a:lumOff val="40000"/>
                  </a:schemeClr>
                </a:solidFill>
                <a:ea typeface="楷体_GB2312" pitchFamily="49" charset="-122"/>
                <a:cs typeface="Times New Roman" panose="02020603050405020304" pitchFamily="18" charset="0"/>
              </a:rPr>
              <a:t>(</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tblptr</a:t>
            </a:r>
            <a:r>
              <a:rPr lang="en-US" altLang="zh-CN" sz="1800" b="1" dirty="0">
                <a:solidFill>
                  <a:schemeClr val="tx2">
                    <a:lumMod val="60000"/>
                    <a:lumOff val="40000"/>
                  </a:schemeClr>
                </a:solidFill>
                <a:ea typeface="楷体_GB2312" pitchFamily="49" charset="-122"/>
                <a:cs typeface="Times New Roman" panose="02020603050405020304" pitchFamily="18" charset="0"/>
              </a:rPr>
              <a:t>) ); </a:t>
            </a:r>
            <a:r>
              <a:rPr lang="en-US" altLang="zh-CN" sz="1800" b="1" i="1" dirty="0">
                <a:solidFill>
                  <a:schemeClr val="tx2">
                    <a:lumMod val="60000"/>
                    <a:lumOff val="40000"/>
                  </a:schemeClr>
                </a:solidFill>
                <a:ea typeface="楷体_GB2312" pitchFamily="49" charset="-122"/>
                <a:cs typeface="Times New Roman" panose="02020603050405020304" pitchFamily="18" charset="0"/>
              </a:rPr>
              <a:t>push</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tblptr</a:t>
            </a:r>
            <a:r>
              <a:rPr lang="en-US" altLang="zh-CN" sz="1800" b="1" dirty="0">
                <a:solidFill>
                  <a:schemeClr val="tx2">
                    <a:lumMod val="60000"/>
                    <a:lumOff val="40000"/>
                  </a:schemeClr>
                </a:solidFill>
                <a:ea typeface="楷体_GB2312" pitchFamily="49" charset="-122"/>
                <a:cs typeface="Times New Roman" panose="02020603050405020304" pitchFamily="18" charset="0"/>
              </a:rPr>
              <a:t> ); </a:t>
            </a:r>
            <a:r>
              <a:rPr lang="en-US" altLang="zh-CN" sz="1800" b="1" i="1" dirty="0">
                <a:solidFill>
                  <a:schemeClr val="tx2">
                    <a:lumMod val="60000"/>
                    <a:lumOff val="40000"/>
                  </a:schemeClr>
                </a:solidFill>
                <a:ea typeface="楷体_GB2312" pitchFamily="49" charset="-122"/>
                <a:cs typeface="Times New Roman" panose="02020603050405020304" pitchFamily="18" charset="0"/>
              </a:rPr>
              <a:t>push</a:t>
            </a:r>
            <a:r>
              <a:rPr lang="en-US" altLang="zh-CN" sz="1800" b="1" dirty="0">
                <a:solidFill>
                  <a:schemeClr val="tx2">
                    <a:lumMod val="60000"/>
                    <a:lumOff val="40000"/>
                  </a:schemeClr>
                </a:solidFill>
                <a:ea typeface="楷体_GB2312" pitchFamily="49" charset="-122"/>
                <a:cs typeface="Times New Roman" panose="02020603050405020304" pitchFamily="18" charset="0"/>
              </a:rPr>
              <a:t>( 0, </a:t>
            </a:r>
            <a:r>
              <a:rPr lang="en-US" altLang="zh-CN" sz="1800" b="1" i="1" dirty="0">
                <a:solidFill>
                  <a:schemeClr val="tx2">
                    <a:lumMod val="60000"/>
                    <a:lumOff val="40000"/>
                  </a:schemeClr>
                </a:solidFill>
                <a:ea typeface="楷体_GB2312" pitchFamily="49" charset="-122"/>
                <a:cs typeface="Times New Roman" panose="02020603050405020304" pitchFamily="18" charset="0"/>
              </a:rPr>
              <a:t>offset</a:t>
            </a:r>
            <a:r>
              <a:rPr lang="en-US" altLang="zh-CN" sz="1800" b="1" dirty="0">
                <a:solidFill>
                  <a:schemeClr val="tx2">
                    <a:lumMod val="60000"/>
                    <a:lumOff val="40000"/>
                  </a:schemeClr>
                </a:solidFill>
                <a:ea typeface="楷体_GB2312" pitchFamily="49" charset="-122"/>
                <a:cs typeface="Times New Roman" panose="02020603050405020304" pitchFamily="18" charset="0"/>
              </a:rPr>
              <a:t> ); } </a:t>
            </a:r>
            <a:endParaRPr lang="zh-CN" altLang="en-US" sz="1800" b="1" dirty="0">
              <a:solidFill>
                <a:schemeClr val="tx2">
                  <a:lumMod val="60000"/>
                  <a:lumOff val="40000"/>
                </a:schemeClr>
              </a:solidFill>
              <a:ea typeface="楷体_GB2312" pitchFamily="49" charset="-122"/>
              <a:cs typeface="Times New Roman" panose="02020603050405020304" pitchFamily="18" charset="0"/>
            </a:endParaRPr>
          </a:p>
        </p:txBody>
      </p:sp>
      <p:sp>
        <p:nvSpPr>
          <p:cNvPr id="156676" name="Rectangle 2"/>
          <p:cNvSpPr>
            <a:spLocks noGrp="1" noChangeArrowheads="1"/>
          </p:cNvSpPr>
          <p:nvPr>
            <p:ph type="title"/>
          </p:nvPr>
        </p:nvSpPr>
        <p:spPr>
          <a:xfrm>
            <a:off x="755650" y="268288"/>
            <a:ext cx="7931150" cy="358775"/>
          </a:xfrm>
        </p:spPr>
        <p:txBody>
          <a:bodyPr/>
          <a:lstStyle/>
          <a:p>
            <a:r>
              <a:rPr lang="zh-CN" altLang="en-US" sz="300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例</a:t>
            </a:r>
            <a:endParaRPr lang="zh-CN" altLang="en-US" sz="3000" i="1">
              <a:solidFill>
                <a:schemeClr val="tx1"/>
              </a:solidFill>
              <a:ea typeface="楷体_GB2312"/>
              <a:cs typeface="Times New Roman" panose="02020603050405020304" pitchFamily="18" charset="0"/>
            </a:endParaRPr>
          </a:p>
        </p:txBody>
      </p:sp>
      <p:sp>
        <p:nvSpPr>
          <p:cNvPr id="63" name="Line 103"/>
          <p:cNvSpPr>
            <a:spLocks noChangeShapeType="1"/>
          </p:cNvSpPr>
          <p:nvPr/>
        </p:nvSpPr>
        <p:spPr bwMode="auto">
          <a:xfrm flipH="1" flipV="1">
            <a:off x="6761163" y="2449513"/>
            <a:ext cx="269875" cy="0"/>
          </a:xfrm>
          <a:prstGeom prst="line">
            <a:avLst/>
          </a:prstGeom>
          <a:noFill/>
          <a:ln w="25400">
            <a:solidFill>
              <a:schemeClr val="tx2">
                <a:lumMod val="60000"/>
                <a:lumOff val="40000"/>
              </a:schemeClr>
            </a:solidFill>
            <a:round/>
            <a:headEnd/>
            <a:tailEnd/>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grpSp>
        <p:nvGrpSpPr>
          <p:cNvPr id="156678" name="组合 180241"/>
          <p:cNvGrpSpPr>
            <a:grpSpLocks/>
          </p:cNvGrpSpPr>
          <p:nvPr/>
        </p:nvGrpSpPr>
        <p:grpSpPr bwMode="auto">
          <a:xfrm>
            <a:off x="6678613" y="-92075"/>
            <a:ext cx="2238375" cy="1449388"/>
            <a:chOff x="6678686" y="-92546"/>
            <a:chExt cx="2238896" cy="1449933"/>
          </a:xfrm>
        </p:grpSpPr>
        <p:sp>
          <p:nvSpPr>
            <p:cNvPr id="156753" name="Rectangle 15"/>
            <p:cNvSpPr>
              <a:spLocks noChangeArrowheads="1"/>
            </p:cNvSpPr>
            <p:nvPr/>
          </p:nvSpPr>
          <p:spPr bwMode="auto">
            <a:xfrm>
              <a:off x="7488832" y="-92546"/>
              <a:ext cx="142875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2100" i="1">
                  <a:solidFill>
                    <a:srgbClr val="000000"/>
                  </a:solidFill>
                  <a:ea typeface="宋体" panose="02010600030101010101" pitchFamily="2" charset="-122"/>
                  <a:cs typeface="Times New Roman" panose="02020603050405020304" pitchFamily="18" charset="0"/>
                </a:rPr>
                <a:t>readarrary</a:t>
              </a:r>
            </a:p>
          </p:txBody>
        </p:sp>
        <p:sp>
          <p:nvSpPr>
            <p:cNvPr id="156754" name="Line 17"/>
            <p:cNvSpPr>
              <a:spLocks noChangeShapeType="1"/>
            </p:cNvSpPr>
            <p:nvPr/>
          </p:nvSpPr>
          <p:spPr bwMode="auto">
            <a:xfrm>
              <a:off x="7491461" y="283691"/>
              <a:ext cx="0" cy="59213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6755" name="Line 18"/>
            <p:cNvSpPr>
              <a:spLocks noChangeShapeType="1"/>
            </p:cNvSpPr>
            <p:nvPr/>
          </p:nvSpPr>
          <p:spPr bwMode="auto">
            <a:xfrm>
              <a:off x="8783140" y="283691"/>
              <a:ext cx="1587" cy="62071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6756" name="Line 20"/>
            <p:cNvSpPr>
              <a:spLocks noChangeShapeType="1"/>
            </p:cNvSpPr>
            <p:nvPr/>
          </p:nvSpPr>
          <p:spPr bwMode="auto">
            <a:xfrm flipV="1">
              <a:off x="7493048" y="577380"/>
              <a:ext cx="128587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6757" name="Rectangle 21"/>
            <p:cNvSpPr>
              <a:spLocks noChangeArrowheads="1"/>
            </p:cNvSpPr>
            <p:nvPr/>
          </p:nvSpPr>
          <p:spPr bwMode="auto">
            <a:xfrm>
              <a:off x="7735936" y="210840"/>
              <a:ext cx="1119212"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header</a:t>
              </a:r>
              <a:endParaRPr lang="en-US" altLang="zh-CN" sz="2100" i="1">
                <a:solidFill>
                  <a:srgbClr val="000000"/>
                </a:solidFill>
                <a:ea typeface="宋体" panose="02010600030101010101" pitchFamily="2" charset="-122"/>
                <a:cs typeface="Times New Roman" panose="02020603050405020304" pitchFamily="18" charset="0"/>
              </a:endParaRPr>
            </a:p>
          </p:txBody>
        </p:sp>
        <p:sp>
          <p:nvSpPr>
            <p:cNvPr id="156758" name="Line 22"/>
            <p:cNvSpPr>
              <a:spLocks noChangeShapeType="1"/>
            </p:cNvSpPr>
            <p:nvPr/>
          </p:nvSpPr>
          <p:spPr bwMode="auto">
            <a:xfrm>
              <a:off x="7504162" y="283691"/>
              <a:ext cx="125412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6759" name="Line 24"/>
            <p:cNvSpPr>
              <a:spLocks noChangeShapeType="1"/>
            </p:cNvSpPr>
            <p:nvPr/>
          </p:nvSpPr>
          <p:spPr bwMode="auto">
            <a:xfrm flipH="1">
              <a:off x="7775028" y="286867"/>
              <a:ext cx="0" cy="60325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6760" name="Line 18"/>
            <p:cNvSpPr>
              <a:spLocks noChangeShapeType="1"/>
            </p:cNvSpPr>
            <p:nvPr/>
          </p:nvSpPr>
          <p:spPr bwMode="auto">
            <a:xfrm>
              <a:off x="8495108" y="286345"/>
              <a:ext cx="1587" cy="62071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6761" name="Line 103"/>
            <p:cNvSpPr>
              <a:spLocks noChangeShapeType="1"/>
            </p:cNvSpPr>
            <p:nvPr/>
          </p:nvSpPr>
          <p:spPr bwMode="auto">
            <a:xfrm flipH="1" flipV="1">
              <a:off x="6678686" y="480117"/>
              <a:ext cx="968525"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6762" name="Line 51"/>
            <p:cNvSpPr>
              <a:spLocks noChangeShapeType="1"/>
            </p:cNvSpPr>
            <p:nvPr/>
          </p:nvSpPr>
          <p:spPr bwMode="auto">
            <a:xfrm>
              <a:off x="6684144" y="480116"/>
              <a:ext cx="12946" cy="877271"/>
            </a:xfrm>
            <a:prstGeom prst="line">
              <a:avLst/>
            </a:prstGeom>
            <a:noFill/>
            <a:ln w="25400">
              <a:solidFill>
                <a:srgbClr val="FF0000"/>
              </a:solidFill>
              <a:round/>
              <a:headEnd/>
              <a:tailEnd type="stealth" w="lg" len="lg"/>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sp>
        <p:nvSpPr>
          <p:cNvPr id="94" name="Rectangle 3"/>
          <p:cNvSpPr txBox="1">
            <a:spLocks noChangeArrowheads="1"/>
          </p:cNvSpPr>
          <p:nvPr/>
        </p:nvSpPr>
        <p:spPr bwMode="auto">
          <a:xfrm>
            <a:off x="1296988" y="71438"/>
            <a:ext cx="2482850" cy="2390775"/>
          </a:xfrm>
          <a:prstGeom prst="rect">
            <a:avLst/>
          </a:prstGeom>
          <a:solidFill>
            <a:schemeClr val="accent5">
              <a:lumMod val="60000"/>
              <a:lumOff val="40000"/>
            </a:schemeClr>
          </a:solidFill>
          <a:ln>
            <a:solidFill>
              <a:schemeClr val="tx1"/>
            </a:solidFill>
          </a:ln>
        </p:spPr>
        <p:txBody>
          <a:bodyPr lIns="68580" tIns="34290" rIns="68580" bIns="34290"/>
          <a:lstStyle>
            <a:lvl1pPr marL="271463" indent="-271463">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lgn="just" eaLnBrk="1" hangingPunct="1">
              <a:lnSpc>
                <a:spcPts val="1400"/>
              </a:lnSpc>
              <a:spcBef>
                <a:spcPct val="12000"/>
              </a:spcBef>
              <a:buClr>
                <a:srgbClr val="3333CC"/>
              </a:buClr>
              <a:buFont typeface="Wingdings" panose="05000000000000000000" pitchFamily="2" charset="2"/>
              <a:buNone/>
              <a:defRPr/>
            </a:pPr>
            <a:r>
              <a:rPr lang="en-US" altLang="zh-CN" sz="1800" i="1" dirty="0">
                <a:solidFill>
                  <a:srgbClr val="0000FF"/>
                </a:solidFill>
                <a:latin typeface="Times New Roman" panose="02020603050405020304" pitchFamily="18" charset="0"/>
                <a:ea typeface="楷体_GB2312" pitchFamily="49" charset="-122"/>
              </a:rPr>
              <a:t>program</a:t>
            </a:r>
            <a:r>
              <a:rPr lang="en-US" altLang="zh-CN" sz="1800" dirty="0">
                <a:solidFill>
                  <a:srgbClr val="0000FF"/>
                </a:solidFill>
                <a:latin typeface="Times New Roman" panose="02020603050405020304" pitchFamily="18" charset="0"/>
                <a:ea typeface="楷体_GB2312" pitchFamily="49" charset="-122"/>
              </a:rPr>
              <a:t> </a:t>
            </a:r>
            <a:r>
              <a:rPr lang="en-US" altLang="zh-CN" sz="1800" i="1" dirty="0">
                <a:solidFill>
                  <a:prstClr val="black"/>
                </a:solidFill>
                <a:latin typeface="Times New Roman" panose="02020603050405020304" pitchFamily="18" charset="0"/>
                <a:ea typeface="楷体_GB2312" pitchFamily="49" charset="-122"/>
              </a:rPr>
              <a:t>sort</a:t>
            </a:r>
            <a:r>
              <a:rPr lang="en-US" altLang="zh-CN" sz="1800" dirty="0">
                <a:solidFill>
                  <a:prstClr val="black"/>
                </a:solidFill>
                <a:latin typeface="Times New Roman" panose="02020603050405020304" pitchFamily="18" charset="0"/>
                <a:ea typeface="楷体_GB2312" pitchFamily="49" charset="-122"/>
              </a:rPr>
              <a:t>;</a:t>
            </a:r>
          </a:p>
          <a:p>
            <a:pPr algn="just" eaLnBrk="1" hangingPunct="1">
              <a:lnSpc>
                <a:spcPts val="1400"/>
              </a:lnSpc>
              <a:spcBef>
                <a:spcPct val="12000"/>
              </a:spcBef>
              <a:buClr>
                <a:srgbClr val="3333CC"/>
              </a:buClr>
              <a:buFont typeface="Wingdings" panose="05000000000000000000" pitchFamily="2" charset="2"/>
              <a:buNone/>
              <a:defRPr/>
            </a:pPr>
            <a:r>
              <a:rPr lang="en-US" altLang="zh-CN" sz="1800" dirty="0">
                <a:solidFill>
                  <a:srgbClr val="073E87"/>
                </a:solidFill>
                <a:latin typeface="Times New Roman" panose="02020603050405020304" pitchFamily="18" charset="0"/>
                <a:ea typeface="楷体_GB2312" pitchFamily="49" charset="-122"/>
              </a:rPr>
              <a:t>	</a:t>
            </a:r>
            <a:r>
              <a:rPr lang="en-US" altLang="zh-CN" sz="1800" i="1" dirty="0" err="1">
                <a:solidFill>
                  <a:srgbClr val="0000FF"/>
                </a:solidFill>
                <a:latin typeface="Times New Roman" panose="02020603050405020304" pitchFamily="18" charset="0"/>
                <a:ea typeface="楷体_GB2312" pitchFamily="49" charset="-122"/>
              </a:rPr>
              <a:t>var</a:t>
            </a:r>
            <a:r>
              <a:rPr lang="en-US" altLang="zh-CN" sz="1800" i="1" dirty="0">
                <a:solidFill>
                  <a:srgbClr val="0000FF"/>
                </a:solidFill>
                <a:latin typeface="Times New Roman" panose="02020603050405020304" pitchFamily="18" charset="0"/>
                <a:ea typeface="楷体_GB2312" pitchFamily="49" charset="-122"/>
              </a:rPr>
              <a:t> </a:t>
            </a:r>
            <a:r>
              <a:rPr lang="en-US" altLang="zh-CN" sz="1800" i="1" dirty="0">
                <a:solidFill>
                  <a:prstClr val="black"/>
                </a:solidFill>
                <a:latin typeface="Times New Roman" panose="02020603050405020304" pitchFamily="18" charset="0"/>
                <a:ea typeface="楷体_GB2312" pitchFamily="49" charset="-122"/>
              </a:rPr>
              <a:t>a</a:t>
            </a:r>
            <a:r>
              <a:rPr lang="en-US" altLang="zh-CN" sz="1800" dirty="0">
                <a:solidFill>
                  <a:prstClr val="black"/>
                </a:solidFill>
                <a:latin typeface="Times New Roman" panose="02020603050405020304" pitchFamily="18" charset="0"/>
                <a:ea typeface="楷体_GB2312" pitchFamily="49" charset="-122"/>
              </a:rPr>
              <a:t>:</a:t>
            </a:r>
            <a:r>
              <a:rPr lang="en-US" altLang="zh-CN" sz="1800" i="1" dirty="0">
                <a:solidFill>
                  <a:prstClr val="black"/>
                </a:solidFill>
                <a:latin typeface="Times New Roman" panose="02020603050405020304" pitchFamily="18" charset="0"/>
                <a:ea typeface="楷体_GB2312" pitchFamily="49" charset="-122"/>
              </a:rPr>
              <a:t>int</a:t>
            </a:r>
            <a:r>
              <a:rPr lang="en-US" altLang="zh-CN" sz="1800" dirty="0">
                <a:solidFill>
                  <a:prstClr val="black"/>
                </a:solidFill>
                <a:latin typeface="Times New Roman" panose="02020603050405020304" pitchFamily="18" charset="0"/>
                <a:ea typeface="楷体_GB2312" pitchFamily="49" charset="-122"/>
              </a:rPr>
              <a:t>[11]; </a:t>
            </a:r>
            <a:r>
              <a:rPr lang="en-US" altLang="zh-CN" sz="1800" i="1" dirty="0">
                <a:solidFill>
                  <a:prstClr val="black"/>
                </a:solidFill>
                <a:latin typeface="Times New Roman" panose="02020603050405020304" pitchFamily="18" charset="0"/>
                <a:ea typeface="楷体_GB2312" pitchFamily="49" charset="-122"/>
              </a:rPr>
              <a:t>x</a:t>
            </a:r>
            <a:r>
              <a:rPr lang="en-US" altLang="zh-CN" sz="1800" dirty="0">
                <a:solidFill>
                  <a:prstClr val="black"/>
                </a:solidFill>
                <a:latin typeface="Times New Roman" panose="02020603050405020304" pitchFamily="18" charset="0"/>
                <a:ea typeface="楷体_GB2312" pitchFamily="49" charset="-122"/>
              </a:rPr>
              <a:t>:</a:t>
            </a:r>
            <a:r>
              <a:rPr lang="en-US" altLang="zh-CN" sz="1800" i="1" dirty="0">
                <a:solidFill>
                  <a:prstClr val="black"/>
                </a:solidFill>
                <a:latin typeface="Times New Roman" panose="02020603050405020304" pitchFamily="18" charset="0"/>
                <a:ea typeface="楷体_GB2312" pitchFamily="49" charset="-122"/>
              </a:rPr>
              <a:t>int</a:t>
            </a:r>
            <a:r>
              <a:rPr lang="en-US" altLang="zh-CN" sz="1800" dirty="0">
                <a:solidFill>
                  <a:prstClr val="black"/>
                </a:solidFill>
                <a:latin typeface="Times New Roman" panose="02020603050405020304" pitchFamily="18" charset="0"/>
                <a:ea typeface="楷体_GB2312" pitchFamily="49" charset="-122"/>
              </a:rPr>
              <a:t>;</a:t>
            </a:r>
          </a:p>
          <a:p>
            <a:pPr algn="just" eaLnBrk="1" hangingPunct="1">
              <a:lnSpc>
                <a:spcPts val="1400"/>
              </a:lnSpc>
              <a:spcBef>
                <a:spcPct val="12000"/>
              </a:spcBef>
              <a:buClr>
                <a:srgbClr val="3333CC"/>
              </a:buClr>
              <a:buFont typeface="Wingdings" panose="05000000000000000000" pitchFamily="2" charset="2"/>
              <a:buNone/>
              <a:defRPr/>
            </a:pPr>
            <a:r>
              <a:rPr lang="en-US" altLang="zh-CN" sz="1800" dirty="0">
                <a:solidFill>
                  <a:srgbClr val="073E87"/>
                </a:solidFill>
                <a:latin typeface="Times New Roman" panose="02020603050405020304" pitchFamily="18" charset="0"/>
                <a:ea typeface="楷体_GB2312" pitchFamily="49" charset="-122"/>
              </a:rPr>
              <a:t>   	</a:t>
            </a:r>
            <a:r>
              <a:rPr lang="en-US" altLang="zh-CN" sz="1800" i="1" dirty="0" err="1">
                <a:solidFill>
                  <a:srgbClr val="0000FF"/>
                </a:solidFill>
                <a:latin typeface="Times New Roman" panose="02020603050405020304" pitchFamily="18" charset="0"/>
                <a:ea typeface="楷体_GB2312" pitchFamily="49" charset="-122"/>
              </a:rPr>
              <a:t>proc</a:t>
            </a:r>
            <a:r>
              <a:rPr lang="en-US" altLang="zh-CN" sz="1800" dirty="0">
                <a:solidFill>
                  <a:srgbClr val="0000FF"/>
                </a:solidFill>
                <a:latin typeface="Times New Roman" panose="02020603050405020304" pitchFamily="18" charset="0"/>
                <a:ea typeface="楷体_GB2312" pitchFamily="49" charset="-122"/>
              </a:rPr>
              <a:t> </a:t>
            </a:r>
            <a:r>
              <a:rPr lang="en-US" altLang="zh-CN" sz="1800" i="1" dirty="0" err="1">
                <a:solidFill>
                  <a:prstClr val="black"/>
                </a:solidFill>
                <a:latin typeface="Times New Roman" panose="02020603050405020304" pitchFamily="18" charset="0"/>
                <a:ea typeface="楷体_GB2312" pitchFamily="49" charset="-122"/>
              </a:rPr>
              <a:t>readarray</a:t>
            </a:r>
            <a:r>
              <a:rPr lang="en-US" altLang="zh-CN" sz="1800" dirty="0">
                <a:solidFill>
                  <a:prstClr val="black"/>
                </a:solidFill>
                <a:latin typeface="Times New Roman" panose="02020603050405020304" pitchFamily="18" charset="0"/>
                <a:ea typeface="楷体_GB2312" pitchFamily="49" charset="-122"/>
              </a:rPr>
              <a:t>;</a:t>
            </a:r>
          </a:p>
          <a:p>
            <a:pPr algn="just" eaLnBrk="1" hangingPunct="1">
              <a:lnSpc>
                <a:spcPts val="1400"/>
              </a:lnSpc>
              <a:spcBef>
                <a:spcPct val="12000"/>
              </a:spcBef>
              <a:buClr>
                <a:srgbClr val="3333CC"/>
              </a:buClr>
              <a:buFont typeface="Wingdings" panose="05000000000000000000" pitchFamily="2" charset="2"/>
              <a:buNone/>
              <a:defRPr/>
            </a:pPr>
            <a:r>
              <a:rPr lang="en-US" altLang="zh-CN" sz="1800" dirty="0">
                <a:solidFill>
                  <a:srgbClr val="073E87"/>
                </a:solidFill>
                <a:latin typeface="Times New Roman" panose="02020603050405020304" pitchFamily="18" charset="0"/>
                <a:ea typeface="楷体_GB2312" pitchFamily="49" charset="-122"/>
              </a:rPr>
              <a:t>	   </a:t>
            </a:r>
            <a:r>
              <a:rPr lang="en-US" altLang="zh-CN" sz="1800" i="1" dirty="0" err="1">
                <a:solidFill>
                  <a:srgbClr val="0000FF"/>
                </a:solidFill>
                <a:latin typeface="Times New Roman" panose="02020603050405020304" pitchFamily="18" charset="0"/>
                <a:ea typeface="楷体_GB2312" pitchFamily="49" charset="-122"/>
              </a:rPr>
              <a:t>var</a:t>
            </a:r>
            <a:r>
              <a:rPr lang="en-US" altLang="zh-CN" sz="1800" dirty="0">
                <a:solidFill>
                  <a:srgbClr val="0000FF"/>
                </a:solidFill>
                <a:latin typeface="Times New Roman" panose="02020603050405020304" pitchFamily="18" charset="0"/>
                <a:ea typeface="楷体_GB2312" pitchFamily="49" charset="-122"/>
              </a:rPr>
              <a:t> </a:t>
            </a:r>
            <a:r>
              <a:rPr lang="en-US" altLang="zh-CN" sz="1800" i="1" dirty="0">
                <a:solidFill>
                  <a:prstClr val="black"/>
                </a:solidFill>
                <a:latin typeface="Times New Roman" panose="02020603050405020304" pitchFamily="18" charset="0"/>
                <a:ea typeface="楷体_GB2312" pitchFamily="49" charset="-122"/>
              </a:rPr>
              <a:t>i</a:t>
            </a:r>
            <a:r>
              <a:rPr lang="en-US" altLang="zh-CN" sz="1800" dirty="0">
                <a:solidFill>
                  <a:prstClr val="black"/>
                </a:solidFill>
                <a:latin typeface="Times New Roman" panose="02020603050405020304" pitchFamily="18" charset="0"/>
                <a:ea typeface="楷体_GB2312" pitchFamily="49" charset="-122"/>
              </a:rPr>
              <a:t>:</a:t>
            </a:r>
            <a:r>
              <a:rPr lang="en-US" altLang="zh-CN" sz="1800" i="1" dirty="0">
                <a:solidFill>
                  <a:prstClr val="black"/>
                </a:solidFill>
                <a:latin typeface="Times New Roman" panose="02020603050405020304" pitchFamily="18" charset="0"/>
                <a:ea typeface="楷体_GB2312" pitchFamily="49" charset="-122"/>
              </a:rPr>
              <a:t>int</a:t>
            </a:r>
            <a:r>
              <a:rPr lang="en-US" altLang="zh-CN" sz="1800" dirty="0">
                <a:solidFill>
                  <a:prstClr val="black"/>
                </a:solidFill>
                <a:latin typeface="Times New Roman" panose="02020603050405020304" pitchFamily="18" charset="0"/>
                <a:ea typeface="楷体_GB2312" pitchFamily="49" charset="-122"/>
              </a:rPr>
              <a:t>; {…}</a:t>
            </a:r>
          </a:p>
          <a:p>
            <a:pPr algn="just" eaLnBrk="1" hangingPunct="1">
              <a:lnSpc>
                <a:spcPts val="1400"/>
              </a:lnSpc>
              <a:spcBef>
                <a:spcPct val="12000"/>
              </a:spcBef>
              <a:buClr>
                <a:srgbClr val="3333CC"/>
              </a:buClr>
              <a:buFont typeface="Wingdings" panose="05000000000000000000" pitchFamily="2" charset="2"/>
              <a:buNone/>
              <a:defRPr/>
            </a:pPr>
            <a:r>
              <a:rPr lang="en-US" altLang="zh-CN" sz="1800" dirty="0">
                <a:solidFill>
                  <a:srgbClr val="073E87"/>
                </a:solidFill>
                <a:latin typeface="Times New Roman" panose="02020603050405020304" pitchFamily="18" charset="0"/>
                <a:ea typeface="楷体_GB2312" pitchFamily="49" charset="-122"/>
              </a:rPr>
              <a:t>	</a:t>
            </a:r>
            <a:r>
              <a:rPr lang="en-US" altLang="zh-CN" sz="1800" i="1" dirty="0" err="1">
                <a:solidFill>
                  <a:srgbClr val="0000FF"/>
                </a:solidFill>
                <a:latin typeface="Times New Roman" panose="02020603050405020304" pitchFamily="18" charset="0"/>
                <a:ea typeface="楷体_GB2312" pitchFamily="49" charset="-122"/>
              </a:rPr>
              <a:t>proc</a:t>
            </a:r>
            <a:r>
              <a:rPr lang="en-US" altLang="zh-CN" sz="1800" dirty="0">
                <a:solidFill>
                  <a:srgbClr val="0000FF"/>
                </a:solidFill>
                <a:latin typeface="Times New Roman" panose="02020603050405020304" pitchFamily="18" charset="0"/>
                <a:ea typeface="楷体_GB2312" pitchFamily="49" charset="-122"/>
              </a:rPr>
              <a:t> </a:t>
            </a:r>
            <a:r>
              <a:rPr lang="en-US" altLang="zh-CN" sz="1800" i="1" dirty="0">
                <a:solidFill>
                  <a:prstClr val="black"/>
                </a:solidFill>
                <a:latin typeface="Times New Roman" panose="02020603050405020304" pitchFamily="18" charset="0"/>
                <a:ea typeface="楷体_GB2312" pitchFamily="49" charset="-122"/>
              </a:rPr>
              <a:t>exchange</a:t>
            </a:r>
            <a:r>
              <a:rPr lang="en-US" altLang="zh-CN" sz="1800" dirty="0">
                <a:solidFill>
                  <a:prstClr val="black"/>
                </a:solidFill>
                <a:latin typeface="Times New Roman" panose="02020603050405020304" pitchFamily="18" charset="0"/>
                <a:ea typeface="楷体_GB2312" pitchFamily="49" charset="-122"/>
              </a:rPr>
              <a:t>; {…}</a:t>
            </a:r>
            <a:endParaRPr lang="zh-CN" altLang="en-US" sz="1800" dirty="0">
              <a:solidFill>
                <a:srgbClr val="073E87"/>
              </a:solidFill>
              <a:latin typeface="Times New Roman" panose="02020603050405020304" pitchFamily="18" charset="0"/>
              <a:ea typeface="楷体_GB2312" pitchFamily="49" charset="-122"/>
            </a:endParaRPr>
          </a:p>
          <a:p>
            <a:pPr algn="just" eaLnBrk="1" hangingPunct="1">
              <a:lnSpc>
                <a:spcPts val="1400"/>
              </a:lnSpc>
              <a:spcBef>
                <a:spcPct val="12000"/>
              </a:spcBef>
              <a:buClr>
                <a:srgbClr val="3333CC"/>
              </a:buClr>
              <a:buFont typeface="Wingdings" panose="05000000000000000000" pitchFamily="2" charset="2"/>
              <a:buNone/>
              <a:defRPr/>
            </a:pPr>
            <a:r>
              <a:rPr lang="en-US" altLang="zh-CN" sz="1800" dirty="0">
                <a:solidFill>
                  <a:srgbClr val="073E87"/>
                </a:solidFill>
                <a:latin typeface="Times New Roman" panose="02020603050405020304" pitchFamily="18" charset="0"/>
                <a:ea typeface="楷体_GB2312" pitchFamily="49" charset="-122"/>
              </a:rPr>
              <a:t>	</a:t>
            </a:r>
            <a:r>
              <a:rPr lang="en-US" altLang="zh-CN" sz="1800" i="1" dirty="0" err="1">
                <a:solidFill>
                  <a:srgbClr val="0000FF"/>
                </a:solidFill>
                <a:latin typeface="Times New Roman" panose="02020603050405020304" pitchFamily="18" charset="0"/>
                <a:ea typeface="楷体_GB2312" pitchFamily="49" charset="-122"/>
              </a:rPr>
              <a:t>proc</a:t>
            </a:r>
            <a:r>
              <a:rPr lang="en-US" altLang="zh-CN" sz="1800" dirty="0">
                <a:solidFill>
                  <a:srgbClr val="0000FF"/>
                </a:solidFill>
                <a:latin typeface="Times New Roman" panose="02020603050405020304" pitchFamily="18" charset="0"/>
                <a:ea typeface="楷体_GB2312" pitchFamily="49" charset="-122"/>
              </a:rPr>
              <a:t> </a:t>
            </a:r>
            <a:r>
              <a:rPr lang="en-US" altLang="zh-CN" sz="1800" i="1" dirty="0">
                <a:solidFill>
                  <a:prstClr val="black"/>
                </a:solidFill>
                <a:latin typeface="Times New Roman" panose="02020603050405020304" pitchFamily="18" charset="0"/>
                <a:ea typeface="楷体_GB2312" pitchFamily="49" charset="-122"/>
              </a:rPr>
              <a:t>quicksort</a:t>
            </a:r>
            <a:r>
              <a:rPr lang="en-US" altLang="zh-CN" sz="1800" dirty="0">
                <a:solidFill>
                  <a:prstClr val="black"/>
                </a:solidFill>
                <a:latin typeface="Times New Roman" panose="02020603050405020304" pitchFamily="18" charset="0"/>
                <a:ea typeface="楷体_GB2312" pitchFamily="49" charset="-122"/>
              </a:rPr>
              <a:t>;</a:t>
            </a:r>
          </a:p>
          <a:p>
            <a:pPr algn="just" eaLnBrk="1" hangingPunct="1">
              <a:lnSpc>
                <a:spcPts val="1400"/>
              </a:lnSpc>
              <a:spcBef>
                <a:spcPct val="12000"/>
              </a:spcBef>
              <a:buClr>
                <a:srgbClr val="3333CC"/>
              </a:buClr>
              <a:buFont typeface="Wingdings" panose="05000000000000000000" pitchFamily="2" charset="2"/>
              <a:buNone/>
              <a:defRPr/>
            </a:pPr>
            <a:r>
              <a:rPr lang="en-US" altLang="zh-CN" sz="1800" dirty="0">
                <a:solidFill>
                  <a:srgbClr val="073E87"/>
                </a:solidFill>
                <a:latin typeface="Times New Roman" panose="02020603050405020304" pitchFamily="18" charset="0"/>
                <a:ea typeface="楷体_GB2312" pitchFamily="49" charset="-122"/>
              </a:rPr>
              <a:t>	   </a:t>
            </a:r>
            <a:r>
              <a:rPr lang="en-US" altLang="zh-CN" sz="1800" i="1" dirty="0" err="1">
                <a:solidFill>
                  <a:srgbClr val="0000FF"/>
                </a:solidFill>
                <a:latin typeface="Times New Roman" panose="02020603050405020304" pitchFamily="18" charset="0"/>
                <a:ea typeface="楷体_GB2312" pitchFamily="49" charset="-122"/>
              </a:rPr>
              <a:t>var</a:t>
            </a:r>
            <a:r>
              <a:rPr lang="en-US" altLang="zh-CN" sz="1800" dirty="0">
                <a:solidFill>
                  <a:srgbClr val="0000FF"/>
                </a:solidFill>
                <a:latin typeface="Times New Roman" panose="02020603050405020304" pitchFamily="18" charset="0"/>
                <a:ea typeface="楷体_GB2312" pitchFamily="49" charset="-122"/>
              </a:rPr>
              <a:t> </a:t>
            </a:r>
            <a:r>
              <a:rPr lang="en-US" altLang="zh-CN" sz="1800" i="1" dirty="0">
                <a:solidFill>
                  <a:prstClr val="black"/>
                </a:solidFill>
                <a:latin typeface="Times New Roman" panose="02020603050405020304" pitchFamily="18" charset="0"/>
                <a:ea typeface="楷体_GB2312" pitchFamily="49" charset="-122"/>
              </a:rPr>
              <a:t>k</a:t>
            </a:r>
            <a:r>
              <a:rPr lang="en-US" altLang="zh-CN" sz="1800" dirty="0">
                <a:solidFill>
                  <a:prstClr val="black"/>
                </a:solidFill>
                <a:latin typeface="Times New Roman" panose="02020603050405020304" pitchFamily="18" charset="0"/>
                <a:ea typeface="楷体_GB2312" pitchFamily="49" charset="-122"/>
              </a:rPr>
              <a:t>, </a:t>
            </a:r>
            <a:r>
              <a:rPr lang="en-US" altLang="zh-CN" sz="1800" i="1" dirty="0">
                <a:solidFill>
                  <a:prstClr val="black"/>
                </a:solidFill>
                <a:latin typeface="Times New Roman" panose="02020603050405020304" pitchFamily="18" charset="0"/>
                <a:ea typeface="楷体_GB2312" pitchFamily="49" charset="-122"/>
              </a:rPr>
              <a:t>v</a:t>
            </a:r>
            <a:r>
              <a:rPr lang="en-US" altLang="zh-CN" sz="1800" dirty="0">
                <a:solidFill>
                  <a:prstClr val="black"/>
                </a:solidFill>
                <a:latin typeface="Times New Roman" panose="02020603050405020304" pitchFamily="18" charset="0"/>
                <a:ea typeface="楷体_GB2312" pitchFamily="49" charset="-122"/>
              </a:rPr>
              <a:t>:</a:t>
            </a:r>
            <a:r>
              <a:rPr lang="en-US" altLang="zh-CN" sz="1800" i="1" dirty="0">
                <a:solidFill>
                  <a:prstClr val="black"/>
                </a:solidFill>
                <a:latin typeface="Times New Roman" panose="02020603050405020304" pitchFamily="18" charset="0"/>
                <a:ea typeface="楷体_GB2312" pitchFamily="49" charset="-122"/>
              </a:rPr>
              <a:t>int</a:t>
            </a:r>
            <a:r>
              <a:rPr lang="en-US" altLang="zh-CN" sz="1800" dirty="0">
                <a:solidFill>
                  <a:prstClr val="black"/>
                </a:solidFill>
                <a:latin typeface="Times New Roman" panose="02020603050405020304" pitchFamily="18" charset="0"/>
                <a:ea typeface="楷体_GB2312" pitchFamily="49" charset="-122"/>
              </a:rPr>
              <a:t>;</a:t>
            </a:r>
          </a:p>
          <a:p>
            <a:pPr algn="just" eaLnBrk="1" hangingPunct="1">
              <a:lnSpc>
                <a:spcPts val="1400"/>
              </a:lnSpc>
              <a:spcBef>
                <a:spcPct val="12000"/>
              </a:spcBef>
              <a:buClr>
                <a:srgbClr val="3333CC"/>
              </a:buClr>
              <a:buFont typeface="Wingdings" panose="05000000000000000000" pitchFamily="2" charset="2"/>
              <a:buNone/>
              <a:defRPr/>
            </a:pPr>
            <a:r>
              <a:rPr lang="en-US" altLang="zh-CN" sz="1800" dirty="0">
                <a:solidFill>
                  <a:srgbClr val="073E87"/>
                </a:solidFill>
                <a:latin typeface="Times New Roman" panose="02020603050405020304" pitchFamily="18" charset="0"/>
                <a:ea typeface="楷体_GB2312" pitchFamily="49" charset="-122"/>
              </a:rPr>
              <a:t>	      </a:t>
            </a:r>
            <a:r>
              <a:rPr lang="en-US" altLang="zh-CN" sz="1800" i="1" dirty="0" err="1">
                <a:solidFill>
                  <a:srgbClr val="0000FF"/>
                </a:solidFill>
                <a:latin typeface="Times New Roman" panose="02020603050405020304" pitchFamily="18" charset="0"/>
                <a:ea typeface="楷体_GB2312" pitchFamily="49" charset="-122"/>
              </a:rPr>
              <a:t>func</a:t>
            </a:r>
            <a:r>
              <a:rPr lang="en-US" altLang="zh-CN" sz="1800" dirty="0">
                <a:solidFill>
                  <a:srgbClr val="0000FF"/>
                </a:solidFill>
                <a:latin typeface="Times New Roman" panose="02020603050405020304" pitchFamily="18" charset="0"/>
                <a:ea typeface="楷体_GB2312" pitchFamily="49" charset="-122"/>
              </a:rPr>
              <a:t> </a:t>
            </a:r>
            <a:r>
              <a:rPr lang="en-US" altLang="zh-CN" sz="1800" i="1" dirty="0">
                <a:solidFill>
                  <a:prstClr val="black"/>
                </a:solidFill>
                <a:latin typeface="Times New Roman" panose="02020603050405020304" pitchFamily="18" charset="0"/>
                <a:ea typeface="楷体_GB2312" pitchFamily="49" charset="-122"/>
              </a:rPr>
              <a:t>partition</a:t>
            </a:r>
            <a:r>
              <a:rPr lang="en-US" altLang="zh-CN" sz="1800" dirty="0">
                <a:solidFill>
                  <a:prstClr val="black"/>
                </a:solidFill>
                <a:latin typeface="Times New Roman" panose="02020603050405020304" pitchFamily="18" charset="0"/>
                <a:ea typeface="楷体_GB2312" pitchFamily="49" charset="-122"/>
              </a:rPr>
              <a:t>;</a:t>
            </a:r>
          </a:p>
          <a:p>
            <a:pPr algn="just" eaLnBrk="1" hangingPunct="1">
              <a:lnSpc>
                <a:spcPts val="1400"/>
              </a:lnSpc>
              <a:spcBef>
                <a:spcPct val="12000"/>
              </a:spcBef>
              <a:buClr>
                <a:srgbClr val="3333CC"/>
              </a:buClr>
              <a:buFont typeface="Wingdings" panose="05000000000000000000" pitchFamily="2" charset="2"/>
              <a:buNone/>
              <a:defRPr/>
            </a:pPr>
            <a:r>
              <a:rPr lang="en-US" altLang="zh-CN" sz="1800" dirty="0">
                <a:solidFill>
                  <a:srgbClr val="073E87"/>
                </a:solidFill>
                <a:latin typeface="Times New Roman" panose="02020603050405020304" pitchFamily="18" charset="0"/>
                <a:ea typeface="楷体_GB2312" pitchFamily="49" charset="-122"/>
              </a:rPr>
              <a:t>		</a:t>
            </a:r>
            <a:r>
              <a:rPr lang="en-US" altLang="zh-CN" sz="1800" i="1" dirty="0" err="1">
                <a:solidFill>
                  <a:srgbClr val="0000FF"/>
                </a:solidFill>
                <a:latin typeface="Times New Roman" panose="02020603050405020304" pitchFamily="18" charset="0"/>
                <a:ea typeface="楷体_GB2312" pitchFamily="49" charset="-122"/>
              </a:rPr>
              <a:t>var</a:t>
            </a:r>
            <a:r>
              <a:rPr lang="en-US" altLang="zh-CN" sz="1800" dirty="0">
                <a:solidFill>
                  <a:srgbClr val="0000FF"/>
                </a:solidFill>
                <a:latin typeface="Times New Roman" panose="02020603050405020304" pitchFamily="18" charset="0"/>
                <a:ea typeface="楷体_GB2312" pitchFamily="49" charset="-122"/>
              </a:rPr>
              <a:t> </a:t>
            </a:r>
            <a:r>
              <a:rPr lang="en-US" altLang="zh-CN" sz="1800" i="1" dirty="0" err="1">
                <a:solidFill>
                  <a:prstClr val="black"/>
                </a:solidFill>
                <a:latin typeface="Times New Roman" panose="02020603050405020304" pitchFamily="18" charset="0"/>
                <a:ea typeface="楷体_GB2312" pitchFamily="49" charset="-122"/>
              </a:rPr>
              <a:t>i</a:t>
            </a:r>
            <a:r>
              <a:rPr lang="en-US" altLang="zh-CN" sz="1800" dirty="0">
                <a:solidFill>
                  <a:prstClr val="black"/>
                </a:solidFill>
                <a:latin typeface="Times New Roman" panose="02020603050405020304" pitchFamily="18" charset="0"/>
                <a:ea typeface="楷体_GB2312" pitchFamily="49" charset="-122"/>
              </a:rPr>
              <a:t>, </a:t>
            </a:r>
            <a:r>
              <a:rPr lang="en-US" altLang="zh-CN" sz="1800" i="1" dirty="0">
                <a:solidFill>
                  <a:prstClr val="black"/>
                </a:solidFill>
                <a:latin typeface="Times New Roman" panose="02020603050405020304" pitchFamily="18" charset="0"/>
                <a:ea typeface="楷体_GB2312" pitchFamily="49" charset="-122"/>
              </a:rPr>
              <a:t>j</a:t>
            </a:r>
            <a:r>
              <a:rPr lang="en-US" altLang="zh-CN" sz="1800" dirty="0">
                <a:solidFill>
                  <a:prstClr val="black"/>
                </a:solidFill>
                <a:latin typeface="Times New Roman" panose="02020603050405020304" pitchFamily="18" charset="0"/>
                <a:ea typeface="楷体_GB2312" pitchFamily="49" charset="-122"/>
              </a:rPr>
              <a:t>:</a:t>
            </a:r>
            <a:r>
              <a:rPr lang="en-US" altLang="zh-CN" sz="1800" i="1" dirty="0">
                <a:solidFill>
                  <a:prstClr val="black"/>
                </a:solidFill>
                <a:latin typeface="Times New Roman" panose="02020603050405020304" pitchFamily="18" charset="0"/>
                <a:ea typeface="楷体_GB2312" pitchFamily="49" charset="-122"/>
              </a:rPr>
              <a:t>int</a:t>
            </a:r>
            <a:r>
              <a:rPr lang="en-US" altLang="zh-CN" sz="1800" dirty="0">
                <a:solidFill>
                  <a:prstClr val="black"/>
                </a:solidFill>
                <a:latin typeface="Times New Roman" panose="02020603050405020304" pitchFamily="18" charset="0"/>
                <a:ea typeface="楷体_GB2312" pitchFamily="49" charset="-122"/>
              </a:rPr>
              <a:t>; {…}</a:t>
            </a:r>
          </a:p>
          <a:p>
            <a:pPr algn="just" eaLnBrk="1" hangingPunct="1">
              <a:lnSpc>
                <a:spcPts val="1400"/>
              </a:lnSpc>
              <a:spcBef>
                <a:spcPct val="12000"/>
              </a:spcBef>
              <a:buClr>
                <a:srgbClr val="3333CC"/>
              </a:buClr>
              <a:buFont typeface="Wingdings" panose="05000000000000000000" pitchFamily="2" charset="2"/>
              <a:buNone/>
              <a:defRPr/>
            </a:pPr>
            <a:r>
              <a:rPr lang="en-US" altLang="zh-CN" sz="1800" dirty="0">
                <a:solidFill>
                  <a:prstClr val="black"/>
                </a:solidFill>
                <a:latin typeface="Times New Roman" panose="02020603050405020304" pitchFamily="18" charset="0"/>
                <a:ea typeface="楷体_GB2312" pitchFamily="49" charset="-122"/>
              </a:rPr>
              <a:t>       {…}</a:t>
            </a:r>
          </a:p>
          <a:p>
            <a:pPr algn="just" eaLnBrk="1" hangingPunct="1">
              <a:lnSpc>
                <a:spcPts val="1400"/>
              </a:lnSpc>
              <a:spcBef>
                <a:spcPct val="12000"/>
              </a:spcBef>
              <a:buClr>
                <a:srgbClr val="3333CC"/>
              </a:buClr>
              <a:buFont typeface="Wingdings" panose="05000000000000000000" pitchFamily="2" charset="2"/>
              <a:buNone/>
              <a:defRPr/>
            </a:pPr>
            <a:r>
              <a:rPr lang="en-US" altLang="zh-CN" sz="1800" dirty="0">
                <a:solidFill>
                  <a:prstClr val="black"/>
                </a:solidFill>
                <a:latin typeface="Times New Roman" panose="02020603050405020304" pitchFamily="18" charset="0"/>
                <a:ea typeface="楷体_GB2312" pitchFamily="49" charset="-122"/>
              </a:rPr>
              <a:t>     {…}</a:t>
            </a:r>
          </a:p>
        </p:txBody>
      </p:sp>
      <p:grpSp>
        <p:nvGrpSpPr>
          <p:cNvPr id="156680" name="组合 5"/>
          <p:cNvGrpSpPr>
            <a:grpSpLocks/>
          </p:cNvGrpSpPr>
          <p:nvPr/>
        </p:nvGrpSpPr>
        <p:grpSpPr bwMode="auto">
          <a:xfrm>
            <a:off x="5070475" y="79375"/>
            <a:ext cx="1517650" cy="969963"/>
            <a:chOff x="5069755" y="79300"/>
            <a:chExt cx="1518468" cy="970576"/>
          </a:xfrm>
        </p:grpSpPr>
        <p:sp>
          <p:nvSpPr>
            <p:cNvPr id="156744" name="Rectangle 78"/>
            <p:cNvSpPr>
              <a:spLocks noChangeArrowheads="1"/>
            </p:cNvSpPr>
            <p:nvPr/>
          </p:nvSpPr>
          <p:spPr bwMode="auto">
            <a:xfrm>
              <a:off x="5573811" y="79300"/>
              <a:ext cx="1014412"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header</a:t>
              </a:r>
              <a:r>
                <a:rPr lang="zh-CN" altLang="en-US" sz="2100" i="1">
                  <a:solidFill>
                    <a:srgbClr val="000000"/>
                  </a:solidFill>
                  <a:ea typeface="宋体" panose="02010600030101010101" pitchFamily="2" charset="-122"/>
                  <a:cs typeface="Times New Roman" panose="02020603050405020304" pitchFamily="18" charset="0"/>
                </a:rPr>
                <a:t> </a:t>
              </a:r>
              <a:endParaRPr lang="en-US" altLang="zh-CN" sz="2100">
                <a:solidFill>
                  <a:srgbClr val="000000"/>
                </a:solidFill>
                <a:ea typeface="宋体" panose="02010600030101010101" pitchFamily="2" charset="-122"/>
                <a:cs typeface="Times New Roman" panose="02020603050405020304" pitchFamily="18" charset="0"/>
              </a:endParaRPr>
            </a:p>
          </p:txBody>
        </p:sp>
        <p:sp>
          <p:nvSpPr>
            <p:cNvPr id="156745" name="Line 30"/>
            <p:cNvSpPr>
              <a:spLocks noChangeShapeType="1"/>
            </p:cNvSpPr>
            <p:nvPr/>
          </p:nvSpPr>
          <p:spPr bwMode="auto">
            <a:xfrm>
              <a:off x="5175270" y="149876"/>
              <a:ext cx="0" cy="9000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6746" name="Line 37"/>
            <p:cNvSpPr>
              <a:spLocks noChangeShapeType="1"/>
            </p:cNvSpPr>
            <p:nvPr/>
          </p:nvSpPr>
          <p:spPr bwMode="auto">
            <a:xfrm flipV="1">
              <a:off x="5166098" y="452784"/>
              <a:ext cx="141582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6747" name="Rectangle 39"/>
            <p:cNvSpPr>
              <a:spLocks noChangeArrowheads="1"/>
            </p:cNvSpPr>
            <p:nvPr/>
          </p:nvSpPr>
          <p:spPr bwMode="auto">
            <a:xfrm>
              <a:off x="5069755" y="112637"/>
              <a:ext cx="515938"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1800" i="1">
                  <a:solidFill>
                    <a:srgbClr val="000000"/>
                  </a:solidFill>
                  <a:ea typeface="宋体" panose="02010600030101010101" pitchFamily="2" charset="-122"/>
                  <a:cs typeface="Times New Roman" panose="02020603050405020304" pitchFamily="18" charset="0"/>
                </a:rPr>
                <a:t>nil</a:t>
              </a:r>
              <a:endParaRPr lang="zh-CN" altLang="en-US" sz="1800" i="1">
                <a:solidFill>
                  <a:srgbClr val="000000"/>
                </a:solidFill>
                <a:ea typeface="宋体" panose="02010600030101010101" pitchFamily="2" charset="-122"/>
                <a:cs typeface="Times New Roman" panose="02020603050405020304" pitchFamily="18" charset="0"/>
              </a:endParaRPr>
            </a:p>
          </p:txBody>
        </p:sp>
        <p:sp>
          <p:nvSpPr>
            <p:cNvPr id="156748" name="Line 41"/>
            <p:cNvSpPr>
              <a:spLocks noChangeShapeType="1"/>
            </p:cNvSpPr>
            <p:nvPr/>
          </p:nvSpPr>
          <p:spPr bwMode="auto">
            <a:xfrm>
              <a:off x="5175622" y="165025"/>
              <a:ext cx="140000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6749" name="Line 42"/>
            <p:cNvSpPr>
              <a:spLocks noChangeShapeType="1"/>
            </p:cNvSpPr>
            <p:nvPr/>
          </p:nvSpPr>
          <p:spPr bwMode="auto">
            <a:xfrm>
              <a:off x="5573811" y="180900"/>
              <a:ext cx="0" cy="2825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6750" name="Line 43"/>
            <p:cNvSpPr>
              <a:spLocks noChangeShapeType="1"/>
            </p:cNvSpPr>
            <p:nvPr/>
          </p:nvSpPr>
          <p:spPr bwMode="auto">
            <a:xfrm>
              <a:off x="5573811" y="471412"/>
              <a:ext cx="0" cy="5762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6751" name="Line 44"/>
            <p:cNvSpPr>
              <a:spLocks noChangeShapeType="1"/>
            </p:cNvSpPr>
            <p:nvPr/>
          </p:nvSpPr>
          <p:spPr bwMode="auto">
            <a:xfrm>
              <a:off x="6318882" y="161552"/>
              <a:ext cx="0" cy="8667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6752" name="Line 44"/>
            <p:cNvSpPr>
              <a:spLocks noChangeShapeType="1"/>
            </p:cNvSpPr>
            <p:nvPr/>
          </p:nvSpPr>
          <p:spPr bwMode="auto">
            <a:xfrm>
              <a:off x="6581923" y="164231"/>
              <a:ext cx="0" cy="8667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grpSp>
        <p:nvGrpSpPr>
          <p:cNvPr id="156681" name="组合 180235"/>
          <p:cNvGrpSpPr>
            <a:grpSpLocks/>
          </p:cNvGrpSpPr>
          <p:nvPr/>
        </p:nvGrpSpPr>
        <p:grpSpPr bwMode="auto">
          <a:xfrm>
            <a:off x="3816350" y="-14288"/>
            <a:ext cx="1331913" cy="1649413"/>
            <a:chOff x="3816350" y="-15044"/>
            <a:chExt cx="1331714" cy="1649918"/>
          </a:xfrm>
        </p:grpSpPr>
        <p:sp>
          <p:nvSpPr>
            <p:cNvPr id="156736" name="Line 16"/>
            <p:cNvSpPr>
              <a:spLocks noChangeShapeType="1"/>
            </p:cNvSpPr>
            <p:nvPr/>
          </p:nvSpPr>
          <p:spPr bwMode="auto">
            <a:xfrm>
              <a:off x="3908022" y="337887"/>
              <a:ext cx="0" cy="12969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6737" name="Line 18"/>
            <p:cNvSpPr>
              <a:spLocks noChangeShapeType="1"/>
            </p:cNvSpPr>
            <p:nvPr/>
          </p:nvSpPr>
          <p:spPr bwMode="auto">
            <a:xfrm flipH="1" flipV="1">
              <a:off x="4355976" y="337887"/>
              <a:ext cx="0" cy="12969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6738" name="Line 19"/>
            <p:cNvSpPr>
              <a:spLocks noChangeShapeType="1"/>
            </p:cNvSpPr>
            <p:nvPr/>
          </p:nvSpPr>
          <p:spPr bwMode="auto">
            <a:xfrm>
              <a:off x="4484086" y="337887"/>
              <a:ext cx="0" cy="12954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6739" name="Line 20"/>
            <p:cNvSpPr>
              <a:spLocks noChangeShapeType="1"/>
            </p:cNvSpPr>
            <p:nvPr/>
          </p:nvSpPr>
          <p:spPr bwMode="auto">
            <a:xfrm>
              <a:off x="4491924" y="339502"/>
              <a:ext cx="27947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6740" name="Line 21"/>
            <p:cNvSpPr>
              <a:spLocks noChangeShapeType="1"/>
            </p:cNvSpPr>
            <p:nvPr/>
          </p:nvSpPr>
          <p:spPr bwMode="auto">
            <a:xfrm flipH="1" flipV="1">
              <a:off x="4771399" y="337887"/>
              <a:ext cx="0" cy="12954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6741" name="Text Box 22"/>
            <p:cNvSpPr txBox="1">
              <a:spLocks noChangeArrowheads="1"/>
            </p:cNvSpPr>
            <p:nvPr/>
          </p:nvSpPr>
          <p:spPr bwMode="auto">
            <a:xfrm>
              <a:off x="3816350" y="-15044"/>
              <a:ext cx="75565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eaLnBrk="1" hangingPunct="1">
                <a:spcBef>
                  <a:spcPct val="50000"/>
                </a:spcBef>
              </a:pPr>
              <a:r>
                <a:rPr lang="en-US" altLang="zh-CN" sz="1800" b="0" i="1">
                  <a:solidFill>
                    <a:srgbClr val="000000"/>
                  </a:solidFill>
                  <a:ea typeface="宋体" panose="02010600030101010101" pitchFamily="2" charset="-122"/>
                  <a:cs typeface="Times New Roman" panose="02020603050405020304" pitchFamily="18" charset="0"/>
                </a:rPr>
                <a:t>offset</a:t>
              </a:r>
            </a:p>
          </p:txBody>
        </p:sp>
        <p:sp>
          <p:nvSpPr>
            <p:cNvPr id="156742" name="Text Box 26"/>
            <p:cNvSpPr txBox="1">
              <a:spLocks noChangeArrowheads="1"/>
            </p:cNvSpPr>
            <p:nvPr/>
          </p:nvSpPr>
          <p:spPr bwMode="auto">
            <a:xfrm>
              <a:off x="4390827" y="-3398"/>
              <a:ext cx="757237"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eaLnBrk="1" hangingPunct="1">
                <a:spcBef>
                  <a:spcPct val="50000"/>
                </a:spcBef>
              </a:pPr>
              <a:r>
                <a:rPr lang="en-US" altLang="zh-CN" sz="1800" b="0" i="1">
                  <a:solidFill>
                    <a:srgbClr val="000000"/>
                  </a:solidFill>
                  <a:ea typeface="宋体" panose="02010600030101010101" pitchFamily="2" charset="-122"/>
                  <a:cs typeface="Times New Roman" panose="02020603050405020304" pitchFamily="18" charset="0"/>
                </a:rPr>
                <a:t>tblptr</a:t>
              </a:r>
            </a:p>
          </p:txBody>
        </p:sp>
        <p:sp>
          <p:nvSpPr>
            <p:cNvPr id="156743" name="Line 20"/>
            <p:cNvSpPr>
              <a:spLocks noChangeShapeType="1"/>
            </p:cNvSpPr>
            <p:nvPr/>
          </p:nvSpPr>
          <p:spPr bwMode="auto">
            <a:xfrm flipV="1">
              <a:off x="3908022" y="334865"/>
              <a:ext cx="434883" cy="463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sp>
        <p:nvSpPr>
          <p:cNvPr id="156682" name="Line 20"/>
          <p:cNvSpPr>
            <a:spLocks noChangeShapeType="1"/>
          </p:cNvSpPr>
          <p:nvPr/>
        </p:nvSpPr>
        <p:spPr bwMode="auto">
          <a:xfrm flipV="1">
            <a:off x="1296988" y="268288"/>
            <a:ext cx="1425575"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6683" name="Line 20"/>
          <p:cNvSpPr>
            <a:spLocks noChangeShapeType="1"/>
          </p:cNvSpPr>
          <p:nvPr/>
        </p:nvSpPr>
        <p:spPr bwMode="auto">
          <a:xfrm flipV="1">
            <a:off x="1633538" y="523875"/>
            <a:ext cx="1136650"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nvGrpSpPr>
          <p:cNvPr id="156684" name="组合 180224"/>
          <p:cNvGrpSpPr>
            <a:grpSpLocks/>
          </p:cNvGrpSpPr>
          <p:nvPr/>
        </p:nvGrpSpPr>
        <p:grpSpPr bwMode="auto">
          <a:xfrm>
            <a:off x="4881563" y="1639888"/>
            <a:ext cx="2038350" cy="361950"/>
            <a:chOff x="4880918" y="1639665"/>
            <a:chExt cx="2038349" cy="361950"/>
          </a:xfrm>
        </p:grpSpPr>
        <p:sp>
          <p:nvSpPr>
            <p:cNvPr id="156734" name="Rectangle 25"/>
            <p:cNvSpPr>
              <a:spLocks noChangeArrowheads="1"/>
            </p:cNvSpPr>
            <p:nvPr/>
          </p:nvSpPr>
          <p:spPr bwMode="auto">
            <a:xfrm>
              <a:off x="4880918" y="1639665"/>
              <a:ext cx="2038349"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a                </a:t>
              </a:r>
              <a:r>
                <a:rPr lang="en-US" altLang="zh-CN" sz="1800">
                  <a:solidFill>
                    <a:srgbClr val="000000"/>
                  </a:solidFill>
                  <a:ea typeface="宋体" panose="02010600030101010101" pitchFamily="2" charset="-122"/>
                  <a:cs typeface="Times New Roman" panose="02020603050405020304" pitchFamily="18" charset="0"/>
                </a:rPr>
                <a:t>array  0</a:t>
              </a:r>
            </a:p>
          </p:txBody>
        </p:sp>
        <p:sp>
          <p:nvSpPr>
            <p:cNvPr id="156735" name="Line 8"/>
            <p:cNvSpPr>
              <a:spLocks noChangeShapeType="1"/>
            </p:cNvSpPr>
            <p:nvPr/>
          </p:nvSpPr>
          <p:spPr bwMode="auto">
            <a:xfrm>
              <a:off x="4898381" y="1990502"/>
              <a:ext cx="2020886" cy="158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sp>
        <p:nvSpPr>
          <p:cNvPr id="156685" name="Line 20"/>
          <p:cNvSpPr>
            <a:spLocks noChangeShapeType="1"/>
          </p:cNvSpPr>
          <p:nvPr/>
        </p:nvSpPr>
        <p:spPr bwMode="auto">
          <a:xfrm>
            <a:off x="2982913" y="555625"/>
            <a:ext cx="377825"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nvGrpSpPr>
          <p:cNvPr id="156686" name="组合 180236"/>
          <p:cNvGrpSpPr>
            <a:grpSpLocks/>
          </p:cNvGrpSpPr>
          <p:nvPr/>
        </p:nvGrpSpPr>
        <p:grpSpPr bwMode="auto">
          <a:xfrm>
            <a:off x="3913188" y="311150"/>
            <a:ext cx="1266825" cy="315913"/>
            <a:chOff x="3913756" y="310816"/>
            <a:chExt cx="1266106" cy="316804"/>
          </a:xfrm>
        </p:grpSpPr>
        <p:sp>
          <p:nvSpPr>
            <p:cNvPr id="156731" name="Line 20"/>
            <p:cNvSpPr>
              <a:spLocks noChangeShapeType="1"/>
            </p:cNvSpPr>
            <p:nvPr/>
          </p:nvSpPr>
          <p:spPr bwMode="auto">
            <a:xfrm>
              <a:off x="4499992" y="620241"/>
              <a:ext cx="27947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cxnSp>
          <p:nvCxnSpPr>
            <p:cNvPr id="124" name="直接箭头连接符 123"/>
            <p:cNvCxnSpPr/>
            <p:nvPr/>
          </p:nvCxnSpPr>
          <p:spPr>
            <a:xfrm flipV="1">
              <a:off x="4616619" y="310816"/>
              <a:ext cx="563243" cy="165566"/>
            </a:xfrm>
            <a:prstGeom prst="straightConnector1">
              <a:avLst/>
            </a:prstGeom>
            <a:ln w="38100">
              <a:solidFill>
                <a:srgbClr val="FF00FF"/>
              </a:solidFill>
              <a:tailEnd type="triangle"/>
            </a:ln>
          </p:spPr>
          <p:style>
            <a:lnRef idx="1">
              <a:schemeClr val="accent1"/>
            </a:lnRef>
            <a:fillRef idx="0">
              <a:schemeClr val="accent1"/>
            </a:fillRef>
            <a:effectRef idx="0">
              <a:schemeClr val="accent1"/>
            </a:effectRef>
            <a:fontRef idx="minor">
              <a:schemeClr val="tx1"/>
            </a:fontRef>
          </p:style>
        </p:cxnSp>
        <p:sp>
          <p:nvSpPr>
            <p:cNvPr id="151" name="矩形 150"/>
            <p:cNvSpPr/>
            <p:nvPr/>
          </p:nvSpPr>
          <p:spPr>
            <a:xfrm>
              <a:off x="3913756" y="334696"/>
              <a:ext cx="439487" cy="292924"/>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Times New Roman" panose="02020603050405020304" pitchFamily="18" charset="0"/>
                  <a:cs typeface="Times New Roman" panose="02020603050405020304" pitchFamily="18" charset="0"/>
                </a:rPr>
                <a:t>0</a:t>
              </a:r>
              <a:endParaRPr lang="zh-CN" altLang="en-US" dirty="0">
                <a:solidFill>
                  <a:prstClr val="black"/>
                </a:solidFill>
                <a:latin typeface="Times New Roman" panose="02020603050405020304" pitchFamily="18" charset="0"/>
                <a:cs typeface="Times New Roman" panose="02020603050405020304" pitchFamily="18" charset="0"/>
              </a:endParaRPr>
            </a:p>
          </p:txBody>
        </p:sp>
      </p:grpSp>
      <p:grpSp>
        <p:nvGrpSpPr>
          <p:cNvPr id="156687" name="组合 180238"/>
          <p:cNvGrpSpPr>
            <a:grpSpLocks/>
          </p:cNvGrpSpPr>
          <p:nvPr/>
        </p:nvGrpSpPr>
        <p:grpSpPr bwMode="auto">
          <a:xfrm>
            <a:off x="3908425" y="636588"/>
            <a:ext cx="990600" cy="769937"/>
            <a:chOff x="3907724" y="637094"/>
            <a:chExt cx="990625" cy="769481"/>
          </a:xfrm>
        </p:grpSpPr>
        <p:sp>
          <p:nvSpPr>
            <p:cNvPr id="156728" name="Line 20"/>
            <p:cNvSpPr>
              <a:spLocks noChangeShapeType="1"/>
            </p:cNvSpPr>
            <p:nvPr/>
          </p:nvSpPr>
          <p:spPr bwMode="auto">
            <a:xfrm>
              <a:off x="4499992" y="926397"/>
              <a:ext cx="27947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cxnSp>
          <p:nvCxnSpPr>
            <p:cNvPr id="133" name="直接箭头连接符 132"/>
            <p:cNvCxnSpPr/>
            <p:nvPr/>
          </p:nvCxnSpPr>
          <p:spPr>
            <a:xfrm>
              <a:off x="4617355" y="771951"/>
              <a:ext cx="280994" cy="634624"/>
            </a:xfrm>
            <a:prstGeom prst="straightConnector1">
              <a:avLst/>
            </a:prstGeom>
            <a:ln w="38100">
              <a:solidFill>
                <a:srgbClr val="FF00FF"/>
              </a:solidFill>
              <a:tailEnd type="triangle"/>
            </a:ln>
          </p:spPr>
          <p:style>
            <a:lnRef idx="1">
              <a:schemeClr val="accent1"/>
            </a:lnRef>
            <a:fillRef idx="0">
              <a:schemeClr val="accent1"/>
            </a:fillRef>
            <a:effectRef idx="0">
              <a:schemeClr val="accent1"/>
            </a:effectRef>
            <a:fontRef idx="minor">
              <a:schemeClr val="tx1"/>
            </a:fontRef>
          </p:style>
        </p:cxnSp>
        <p:sp>
          <p:nvSpPr>
            <p:cNvPr id="153" name="矩形 152"/>
            <p:cNvSpPr/>
            <p:nvPr/>
          </p:nvSpPr>
          <p:spPr>
            <a:xfrm>
              <a:off x="3907724" y="637094"/>
              <a:ext cx="439749" cy="291927"/>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Times New Roman" panose="02020603050405020304" pitchFamily="18" charset="0"/>
                  <a:cs typeface="Times New Roman" panose="02020603050405020304" pitchFamily="18" charset="0"/>
                </a:rPr>
                <a:t>0</a:t>
              </a:r>
              <a:endParaRPr lang="zh-CN" altLang="en-US" dirty="0">
                <a:solidFill>
                  <a:prstClr val="black"/>
                </a:solidFill>
                <a:latin typeface="Times New Roman" panose="02020603050405020304" pitchFamily="18" charset="0"/>
                <a:cs typeface="Times New Roman" panose="02020603050405020304" pitchFamily="18" charset="0"/>
              </a:endParaRPr>
            </a:p>
          </p:txBody>
        </p:sp>
      </p:grpSp>
      <p:sp>
        <p:nvSpPr>
          <p:cNvPr id="180232" name="矩形 180231"/>
          <p:cNvSpPr/>
          <p:nvPr/>
        </p:nvSpPr>
        <p:spPr>
          <a:xfrm>
            <a:off x="3916363" y="622300"/>
            <a:ext cx="439737" cy="293688"/>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Times New Roman" panose="02020603050405020304" pitchFamily="18" charset="0"/>
                <a:cs typeface="Times New Roman" panose="02020603050405020304" pitchFamily="18" charset="0"/>
              </a:rPr>
              <a:t>40</a:t>
            </a:r>
            <a:endParaRPr lang="zh-CN" altLang="en-US" dirty="0">
              <a:solidFill>
                <a:prstClr val="black"/>
              </a:solidFill>
              <a:latin typeface="Times New Roman" panose="02020603050405020304" pitchFamily="18" charset="0"/>
              <a:cs typeface="Times New Roman" panose="02020603050405020304" pitchFamily="18" charset="0"/>
            </a:endParaRPr>
          </a:p>
        </p:txBody>
      </p:sp>
      <p:grpSp>
        <p:nvGrpSpPr>
          <p:cNvPr id="156689" name="组合 180240"/>
          <p:cNvGrpSpPr>
            <a:grpSpLocks/>
          </p:cNvGrpSpPr>
          <p:nvPr/>
        </p:nvGrpSpPr>
        <p:grpSpPr bwMode="auto">
          <a:xfrm>
            <a:off x="4897438" y="1943100"/>
            <a:ext cx="2071687" cy="363538"/>
            <a:chOff x="4897836" y="1942382"/>
            <a:chExt cx="2070694" cy="363537"/>
          </a:xfrm>
        </p:grpSpPr>
        <p:sp>
          <p:nvSpPr>
            <p:cNvPr id="156726" name="Line 7"/>
            <p:cNvSpPr>
              <a:spLocks noChangeShapeType="1"/>
            </p:cNvSpPr>
            <p:nvPr/>
          </p:nvSpPr>
          <p:spPr bwMode="auto">
            <a:xfrm flipV="1">
              <a:off x="4899968" y="2281016"/>
              <a:ext cx="1978025" cy="158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6727" name="Rectangle 26"/>
            <p:cNvSpPr>
              <a:spLocks noChangeArrowheads="1"/>
            </p:cNvSpPr>
            <p:nvPr/>
          </p:nvSpPr>
          <p:spPr bwMode="auto">
            <a:xfrm>
              <a:off x="4897836" y="1942382"/>
              <a:ext cx="2070694"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x                 </a:t>
              </a:r>
              <a:r>
                <a:rPr lang="en-US" altLang="zh-CN" sz="1800">
                  <a:solidFill>
                    <a:srgbClr val="000000"/>
                  </a:solidFill>
                  <a:ea typeface="宋体" panose="02010600030101010101" pitchFamily="2" charset="-122"/>
                  <a:cs typeface="Times New Roman" panose="02020603050405020304" pitchFamily="18" charset="0"/>
                </a:rPr>
                <a:t>int     44</a:t>
              </a:r>
            </a:p>
          </p:txBody>
        </p:sp>
      </p:grpSp>
      <p:sp>
        <p:nvSpPr>
          <p:cNvPr id="156690" name="Line 20"/>
          <p:cNvSpPr>
            <a:spLocks noChangeShapeType="1"/>
          </p:cNvSpPr>
          <p:nvPr/>
        </p:nvSpPr>
        <p:spPr bwMode="auto">
          <a:xfrm>
            <a:off x="1633538" y="700088"/>
            <a:ext cx="1427162"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6691" name="Line 20"/>
          <p:cNvSpPr>
            <a:spLocks noChangeShapeType="1"/>
          </p:cNvSpPr>
          <p:nvPr/>
        </p:nvSpPr>
        <p:spPr bwMode="auto">
          <a:xfrm flipV="1">
            <a:off x="1785938" y="922338"/>
            <a:ext cx="842962"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nvGrpSpPr>
          <p:cNvPr id="156692" name="组合 180243"/>
          <p:cNvGrpSpPr>
            <a:grpSpLocks/>
          </p:cNvGrpSpPr>
          <p:nvPr/>
        </p:nvGrpSpPr>
        <p:grpSpPr bwMode="auto">
          <a:xfrm>
            <a:off x="7504113" y="539750"/>
            <a:ext cx="1239837" cy="361950"/>
            <a:chOff x="7504161" y="539279"/>
            <a:chExt cx="1239492" cy="361950"/>
          </a:xfrm>
        </p:grpSpPr>
        <p:sp>
          <p:nvSpPr>
            <p:cNvPr id="156724" name="Line 19"/>
            <p:cNvSpPr>
              <a:spLocks noChangeShapeType="1"/>
            </p:cNvSpPr>
            <p:nvPr/>
          </p:nvSpPr>
          <p:spPr bwMode="auto">
            <a:xfrm flipV="1">
              <a:off x="7504161" y="875829"/>
              <a:ext cx="122837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6725" name="Rectangle 40"/>
            <p:cNvSpPr>
              <a:spLocks noChangeArrowheads="1"/>
            </p:cNvSpPr>
            <p:nvPr/>
          </p:nvSpPr>
          <p:spPr bwMode="auto">
            <a:xfrm>
              <a:off x="7523211" y="539279"/>
              <a:ext cx="1220442"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i      </a:t>
              </a:r>
              <a:r>
                <a:rPr lang="en-US" altLang="zh-CN" sz="1800">
                  <a:solidFill>
                    <a:srgbClr val="000000"/>
                  </a:solidFill>
                  <a:ea typeface="宋体" panose="02010600030101010101" pitchFamily="2" charset="-122"/>
                  <a:cs typeface="Times New Roman" panose="02020603050405020304" pitchFamily="18" charset="0"/>
                </a:rPr>
                <a:t>int     0</a:t>
              </a:r>
            </a:p>
          </p:txBody>
        </p:sp>
      </p:grpSp>
      <p:sp>
        <p:nvSpPr>
          <p:cNvPr id="156693" name="Line 20"/>
          <p:cNvSpPr>
            <a:spLocks noChangeShapeType="1"/>
          </p:cNvSpPr>
          <p:nvPr/>
        </p:nvSpPr>
        <p:spPr bwMode="auto">
          <a:xfrm flipV="1">
            <a:off x="2773363" y="915988"/>
            <a:ext cx="334962"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78" name="矩形 177"/>
          <p:cNvSpPr/>
          <p:nvPr/>
        </p:nvSpPr>
        <p:spPr>
          <a:xfrm>
            <a:off x="8509000" y="298450"/>
            <a:ext cx="271463" cy="292100"/>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Times New Roman" panose="02020603050405020304" pitchFamily="18" charset="0"/>
                <a:cs typeface="Times New Roman" panose="02020603050405020304" pitchFamily="18" charset="0"/>
              </a:rPr>
              <a:t>4</a:t>
            </a:r>
            <a:endParaRPr lang="zh-CN" altLang="en-US" dirty="0">
              <a:solidFill>
                <a:prstClr val="black"/>
              </a:solidFill>
              <a:latin typeface="Times New Roman" panose="02020603050405020304" pitchFamily="18" charset="0"/>
              <a:cs typeface="Times New Roman" panose="02020603050405020304" pitchFamily="18" charset="0"/>
            </a:endParaRPr>
          </a:p>
        </p:txBody>
      </p:sp>
      <p:grpSp>
        <p:nvGrpSpPr>
          <p:cNvPr id="156695" name="组合 180244"/>
          <p:cNvGrpSpPr>
            <a:grpSpLocks/>
          </p:cNvGrpSpPr>
          <p:nvPr/>
        </p:nvGrpSpPr>
        <p:grpSpPr bwMode="auto">
          <a:xfrm>
            <a:off x="4862513" y="739775"/>
            <a:ext cx="2640012" cy="1817688"/>
            <a:chOff x="4861992" y="739181"/>
            <a:chExt cx="2640954" cy="1818058"/>
          </a:xfrm>
        </p:grpSpPr>
        <p:sp>
          <p:nvSpPr>
            <p:cNvPr id="84" name="Line 95"/>
            <p:cNvSpPr>
              <a:spLocks noChangeShapeType="1"/>
            </p:cNvSpPr>
            <p:nvPr/>
          </p:nvSpPr>
          <p:spPr bwMode="auto">
            <a:xfrm>
              <a:off x="7018586" y="739181"/>
              <a:ext cx="3176" cy="1722789"/>
            </a:xfrm>
            <a:prstGeom prst="line">
              <a:avLst/>
            </a:prstGeom>
            <a:noFill/>
            <a:ln w="25400">
              <a:solidFill>
                <a:schemeClr val="tx2">
                  <a:lumMod val="60000"/>
                  <a:lumOff val="40000"/>
                </a:schemeClr>
              </a:solidFill>
              <a:round/>
              <a:headEnd/>
              <a:tailEnd/>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86" name="Line 43"/>
            <p:cNvSpPr>
              <a:spLocks noChangeShapeType="1"/>
            </p:cNvSpPr>
            <p:nvPr/>
          </p:nvSpPr>
          <p:spPr bwMode="auto">
            <a:xfrm>
              <a:off x="7031291" y="750296"/>
              <a:ext cx="471655" cy="0"/>
            </a:xfrm>
            <a:prstGeom prst="line">
              <a:avLst/>
            </a:prstGeom>
            <a:noFill/>
            <a:ln w="25400">
              <a:solidFill>
                <a:schemeClr val="tx2">
                  <a:lumMod val="60000"/>
                  <a:lumOff val="40000"/>
                </a:schemeClr>
              </a:solidFill>
              <a:round/>
              <a:headEnd/>
              <a:tailEnd type="stealth" w="lg" len="lg"/>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156722" name="Line 6"/>
            <p:cNvSpPr>
              <a:spLocks noChangeShapeType="1"/>
            </p:cNvSpPr>
            <p:nvPr/>
          </p:nvSpPr>
          <p:spPr bwMode="auto">
            <a:xfrm flipV="1">
              <a:off x="4874568" y="2557239"/>
              <a:ext cx="198650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6723" name="Rectangle 28"/>
            <p:cNvSpPr>
              <a:spLocks noChangeArrowheads="1"/>
            </p:cNvSpPr>
            <p:nvPr/>
          </p:nvSpPr>
          <p:spPr bwMode="auto">
            <a:xfrm>
              <a:off x="4861992" y="2192115"/>
              <a:ext cx="1314450"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readarray</a:t>
              </a:r>
            </a:p>
          </p:txBody>
        </p:sp>
      </p:grpSp>
      <p:sp>
        <p:nvSpPr>
          <p:cNvPr id="87" name="Line 20"/>
          <p:cNvSpPr>
            <a:spLocks noChangeShapeType="1"/>
          </p:cNvSpPr>
          <p:nvPr/>
        </p:nvSpPr>
        <p:spPr bwMode="auto">
          <a:xfrm>
            <a:off x="1619250" y="1131888"/>
            <a:ext cx="1427163"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nvGrpSpPr>
          <p:cNvPr id="12" name="组合 1"/>
          <p:cNvGrpSpPr>
            <a:grpSpLocks/>
          </p:cNvGrpSpPr>
          <p:nvPr/>
        </p:nvGrpSpPr>
        <p:grpSpPr bwMode="auto">
          <a:xfrm>
            <a:off x="6861175" y="893763"/>
            <a:ext cx="1976438" cy="727075"/>
            <a:chOff x="6861077" y="893664"/>
            <a:chExt cx="1976561" cy="727596"/>
          </a:xfrm>
        </p:grpSpPr>
        <p:sp>
          <p:nvSpPr>
            <p:cNvPr id="156711" name="Rectangle 31"/>
            <p:cNvSpPr>
              <a:spLocks noChangeArrowheads="1"/>
            </p:cNvSpPr>
            <p:nvPr/>
          </p:nvSpPr>
          <p:spPr bwMode="auto">
            <a:xfrm>
              <a:off x="7566050" y="893664"/>
              <a:ext cx="1271588"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2100" i="1">
                  <a:solidFill>
                    <a:srgbClr val="000000"/>
                  </a:solidFill>
                  <a:ea typeface="宋体" panose="02010600030101010101" pitchFamily="2" charset="-122"/>
                  <a:cs typeface="Times New Roman" panose="02020603050405020304" pitchFamily="18" charset="0"/>
                </a:rPr>
                <a:t>exchange</a:t>
              </a:r>
            </a:p>
          </p:txBody>
        </p:sp>
        <p:sp>
          <p:nvSpPr>
            <p:cNvPr id="156712" name="Line 32"/>
            <p:cNvSpPr>
              <a:spLocks noChangeShapeType="1"/>
            </p:cNvSpPr>
            <p:nvPr/>
          </p:nvSpPr>
          <p:spPr bwMode="auto">
            <a:xfrm>
              <a:off x="7486725" y="1298998"/>
              <a:ext cx="0" cy="2921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6713" name="Line 33"/>
            <p:cNvSpPr>
              <a:spLocks noChangeShapeType="1"/>
            </p:cNvSpPr>
            <p:nvPr/>
          </p:nvSpPr>
          <p:spPr bwMode="auto">
            <a:xfrm>
              <a:off x="8718178" y="1298998"/>
              <a:ext cx="0" cy="32226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6714" name="Line 34"/>
            <p:cNvSpPr>
              <a:spLocks noChangeShapeType="1"/>
            </p:cNvSpPr>
            <p:nvPr/>
          </p:nvSpPr>
          <p:spPr bwMode="auto">
            <a:xfrm>
              <a:off x="7488312" y="1608559"/>
              <a:ext cx="119538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6715" name="Rectangle 35"/>
            <p:cNvSpPr>
              <a:spLocks noChangeArrowheads="1"/>
            </p:cNvSpPr>
            <p:nvPr/>
          </p:nvSpPr>
          <p:spPr bwMode="auto">
            <a:xfrm>
              <a:off x="7710066" y="1246610"/>
              <a:ext cx="1078408"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header</a:t>
              </a:r>
              <a:endParaRPr lang="en-US" altLang="zh-CN" sz="2100">
                <a:solidFill>
                  <a:srgbClr val="000000"/>
                </a:solidFill>
                <a:ea typeface="宋体" panose="02010600030101010101" pitchFamily="2" charset="-122"/>
                <a:cs typeface="Times New Roman" panose="02020603050405020304" pitchFamily="18" charset="0"/>
              </a:endParaRPr>
            </a:p>
          </p:txBody>
        </p:sp>
        <p:sp>
          <p:nvSpPr>
            <p:cNvPr id="156716" name="Line 36"/>
            <p:cNvSpPr>
              <a:spLocks noChangeShapeType="1"/>
            </p:cNvSpPr>
            <p:nvPr/>
          </p:nvSpPr>
          <p:spPr bwMode="auto">
            <a:xfrm flipV="1">
              <a:off x="7501013" y="1297409"/>
              <a:ext cx="1217166" cy="158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6717" name="Line 37"/>
            <p:cNvSpPr>
              <a:spLocks noChangeShapeType="1"/>
            </p:cNvSpPr>
            <p:nvPr/>
          </p:nvSpPr>
          <p:spPr bwMode="auto">
            <a:xfrm>
              <a:off x="7710066" y="1313285"/>
              <a:ext cx="0" cy="284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6718" name="Line 33"/>
            <p:cNvSpPr>
              <a:spLocks noChangeShapeType="1"/>
            </p:cNvSpPr>
            <p:nvPr/>
          </p:nvSpPr>
          <p:spPr bwMode="auto">
            <a:xfrm>
              <a:off x="8502154" y="1294235"/>
              <a:ext cx="0" cy="32226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6719" name="Line 51"/>
            <p:cNvSpPr>
              <a:spLocks noChangeShapeType="1"/>
            </p:cNvSpPr>
            <p:nvPr/>
          </p:nvSpPr>
          <p:spPr bwMode="auto">
            <a:xfrm flipH="1">
              <a:off x="6861077" y="1533301"/>
              <a:ext cx="736822" cy="0"/>
            </a:xfrm>
            <a:prstGeom prst="line">
              <a:avLst/>
            </a:prstGeom>
            <a:noFill/>
            <a:ln w="25400">
              <a:solidFill>
                <a:srgbClr val="FF0000"/>
              </a:solidFill>
              <a:round/>
              <a:headEnd/>
              <a:tailEnd type="stealth" w="lg" len="lg"/>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grpSp>
        <p:nvGrpSpPr>
          <p:cNvPr id="13" name="组合 114"/>
          <p:cNvGrpSpPr>
            <a:grpSpLocks/>
          </p:cNvGrpSpPr>
          <p:nvPr/>
        </p:nvGrpSpPr>
        <p:grpSpPr bwMode="auto">
          <a:xfrm>
            <a:off x="3924300" y="911225"/>
            <a:ext cx="3562350" cy="334963"/>
            <a:chOff x="3913756" y="335024"/>
            <a:chExt cx="3562797" cy="335608"/>
          </a:xfrm>
        </p:grpSpPr>
        <p:sp>
          <p:nvSpPr>
            <p:cNvPr id="156708" name="Line 20"/>
            <p:cNvSpPr>
              <a:spLocks noChangeShapeType="1"/>
            </p:cNvSpPr>
            <p:nvPr/>
          </p:nvSpPr>
          <p:spPr bwMode="auto">
            <a:xfrm>
              <a:off x="4499992" y="620241"/>
              <a:ext cx="27947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cxnSp>
          <p:nvCxnSpPr>
            <p:cNvPr id="118" name="直接箭头连接符 117"/>
            <p:cNvCxnSpPr/>
            <p:nvPr/>
          </p:nvCxnSpPr>
          <p:spPr>
            <a:xfrm>
              <a:off x="4617107" y="476584"/>
              <a:ext cx="2859446" cy="194048"/>
            </a:xfrm>
            <a:prstGeom prst="straightConnector1">
              <a:avLst/>
            </a:prstGeom>
            <a:ln w="38100">
              <a:solidFill>
                <a:srgbClr val="FF00FF"/>
              </a:solidFill>
              <a:tailEnd type="triangle"/>
            </a:ln>
          </p:spPr>
          <p:style>
            <a:lnRef idx="1">
              <a:schemeClr val="accent1"/>
            </a:lnRef>
            <a:fillRef idx="0">
              <a:schemeClr val="accent1"/>
            </a:fillRef>
            <a:effectRef idx="0">
              <a:schemeClr val="accent1"/>
            </a:effectRef>
            <a:fontRef idx="minor">
              <a:schemeClr val="tx1"/>
            </a:fontRef>
          </p:style>
        </p:cxnSp>
        <p:sp>
          <p:nvSpPr>
            <p:cNvPr id="119" name="矩形 118"/>
            <p:cNvSpPr/>
            <p:nvPr/>
          </p:nvSpPr>
          <p:spPr>
            <a:xfrm>
              <a:off x="3913756" y="335024"/>
              <a:ext cx="439793" cy="292662"/>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Times New Roman" panose="02020603050405020304" pitchFamily="18" charset="0"/>
                  <a:cs typeface="Times New Roman" panose="02020603050405020304" pitchFamily="18" charset="0"/>
                </a:rPr>
                <a:t>0</a:t>
              </a:r>
              <a:endParaRPr lang="zh-CN" altLang="en-US" dirty="0">
                <a:solidFill>
                  <a:prstClr val="black"/>
                </a:solidFill>
                <a:latin typeface="Times New Roman" panose="02020603050405020304" pitchFamily="18" charset="0"/>
                <a:cs typeface="Times New Roman" panose="02020603050405020304" pitchFamily="18" charset="0"/>
              </a:endParaRPr>
            </a:p>
          </p:txBody>
        </p:sp>
      </p:grpSp>
      <p:sp>
        <p:nvSpPr>
          <p:cNvPr id="120" name="Line 20"/>
          <p:cNvSpPr>
            <a:spLocks noChangeShapeType="1"/>
          </p:cNvSpPr>
          <p:nvPr/>
        </p:nvSpPr>
        <p:spPr bwMode="auto">
          <a:xfrm flipV="1">
            <a:off x="3157538" y="1131888"/>
            <a:ext cx="334962"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22" name="矩形 121"/>
          <p:cNvSpPr/>
          <p:nvPr/>
        </p:nvSpPr>
        <p:spPr>
          <a:xfrm>
            <a:off x="8510588" y="1303338"/>
            <a:ext cx="238125" cy="292100"/>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Times New Roman" panose="02020603050405020304" pitchFamily="18" charset="0"/>
                <a:cs typeface="Times New Roman" panose="02020603050405020304" pitchFamily="18" charset="0"/>
              </a:rPr>
              <a:t>0</a:t>
            </a:r>
            <a:endParaRPr lang="zh-CN" altLang="en-US" dirty="0">
              <a:solidFill>
                <a:prstClr val="black"/>
              </a:solidFill>
              <a:latin typeface="Times New Roman" panose="02020603050405020304" pitchFamily="18" charset="0"/>
              <a:cs typeface="Times New Roman" panose="02020603050405020304" pitchFamily="18" charset="0"/>
            </a:endParaRPr>
          </a:p>
        </p:txBody>
      </p:sp>
      <p:grpSp>
        <p:nvGrpSpPr>
          <p:cNvPr id="14" name="组合 3"/>
          <p:cNvGrpSpPr>
            <a:grpSpLocks/>
          </p:cNvGrpSpPr>
          <p:nvPr/>
        </p:nvGrpSpPr>
        <p:grpSpPr bwMode="auto">
          <a:xfrm>
            <a:off x="4862513" y="1423988"/>
            <a:ext cx="2551112" cy="1428750"/>
            <a:chOff x="4861992" y="1423765"/>
            <a:chExt cx="2551631" cy="1428750"/>
          </a:xfrm>
        </p:grpSpPr>
        <p:sp>
          <p:nvSpPr>
            <p:cNvPr id="156703" name="Line 5"/>
            <p:cNvSpPr>
              <a:spLocks noChangeShapeType="1"/>
            </p:cNvSpPr>
            <p:nvPr/>
          </p:nvSpPr>
          <p:spPr bwMode="auto">
            <a:xfrm>
              <a:off x="4887268" y="2846735"/>
              <a:ext cx="197380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6704" name="Rectangle 39"/>
            <p:cNvSpPr>
              <a:spLocks noChangeArrowheads="1"/>
            </p:cNvSpPr>
            <p:nvPr/>
          </p:nvSpPr>
          <p:spPr bwMode="auto">
            <a:xfrm>
              <a:off x="4861992" y="2488977"/>
              <a:ext cx="1260475"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exchange</a:t>
              </a:r>
            </a:p>
          </p:txBody>
        </p:sp>
        <p:sp>
          <p:nvSpPr>
            <p:cNvPr id="130" name="Line 103"/>
            <p:cNvSpPr>
              <a:spLocks noChangeShapeType="1"/>
            </p:cNvSpPr>
            <p:nvPr/>
          </p:nvSpPr>
          <p:spPr bwMode="auto">
            <a:xfrm flipH="1">
              <a:off x="6753089" y="2738215"/>
              <a:ext cx="374726" cy="0"/>
            </a:xfrm>
            <a:prstGeom prst="line">
              <a:avLst/>
            </a:prstGeom>
            <a:noFill/>
            <a:ln w="25400">
              <a:solidFill>
                <a:schemeClr val="tx2">
                  <a:lumMod val="60000"/>
                  <a:lumOff val="40000"/>
                </a:schemeClr>
              </a:solidFill>
              <a:round/>
              <a:headEnd/>
              <a:tailEnd/>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131" name="Line 95"/>
            <p:cNvSpPr>
              <a:spLocks noChangeShapeType="1"/>
            </p:cNvSpPr>
            <p:nvPr/>
          </p:nvSpPr>
          <p:spPr bwMode="auto">
            <a:xfrm flipH="1">
              <a:off x="7150044" y="1423765"/>
              <a:ext cx="0" cy="1330325"/>
            </a:xfrm>
            <a:prstGeom prst="line">
              <a:avLst/>
            </a:prstGeom>
            <a:noFill/>
            <a:ln w="25400">
              <a:solidFill>
                <a:schemeClr val="tx2">
                  <a:lumMod val="60000"/>
                  <a:lumOff val="40000"/>
                </a:schemeClr>
              </a:solidFill>
              <a:round/>
              <a:headEnd/>
              <a:tailEnd/>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132" name="Line 43"/>
            <p:cNvSpPr>
              <a:spLocks noChangeShapeType="1"/>
            </p:cNvSpPr>
            <p:nvPr/>
          </p:nvSpPr>
          <p:spPr bwMode="auto">
            <a:xfrm flipV="1">
              <a:off x="7129403" y="1436465"/>
              <a:ext cx="284220" cy="0"/>
            </a:xfrm>
            <a:prstGeom prst="line">
              <a:avLst/>
            </a:prstGeom>
            <a:noFill/>
            <a:ln w="25400">
              <a:solidFill>
                <a:schemeClr val="tx2">
                  <a:lumMod val="60000"/>
                  <a:lumOff val="40000"/>
                </a:schemeClr>
              </a:solidFill>
              <a:round/>
              <a:headEnd/>
              <a:tailEnd type="stealth" w="lg" len="lg"/>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grpSp>
      <p:sp>
        <p:nvSpPr>
          <p:cNvPr id="102" name="矩形 101"/>
          <p:cNvSpPr/>
          <p:nvPr/>
        </p:nvSpPr>
        <p:spPr>
          <a:xfrm>
            <a:off x="3924300" y="642938"/>
            <a:ext cx="439738" cy="293687"/>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Times New Roman" panose="02020603050405020304" pitchFamily="18" charset="0"/>
                <a:cs typeface="Times New Roman" panose="02020603050405020304" pitchFamily="18" charset="0"/>
              </a:rPr>
              <a:t>48</a:t>
            </a:r>
            <a:endParaRPr lang="zh-CN" altLang="en-US" dirty="0">
              <a:solidFill>
                <a:prstClr val="black"/>
              </a:solidFill>
              <a:latin typeface="Times New Roman" panose="02020603050405020304" pitchFamily="18" charset="0"/>
              <a:cs typeface="Times New Roman" panose="02020603050405020304" pitchFamily="18" charset="0"/>
            </a:endParaRPr>
          </a:p>
        </p:txBody>
      </p:sp>
      <p:sp>
        <p:nvSpPr>
          <p:cNvPr id="2" name="灯片编号占位符 1"/>
          <p:cNvSpPr>
            <a:spLocks noGrp="1"/>
          </p:cNvSpPr>
          <p:nvPr>
            <p:ph type="sldNum" sz="quarter" idx="12"/>
          </p:nvPr>
        </p:nvSpPr>
        <p:spPr/>
        <p:txBody>
          <a:bodyPr/>
          <a:lstStyle/>
          <a:p>
            <a:pPr>
              <a:defRPr/>
            </a:pPr>
            <a:fld id="{64CF1D47-2B30-44A6-81DA-EC28584A641A}" type="slidenum">
              <a:rPr lang="zh-CN" altLang="en-US" smtClean="0"/>
              <a:pPr>
                <a:defRPr/>
              </a:pPr>
              <a:t>27</a:t>
            </a:fld>
            <a:endParaRPr lang="en-US" altLang="zh-CN" dirty="0"/>
          </a:p>
        </p:txBody>
      </p:sp>
    </p:spTree>
    <p:extLst>
      <p:ext uri="{BB962C8B-B14F-4D97-AF65-F5344CB8AC3E}">
        <p14:creationId xmlns:p14="http://schemas.microsoft.com/office/powerpoint/2010/main" val="312855171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87"/>
                                        </p:tgtEl>
                                        <p:attrNameLst>
                                          <p:attrName>style.visibility</p:attrName>
                                        </p:attrNameLst>
                                      </p:cBhvr>
                                      <p:to>
                                        <p:strVal val="visible"/>
                                      </p:to>
                                    </p:set>
                                    <p:anim calcmode="lin" valueType="num">
                                      <p:cBhvr>
                                        <p:cTn id="7" dur="500" fill="hold"/>
                                        <p:tgtEl>
                                          <p:spTgt spid="87"/>
                                        </p:tgtEl>
                                        <p:attrNameLst>
                                          <p:attrName>ppt_w</p:attrName>
                                        </p:attrNameLst>
                                      </p:cBhvr>
                                      <p:tavLst>
                                        <p:tav tm="0">
                                          <p:val>
                                            <p:fltVal val="0"/>
                                          </p:val>
                                        </p:tav>
                                        <p:tav tm="100000">
                                          <p:val>
                                            <p:strVal val="#ppt_w"/>
                                          </p:val>
                                        </p:tav>
                                      </p:tavLst>
                                    </p:anim>
                                    <p:anim calcmode="lin" valueType="num">
                                      <p:cBhvr>
                                        <p:cTn id="8" dur="500" fill="hold"/>
                                        <p:tgtEl>
                                          <p:spTgt spid="87"/>
                                        </p:tgtEl>
                                        <p:attrNameLst>
                                          <p:attrName>ppt_h</p:attrName>
                                        </p:attrNameLst>
                                      </p:cBhvr>
                                      <p:tavLst>
                                        <p:tav tm="0">
                                          <p:val>
                                            <p:fltVal val="0"/>
                                          </p:val>
                                        </p:tav>
                                        <p:tav tm="100000">
                                          <p:val>
                                            <p:strVal val="#ppt_h"/>
                                          </p:val>
                                        </p:tav>
                                      </p:tavLst>
                                    </p:anim>
                                    <p:animEffect transition="in" filter="fade">
                                      <p:cBhvr>
                                        <p:cTn id="9" dur="500"/>
                                        <p:tgtEl>
                                          <p:spTgt spid="87"/>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16" fill="hold" nodeType="clickEffect">
                                  <p:stCondLst>
                                    <p:cond delay="0"/>
                                  </p:stCondLst>
                                  <p:childTnLst>
                                    <p:set>
                                      <p:cBhvr>
                                        <p:cTn id="13" dur="1" fill="hold">
                                          <p:stCondLst>
                                            <p:cond delay="0"/>
                                          </p:stCondLst>
                                        </p:cTn>
                                        <p:tgtEl>
                                          <p:spTgt spid="12"/>
                                        </p:tgtEl>
                                        <p:attrNameLst>
                                          <p:attrName>style.visibility</p:attrName>
                                        </p:attrNameLst>
                                      </p:cBhvr>
                                      <p:to>
                                        <p:strVal val="visible"/>
                                      </p:to>
                                    </p:set>
                                    <p:anim calcmode="lin" valueType="num">
                                      <p:cBhvr>
                                        <p:cTn id="14" dur="500" fill="hold"/>
                                        <p:tgtEl>
                                          <p:spTgt spid="12"/>
                                        </p:tgtEl>
                                        <p:attrNameLst>
                                          <p:attrName>ppt_w</p:attrName>
                                        </p:attrNameLst>
                                      </p:cBhvr>
                                      <p:tavLst>
                                        <p:tav tm="0">
                                          <p:val>
                                            <p:fltVal val="0"/>
                                          </p:val>
                                        </p:tav>
                                        <p:tav tm="100000">
                                          <p:val>
                                            <p:strVal val="#ppt_w"/>
                                          </p:val>
                                        </p:tav>
                                      </p:tavLst>
                                    </p:anim>
                                    <p:anim calcmode="lin" valueType="num">
                                      <p:cBhvr>
                                        <p:cTn id="15" dur="500" fill="hold"/>
                                        <p:tgtEl>
                                          <p:spTgt spid="12"/>
                                        </p:tgtEl>
                                        <p:attrNameLst>
                                          <p:attrName>ppt_h</p:attrName>
                                        </p:attrNameLst>
                                      </p:cBhvr>
                                      <p:tavLst>
                                        <p:tav tm="0">
                                          <p:val>
                                            <p:fltVal val="0"/>
                                          </p:val>
                                        </p:tav>
                                        <p:tav tm="100000">
                                          <p:val>
                                            <p:strVal val="#ppt_h"/>
                                          </p:val>
                                        </p:tav>
                                      </p:tavLst>
                                    </p:anim>
                                    <p:animEffect transition="in" filter="fade">
                                      <p:cBhvr>
                                        <p:cTn id="16" dur="500"/>
                                        <p:tgtEl>
                                          <p:spTgt spid="12"/>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3" presetClass="entr" presetSubtype="16" fill="hold" nodeType="clickEffect">
                                  <p:stCondLst>
                                    <p:cond delay="0"/>
                                  </p:stCondLst>
                                  <p:childTnLst>
                                    <p:set>
                                      <p:cBhvr>
                                        <p:cTn id="20" dur="1" fill="hold">
                                          <p:stCondLst>
                                            <p:cond delay="0"/>
                                          </p:stCondLst>
                                        </p:cTn>
                                        <p:tgtEl>
                                          <p:spTgt spid="13"/>
                                        </p:tgtEl>
                                        <p:attrNameLst>
                                          <p:attrName>style.visibility</p:attrName>
                                        </p:attrNameLst>
                                      </p:cBhvr>
                                      <p:to>
                                        <p:strVal val="visible"/>
                                      </p:to>
                                    </p:set>
                                    <p:anim calcmode="lin" valueType="num">
                                      <p:cBhvr>
                                        <p:cTn id="21" dur="500" fill="hold"/>
                                        <p:tgtEl>
                                          <p:spTgt spid="13"/>
                                        </p:tgtEl>
                                        <p:attrNameLst>
                                          <p:attrName>ppt_w</p:attrName>
                                        </p:attrNameLst>
                                      </p:cBhvr>
                                      <p:tavLst>
                                        <p:tav tm="0">
                                          <p:val>
                                            <p:fltVal val="0"/>
                                          </p:val>
                                        </p:tav>
                                        <p:tav tm="100000">
                                          <p:val>
                                            <p:strVal val="#ppt_w"/>
                                          </p:val>
                                        </p:tav>
                                      </p:tavLst>
                                    </p:anim>
                                    <p:anim calcmode="lin" valueType="num">
                                      <p:cBhvr>
                                        <p:cTn id="22" dur="500" fill="hold"/>
                                        <p:tgtEl>
                                          <p:spTgt spid="13"/>
                                        </p:tgtEl>
                                        <p:attrNameLst>
                                          <p:attrName>ppt_h</p:attrName>
                                        </p:attrNameLst>
                                      </p:cBhvr>
                                      <p:tavLst>
                                        <p:tav tm="0">
                                          <p:val>
                                            <p:fltVal val="0"/>
                                          </p:val>
                                        </p:tav>
                                        <p:tav tm="100000">
                                          <p:val>
                                            <p:strVal val="#ppt_h"/>
                                          </p:val>
                                        </p:tav>
                                      </p:tavLst>
                                    </p:anim>
                                    <p:animEffect transition="in" filter="fade">
                                      <p:cBhvr>
                                        <p:cTn id="23" dur="500"/>
                                        <p:tgtEl>
                                          <p:spTgt spid="13"/>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120"/>
                                        </p:tgtEl>
                                        <p:attrNameLst>
                                          <p:attrName>style.visibility</p:attrName>
                                        </p:attrNameLst>
                                      </p:cBhvr>
                                      <p:to>
                                        <p:strVal val="visible"/>
                                      </p:to>
                                    </p:set>
                                    <p:anim calcmode="lin" valueType="num">
                                      <p:cBhvr>
                                        <p:cTn id="28" dur="500" fill="hold"/>
                                        <p:tgtEl>
                                          <p:spTgt spid="120"/>
                                        </p:tgtEl>
                                        <p:attrNameLst>
                                          <p:attrName>ppt_w</p:attrName>
                                        </p:attrNameLst>
                                      </p:cBhvr>
                                      <p:tavLst>
                                        <p:tav tm="0">
                                          <p:val>
                                            <p:fltVal val="0"/>
                                          </p:val>
                                        </p:tav>
                                        <p:tav tm="100000">
                                          <p:val>
                                            <p:strVal val="#ppt_w"/>
                                          </p:val>
                                        </p:tav>
                                      </p:tavLst>
                                    </p:anim>
                                    <p:anim calcmode="lin" valueType="num">
                                      <p:cBhvr>
                                        <p:cTn id="29" dur="500" fill="hold"/>
                                        <p:tgtEl>
                                          <p:spTgt spid="120"/>
                                        </p:tgtEl>
                                        <p:attrNameLst>
                                          <p:attrName>ppt_h</p:attrName>
                                        </p:attrNameLst>
                                      </p:cBhvr>
                                      <p:tavLst>
                                        <p:tav tm="0">
                                          <p:val>
                                            <p:fltVal val="0"/>
                                          </p:val>
                                        </p:tav>
                                        <p:tav tm="100000">
                                          <p:val>
                                            <p:strVal val="#ppt_h"/>
                                          </p:val>
                                        </p:tav>
                                      </p:tavLst>
                                    </p:anim>
                                    <p:animEffect transition="in" filter="fade">
                                      <p:cBhvr>
                                        <p:cTn id="30" dur="500"/>
                                        <p:tgtEl>
                                          <p:spTgt spid="120"/>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53" presetClass="entr" presetSubtype="16" fill="hold" grpId="0" nodeType="clickEffect">
                                  <p:stCondLst>
                                    <p:cond delay="0"/>
                                  </p:stCondLst>
                                  <p:childTnLst>
                                    <p:set>
                                      <p:cBhvr>
                                        <p:cTn id="34" dur="1" fill="hold">
                                          <p:stCondLst>
                                            <p:cond delay="0"/>
                                          </p:stCondLst>
                                        </p:cTn>
                                        <p:tgtEl>
                                          <p:spTgt spid="122"/>
                                        </p:tgtEl>
                                        <p:attrNameLst>
                                          <p:attrName>style.visibility</p:attrName>
                                        </p:attrNameLst>
                                      </p:cBhvr>
                                      <p:to>
                                        <p:strVal val="visible"/>
                                      </p:to>
                                    </p:set>
                                    <p:anim calcmode="lin" valueType="num">
                                      <p:cBhvr>
                                        <p:cTn id="35" dur="500" fill="hold"/>
                                        <p:tgtEl>
                                          <p:spTgt spid="122"/>
                                        </p:tgtEl>
                                        <p:attrNameLst>
                                          <p:attrName>ppt_w</p:attrName>
                                        </p:attrNameLst>
                                      </p:cBhvr>
                                      <p:tavLst>
                                        <p:tav tm="0">
                                          <p:val>
                                            <p:fltVal val="0"/>
                                          </p:val>
                                        </p:tav>
                                        <p:tav tm="100000">
                                          <p:val>
                                            <p:strVal val="#ppt_w"/>
                                          </p:val>
                                        </p:tav>
                                      </p:tavLst>
                                    </p:anim>
                                    <p:anim calcmode="lin" valueType="num">
                                      <p:cBhvr>
                                        <p:cTn id="36" dur="500" fill="hold"/>
                                        <p:tgtEl>
                                          <p:spTgt spid="122"/>
                                        </p:tgtEl>
                                        <p:attrNameLst>
                                          <p:attrName>ppt_h</p:attrName>
                                        </p:attrNameLst>
                                      </p:cBhvr>
                                      <p:tavLst>
                                        <p:tav tm="0">
                                          <p:val>
                                            <p:fltVal val="0"/>
                                          </p:val>
                                        </p:tav>
                                        <p:tav tm="100000">
                                          <p:val>
                                            <p:strVal val="#ppt_h"/>
                                          </p:val>
                                        </p:tav>
                                      </p:tavLst>
                                    </p:anim>
                                    <p:animEffect transition="in" filter="fade">
                                      <p:cBhvr>
                                        <p:cTn id="37" dur="500"/>
                                        <p:tgtEl>
                                          <p:spTgt spid="12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53" presetClass="exit" presetSubtype="32" fill="hold" nodeType="clickEffect">
                                  <p:stCondLst>
                                    <p:cond delay="0"/>
                                  </p:stCondLst>
                                  <p:childTnLst>
                                    <p:anim calcmode="lin" valueType="num">
                                      <p:cBhvr>
                                        <p:cTn id="41" dur="500"/>
                                        <p:tgtEl>
                                          <p:spTgt spid="13"/>
                                        </p:tgtEl>
                                        <p:attrNameLst>
                                          <p:attrName>ppt_w</p:attrName>
                                        </p:attrNameLst>
                                      </p:cBhvr>
                                      <p:tavLst>
                                        <p:tav tm="0">
                                          <p:val>
                                            <p:strVal val="ppt_w"/>
                                          </p:val>
                                        </p:tav>
                                        <p:tav tm="100000">
                                          <p:val>
                                            <p:fltVal val="0"/>
                                          </p:val>
                                        </p:tav>
                                      </p:tavLst>
                                    </p:anim>
                                    <p:anim calcmode="lin" valueType="num">
                                      <p:cBhvr>
                                        <p:cTn id="42" dur="500"/>
                                        <p:tgtEl>
                                          <p:spTgt spid="13"/>
                                        </p:tgtEl>
                                        <p:attrNameLst>
                                          <p:attrName>ppt_h</p:attrName>
                                        </p:attrNameLst>
                                      </p:cBhvr>
                                      <p:tavLst>
                                        <p:tav tm="0">
                                          <p:val>
                                            <p:strVal val="ppt_h"/>
                                          </p:val>
                                        </p:tav>
                                        <p:tav tm="100000">
                                          <p:val>
                                            <p:fltVal val="0"/>
                                          </p:val>
                                        </p:tav>
                                      </p:tavLst>
                                    </p:anim>
                                    <p:animEffect transition="out" filter="fade">
                                      <p:cBhvr>
                                        <p:cTn id="43" dur="500"/>
                                        <p:tgtEl>
                                          <p:spTgt spid="13"/>
                                        </p:tgtEl>
                                      </p:cBhvr>
                                    </p:animEffect>
                                    <p:set>
                                      <p:cBhvr>
                                        <p:cTn id="44" dur="1" fill="hold">
                                          <p:stCondLst>
                                            <p:cond delay="499"/>
                                          </p:stCondLst>
                                        </p:cTn>
                                        <p:tgtEl>
                                          <p:spTgt spid="13"/>
                                        </p:tgtEl>
                                        <p:attrNameLst>
                                          <p:attrName>style.visibility</p:attrName>
                                        </p:attrNameLst>
                                      </p:cBhvr>
                                      <p:to>
                                        <p:strVal val="hidden"/>
                                      </p:to>
                                    </p:set>
                                  </p:childTnLst>
                                </p:cTn>
                              </p:par>
                            </p:childTnLst>
                          </p:cTn>
                        </p:par>
                      </p:childTnLst>
                    </p:cTn>
                  </p:par>
                  <p:par>
                    <p:cTn id="45" fill="hold" nodeType="clickPar">
                      <p:stCondLst>
                        <p:cond delay="indefinite"/>
                      </p:stCondLst>
                      <p:childTnLst>
                        <p:par>
                          <p:cTn id="46" fill="hold" nodeType="withGroup">
                            <p:stCondLst>
                              <p:cond delay="0"/>
                            </p:stCondLst>
                            <p:childTnLst>
                              <p:par>
                                <p:cTn id="47" presetID="53" presetClass="entr" presetSubtype="16" fill="hold" nodeType="clickEffect">
                                  <p:stCondLst>
                                    <p:cond delay="0"/>
                                  </p:stCondLst>
                                  <p:childTnLst>
                                    <p:set>
                                      <p:cBhvr>
                                        <p:cTn id="48" dur="1" fill="hold">
                                          <p:stCondLst>
                                            <p:cond delay="0"/>
                                          </p:stCondLst>
                                        </p:cTn>
                                        <p:tgtEl>
                                          <p:spTgt spid="14"/>
                                        </p:tgtEl>
                                        <p:attrNameLst>
                                          <p:attrName>style.visibility</p:attrName>
                                        </p:attrNameLst>
                                      </p:cBhvr>
                                      <p:to>
                                        <p:strVal val="visible"/>
                                      </p:to>
                                    </p:set>
                                    <p:anim calcmode="lin" valueType="num">
                                      <p:cBhvr>
                                        <p:cTn id="49" dur="500" fill="hold"/>
                                        <p:tgtEl>
                                          <p:spTgt spid="14"/>
                                        </p:tgtEl>
                                        <p:attrNameLst>
                                          <p:attrName>ppt_w</p:attrName>
                                        </p:attrNameLst>
                                      </p:cBhvr>
                                      <p:tavLst>
                                        <p:tav tm="0">
                                          <p:val>
                                            <p:fltVal val="0"/>
                                          </p:val>
                                        </p:tav>
                                        <p:tav tm="100000">
                                          <p:val>
                                            <p:strVal val="#ppt_w"/>
                                          </p:val>
                                        </p:tav>
                                      </p:tavLst>
                                    </p:anim>
                                    <p:anim calcmode="lin" valueType="num">
                                      <p:cBhvr>
                                        <p:cTn id="50" dur="500" fill="hold"/>
                                        <p:tgtEl>
                                          <p:spTgt spid="14"/>
                                        </p:tgtEl>
                                        <p:attrNameLst>
                                          <p:attrName>ppt_h</p:attrName>
                                        </p:attrNameLst>
                                      </p:cBhvr>
                                      <p:tavLst>
                                        <p:tav tm="0">
                                          <p:val>
                                            <p:fltVal val="0"/>
                                          </p:val>
                                        </p:tav>
                                        <p:tav tm="100000">
                                          <p:val>
                                            <p:strVal val="#ppt_h"/>
                                          </p:val>
                                        </p:tav>
                                      </p:tavLst>
                                    </p:anim>
                                    <p:animEffect transition="in" filter="fade">
                                      <p:cBhvr>
                                        <p:cTn id="51"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 grpId="0" animBg="1"/>
      <p:bldP spid="120" grpId="0" animBg="1"/>
      <p:bldP spid="122"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8722" name="组合 180223"/>
          <p:cNvGrpSpPr>
            <a:grpSpLocks/>
          </p:cNvGrpSpPr>
          <p:nvPr/>
        </p:nvGrpSpPr>
        <p:grpSpPr bwMode="auto">
          <a:xfrm>
            <a:off x="4886325" y="842963"/>
            <a:ext cx="2362200" cy="2327275"/>
            <a:chOff x="4885681" y="843558"/>
            <a:chExt cx="2362199" cy="2326457"/>
          </a:xfrm>
        </p:grpSpPr>
        <p:sp>
          <p:nvSpPr>
            <p:cNvPr id="158865" name="Line 2"/>
            <p:cNvSpPr>
              <a:spLocks noChangeShapeType="1"/>
            </p:cNvSpPr>
            <p:nvPr/>
          </p:nvSpPr>
          <p:spPr bwMode="auto">
            <a:xfrm>
              <a:off x="4885681" y="1384077"/>
              <a:ext cx="1587" cy="178593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8866" name="Line 3"/>
            <p:cNvSpPr>
              <a:spLocks noChangeShapeType="1"/>
            </p:cNvSpPr>
            <p:nvPr/>
          </p:nvSpPr>
          <p:spPr bwMode="auto">
            <a:xfrm>
              <a:off x="6536482" y="1384077"/>
              <a:ext cx="0" cy="176053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8867" name="Line 9"/>
            <p:cNvSpPr>
              <a:spLocks noChangeShapeType="1"/>
            </p:cNvSpPr>
            <p:nvPr/>
          </p:nvSpPr>
          <p:spPr bwMode="auto">
            <a:xfrm flipV="1">
              <a:off x="4887268" y="1695227"/>
              <a:ext cx="200925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8868" name="Rectangle 10"/>
            <p:cNvSpPr>
              <a:spLocks noChangeArrowheads="1"/>
            </p:cNvSpPr>
            <p:nvPr/>
          </p:nvSpPr>
          <p:spPr bwMode="auto">
            <a:xfrm>
              <a:off x="5312717" y="1333277"/>
              <a:ext cx="1935163"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header</a:t>
              </a:r>
              <a:endParaRPr lang="en-US" altLang="zh-CN" sz="1800">
                <a:solidFill>
                  <a:srgbClr val="000000"/>
                </a:solidFill>
                <a:ea typeface="宋体" panose="02010600030101010101" pitchFamily="2" charset="-122"/>
                <a:cs typeface="Times New Roman" panose="02020603050405020304" pitchFamily="18" charset="0"/>
              </a:endParaRPr>
            </a:p>
          </p:txBody>
        </p:sp>
        <p:sp>
          <p:nvSpPr>
            <p:cNvPr id="158869" name="Rectangle 11"/>
            <p:cNvSpPr>
              <a:spLocks noChangeArrowheads="1"/>
            </p:cNvSpPr>
            <p:nvPr/>
          </p:nvSpPr>
          <p:spPr bwMode="auto">
            <a:xfrm>
              <a:off x="5220072" y="1060227"/>
              <a:ext cx="1168400"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2100" i="1">
                  <a:solidFill>
                    <a:srgbClr val="000000"/>
                  </a:solidFill>
                  <a:ea typeface="宋体" panose="02010600030101010101" pitchFamily="2" charset="-122"/>
                  <a:cs typeface="Times New Roman" panose="02020603050405020304" pitchFamily="18" charset="0"/>
                </a:rPr>
                <a:t>sort</a:t>
              </a:r>
            </a:p>
          </p:txBody>
        </p:sp>
        <p:sp>
          <p:nvSpPr>
            <p:cNvPr id="158870" name="Line 12"/>
            <p:cNvSpPr>
              <a:spLocks noChangeShapeType="1"/>
            </p:cNvSpPr>
            <p:nvPr/>
          </p:nvSpPr>
          <p:spPr bwMode="auto">
            <a:xfrm flipV="1">
              <a:off x="4898380" y="1382490"/>
              <a:ext cx="2020887" cy="15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8871" name="Line 13"/>
            <p:cNvSpPr>
              <a:spLocks noChangeShapeType="1"/>
            </p:cNvSpPr>
            <p:nvPr/>
          </p:nvSpPr>
          <p:spPr bwMode="auto">
            <a:xfrm>
              <a:off x="5263506" y="1398365"/>
              <a:ext cx="0" cy="28416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8872" name="Line 14"/>
            <p:cNvSpPr>
              <a:spLocks noChangeShapeType="1"/>
            </p:cNvSpPr>
            <p:nvPr/>
          </p:nvSpPr>
          <p:spPr bwMode="auto">
            <a:xfrm>
              <a:off x="5960418" y="1671092"/>
              <a:ext cx="0" cy="14636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8873" name="Line 3"/>
            <p:cNvSpPr>
              <a:spLocks noChangeShapeType="1"/>
            </p:cNvSpPr>
            <p:nvPr/>
          </p:nvSpPr>
          <p:spPr bwMode="auto">
            <a:xfrm>
              <a:off x="6878216" y="1406575"/>
              <a:ext cx="0" cy="176053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8874" name="Line 95"/>
            <p:cNvSpPr>
              <a:spLocks noChangeShapeType="1"/>
            </p:cNvSpPr>
            <p:nvPr/>
          </p:nvSpPr>
          <p:spPr bwMode="auto">
            <a:xfrm>
              <a:off x="4957428" y="847725"/>
              <a:ext cx="0" cy="666377"/>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8875" name="Line 43"/>
            <p:cNvSpPr>
              <a:spLocks noChangeShapeType="1"/>
            </p:cNvSpPr>
            <p:nvPr/>
          </p:nvSpPr>
          <p:spPr bwMode="auto">
            <a:xfrm>
              <a:off x="4966140" y="843558"/>
              <a:ext cx="181924" cy="0"/>
            </a:xfrm>
            <a:prstGeom prst="line">
              <a:avLst/>
            </a:prstGeom>
            <a:noFill/>
            <a:ln w="25400">
              <a:solidFill>
                <a:srgbClr val="FF0000"/>
              </a:solidFill>
              <a:round/>
              <a:headEnd/>
              <a:tailEnd type="stealth" w="lg" len="lg"/>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sp>
        <p:nvSpPr>
          <p:cNvPr id="180226" name="Rectangle 3"/>
          <p:cNvSpPr>
            <a:spLocks noGrp="1" noChangeArrowheads="1"/>
          </p:cNvSpPr>
          <p:nvPr>
            <p:ph idx="1"/>
          </p:nvPr>
        </p:nvSpPr>
        <p:spPr>
          <a:xfrm>
            <a:off x="107950" y="2441575"/>
            <a:ext cx="7088188" cy="2651125"/>
          </a:xfrm>
        </p:spPr>
        <p:txBody>
          <a:bodyPr/>
          <a:lstStyle/>
          <a:p>
            <a:pPr>
              <a:lnSpc>
                <a:spcPts val="1800"/>
              </a:lnSpc>
              <a:buFont typeface="Wingdings" panose="05000000000000000000" pitchFamily="2" charset="2"/>
              <a:buNone/>
              <a:defRPr/>
            </a:pPr>
            <a:r>
              <a:rPr lang="en-US" altLang="zh-CN" sz="1800" b="1" i="1" dirty="0">
                <a:solidFill>
                  <a:schemeClr val="tx1"/>
                </a:solidFill>
                <a:ea typeface="楷体_GB2312" pitchFamily="49" charset="-122"/>
                <a:cs typeface="Times New Roman" panose="02020603050405020304" pitchFamily="18" charset="0"/>
              </a:rPr>
              <a:t>P</a:t>
            </a:r>
            <a:r>
              <a:rPr lang="en-US" altLang="zh-CN" sz="1800" b="1" dirty="0">
                <a:solidFill>
                  <a:schemeClr val="tx1"/>
                </a:solidFill>
                <a:ea typeface="楷体_GB2312" pitchFamily="49" charset="-122"/>
                <a:cs typeface="Times New Roman" panose="02020603050405020304" pitchFamily="18" charset="0"/>
              </a:rPr>
              <a:t> </a:t>
            </a:r>
            <a:r>
              <a:rPr lang="en-US" altLang="zh-CN" sz="1800" b="1" dirty="0">
                <a:solidFill>
                  <a:schemeClr val="tx1"/>
                </a:solidFill>
                <a:ea typeface="楷体_GB2312" pitchFamily="49" charset="-122"/>
                <a:cs typeface="Times New Roman" panose="02020603050405020304" pitchFamily="18" charset="0"/>
                <a:sym typeface="Symbol" panose="05050102010706020507" pitchFamily="18" charset="2"/>
              </a:rPr>
              <a:t></a:t>
            </a:r>
            <a:r>
              <a:rPr lang="en-US" altLang="zh-CN" sz="1800" b="1" dirty="0">
                <a:solidFill>
                  <a:schemeClr val="tx1"/>
                </a:solidFill>
                <a:ea typeface="楷体_GB2312" pitchFamily="49" charset="-122"/>
                <a:cs typeface="Times New Roman" panose="02020603050405020304" pitchFamily="18" charset="0"/>
              </a:rPr>
              <a:t> </a:t>
            </a:r>
            <a:r>
              <a:rPr lang="en-US" altLang="zh-CN" sz="1800" b="1" i="1" dirty="0">
                <a:solidFill>
                  <a:srgbClr val="FF0000"/>
                </a:solidFill>
                <a:ea typeface="楷体_GB2312" pitchFamily="49" charset="-122"/>
                <a:cs typeface="Times New Roman" panose="02020603050405020304" pitchFamily="18" charset="0"/>
              </a:rPr>
              <a:t>M</a:t>
            </a:r>
            <a:r>
              <a:rPr lang="en-US" altLang="zh-CN" sz="1800" b="1" i="1" dirty="0">
                <a:ea typeface="楷体_GB2312" pitchFamily="49" charset="-122"/>
                <a:cs typeface="Times New Roman" panose="02020603050405020304" pitchFamily="18" charset="0"/>
              </a:rPr>
              <a:t> </a:t>
            </a:r>
            <a:r>
              <a:rPr lang="en-US" altLang="zh-CN" sz="1800" b="1" i="1" dirty="0">
                <a:solidFill>
                  <a:schemeClr val="tx1"/>
                </a:solidFill>
                <a:ea typeface="楷体_GB2312" pitchFamily="49" charset="-122"/>
                <a:cs typeface="Times New Roman" panose="02020603050405020304" pitchFamily="18" charset="0"/>
              </a:rPr>
              <a:t>D</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zh-CN" altLang="en-US"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addwidth</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top</a:t>
            </a:r>
            <a:r>
              <a:rPr lang="en-US" altLang="zh-CN" sz="1800" b="1" dirty="0">
                <a:solidFill>
                  <a:schemeClr val="tx2">
                    <a:lumMod val="60000"/>
                    <a:lumOff val="40000"/>
                  </a:schemeClr>
                </a:solidFill>
                <a:ea typeface="楷体_GB2312" pitchFamily="49" charset="-122"/>
                <a:cs typeface="Times New Roman" panose="02020603050405020304" pitchFamily="18" charset="0"/>
              </a:rPr>
              <a:t>(</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tblptr</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top</a:t>
            </a:r>
            <a:r>
              <a:rPr lang="en-US" altLang="zh-CN" sz="1800" b="1" dirty="0">
                <a:solidFill>
                  <a:schemeClr val="tx2">
                    <a:lumMod val="60000"/>
                    <a:lumOff val="40000"/>
                  </a:schemeClr>
                </a:solidFill>
                <a:ea typeface="楷体_GB2312" pitchFamily="49" charset="-122"/>
                <a:cs typeface="Times New Roman" panose="02020603050405020304" pitchFamily="18" charset="0"/>
              </a:rPr>
              <a:t>(</a:t>
            </a:r>
            <a:r>
              <a:rPr lang="en-US" altLang="zh-CN" sz="1800" b="1" i="1" dirty="0">
                <a:solidFill>
                  <a:schemeClr val="tx2">
                    <a:lumMod val="60000"/>
                    <a:lumOff val="40000"/>
                  </a:schemeClr>
                </a:solidFill>
                <a:ea typeface="楷体_GB2312" pitchFamily="49" charset="-122"/>
                <a:cs typeface="Times New Roman" panose="02020603050405020304" pitchFamily="18" charset="0"/>
              </a:rPr>
              <a:t>offset</a:t>
            </a:r>
            <a:r>
              <a:rPr lang="en-US" altLang="zh-CN" sz="1800" b="1" dirty="0">
                <a:solidFill>
                  <a:schemeClr val="tx2">
                    <a:lumMod val="60000"/>
                    <a:lumOff val="40000"/>
                  </a:schemeClr>
                </a:solidFill>
                <a:ea typeface="楷体_GB2312" pitchFamily="49" charset="-122"/>
                <a:cs typeface="Times New Roman" panose="02020603050405020304" pitchFamily="18" charset="0"/>
              </a:rPr>
              <a:t>) ); </a:t>
            </a:r>
          </a:p>
          <a:p>
            <a:pPr algn="just" eaLnBrk="1" hangingPunct="1">
              <a:lnSpc>
                <a:spcPts val="1800"/>
              </a:lnSpc>
              <a:spcBef>
                <a:spcPct val="12000"/>
              </a:spcBef>
              <a:buFont typeface="Wingdings" panose="05000000000000000000" pitchFamily="2" charset="2"/>
              <a:buNone/>
              <a:defRPr/>
            </a:pPr>
            <a:r>
              <a:rPr lang="zh-CN" altLang="en-US"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pop</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tblpt</a:t>
            </a:r>
            <a:r>
              <a:rPr lang="en-US" altLang="zh-CN" sz="1800" b="1" dirty="0" err="1">
                <a:solidFill>
                  <a:schemeClr val="tx2">
                    <a:lumMod val="60000"/>
                    <a:lumOff val="40000"/>
                  </a:schemeClr>
                </a:solidFill>
                <a:ea typeface="楷体_GB2312" pitchFamily="49" charset="-122"/>
                <a:cs typeface="Times New Roman" panose="02020603050405020304" pitchFamily="18" charset="0"/>
              </a:rPr>
              <a:t>r</a:t>
            </a:r>
            <a:r>
              <a:rPr lang="en-US" altLang="zh-CN" sz="1800" b="1" dirty="0">
                <a:solidFill>
                  <a:schemeClr val="tx2">
                    <a:lumMod val="60000"/>
                    <a:lumOff val="40000"/>
                  </a:schemeClr>
                </a:solidFill>
                <a:ea typeface="楷体_GB2312" pitchFamily="49" charset="-122"/>
                <a:cs typeface="Times New Roman" panose="02020603050405020304" pitchFamily="18" charset="0"/>
              </a:rPr>
              <a:t> ); </a:t>
            </a:r>
            <a:r>
              <a:rPr lang="en-US" altLang="zh-CN" sz="1800" b="1" i="1" dirty="0">
                <a:solidFill>
                  <a:schemeClr val="tx2">
                    <a:lumMod val="60000"/>
                    <a:lumOff val="40000"/>
                  </a:schemeClr>
                </a:solidFill>
                <a:ea typeface="楷体_GB2312" pitchFamily="49" charset="-122"/>
                <a:cs typeface="Times New Roman" panose="02020603050405020304" pitchFamily="18" charset="0"/>
              </a:rPr>
              <a:t>pop</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offset </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p>
          <a:p>
            <a:pPr algn="just" eaLnBrk="1" hangingPunct="1">
              <a:lnSpc>
                <a:spcPts val="1800"/>
              </a:lnSpc>
              <a:spcBef>
                <a:spcPct val="12000"/>
              </a:spcBef>
              <a:buFont typeface="Wingdings" panose="05000000000000000000" pitchFamily="2" charset="2"/>
              <a:buNone/>
              <a:defRPr/>
            </a:pPr>
            <a:r>
              <a:rPr lang="en-US" altLang="zh-CN" sz="1800" b="1" i="1" dirty="0">
                <a:solidFill>
                  <a:srgbClr val="FF0000"/>
                </a:solidFill>
                <a:ea typeface="楷体_GB2312" pitchFamily="49" charset="-122"/>
                <a:cs typeface="Times New Roman" panose="02020603050405020304" pitchFamily="18" charset="0"/>
              </a:rPr>
              <a:t>M </a:t>
            </a:r>
            <a:r>
              <a:rPr lang="en-US" altLang="zh-CN" sz="1800" b="1" dirty="0">
                <a:solidFill>
                  <a:srgbClr val="FF0000"/>
                </a:solidFill>
                <a:ea typeface="楷体_GB2312" pitchFamily="49" charset="-122"/>
                <a:cs typeface="Times New Roman" panose="02020603050405020304" pitchFamily="18" charset="0"/>
                <a:sym typeface="Symbol" panose="05050102010706020507" pitchFamily="18" charset="2"/>
              </a:rPr>
              <a:t></a:t>
            </a:r>
            <a:r>
              <a:rPr lang="en-US" altLang="zh-CN" sz="1800" b="1" dirty="0">
                <a:solidFill>
                  <a:srgbClr val="FF0000"/>
                </a:solidFill>
                <a:ea typeface="楷体_GB2312" pitchFamily="49" charset="-122"/>
                <a:cs typeface="Times New Roman" panose="02020603050405020304" pitchFamily="18" charset="0"/>
              </a:rPr>
              <a:t> </a:t>
            </a:r>
            <a:r>
              <a:rPr lang="en-US" altLang="zh-CN" sz="1800" b="1" i="1" dirty="0">
                <a:solidFill>
                  <a:srgbClr val="FF0000"/>
                </a:solidFill>
                <a:ea typeface="楷体_GB2312" pitchFamily="49" charset="-122"/>
                <a:cs typeface="Times New Roman" panose="02020603050405020304" pitchFamily="18" charset="0"/>
                <a:sym typeface="Symbol" panose="05050102010706020507" pitchFamily="18" charset="2"/>
              </a:rPr>
              <a:t></a:t>
            </a:r>
            <a:r>
              <a:rPr lang="en-US" altLang="zh-CN" sz="1800" b="1" dirty="0">
                <a:ea typeface="楷体_GB2312" pitchFamily="49" charset="-122"/>
                <a:cs typeface="Times New Roman" panose="02020603050405020304" pitchFamily="18" charset="0"/>
                <a:sym typeface="Symbol" panose="05050102010706020507" pitchFamily="18" charset="2"/>
              </a:rPr>
              <a:t>	</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 </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mktable</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nil </a:t>
            </a:r>
            <a:r>
              <a:rPr lang="en-US" altLang="zh-CN" sz="1800" b="1" dirty="0">
                <a:solidFill>
                  <a:schemeClr val="tx2">
                    <a:lumMod val="60000"/>
                    <a:lumOff val="40000"/>
                  </a:schemeClr>
                </a:solidFill>
                <a:ea typeface="楷体_GB2312" pitchFamily="49" charset="-122"/>
                <a:cs typeface="Times New Roman" panose="02020603050405020304" pitchFamily="18" charset="0"/>
              </a:rPr>
              <a:t>);</a:t>
            </a:r>
          </a:p>
          <a:p>
            <a:pPr algn="just" eaLnBrk="1" hangingPunct="1">
              <a:lnSpc>
                <a:spcPts val="1800"/>
              </a:lnSpc>
              <a:spcBef>
                <a:spcPct val="12000"/>
              </a:spcBef>
              <a:buFont typeface="Wingdings" panose="05000000000000000000" pitchFamily="2" charset="2"/>
              <a:buNone/>
              <a:defRPr/>
            </a:pP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push</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tblptr</a:t>
            </a:r>
            <a:r>
              <a:rPr lang="en-US" altLang="zh-CN" sz="1800" b="1" dirty="0">
                <a:solidFill>
                  <a:schemeClr val="tx2">
                    <a:lumMod val="60000"/>
                    <a:lumOff val="40000"/>
                  </a:schemeClr>
                </a:solidFill>
                <a:ea typeface="楷体_GB2312" pitchFamily="49" charset="-122"/>
                <a:cs typeface="Times New Roman" panose="02020603050405020304" pitchFamily="18" charset="0"/>
              </a:rPr>
              <a:t> ); </a:t>
            </a:r>
            <a:r>
              <a:rPr lang="en-US" altLang="zh-CN" sz="1800" b="1" i="1" dirty="0">
                <a:solidFill>
                  <a:schemeClr val="tx2">
                    <a:lumMod val="60000"/>
                    <a:lumOff val="40000"/>
                  </a:schemeClr>
                </a:solidFill>
                <a:ea typeface="楷体_GB2312" pitchFamily="49" charset="-122"/>
                <a:cs typeface="Times New Roman" panose="02020603050405020304" pitchFamily="18" charset="0"/>
              </a:rPr>
              <a:t>push</a:t>
            </a:r>
            <a:r>
              <a:rPr lang="en-US" altLang="zh-CN" sz="1800" b="1" dirty="0">
                <a:solidFill>
                  <a:schemeClr val="tx2">
                    <a:lumMod val="60000"/>
                    <a:lumOff val="40000"/>
                  </a:schemeClr>
                </a:solidFill>
                <a:ea typeface="楷体_GB2312" pitchFamily="49" charset="-122"/>
                <a:cs typeface="Times New Roman" panose="02020603050405020304" pitchFamily="18" charset="0"/>
              </a:rPr>
              <a:t>( 0, </a:t>
            </a:r>
            <a:r>
              <a:rPr lang="en-US" altLang="zh-CN" sz="1800" b="1" i="1" dirty="0">
                <a:solidFill>
                  <a:schemeClr val="tx2">
                    <a:lumMod val="60000"/>
                    <a:lumOff val="40000"/>
                  </a:schemeClr>
                </a:solidFill>
                <a:ea typeface="楷体_GB2312" pitchFamily="49" charset="-122"/>
                <a:cs typeface="Times New Roman" panose="02020603050405020304" pitchFamily="18" charset="0"/>
              </a:rPr>
              <a:t>offset</a:t>
            </a:r>
            <a:r>
              <a:rPr lang="en-US" altLang="zh-CN" sz="1800" b="1" dirty="0">
                <a:solidFill>
                  <a:schemeClr val="tx2">
                    <a:lumMod val="60000"/>
                    <a:lumOff val="40000"/>
                  </a:schemeClr>
                </a:solidFill>
                <a:ea typeface="楷体_GB2312" pitchFamily="49" charset="-122"/>
                <a:cs typeface="Times New Roman" panose="02020603050405020304" pitchFamily="18" charset="0"/>
              </a:rPr>
              <a:t> ); }</a:t>
            </a:r>
          </a:p>
          <a:p>
            <a:pPr algn="just" eaLnBrk="1" hangingPunct="1">
              <a:lnSpc>
                <a:spcPts val="1800"/>
              </a:lnSpc>
              <a:spcBef>
                <a:spcPct val="12000"/>
              </a:spcBef>
              <a:buFont typeface="Wingdings" panose="05000000000000000000" pitchFamily="2" charset="2"/>
              <a:buNone/>
              <a:defRPr/>
            </a:pPr>
            <a:r>
              <a:rPr lang="en-US" altLang="zh-CN" sz="1800" b="1" i="1" dirty="0">
                <a:solidFill>
                  <a:schemeClr val="tx1"/>
                </a:solidFill>
                <a:ea typeface="楷体_GB2312" pitchFamily="49" charset="-122"/>
                <a:cs typeface="Times New Roman" panose="02020603050405020304" pitchFamily="18" charset="0"/>
              </a:rPr>
              <a:t>D</a:t>
            </a:r>
            <a:r>
              <a:rPr lang="en-US" altLang="zh-CN" sz="1800" b="1" dirty="0">
                <a:solidFill>
                  <a:schemeClr val="tx1"/>
                </a:solidFill>
                <a:ea typeface="楷体_GB2312" pitchFamily="49" charset="-122"/>
                <a:cs typeface="Times New Roman" panose="02020603050405020304" pitchFamily="18" charset="0"/>
              </a:rPr>
              <a:t> </a:t>
            </a:r>
            <a:r>
              <a:rPr lang="en-US" altLang="zh-CN" sz="1800" b="1" dirty="0">
                <a:solidFill>
                  <a:schemeClr val="tx1"/>
                </a:solidFill>
                <a:ea typeface="楷体_GB2312" pitchFamily="49" charset="-122"/>
                <a:cs typeface="Times New Roman" panose="02020603050405020304" pitchFamily="18" charset="0"/>
                <a:sym typeface="Symbol" panose="05050102010706020507" pitchFamily="18" charset="2"/>
              </a:rPr>
              <a:t></a:t>
            </a:r>
            <a:r>
              <a:rPr lang="en-US" altLang="zh-CN" sz="1800" b="1" dirty="0">
                <a:solidFill>
                  <a:schemeClr val="tx1"/>
                </a:solidFill>
                <a:ea typeface="楷体_GB2312" pitchFamily="49" charset="-122"/>
                <a:cs typeface="Times New Roman" panose="02020603050405020304" pitchFamily="18" charset="0"/>
              </a:rPr>
              <a:t> </a:t>
            </a:r>
            <a:r>
              <a:rPr lang="en-US" altLang="zh-CN" sz="1800" b="1" i="1" dirty="0">
                <a:solidFill>
                  <a:schemeClr val="tx1"/>
                </a:solidFill>
                <a:ea typeface="楷体_GB2312" pitchFamily="49" charset="-122"/>
                <a:cs typeface="Times New Roman" panose="02020603050405020304" pitchFamily="18" charset="0"/>
              </a:rPr>
              <a:t>D</a:t>
            </a:r>
            <a:r>
              <a:rPr lang="en-US" altLang="zh-CN" sz="1800" b="1" i="1" baseline="-30000" dirty="0">
                <a:solidFill>
                  <a:schemeClr val="tx1"/>
                </a:solidFill>
                <a:ea typeface="楷体_GB2312" pitchFamily="49" charset="-122"/>
                <a:cs typeface="Times New Roman" panose="02020603050405020304" pitchFamily="18" charset="0"/>
              </a:rPr>
              <a:t>1 </a:t>
            </a:r>
            <a:r>
              <a:rPr lang="en-US" altLang="zh-CN" sz="1800" b="1" dirty="0">
                <a:solidFill>
                  <a:schemeClr val="tx1"/>
                </a:solidFill>
                <a:ea typeface="楷体_GB2312" pitchFamily="49" charset="-122"/>
                <a:cs typeface="Times New Roman" panose="02020603050405020304" pitchFamily="18" charset="0"/>
              </a:rPr>
              <a:t> </a:t>
            </a:r>
            <a:r>
              <a:rPr lang="en-US" altLang="zh-CN" sz="1800" b="1" i="1" dirty="0">
                <a:solidFill>
                  <a:schemeClr val="tx1"/>
                </a:solidFill>
                <a:ea typeface="楷体_GB2312" pitchFamily="49" charset="-122"/>
                <a:cs typeface="Times New Roman" panose="02020603050405020304" pitchFamily="18" charset="0"/>
              </a:rPr>
              <a:t>D</a:t>
            </a:r>
            <a:r>
              <a:rPr lang="en-US" altLang="zh-CN" sz="1800" b="1" i="1" baseline="-30000" dirty="0">
                <a:solidFill>
                  <a:schemeClr val="tx1"/>
                </a:solidFill>
                <a:ea typeface="楷体_GB2312" pitchFamily="49" charset="-122"/>
                <a:cs typeface="Times New Roman" panose="02020603050405020304" pitchFamily="18" charset="0"/>
              </a:rPr>
              <a:t>2</a:t>
            </a:r>
            <a:endParaRPr lang="en-US" altLang="zh-CN" sz="1800" b="1" i="1" dirty="0">
              <a:solidFill>
                <a:schemeClr val="tx1"/>
              </a:solidFill>
              <a:ea typeface="楷体_GB2312" pitchFamily="49" charset="-122"/>
              <a:cs typeface="Times New Roman" panose="02020603050405020304" pitchFamily="18" charset="0"/>
            </a:endParaRPr>
          </a:p>
          <a:p>
            <a:pPr algn="just" eaLnBrk="1" hangingPunct="1">
              <a:lnSpc>
                <a:spcPts val="1800"/>
              </a:lnSpc>
              <a:spcBef>
                <a:spcPct val="12000"/>
              </a:spcBef>
              <a:buFont typeface="Wingdings" panose="05000000000000000000" pitchFamily="2" charset="2"/>
              <a:buNone/>
              <a:defRPr/>
            </a:pPr>
            <a:r>
              <a:rPr lang="en-US" altLang="zh-CN" sz="1800" b="1" i="1" dirty="0" err="1">
                <a:solidFill>
                  <a:schemeClr val="tx1"/>
                </a:solidFill>
                <a:ea typeface="楷体_GB2312" pitchFamily="49" charset="-122"/>
                <a:cs typeface="Times New Roman" panose="02020603050405020304" pitchFamily="18" charset="0"/>
              </a:rPr>
              <a:t>D</a:t>
            </a:r>
            <a:r>
              <a:rPr lang="en-US" altLang="zh-CN" sz="1800" b="1" i="1" baseline="-30000" dirty="0" err="1">
                <a:solidFill>
                  <a:schemeClr val="tx1"/>
                </a:solidFill>
                <a:ea typeface="楷体_GB2312" pitchFamily="49" charset="-122"/>
                <a:cs typeface="Times New Roman" panose="02020603050405020304" pitchFamily="18" charset="0"/>
              </a:rPr>
              <a:t>p</a:t>
            </a:r>
            <a:r>
              <a:rPr lang="en-US" altLang="zh-CN" sz="1800" b="1" i="1" dirty="0">
                <a:solidFill>
                  <a:schemeClr val="tx1"/>
                </a:solidFill>
                <a:ea typeface="楷体_GB2312" pitchFamily="49" charset="-122"/>
                <a:cs typeface="Times New Roman" panose="02020603050405020304" pitchFamily="18" charset="0"/>
              </a:rPr>
              <a:t> </a:t>
            </a:r>
            <a:r>
              <a:rPr lang="en-US" altLang="zh-CN" sz="1800" b="1" dirty="0">
                <a:solidFill>
                  <a:schemeClr val="tx1"/>
                </a:solidFill>
                <a:ea typeface="楷体_GB2312" pitchFamily="49" charset="-122"/>
                <a:cs typeface="Times New Roman" panose="02020603050405020304" pitchFamily="18" charset="0"/>
                <a:sym typeface="Symbol" panose="05050102010706020507" pitchFamily="18" charset="2"/>
              </a:rPr>
              <a:t></a:t>
            </a:r>
            <a:r>
              <a:rPr lang="en-US" altLang="zh-CN" sz="1800" b="1" dirty="0">
                <a:solidFill>
                  <a:schemeClr val="tx1"/>
                </a:solidFill>
                <a:ea typeface="楷体_GB2312" pitchFamily="49" charset="-122"/>
                <a:cs typeface="Times New Roman" panose="02020603050405020304" pitchFamily="18" charset="0"/>
              </a:rPr>
              <a:t> </a:t>
            </a:r>
            <a:r>
              <a:rPr lang="en-US" altLang="zh-CN" sz="1800" b="1" dirty="0" err="1">
                <a:solidFill>
                  <a:schemeClr val="tx1"/>
                </a:solidFill>
                <a:ea typeface="楷体_GB2312" pitchFamily="49" charset="-122"/>
                <a:cs typeface="Times New Roman" panose="02020603050405020304" pitchFamily="18" charset="0"/>
              </a:rPr>
              <a:t>proc</a:t>
            </a:r>
            <a:r>
              <a:rPr lang="en-US" altLang="zh-CN" sz="1800" b="1" dirty="0">
                <a:solidFill>
                  <a:schemeClr val="tx1"/>
                </a:solidFill>
                <a:ea typeface="楷体_GB2312" pitchFamily="49" charset="-122"/>
                <a:cs typeface="Times New Roman" panose="02020603050405020304" pitchFamily="18" charset="0"/>
              </a:rPr>
              <a:t> id ; </a:t>
            </a:r>
            <a:r>
              <a:rPr lang="en-US" altLang="zh-CN" sz="1800" b="1" i="1" dirty="0">
                <a:solidFill>
                  <a:srgbClr val="FF0000"/>
                </a:solidFill>
                <a:ea typeface="楷体_GB2312" pitchFamily="49" charset="-122"/>
                <a:cs typeface="Times New Roman" panose="02020603050405020304" pitchFamily="18" charset="0"/>
              </a:rPr>
              <a:t>N</a:t>
            </a:r>
            <a:r>
              <a:rPr lang="en-US" altLang="zh-CN" sz="1800" b="1" i="1" dirty="0">
                <a:ea typeface="楷体_GB2312" pitchFamily="49" charset="-122"/>
                <a:cs typeface="Times New Roman" panose="02020603050405020304" pitchFamily="18" charset="0"/>
              </a:rPr>
              <a:t> </a:t>
            </a:r>
            <a:r>
              <a:rPr lang="en-US" altLang="zh-CN" sz="1800" b="1" i="1" dirty="0">
                <a:solidFill>
                  <a:schemeClr val="tx1"/>
                </a:solidFill>
                <a:ea typeface="楷体_GB2312" pitchFamily="49" charset="-122"/>
                <a:cs typeface="Times New Roman" panose="02020603050405020304" pitchFamily="18" charset="0"/>
              </a:rPr>
              <a:t>D</a:t>
            </a:r>
            <a:r>
              <a:rPr lang="en-US" altLang="zh-CN" sz="1800" b="1" i="1" baseline="-30000" dirty="0">
                <a:solidFill>
                  <a:schemeClr val="tx1"/>
                </a:solidFill>
                <a:ea typeface="楷体_GB2312" pitchFamily="49" charset="-122"/>
                <a:cs typeface="Times New Roman" panose="02020603050405020304" pitchFamily="18" charset="0"/>
              </a:rPr>
              <a:t>1</a:t>
            </a:r>
            <a:r>
              <a:rPr lang="en-US" altLang="zh-CN" sz="1800" b="1" dirty="0">
                <a:solidFill>
                  <a:schemeClr val="tx1"/>
                </a:solidFill>
                <a:ea typeface="楷体_GB2312" pitchFamily="49" charset="-122"/>
                <a:cs typeface="Times New Roman" panose="02020603050405020304" pitchFamily="18" charset="0"/>
              </a:rPr>
              <a:t> </a:t>
            </a:r>
            <a:r>
              <a:rPr lang="en-US" altLang="zh-CN" sz="1800" b="1" i="1" dirty="0">
                <a:solidFill>
                  <a:schemeClr val="tx1"/>
                </a:solidFill>
                <a:ea typeface="楷体_GB2312" pitchFamily="49" charset="-122"/>
                <a:cs typeface="Times New Roman" panose="02020603050405020304" pitchFamily="18" charset="0"/>
              </a:rPr>
              <a:t>S </a:t>
            </a:r>
            <a:r>
              <a:rPr lang="en-US" altLang="zh-CN" sz="1800" b="1" dirty="0">
                <a:solidFill>
                  <a:schemeClr val="tx2">
                    <a:lumMod val="60000"/>
                    <a:lumOff val="40000"/>
                  </a:schemeClr>
                </a:solidFill>
                <a:ea typeface="楷体_GB2312" pitchFamily="49" charset="-122"/>
                <a:cs typeface="Times New Roman" panose="02020603050405020304" pitchFamily="18" charset="0"/>
              </a:rPr>
              <a:t>{</a:t>
            </a:r>
            <a:r>
              <a:rPr lang="en-US" altLang="zh-CN" sz="1800" b="1" i="1" dirty="0">
                <a:solidFill>
                  <a:schemeClr val="tx2">
                    <a:lumMod val="60000"/>
                    <a:lumOff val="40000"/>
                  </a:schemeClr>
                </a:solidFill>
                <a:ea typeface="楷体_GB2312" pitchFamily="49" charset="-122"/>
                <a:cs typeface="Times New Roman" panose="02020603050405020304" pitchFamily="18" charset="0"/>
              </a:rPr>
              <a:t> t </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top</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tblptr</a:t>
            </a:r>
            <a:r>
              <a:rPr lang="en-US" altLang="zh-CN" sz="1800" b="1" dirty="0">
                <a:solidFill>
                  <a:schemeClr val="tx2">
                    <a:lumMod val="60000"/>
                    <a:lumOff val="40000"/>
                  </a:schemeClr>
                </a:solidFill>
                <a:ea typeface="楷体_GB2312" pitchFamily="49" charset="-122"/>
                <a:cs typeface="Times New Roman" panose="02020603050405020304" pitchFamily="18" charset="0"/>
              </a:rPr>
              <a:t> );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addwidth</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top</a:t>
            </a:r>
            <a:r>
              <a:rPr lang="en-US" altLang="zh-CN" sz="1800" b="1" dirty="0">
                <a:solidFill>
                  <a:schemeClr val="tx2">
                    <a:lumMod val="60000"/>
                    <a:lumOff val="40000"/>
                  </a:schemeClr>
                </a:solidFill>
                <a:ea typeface="楷体_GB2312" pitchFamily="49" charset="-122"/>
                <a:cs typeface="Times New Roman" panose="02020603050405020304" pitchFamily="18" charset="0"/>
              </a:rPr>
              <a:t>(</a:t>
            </a:r>
            <a:r>
              <a:rPr lang="en-US" altLang="zh-CN" sz="1800" b="1" i="1" dirty="0">
                <a:solidFill>
                  <a:schemeClr val="tx2">
                    <a:lumMod val="60000"/>
                    <a:lumOff val="40000"/>
                  </a:schemeClr>
                </a:solidFill>
                <a:ea typeface="楷体_GB2312" pitchFamily="49" charset="-122"/>
                <a:cs typeface="Times New Roman" panose="02020603050405020304" pitchFamily="18" charset="0"/>
              </a:rPr>
              <a:t>offset</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p>
          <a:p>
            <a:pPr algn="just" eaLnBrk="1" hangingPunct="1">
              <a:lnSpc>
                <a:spcPts val="1800"/>
              </a:lnSpc>
              <a:spcBef>
                <a:spcPct val="12000"/>
              </a:spcBef>
              <a:buFont typeface="Wingdings" panose="05000000000000000000" pitchFamily="2" charset="2"/>
              <a:buNone/>
              <a:defRPr/>
            </a:pP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pop</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tblptr</a:t>
            </a:r>
            <a:r>
              <a:rPr lang="en-US" altLang="zh-CN" sz="1800" b="1" dirty="0">
                <a:solidFill>
                  <a:schemeClr val="tx2">
                    <a:lumMod val="60000"/>
                    <a:lumOff val="40000"/>
                  </a:schemeClr>
                </a:solidFill>
                <a:ea typeface="楷体_GB2312" pitchFamily="49" charset="-122"/>
                <a:cs typeface="Times New Roman" panose="02020603050405020304" pitchFamily="18" charset="0"/>
              </a:rPr>
              <a:t> ); </a:t>
            </a:r>
            <a:r>
              <a:rPr lang="en-US" altLang="zh-CN" sz="1800" b="1" i="1" dirty="0">
                <a:solidFill>
                  <a:schemeClr val="tx2">
                    <a:lumMod val="60000"/>
                    <a:lumOff val="40000"/>
                  </a:schemeClr>
                </a:solidFill>
                <a:ea typeface="楷体_GB2312" pitchFamily="49" charset="-122"/>
                <a:cs typeface="Times New Roman" panose="02020603050405020304" pitchFamily="18" charset="0"/>
              </a:rPr>
              <a:t>pop</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offset</a:t>
            </a:r>
            <a:r>
              <a:rPr lang="en-US" altLang="zh-CN" sz="1800" b="1" dirty="0">
                <a:solidFill>
                  <a:schemeClr val="tx2">
                    <a:lumMod val="60000"/>
                    <a:lumOff val="40000"/>
                  </a:schemeClr>
                </a:solidFill>
                <a:ea typeface="楷体_GB2312" pitchFamily="49" charset="-122"/>
                <a:cs typeface="Times New Roman" panose="02020603050405020304" pitchFamily="18" charset="0"/>
              </a:rPr>
              <a:t> );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enterproc</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top</a:t>
            </a:r>
            <a:r>
              <a:rPr lang="en-US" altLang="zh-CN" sz="1800" b="1" dirty="0">
                <a:solidFill>
                  <a:schemeClr val="tx2">
                    <a:lumMod val="60000"/>
                    <a:lumOff val="40000"/>
                  </a:schemeClr>
                </a:solidFill>
                <a:ea typeface="楷体_GB2312" pitchFamily="49" charset="-122"/>
                <a:cs typeface="Times New Roman" panose="02020603050405020304" pitchFamily="18" charset="0"/>
              </a:rPr>
              <a:t>(</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tblptr</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dirty="0" err="1">
                <a:solidFill>
                  <a:schemeClr val="tx2">
                    <a:lumMod val="60000"/>
                    <a:lumOff val="40000"/>
                  </a:schemeClr>
                </a:solidFill>
                <a:ea typeface="楷体_GB2312" pitchFamily="49" charset="-122"/>
                <a:cs typeface="Times New Roman" panose="02020603050405020304" pitchFamily="18" charset="0"/>
              </a:rPr>
              <a:t>id.</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lexeme</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a:t>
            </a:r>
            <a:r>
              <a:rPr lang="en-US" altLang="zh-CN" sz="1800" b="1" dirty="0">
                <a:solidFill>
                  <a:schemeClr val="tx2">
                    <a:lumMod val="60000"/>
                    <a:lumOff val="40000"/>
                  </a:schemeClr>
                </a:solidFill>
                <a:ea typeface="楷体_GB2312" pitchFamily="49" charset="-122"/>
                <a:cs typeface="Times New Roman" panose="02020603050405020304" pitchFamily="18" charset="0"/>
              </a:rPr>
              <a:t> ); }</a:t>
            </a:r>
          </a:p>
          <a:p>
            <a:pPr algn="just" eaLnBrk="1" hangingPunct="1">
              <a:lnSpc>
                <a:spcPts val="1800"/>
              </a:lnSpc>
              <a:spcBef>
                <a:spcPct val="12000"/>
              </a:spcBef>
              <a:buFont typeface="Wingdings" panose="05000000000000000000" pitchFamily="2" charset="2"/>
              <a:buNone/>
              <a:defRPr/>
            </a:pPr>
            <a:r>
              <a:rPr lang="en-US" altLang="zh-CN" sz="1800" b="1" i="1" dirty="0" err="1">
                <a:solidFill>
                  <a:schemeClr val="tx1"/>
                </a:solidFill>
                <a:ea typeface="楷体_GB2312" pitchFamily="49" charset="-122"/>
                <a:cs typeface="Times New Roman" panose="02020603050405020304" pitchFamily="18" charset="0"/>
              </a:rPr>
              <a:t>D</a:t>
            </a:r>
            <a:r>
              <a:rPr lang="en-US" altLang="zh-CN" sz="1800" b="1" i="1" baseline="-30000" dirty="0" err="1">
                <a:solidFill>
                  <a:schemeClr val="tx1"/>
                </a:solidFill>
                <a:ea typeface="楷体_GB2312" pitchFamily="49" charset="-122"/>
                <a:cs typeface="Times New Roman" panose="02020603050405020304" pitchFamily="18" charset="0"/>
              </a:rPr>
              <a:t>v</a:t>
            </a:r>
            <a:r>
              <a:rPr lang="en-US" altLang="zh-CN" sz="1800" b="1" dirty="0">
                <a:solidFill>
                  <a:schemeClr val="tx1"/>
                </a:solidFill>
                <a:ea typeface="楷体_GB2312" pitchFamily="49" charset="-122"/>
                <a:cs typeface="Times New Roman" panose="02020603050405020304" pitchFamily="18" charset="0"/>
                <a:sym typeface="Symbol" panose="05050102010706020507" pitchFamily="18" charset="2"/>
              </a:rPr>
              <a:t> </a:t>
            </a:r>
            <a:r>
              <a:rPr lang="en-US" altLang="zh-CN" sz="1800" b="1" dirty="0">
                <a:solidFill>
                  <a:schemeClr val="tx1"/>
                </a:solidFill>
                <a:ea typeface="楷体_GB2312" pitchFamily="49" charset="-122"/>
                <a:cs typeface="Times New Roman" panose="02020603050405020304" pitchFamily="18" charset="0"/>
              </a:rPr>
              <a:t>id: </a:t>
            </a:r>
            <a:r>
              <a:rPr lang="en-US" altLang="zh-CN" sz="1800" b="1" i="1" dirty="0">
                <a:solidFill>
                  <a:schemeClr val="tx1"/>
                </a:solidFill>
                <a:ea typeface="楷体_GB2312" pitchFamily="49" charset="-122"/>
                <a:cs typeface="Times New Roman" panose="02020603050405020304" pitchFamily="18" charset="0"/>
              </a:rPr>
              <a:t>T</a:t>
            </a:r>
            <a:r>
              <a:rPr lang="en-US" altLang="zh-CN" sz="1800" b="1" dirty="0">
                <a:solidFill>
                  <a:schemeClr val="tx1"/>
                </a:solidFill>
                <a:ea typeface="楷体_GB2312" pitchFamily="49" charset="-122"/>
                <a:cs typeface="Times New Roman" panose="02020603050405020304" pitchFamily="18" charset="0"/>
              </a:rPr>
              <a:t> ; </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enter</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top</a:t>
            </a:r>
            <a:r>
              <a:rPr lang="en-US" altLang="zh-CN" sz="1800" b="1" dirty="0">
                <a:solidFill>
                  <a:schemeClr val="tx2">
                    <a:lumMod val="60000"/>
                    <a:lumOff val="40000"/>
                  </a:schemeClr>
                </a:solidFill>
                <a:ea typeface="楷体_GB2312" pitchFamily="49" charset="-122"/>
                <a:cs typeface="Times New Roman" panose="02020603050405020304" pitchFamily="18" charset="0"/>
              </a:rPr>
              <a:t>(</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tblptr</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dirty="0" err="1">
                <a:solidFill>
                  <a:schemeClr val="tx2">
                    <a:lumMod val="60000"/>
                    <a:lumOff val="40000"/>
                  </a:schemeClr>
                </a:solidFill>
                <a:ea typeface="楷体_GB2312" pitchFamily="49" charset="-122"/>
                <a:cs typeface="Times New Roman" panose="02020603050405020304" pitchFamily="18" charset="0"/>
              </a:rPr>
              <a:t>id.</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lexeme</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T.type</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top</a:t>
            </a:r>
            <a:r>
              <a:rPr lang="en-US" altLang="zh-CN" sz="1800" b="1" dirty="0">
                <a:solidFill>
                  <a:schemeClr val="tx2">
                    <a:lumMod val="60000"/>
                    <a:lumOff val="40000"/>
                  </a:schemeClr>
                </a:solidFill>
                <a:ea typeface="楷体_GB2312" pitchFamily="49" charset="-122"/>
                <a:cs typeface="Times New Roman" panose="02020603050405020304" pitchFamily="18" charset="0"/>
              </a:rPr>
              <a:t>(</a:t>
            </a:r>
            <a:r>
              <a:rPr lang="en-US" altLang="zh-CN" sz="1800" b="1" i="1" dirty="0">
                <a:solidFill>
                  <a:schemeClr val="tx2">
                    <a:lumMod val="60000"/>
                    <a:lumOff val="40000"/>
                  </a:schemeClr>
                </a:solidFill>
                <a:ea typeface="楷体_GB2312" pitchFamily="49" charset="-122"/>
                <a:cs typeface="Times New Roman" panose="02020603050405020304" pitchFamily="18" charset="0"/>
              </a:rPr>
              <a:t>offset</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p>
          <a:p>
            <a:pPr algn="just" eaLnBrk="1" hangingPunct="1">
              <a:lnSpc>
                <a:spcPts val="1800"/>
              </a:lnSpc>
              <a:spcBef>
                <a:spcPct val="12000"/>
              </a:spcBef>
              <a:buFont typeface="Wingdings" panose="05000000000000000000" pitchFamily="2" charset="2"/>
              <a:buNone/>
              <a:defRPr/>
            </a:pP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top</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offset</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zh-CN" altLang="en-US"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top</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offset</a:t>
            </a:r>
            <a:r>
              <a:rPr lang="zh-CN" altLang="en-US" sz="1800" b="1" dirty="0">
                <a:solidFill>
                  <a:schemeClr val="tx2">
                    <a:lumMod val="60000"/>
                    <a:lumOff val="40000"/>
                  </a:schemeClr>
                </a:solidFill>
                <a:ea typeface="楷体_GB2312" pitchFamily="49" charset="-122"/>
                <a:cs typeface="Times New Roman" panose="02020603050405020304" pitchFamily="18" charset="0"/>
              </a:rPr>
              <a:t>）</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T.width</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p>
          <a:p>
            <a:pPr algn="just" eaLnBrk="1" hangingPunct="1">
              <a:lnSpc>
                <a:spcPts val="1800"/>
              </a:lnSpc>
              <a:spcBef>
                <a:spcPct val="12000"/>
              </a:spcBef>
              <a:buFont typeface="Wingdings" panose="05000000000000000000" pitchFamily="2" charset="2"/>
              <a:buNone/>
              <a:defRPr/>
            </a:pPr>
            <a:r>
              <a:rPr lang="en-US" altLang="zh-CN" sz="1800" b="1" i="1" dirty="0">
                <a:solidFill>
                  <a:srgbClr val="FF0000"/>
                </a:solidFill>
                <a:ea typeface="楷体_GB2312" pitchFamily="49" charset="-122"/>
                <a:cs typeface="Times New Roman" panose="02020603050405020304" pitchFamily="18" charset="0"/>
              </a:rPr>
              <a:t>N </a:t>
            </a:r>
            <a:r>
              <a:rPr lang="en-US" altLang="zh-CN" sz="1800" b="1" dirty="0">
                <a:solidFill>
                  <a:srgbClr val="FF0000"/>
                </a:solidFill>
                <a:ea typeface="楷体_GB2312" pitchFamily="49" charset="-122"/>
                <a:cs typeface="Times New Roman" panose="02020603050405020304" pitchFamily="18" charset="0"/>
                <a:sym typeface="Symbol" panose="05050102010706020507" pitchFamily="18" charset="2"/>
              </a:rPr>
              <a:t></a:t>
            </a:r>
            <a:r>
              <a:rPr lang="en-US" altLang="zh-CN" sz="1800" b="1" dirty="0">
                <a:solidFill>
                  <a:srgbClr val="FF0000"/>
                </a:solidFill>
                <a:ea typeface="楷体_GB2312" pitchFamily="49" charset="-122"/>
                <a:cs typeface="Times New Roman" panose="02020603050405020304" pitchFamily="18" charset="0"/>
              </a:rPr>
              <a:t> </a:t>
            </a:r>
            <a:r>
              <a:rPr lang="en-US" altLang="zh-CN" sz="1800" b="1" dirty="0">
                <a:solidFill>
                  <a:srgbClr val="FF0000"/>
                </a:solidFill>
                <a:ea typeface="楷体_GB2312" pitchFamily="49" charset="-122"/>
                <a:cs typeface="Times New Roman" panose="02020603050405020304" pitchFamily="18" charset="0"/>
                <a:sym typeface="Symbol" panose="05050102010706020507" pitchFamily="18" charset="2"/>
              </a:rPr>
              <a:t></a:t>
            </a:r>
            <a:r>
              <a:rPr lang="en-US" altLang="zh-CN" sz="1800" b="1" dirty="0">
                <a:ea typeface="楷体_GB2312" pitchFamily="49" charset="-122"/>
                <a:cs typeface="Times New Roman" panose="02020603050405020304" pitchFamily="18" charset="0"/>
                <a:sym typeface="Symbol" panose="05050102010706020507" pitchFamily="18" charset="2"/>
              </a:rPr>
              <a:t>	</a:t>
            </a:r>
            <a:r>
              <a:rPr lang="en-US" altLang="zh-CN" sz="1800" b="1" dirty="0">
                <a:solidFill>
                  <a:schemeClr val="tx2">
                    <a:lumMod val="60000"/>
                    <a:lumOff val="40000"/>
                  </a:schemeClr>
                </a:solidFill>
                <a:ea typeface="楷体_GB2312" pitchFamily="49" charset="-122"/>
                <a:cs typeface="Times New Roman" panose="02020603050405020304" pitchFamily="18" charset="0"/>
              </a:rPr>
              <a:t>{</a:t>
            </a:r>
            <a:r>
              <a:rPr lang="en-US" altLang="zh-CN" sz="1800" b="1" i="1" dirty="0">
                <a:solidFill>
                  <a:schemeClr val="tx2">
                    <a:lumMod val="60000"/>
                    <a:lumOff val="40000"/>
                  </a:schemeClr>
                </a:solidFill>
                <a:ea typeface="楷体_GB2312" pitchFamily="49" charset="-122"/>
                <a:cs typeface="Times New Roman" panose="02020603050405020304" pitchFamily="18" charset="0"/>
              </a:rPr>
              <a:t> t </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mktable</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top</a:t>
            </a:r>
            <a:r>
              <a:rPr lang="en-US" altLang="zh-CN" sz="1800" b="1" dirty="0">
                <a:solidFill>
                  <a:schemeClr val="tx2">
                    <a:lumMod val="60000"/>
                    <a:lumOff val="40000"/>
                  </a:schemeClr>
                </a:solidFill>
                <a:ea typeface="楷体_GB2312" pitchFamily="49" charset="-122"/>
                <a:cs typeface="Times New Roman" panose="02020603050405020304" pitchFamily="18" charset="0"/>
              </a:rPr>
              <a:t>(</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tblptr</a:t>
            </a:r>
            <a:r>
              <a:rPr lang="en-US" altLang="zh-CN" sz="1800" b="1" dirty="0">
                <a:solidFill>
                  <a:schemeClr val="tx2">
                    <a:lumMod val="60000"/>
                    <a:lumOff val="40000"/>
                  </a:schemeClr>
                </a:solidFill>
                <a:ea typeface="楷体_GB2312" pitchFamily="49" charset="-122"/>
                <a:cs typeface="Times New Roman" panose="02020603050405020304" pitchFamily="18" charset="0"/>
              </a:rPr>
              <a:t>) ); </a:t>
            </a:r>
            <a:r>
              <a:rPr lang="en-US" altLang="zh-CN" sz="1800" b="1" i="1" dirty="0">
                <a:solidFill>
                  <a:schemeClr val="tx2">
                    <a:lumMod val="60000"/>
                    <a:lumOff val="40000"/>
                  </a:schemeClr>
                </a:solidFill>
                <a:ea typeface="楷体_GB2312" pitchFamily="49" charset="-122"/>
                <a:cs typeface="Times New Roman" panose="02020603050405020304" pitchFamily="18" charset="0"/>
              </a:rPr>
              <a:t>push</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tblptr</a:t>
            </a:r>
            <a:r>
              <a:rPr lang="en-US" altLang="zh-CN" sz="1800" b="1" dirty="0">
                <a:solidFill>
                  <a:schemeClr val="tx2">
                    <a:lumMod val="60000"/>
                    <a:lumOff val="40000"/>
                  </a:schemeClr>
                </a:solidFill>
                <a:ea typeface="楷体_GB2312" pitchFamily="49" charset="-122"/>
                <a:cs typeface="Times New Roman" panose="02020603050405020304" pitchFamily="18" charset="0"/>
              </a:rPr>
              <a:t> ); </a:t>
            </a:r>
            <a:r>
              <a:rPr lang="en-US" altLang="zh-CN" sz="1800" b="1" i="1" dirty="0">
                <a:solidFill>
                  <a:schemeClr val="tx2">
                    <a:lumMod val="60000"/>
                    <a:lumOff val="40000"/>
                  </a:schemeClr>
                </a:solidFill>
                <a:ea typeface="楷体_GB2312" pitchFamily="49" charset="-122"/>
                <a:cs typeface="Times New Roman" panose="02020603050405020304" pitchFamily="18" charset="0"/>
              </a:rPr>
              <a:t>push</a:t>
            </a:r>
            <a:r>
              <a:rPr lang="en-US" altLang="zh-CN" sz="1800" b="1" dirty="0">
                <a:solidFill>
                  <a:schemeClr val="tx2">
                    <a:lumMod val="60000"/>
                    <a:lumOff val="40000"/>
                  </a:schemeClr>
                </a:solidFill>
                <a:ea typeface="楷体_GB2312" pitchFamily="49" charset="-122"/>
                <a:cs typeface="Times New Roman" panose="02020603050405020304" pitchFamily="18" charset="0"/>
              </a:rPr>
              <a:t>( 0, </a:t>
            </a:r>
            <a:r>
              <a:rPr lang="en-US" altLang="zh-CN" sz="1800" b="1" i="1" dirty="0">
                <a:solidFill>
                  <a:schemeClr val="tx2">
                    <a:lumMod val="60000"/>
                    <a:lumOff val="40000"/>
                  </a:schemeClr>
                </a:solidFill>
                <a:ea typeface="楷体_GB2312" pitchFamily="49" charset="-122"/>
                <a:cs typeface="Times New Roman" panose="02020603050405020304" pitchFamily="18" charset="0"/>
              </a:rPr>
              <a:t>offset</a:t>
            </a:r>
            <a:r>
              <a:rPr lang="en-US" altLang="zh-CN" sz="1800" b="1" dirty="0">
                <a:solidFill>
                  <a:schemeClr val="tx2">
                    <a:lumMod val="60000"/>
                    <a:lumOff val="40000"/>
                  </a:schemeClr>
                </a:solidFill>
                <a:ea typeface="楷体_GB2312" pitchFamily="49" charset="-122"/>
                <a:cs typeface="Times New Roman" panose="02020603050405020304" pitchFamily="18" charset="0"/>
              </a:rPr>
              <a:t> ); } </a:t>
            </a:r>
            <a:endParaRPr lang="zh-CN" altLang="en-US" sz="1800" b="1" dirty="0">
              <a:solidFill>
                <a:schemeClr val="tx2">
                  <a:lumMod val="60000"/>
                  <a:lumOff val="40000"/>
                </a:schemeClr>
              </a:solidFill>
              <a:ea typeface="楷体_GB2312" pitchFamily="49" charset="-122"/>
              <a:cs typeface="Times New Roman" panose="02020603050405020304" pitchFamily="18" charset="0"/>
            </a:endParaRPr>
          </a:p>
        </p:txBody>
      </p:sp>
      <p:sp>
        <p:nvSpPr>
          <p:cNvPr id="158724" name="Rectangle 2"/>
          <p:cNvSpPr>
            <a:spLocks noGrp="1" noChangeArrowheads="1"/>
          </p:cNvSpPr>
          <p:nvPr>
            <p:ph type="title"/>
          </p:nvPr>
        </p:nvSpPr>
        <p:spPr>
          <a:xfrm>
            <a:off x="755650" y="268288"/>
            <a:ext cx="7931150" cy="358775"/>
          </a:xfrm>
        </p:spPr>
        <p:txBody>
          <a:bodyPr/>
          <a:lstStyle/>
          <a:p>
            <a:r>
              <a:rPr lang="zh-CN" altLang="en-US" sz="300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例</a:t>
            </a:r>
            <a:endParaRPr lang="zh-CN" altLang="en-US" sz="3000" i="1">
              <a:solidFill>
                <a:schemeClr val="tx1"/>
              </a:solidFill>
              <a:ea typeface="楷体_GB2312"/>
              <a:cs typeface="Times New Roman" panose="02020603050405020304" pitchFamily="18" charset="0"/>
            </a:endParaRPr>
          </a:p>
        </p:txBody>
      </p:sp>
      <p:sp>
        <p:nvSpPr>
          <p:cNvPr id="63" name="Line 103"/>
          <p:cNvSpPr>
            <a:spLocks noChangeShapeType="1"/>
          </p:cNvSpPr>
          <p:nvPr/>
        </p:nvSpPr>
        <p:spPr bwMode="auto">
          <a:xfrm flipH="1" flipV="1">
            <a:off x="6761163" y="2449513"/>
            <a:ext cx="269875" cy="0"/>
          </a:xfrm>
          <a:prstGeom prst="line">
            <a:avLst/>
          </a:prstGeom>
          <a:noFill/>
          <a:ln w="25400">
            <a:solidFill>
              <a:schemeClr val="tx2">
                <a:lumMod val="60000"/>
                <a:lumOff val="40000"/>
              </a:schemeClr>
            </a:solidFill>
            <a:round/>
            <a:headEnd/>
            <a:tailEnd/>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grpSp>
        <p:nvGrpSpPr>
          <p:cNvPr id="158726" name="组合 180241"/>
          <p:cNvGrpSpPr>
            <a:grpSpLocks/>
          </p:cNvGrpSpPr>
          <p:nvPr/>
        </p:nvGrpSpPr>
        <p:grpSpPr bwMode="auto">
          <a:xfrm>
            <a:off x="6678613" y="-92075"/>
            <a:ext cx="2238375" cy="1449388"/>
            <a:chOff x="6678686" y="-92546"/>
            <a:chExt cx="2238896" cy="1449933"/>
          </a:xfrm>
        </p:grpSpPr>
        <p:sp>
          <p:nvSpPr>
            <p:cNvPr id="158855" name="Rectangle 15"/>
            <p:cNvSpPr>
              <a:spLocks noChangeArrowheads="1"/>
            </p:cNvSpPr>
            <p:nvPr/>
          </p:nvSpPr>
          <p:spPr bwMode="auto">
            <a:xfrm>
              <a:off x="7488832" y="-92546"/>
              <a:ext cx="142875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2100" i="1">
                  <a:solidFill>
                    <a:srgbClr val="000000"/>
                  </a:solidFill>
                  <a:ea typeface="宋体" panose="02010600030101010101" pitchFamily="2" charset="-122"/>
                  <a:cs typeface="Times New Roman" panose="02020603050405020304" pitchFamily="18" charset="0"/>
                </a:rPr>
                <a:t>readarrary</a:t>
              </a:r>
            </a:p>
          </p:txBody>
        </p:sp>
        <p:sp>
          <p:nvSpPr>
            <p:cNvPr id="158856" name="Line 17"/>
            <p:cNvSpPr>
              <a:spLocks noChangeShapeType="1"/>
            </p:cNvSpPr>
            <p:nvPr/>
          </p:nvSpPr>
          <p:spPr bwMode="auto">
            <a:xfrm>
              <a:off x="7491461" y="283691"/>
              <a:ext cx="0" cy="59213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8857" name="Line 18"/>
            <p:cNvSpPr>
              <a:spLocks noChangeShapeType="1"/>
            </p:cNvSpPr>
            <p:nvPr/>
          </p:nvSpPr>
          <p:spPr bwMode="auto">
            <a:xfrm>
              <a:off x="8783140" y="283691"/>
              <a:ext cx="1587" cy="62071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8858" name="Line 20"/>
            <p:cNvSpPr>
              <a:spLocks noChangeShapeType="1"/>
            </p:cNvSpPr>
            <p:nvPr/>
          </p:nvSpPr>
          <p:spPr bwMode="auto">
            <a:xfrm flipV="1">
              <a:off x="7493048" y="577380"/>
              <a:ext cx="128587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8859" name="Rectangle 21"/>
            <p:cNvSpPr>
              <a:spLocks noChangeArrowheads="1"/>
            </p:cNvSpPr>
            <p:nvPr/>
          </p:nvSpPr>
          <p:spPr bwMode="auto">
            <a:xfrm>
              <a:off x="7735936" y="210840"/>
              <a:ext cx="1119212"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header</a:t>
              </a:r>
              <a:endParaRPr lang="en-US" altLang="zh-CN" sz="2100" i="1">
                <a:solidFill>
                  <a:srgbClr val="000000"/>
                </a:solidFill>
                <a:ea typeface="宋体" panose="02010600030101010101" pitchFamily="2" charset="-122"/>
                <a:cs typeface="Times New Roman" panose="02020603050405020304" pitchFamily="18" charset="0"/>
              </a:endParaRPr>
            </a:p>
          </p:txBody>
        </p:sp>
        <p:sp>
          <p:nvSpPr>
            <p:cNvPr id="158860" name="Line 22"/>
            <p:cNvSpPr>
              <a:spLocks noChangeShapeType="1"/>
            </p:cNvSpPr>
            <p:nvPr/>
          </p:nvSpPr>
          <p:spPr bwMode="auto">
            <a:xfrm>
              <a:off x="7504162" y="283691"/>
              <a:ext cx="125412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8861" name="Line 24"/>
            <p:cNvSpPr>
              <a:spLocks noChangeShapeType="1"/>
            </p:cNvSpPr>
            <p:nvPr/>
          </p:nvSpPr>
          <p:spPr bwMode="auto">
            <a:xfrm flipH="1">
              <a:off x="7775028" y="286867"/>
              <a:ext cx="0" cy="60325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8862" name="Line 18"/>
            <p:cNvSpPr>
              <a:spLocks noChangeShapeType="1"/>
            </p:cNvSpPr>
            <p:nvPr/>
          </p:nvSpPr>
          <p:spPr bwMode="auto">
            <a:xfrm>
              <a:off x="8495108" y="286345"/>
              <a:ext cx="1587" cy="62071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8863" name="Line 103"/>
            <p:cNvSpPr>
              <a:spLocks noChangeShapeType="1"/>
            </p:cNvSpPr>
            <p:nvPr/>
          </p:nvSpPr>
          <p:spPr bwMode="auto">
            <a:xfrm flipH="1" flipV="1">
              <a:off x="6678686" y="480117"/>
              <a:ext cx="968525"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8864" name="Line 51"/>
            <p:cNvSpPr>
              <a:spLocks noChangeShapeType="1"/>
            </p:cNvSpPr>
            <p:nvPr/>
          </p:nvSpPr>
          <p:spPr bwMode="auto">
            <a:xfrm>
              <a:off x="6684144" y="480116"/>
              <a:ext cx="12946" cy="877271"/>
            </a:xfrm>
            <a:prstGeom prst="line">
              <a:avLst/>
            </a:prstGeom>
            <a:noFill/>
            <a:ln w="25400">
              <a:solidFill>
                <a:srgbClr val="FF0000"/>
              </a:solidFill>
              <a:round/>
              <a:headEnd/>
              <a:tailEnd type="stealth" w="lg" len="lg"/>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sp>
        <p:nvSpPr>
          <p:cNvPr id="94" name="Rectangle 3"/>
          <p:cNvSpPr txBox="1">
            <a:spLocks noChangeArrowheads="1"/>
          </p:cNvSpPr>
          <p:nvPr/>
        </p:nvSpPr>
        <p:spPr bwMode="auto">
          <a:xfrm>
            <a:off x="1296988" y="71438"/>
            <a:ext cx="2482850" cy="2390775"/>
          </a:xfrm>
          <a:prstGeom prst="rect">
            <a:avLst/>
          </a:prstGeom>
          <a:solidFill>
            <a:schemeClr val="accent5">
              <a:lumMod val="60000"/>
              <a:lumOff val="40000"/>
            </a:schemeClr>
          </a:solidFill>
          <a:ln>
            <a:solidFill>
              <a:schemeClr val="tx1"/>
            </a:solidFill>
          </a:ln>
        </p:spPr>
        <p:txBody>
          <a:bodyPr lIns="68580" tIns="34290" rIns="68580" bIns="34290"/>
          <a:lstStyle>
            <a:lvl1pPr marL="271463" indent="-271463">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lgn="just" eaLnBrk="1" hangingPunct="1">
              <a:lnSpc>
                <a:spcPts val="1400"/>
              </a:lnSpc>
              <a:spcBef>
                <a:spcPct val="12000"/>
              </a:spcBef>
              <a:buClr>
                <a:srgbClr val="3333CC"/>
              </a:buClr>
              <a:buFont typeface="Wingdings" panose="05000000000000000000" pitchFamily="2" charset="2"/>
              <a:buNone/>
              <a:defRPr/>
            </a:pPr>
            <a:r>
              <a:rPr lang="en-US" altLang="zh-CN" sz="1800" i="1" dirty="0">
                <a:solidFill>
                  <a:srgbClr val="0000FF"/>
                </a:solidFill>
                <a:latin typeface="Times New Roman" panose="02020603050405020304" pitchFamily="18" charset="0"/>
                <a:ea typeface="楷体_GB2312" pitchFamily="49" charset="-122"/>
              </a:rPr>
              <a:t>program</a:t>
            </a:r>
            <a:r>
              <a:rPr lang="en-US" altLang="zh-CN" sz="1800" dirty="0">
                <a:solidFill>
                  <a:srgbClr val="0000FF"/>
                </a:solidFill>
                <a:latin typeface="Times New Roman" panose="02020603050405020304" pitchFamily="18" charset="0"/>
                <a:ea typeface="楷体_GB2312" pitchFamily="49" charset="-122"/>
              </a:rPr>
              <a:t> </a:t>
            </a:r>
            <a:r>
              <a:rPr lang="en-US" altLang="zh-CN" sz="1800" i="1" dirty="0">
                <a:solidFill>
                  <a:prstClr val="black"/>
                </a:solidFill>
                <a:latin typeface="Times New Roman" panose="02020603050405020304" pitchFamily="18" charset="0"/>
                <a:ea typeface="楷体_GB2312" pitchFamily="49" charset="-122"/>
              </a:rPr>
              <a:t>sort</a:t>
            </a:r>
            <a:r>
              <a:rPr lang="en-US" altLang="zh-CN" sz="1800" dirty="0">
                <a:solidFill>
                  <a:prstClr val="black"/>
                </a:solidFill>
                <a:latin typeface="Times New Roman" panose="02020603050405020304" pitchFamily="18" charset="0"/>
                <a:ea typeface="楷体_GB2312" pitchFamily="49" charset="-122"/>
              </a:rPr>
              <a:t>;</a:t>
            </a:r>
          </a:p>
          <a:p>
            <a:pPr algn="just" eaLnBrk="1" hangingPunct="1">
              <a:lnSpc>
                <a:spcPts val="1400"/>
              </a:lnSpc>
              <a:spcBef>
                <a:spcPct val="12000"/>
              </a:spcBef>
              <a:buClr>
                <a:srgbClr val="3333CC"/>
              </a:buClr>
              <a:buFont typeface="Wingdings" panose="05000000000000000000" pitchFamily="2" charset="2"/>
              <a:buNone/>
              <a:defRPr/>
            </a:pPr>
            <a:r>
              <a:rPr lang="en-US" altLang="zh-CN" sz="1800" dirty="0">
                <a:solidFill>
                  <a:srgbClr val="073E87"/>
                </a:solidFill>
                <a:latin typeface="Times New Roman" panose="02020603050405020304" pitchFamily="18" charset="0"/>
                <a:ea typeface="楷体_GB2312" pitchFamily="49" charset="-122"/>
              </a:rPr>
              <a:t>	</a:t>
            </a:r>
            <a:r>
              <a:rPr lang="en-US" altLang="zh-CN" sz="1800" i="1" dirty="0" err="1">
                <a:solidFill>
                  <a:srgbClr val="0000FF"/>
                </a:solidFill>
                <a:latin typeface="Times New Roman" panose="02020603050405020304" pitchFamily="18" charset="0"/>
                <a:ea typeface="楷体_GB2312" pitchFamily="49" charset="-122"/>
              </a:rPr>
              <a:t>var</a:t>
            </a:r>
            <a:r>
              <a:rPr lang="en-US" altLang="zh-CN" sz="1800" i="1" dirty="0">
                <a:solidFill>
                  <a:srgbClr val="0000FF"/>
                </a:solidFill>
                <a:latin typeface="Times New Roman" panose="02020603050405020304" pitchFamily="18" charset="0"/>
                <a:ea typeface="楷体_GB2312" pitchFamily="49" charset="-122"/>
              </a:rPr>
              <a:t> </a:t>
            </a:r>
            <a:r>
              <a:rPr lang="en-US" altLang="zh-CN" sz="1800" i="1" dirty="0">
                <a:solidFill>
                  <a:prstClr val="black"/>
                </a:solidFill>
                <a:latin typeface="Times New Roman" panose="02020603050405020304" pitchFamily="18" charset="0"/>
                <a:ea typeface="楷体_GB2312" pitchFamily="49" charset="-122"/>
              </a:rPr>
              <a:t>a</a:t>
            </a:r>
            <a:r>
              <a:rPr lang="en-US" altLang="zh-CN" sz="1800" dirty="0">
                <a:solidFill>
                  <a:prstClr val="black"/>
                </a:solidFill>
                <a:latin typeface="Times New Roman" panose="02020603050405020304" pitchFamily="18" charset="0"/>
                <a:ea typeface="楷体_GB2312" pitchFamily="49" charset="-122"/>
              </a:rPr>
              <a:t>:</a:t>
            </a:r>
            <a:r>
              <a:rPr lang="en-US" altLang="zh-CN" sz="1800" i="1" dirty="0">
                <a:solidFill>
                  <a:prstClr val="black"/>
                </a:solidFill>
                <a:latin typeface="Times New Roman" panose="02020603050405020304" pitchFamily="18" charset="0"/>
                <a:ea typeface="楷体_GB2312" pitchFamily="49" charset="-122"/>
              </a:rPr>
              <a:t>int</a:t>
            </a:r>
            <a:r>
              <a:rPr lang="en-US" altLang="zh-CN" sz="1800" dirty="0">
                <a:solidFill>
                  <a:prstClr val="black"/>
                </a:solidFill>
                <a:latin typeface="Times New Roman" panose="02020603050405020304" pitchFamily="18" charset="0"/>
                <a:ea typeface="楷体_GB2312" pitchFamily="49" charset="-122"/>
              </a:rPr>
              <a:t>[11]; </a:t>
            </a:r>
            <a:r>
              <a:rPr lang="en-US" altLang="zh-CN" sz="1800" i="1" dirty="0">
                <a:solidFill>
                  <a:prstClr val="black"/>
                </a:solidFill>
                <a:latin typeface="Times New Roman" panose="02020603050405020304" pitchFamily="18" charset="0"/>
                <a:ea typeface="楷体_GB2312" pitchFamily="49" charset="-122"/>
              </a:rPr>
              <a:t>x</a:t>
            </a:r>
            <a:r>
              <a:rPr lang="en-US" altLang="zh-CN" sz="1800" dirty="0">
                <a:solidFill>
                  <a:prstClr val="black"/>
                </a:solidFill>
                <a:latin typeface="Times New Roman" panose="02020603050405020304" pitchFamily="18" charset="0"/>
                <a:ea typeface="楷体_GB2312" pitchFamily="49" charset="-122"/>
              </a:rPr>
              <a:t>:</a:t>
            </a:r>
            <a:r>
              <a:rPr lang="en-US" altLang="zh-CN" sz="1800" i="1" dirty="0">
                <a:solidFill>
                  <a:prstClr val="black"/>
                </a:solidFill>
                <a:latin typeface="Times New Roman" panose="02020603050405020304" pitchFamily="18" charset="0"/>
                <a:ea typeface="楷体_GB2312" pitchFamily="49" charset="-122"/>
              </a:rPr>
              <a:t>int</a:t>
            </a:r>
            <a:r>
              <a:rPr lang="en-US" altLang="zh-CN" sz="1800" dirty="0">
                <a:solidFill>
                  <a:prstClr val="black"/>
                </a:solidFill>
                <a:latin typeface="Times New Roman" panose="02020603050405020304" pitchFamily="18" charset="0"/>
                <a:ea typeface="楷体_GB2312" pitchFamily="49" charset="-122"/>
              </a:rPr>
              <a:t>;</a:t>
            </a:r>
          </a:p>
          <a:p>
            <a:pPr algn="just" eaLnBrk="1" hangingPunct="1">
              <a:lnSpc>
                <a:spcPts val="1400"/>
              </a:lnSpc>
              <a:spcBef>
                <a:spcPct val="12000"/>
              </a:spcBef>
              <a:buClr>
                <a:srgbClr val="3333CC"/>
              </a:buClr>
              <a:buFont typeface="Wingdings" panose="05000000000000000000" pitchFamily="2" charset="2"/>
              <a:buNone/>
              <a:defRPr/>
            </a:pPr>
            <a:r>
              <a:rPr lang="en-US" altLang="zh-CN" sz="1800" dirty="0">
                <a:solidFill>
                  <a:srgbClr val="073E87"/>
                </a:solidFill>
                <a:latin typeface="Times New Roman" panose="02020603050405020304" pitchFamily="18" charset="0"/>
                <a:ea typeface="楷体_GB2312" pitchFamily="49" charset="-122"/>
              </a:rPr>
              <a:t>   	</a:t>
            </a:r>
            <a:r>
              <a:rPr lang="en-US" altLang="zh-CN" sz="1800" i="1" dirty="0" err="1">
                <a:solidFill>
                  <a:srgbClr val="0000FF"/>
                </a:solidFill>
                <a:latin typeface="Times New Roman" panose="02020603050405020304" pitchFamily="18" charset="0"/>
                <a:ea typeface="楷体_GB2312" pitchFamily="49" charset="-122"/>
              </a:rPr>
              <a:t>proc</a:t>
            </a:r>
            <a:r>
              <a:rPr lang="en-US" altLang="zh-CN" sz="1800" dirty="0">
                <a:solidFill>
                  <a:srgbClr val="0000FF"/>
                </a:solidFill>
                <a:latin typeface="Times New Roman" panose="02020603050405020304" pitchFamily="18" charset="0"/>
                <a:ea typeface="楷体_GB2312" pitchFamily="49" charset="-122"/>
              </a:rPr>
              <a:t> </a:t>
            </a:r>
            <a:r>
              <a:rPr lang="en-US" altLang="zh-CN" sz="1800" i="1" dirty="0" err="1">
                <a:solidFill>
                  <a:prstClr val="black"/>
                </a:solidFill>
                <a:latin typeface="Times New Roman" panose="02020603050405020304" pitchFamily="18" charset="0"/>
                <a:ea typeface="楷体_GB2312" pitchFamily="49" charset="-122"/>
              </a:rPr>
              <a:t>readarray</a:t>
            </a:r>
            <a:r>
              <a:rPr lang="en-US" altLang="zh-CN" sz="1800" dirty="0">
                <a:solidFill>
                  <a:prstClr val="black"/>
                </a:solidFill>
                <a:latin typeface="Times New Roman" panose="02020603050405020304" pitchFamily="18" charset="0"/>
                <a:ea typeface="楷体_GB2312" pitchFamily="49" charset="-122"/>
              </a:rPr>
              <a:t>;</a:t>
            </a:r>
          </a:p>
          <a:p>
            <a:pPr algn="just" eaLnBrk="1" hangingPunct="1">
              <a:lnSpc>
                <a:spcPts val="1400"/>
              </a:lnSpc>
              <a:spcBef>
                <a:spcPct val="12000"/>
              </a:spcBef>
              <a:buClr>
                <a:srgbClr val="3333CC"/>
              </a:buClr>
              <a:buFont typeface="Wingdings" panose="05000000000000000000" pitchFamily="2" charset="2"/>
              <a:buNone/>
              <a:defRPr/>
            </a:pPr>
            <a:r>
              <a:rPr lang="en-US" altLang="zh-CN" sz="1800" dirty="0">
                <a:solidFill>
                  <a:srgbClr val="073E87"/>
                </a:solidFill>
                <a:latin typeface="Times New Roman" panose="02020603050405020304" pitchFamily="18" charset="0"/>
                <a:ea typeface="楷体_GB2312" pitchFamily="49" charset="-122"/>
              </a:rPr>
              <a:t>	   </a:t>
            </a:r>
            <a:r>
              <a:rPr lang="en-US" altLang="zh-CN" sz="1800" i="1" dirty="0" err="1">
                <a:solidFill>
                  <a:srgbClr val="0000FF"/>
                </a:solidFill>
                <a:latin typeface="Times New Roman" panose="02020603050405020304" pitchFamily="18" charset="0"/>
                <a:ea typeface="楷体_GB2312" pitchFamily="49" charset="-122"/>
              </a:rPr>
              <a:t>var</a:t>
            </a:r>
            <a:r>
              <a:rPr lang="en-US" altLang="zh-CN" sz="1800" dirty="0">
                <a:solidFill>
                  <a:srgbClr val="0000FF"/>
                </a:solidFill>
                <a:latin typeface="Times New Roman" panose="02020603050405020304" pitchFamily="18" charset="0"/>
                <a:ea typeface="楷体_GB2312" pitchFamily="49" charset="-122"/>
              </a:rPr>
              <a:t> </a:t>
            </a:r>
            <a:r>
              <a:rPr lang="en-US" altLang="zh-CN" sz="1800" i="1" dirty="0">
                <a:solidFill>
                  <a:prstClr val="black"/>
                </a:solidFill>
                <a:latin typeface="Times New Roman" panose="02020603050405020304" pitchFamily="18" charset="0"/>
                <a:ea typeface="楷体_GB2312" pitchFamily="49" charset="-122"/>
              </a:rPr>
              <a:t>i</a:t>
            </a:r>
            <a:r>
              <a:rPr lang="en-US" altLang="zh-CN" sz="1800" dirty="0">
                <a:solidFill>
                  <a:prstClr val="black"/>
                </a:solidFill>
                <a:latin typeface="Times New Roman" panose="02020603050405020304" pitchFamily="18" charset="0"/>
                <a:ea typeface="楷体_GB2312" pitchFamily="49" charset="-122"/>
              </a:rPr>
              <a:t>:</a:t>
            </a:r>
            <a:r>
              <a:rPr lang="en-US" altLang="zh-CN" sz="1800" i="1" dirty="0">
                <a:solidFill>
                  <a:prstClr val="black"/>
                </a:solidFill>
                <a:latin typeface="Times New Roman" panose="02020603050405020304" pitchFamily="18" charset="0"/>
                <a:ea typeface="楷体_GB2312" pitchFamily="49" charset="-122"/>
              </a:rPr>
              <a:t>int</a:t>
            </a:r>
            <a:r>
              <a:rPr lang="en-US" altLang="zh-CN" sz="1800" dirty="0">
                <a:solidFill>
                  <a:prstClr val="black"/>
                </a:solidFill>
                <a:latin typeface="Times New Roman" panose="02020603050405020304" pitchFamily="18" charset="0"/>
                <a:ea typeface="楷体_GB2312" pitchFamily="49" charset="-122"/>
              </a:rPr>
              <a:t>; {…}</a:t>
            </a:r>
          </a:p>
          <a:p>
            <a:pPr algn="just" eaLnBrk="1" hangingPunct="1">
              <a:lnSpc>
                <a:spcPts val="1400"/>
              </a:lnSpc>
              <a:spcBef>
                <a:spcPct val="12000"/>
              </a:spcBef>
              <a:buClr>
                <a:srgbClr val="3333CC"/>
              </a:buClr>
              <a:buFont typeface="Wingdings" panose="05000000000000000000" pitchFamily="2" charset="2"/>
              <a:buNone/>
              <a:defRPr/>
            </a:pPr>
            <a:r>
              <a:rPr lang="en-US" altLang="zh-CN" sz="1800" dirty="0">
                <a:solidFill>
                  <a:srgbClr val="073E87"/>
                </a:solidFill>
                <a:latin typeface="Times New Roman" panose="02020603050405020304" pitchFamily="18" charset="0"/>
                <a:ea typeface="楷体_GB2312" pitchFamily="49" charset="-122"/>
              </a:rPr>
              <a:t>	</a:t>
            </a:r>
            <a:r>
              <a:rPr lang="en-US" altLang="zh-CN" sz="1800" i="1" dirty="0" err="1">
                <a:solidFill>
                  <a:srgbClr val="0000FF"/>
                </a:solidFill>
                <a:latin typeface="Times New Roman" panose="02020603050405020304" pitchFamily="18" charset="0"/>
                <a:ea typeface="楷体_GB2312" pitchFamily="49" charset="-122"/>
              </a:rPr>
              <a:t>proc</a:t>
            </a:r>
            <a:r>
              <a:rPr lang="en-US" altLang="zh-CN" sz="1800" dirty="0">
                <a:solidFill>
                  <a:srgbClr val="0000FF"/>
                </a:solidFill>
                <a:latin typeface="Times New Roman" panose="02020603050405020304" pitchFamily="18" charset="0"/>
                <a:ea typeface="楷体_GB2312" pitchFamily="49" charset="-122"/>
              </a:rPr>
              <a:t> </a:t>
            </a:r>
            <a:r>
              <a:rPr lang="en-US" altLang="zh-CN" sz="1800" i="1" dirty="0">
                <a:solidFill>
                  <a:prstClr val="black"/>
                </a:solidFill>
                <a:latin typeface="Times New Roman" panose="02020603050405020304" pitchFamily="18" charset="0"/>
                <a:ea typeface="楷体_GB2312" pitchFamily="49" charset="-122"/>
              </a:rPr>
              <a:t>exchange</a:t>
            </a:r>
            <a:r>
              <a:rPr lang="en-US" altLang="zh-CN" sz="1800" dirty="0">
                <a:solidFill>
                  <a:prstClr val="black"/>
                </a:solidFill>
                <a:latin typeface="Times New Roman" panose="02020603050405020304" pitchFamily="18" charset="0"/>
                <a:ea typeface="楷体_GB2312" pitchFamily="49" charset="-122"/>
              </a:rPr>
              <a:t>; {…}</a:t>
            </a:r>
            <a:endParaRPr lang="zh-CN" altLang="en-US" sz="1800" dirty="0">
              <a:solidFill>
                <a:srgbClr val="073E87"/>
              </a:solidFill>
              <a:latin typeface="Times New Roman" panose="02020603050405020304" pitchFamily="18" charset="0"/>
              <a:ea typeface="楷体_GB2312" pitchFamily="49" charset="-122"/>
            </a:endParaRPr>
          </a:p>
          <a:p>
            <a:pPr algn="just" eaLnBrk="1" hangingPunct="1">
              <a:lnSpc>
                <a:spcPts val="1400"/>
              </a:lnSpc>
              <a:spcBef>
                <a:spcPct val="12000"/>
              </a:spcBef>
              <a:buClr>
                <a:srgbClr val="3333CC"/>
              </a:buClr>
              <a:buFont typeface="Wingdings" panose="05000000000000000000" pitchFamily="2" charset="2"/>
              <a:buNone/>
              <a:defRPr/>
            </a:pPr>
            <a:r>
              <a:rPr lang="en-US" altLang="zh-CN" sz="1800" dirty="0">
                <a:solidFill>
                  <a:srgbClr val="073E87"/>
                </a:solidFill>
                <a:latin typeface="Times New Roman" panose="02020603050405020304" pitchFamily="18" charset="0"/>
                <a:ea typeface="楷体_GB2312" pitchFamily="49" charset="-122"/>
              </a:rPr>
              <a:t>	</a:t>
            </a:r>
            <a:r>
              <a:rPr lang="en-US" altLang="zh-CN" sz="1800" i="1" dirty="0" err="1">
                <a:solidFill>
                  <a:srgbClr val="0000FF"/>
                </a:solidFill>
                <a:latin typeface="Times New Roman" panose="02020603050405020304" pitchFamily="18" charset="0"/>
                <a:ea typeface="楷体_GB2312" pitchFamily="49" charset="-122"/>
              </a:rPr>
              <a:t>proc</a:t>
            </a:r>
            <a:r>
              <a:rPr lang="en-US" altLang="zh-CN" sz="1800" dirty="0">
                <a:solidFill>
                  <a:srgbClr val="0000FF"/>
                </a:solidFill>
                <a:latin typeface="Times New Roman" panose="02020603050405020304" pitchFamily="18" charset="0"/>
                <a:ea typeface="楷体_GB2312" pitchFamily="49" charset="-122"/>
              </a:rPr>
              <a:t> </a:t>
            </a:r>
            <a:r>
              <a:rPr lang="en-US" altLang="zh-CN" sz="1800" i="1" dirty="0">
                <a:solidFill>
                  <a:prstClr val="black"/>
                </a:solidFill>
                <a:latin typeface="Times New Roman" panose="02020603050405020304" pitchFamily="18" charset="0"/>
                <a:ea typeface="楷体_GB2312" pitchFamily="49" charset="-122"/>
              </a:rPr>
              <a:t>quicksort</a:t>
            </a:r>
            <a:r>
              <a:rPr lang="en-US" altLang="zh-CN" sz="1800" dirty="0">
                <a:solidFill>
                  <a:prstClr val="black"/>
                </a:solidFill>
                <a:latin typeface="Times New Roman" panose="02020603050405020304" pitchFamily="18" charset="0"/>
                <a:ea typeface="楷体_GB2312" pitchFamily="49" charset="-122"/>
              </a:rPr>
              <a:t>;</a:t>
            </a:r>
          </a:p>
          <a:p>
            <a:pPr algn="just" eaLnBrk="1" hangingPunct="1">
              <a:lnSpc>
                <a:spcPts val="1400"/>
              </a:lnSpc>
              <a:spcBef>
                <a:spcPct val="12000"/>
              </a:spcBef>
              <a:buClr>
                <a:srgbClr val="3333CC"/>
              </a:buClr>
              <a:buFont typeface="Wingdings" panose="05000000000000000000" pitchFamily="2" charset="2"/>
              <a:buNone/>
              <a:defRPr/>
            </a:pPr>
            <a:r>
              <a:rPr lang="en-US" altLang="zh-CN" sz="1800" dirty="0">
                <a:solidFill>
                  <a:srgbClr val="073E87"/>
                </a:solidFill>
                <a:latin typeface="Times New Roman" panose="02020603050405020304" pitchFamily="18" charset="0"/>
                <a:ea typeface="楷体_GB2312" pitchFamily="49" charset="-122"/>
              </a:rPr>
              <a:t>	   </a:t>
            </a:r>
            <a:r>
              <a:rPr lang="en-US" altLang="zh-CN" sz="1800" i="1" dirty="0" err="1">
                <a:solidFill>
                  <a:srgbClr val="0000FF"/>
                </a:solidFill>
                <a:latin typeface="Times New Roman" panose="02020603050405020304" pitchFamily="18" charset="0"/>
                <a:ea typeface="楷体_GB2312" pitchFamily="49" charset="-122"/>
              </a:rPr>
              <a:t>var</a:t>
            </a:r>
            <a:r>
              <a:rPr lang="en-US" altLang="zh-CN" sz="1800" dirty="0">
                <a:solidFill>
                  <a:srgbClr val="0000FF"/>
                </a:solidFill>
                <a:latin typeface="Times New Roman" panose="02020603050405020304" pitchFamily="18" charset="0"/>
                <a:ea typeface="楷体_GB2312" pitchFamily="49" charset="-122"/>
              </a:rPr>
              <a:t> </a:t>
            </a:r>
            <a:r>
              <a:rPr lang="en-US" altLang="zh-CN" sz="1800" i="1" dirty="0">
                <a:solidFill>
                  <a:prstClr val="black"/>
                </a:solidFill>
                <a:latin typeface="Times New Roman" panose="02020603050405020304" pitchFamily="18" charset="0"/>
                <a:ea typeface="楷体_GB2312" pitchFamily="49" charset="-122"/>
              </a:rPr>
              <a:t>k</a:t>
            </a:r>
            <a:r>
              <a:rPr lang="en-US" altLang="zh-CN" sz="1800" dirty="0">
                <a:solidFill>
                  <a:prstClr val="black"/>
                </a:solidFill>
                <a:latin typeface="Times New Roman" panose="02020603050405020304" pitchFamily="18" charset="0"/>
                <a:ea typeface="楷体_GB2312" pitchFamily="49" charset="-122"/>
              </a:rPr>
              <a:t>, </a:t>
            </a:r>
            <a:r>
              <a:rPr lang="en-US" altLang="zh-CN" sz="1800" i="1" dirty="0">
                <a:solidFill>
                  <a:prstClr val="black"/>
                </a:solidFill>
                <a:latin typeface="Times New Roman" panose="02020603050405020304" pitchFamily="18" charset="0"/>
                <a:ea typeface="楷体_GB2312" pitchFamily="49" charset="-122"/>
              </a:rPr>
              <a:t>v</a:t>
            </a:r>
            <a:r>
              <a:rPr lang="en-US" altLang="zh-CN" sz="1800" dirty="0">
                <a:solidFill>
                  <a:prstClr val="black"/>
                </a:solidFill>
                <a:latin typeface="Times New Roman" panose="02020603050405020304" pitchFamily="18" charset="0"/>
                <a:ea typeface="楷体_GB2312" pitchFamily="49" charset="-122"/>
              </a:rPr>
              <a:t>:</a:t>
            </a:r>
            <a:r>
              <a:rPr lang="en-US" altLang="zh-CN" sz="1800" i="1" dirty="0">
                <a:solidFill>
                  <a:prstClr val="black"/>
                </a:solidFill>
                <a:latin typeface="Times New Roman" panose="02020603050405020304" pitchFamily="18" charset="0"/>
                <a:ea typeface="楷体_GB2312" pitchFamily="49" charset="-122"/>
              </a:rPr>
              <a:t>int</a:t>
            </a:r>
            <a:r>
              <a:rPr lang="en-US" altLang="zh-CN" sz="1800" dirty="0">
                <a:solidFill>
                  <a:prstClr val="black"/>
                </a:solidFill>
                <a:latin typeface="Times New Roman" panose="02020603050405020304" pitchFamily="18" charset="0"/>
                <a:ea typeface="楷体_GB2312" pitchFamily="49" charset="-122"/>
              </a:rPr>
              <a:t>;</a:t>
            </a:r>
          </a:p>
          <a:p>
            <a:pPr algn="just" eaLnBrk="1" hangingPunct="1">
              <a:lnSpc>
                <a:spcPts val="1400"/>
              </a:lnSpc>
              <a:spcBef>
                <a:spcPct val="12000"/>
              </a:spcBef>
              <a:buClr>
                <a:srgbClr val="3333CC"/>
              </a:buClr>
              <a:buFont typeface="Wingdings" panose="05000000000000000000" pitchFamily="2" charset="2"/>
              <a:buNone/>
              <a:defRPr/>
            </a:pPr>
            <a:r>
              <a:rPr lang="en-US" altLang="zh-CN" sz="1800" dirty="0">
                <a:solidFill>
                  <a:srgbClr val="073E87"/>
                </a:solidFill>
                <a:latin typeface="Times New Roman" panose="02020603050405020304" pitchFamily="18" charset="0"/>
                <a:ea typeface="楷体_GB2312" pitchFamily="49" charset="-122"/>
              </a:rPr>
              <a:t>	      </a:t>
            </a:r>
            <a:r>
              <a:rPr lang="en-US" altLang="zh-CN" sz="1800" i="1" dirty="0" err="1">
                <a:solidFill>
                  <a:srgbClr val="0000FF"/>
                </a:solidFill>
                <a:latin typeface="Times New Roman" panose="02020603050405020304" pitchFamily="18" charset="0"/>
                <a:ea typeface="楷体_GB2312" pitchFamily="49" charset="-122"/>
              </a:rPr>
              <a:t>func</a:t>
            </a:r>
            <a:r>
              <a:rPr lang="en-US" altLang="zh-CN" sz="1800" dirty="0">
                <a:solidFill>
                  <a:srgbClr val="0000FF"/>
                </a:solidFill>
                <a:latin typeface="Times New Roman" panose="02020603050405020304" pitchFamily="18" charset="0"/>
                <a:ea typeface="楷体_GB2312" pitchFamily="49" charset="-122"/>
              </a:rPr>
              <a:t> </a:t>
            </a:r>
            <a:r>
              <a:rPr lang="en-US" altLang="zh-CN" sz="1800" i="1" dirty="0">
                <a:solidFill>
                  <a:prstClr val="black"/>
                </a:solidFill>
                <a:latin typeface="Times New Roman" panose="02020603050405020304" pitchFamily="18" charset="0"/>
                <a:ea typeface="楷体_GB2312" pitchFamily="49" charset="-122"/>
              </a:rPr>
              <a:t>partition</a:t>
            </a:r>
            <a:r>
              <a:rPr lang="en-US" altLang="zh-CN" sz="1800" dirty="0">
                <a:solidFill>
                  <a:prstClr val="black"/>
                </a:solidFill>
                <a:latin typeface="Times New Roman" panose="02020603050405020304" pitchFamily="18" charset="0"/>
                <a:ea typeface="楷体_GB2312" pitchFamily="49" charset="-122"/>
              </a:rPr>
              <a:t>;</a:t>
            </a:r>
          </a:p>
          <a:p>
            <a:pPr algn="just" eaLnBrk="1" hangingPunct="1">
              <a:lnSpc>
                <a:spcPts val="1400"/>
              </a:lnSpc>
              <a:spcBef>
                <a:spcPct val="12000"/>
              </a:spcBef>
              <a:buClr>
                <a:srgbClr val="3333CC"/>
              </a:buClr>
              <a:buFont typeface="Wingdings" panose="05000000000000000000" pitchFamily="2" charset="2"/>
              <a:buNone/>
              <a:defRPr/>
            </a:pPr>
            <a:r>
              <a:rPr lang="en-US" altLang="zh-CN" sz="1800" dirty="0">
                <a:solidFill>
                  <a:srgbClr val="073E87"/>
                </a:solidFill>
                <a:latin typeface="Times New Roman" panose="02020603050405020304" pitchFamily="18" charset="0"/>
                <a:ea typeface="楷体_GB2312" pitchFamily="49" charset="-122"/>
              </a:rPr>
              <a:t>		</a:t>
            </a:r>
            <a:r>
              <a:rPr lang="en-US" altLang="zh-CN" sz="1800" i="1" dirty="0" err="1">
                <a:solidFill>
                  <a:srgbClr val="0000FF"/>
                </a:solidFill>
                <a:latin typeface="Times New Roman" panose="02020603050405020304" pitchFamily="18" charset="0"/>
                <a:ea typeface="楷体_GB2312" pitchFamily="49" charset="-122"/>
              </a:rPr>
              <a:t>var</a:t>
            </a:r>
            <a:r>
              <a:rPr lang="en-US" altLang="zh-CN" sz="1800" dirty="0">
                <a:solidFill>
                  <a:srgbClr val="0000FF"/>
                </a:solidFill>
                <a:latin typeface="Times New Roman" panose="02020603050405020304" pitchFamily="18" charset="0"/>
                <a:ea typeface="楷体_GB2312" pitchFamily="49" charset="-122"/>
              </a:rPr>
              <a:t> </a:t>
            </a:r>
            <a:r>
              <a:rPr lang="en-US" altLang="zh-CN" sz="1800" i="1" dirty="0" err="1">
                <a:solidFill>
                  <a:prstClr val="black"/>
                </a:solidFill>
                <a:latin typeface="Times New Roman" panose="02020603050405020304" pitchFamily="18" charset="0"/>
                <a:ea typeface="楷体_GB2312" pitchFamily="49" charset="-122"/>
              </a:rPr>
              <a:t>i</a:t>
            </a:r>
            <a:r>
              <a:rPr lang="en-US" altLang="zh-CN" sz="1800" dirty="0">
                <a:solidFill>
                  <a:prstClr val="black"/>
                </a:solidFill>
                <a:latin typeface="Times New Roman" panose="02020603050405020304" pitchFamily="18" charset="0"/>
                <a:ea typeface="楷体_GB2312" pitchFamily="49" charset="-122"/>
              </a:rPr>
              <a:t>, </a:t>
            </a:r>
            <a:r>
              <a:rPr lang="en-US" altLang="zh-CN" sz="1800" i="1" dirty="0">
                <a:solidFill>
                  <a:prstClr val="black"/>
                </a:solidFill>
                <a:latin typeface="Times New Roman" panose="02020603050405020304" pitchFamily="18" charset="0"/>
                <a:ea typeface="楷体_GB2312" pitchFamily="49" charset="-122"/>
              </a:rPr>
              <a:t>j</a:t>
            </a:r>
            <a:r>
              <a:rPr lang="en-US" altLang="zh-CN" sz="1800" dirty="0">
                <a:solidFill>
                  <a:prstClr val="black"/>
                </a:solidFill>
                <a:latin typeface="Times New Roman" panose="02020603050405020304" pitchFamily="18" charset="0"/>
                <a:ea typeface="楷体_GB2312" pitchFamily="49" charset="-122"/>
              </a:rPr>
              <a:t>:</a:t>
            </a:r>
            <a:r>
              <a:rPr lang="en-US" altLang="zh-CN" sz="1800" i="1" dirty="0">
                <a:solidFill>
                  <a:prstClr val="black"/>
                </a:solidFill>
                <a:latin typeface="Times New Roman" panose="02020603050405020304" pitchFamily="18" charset="0"/>
                <a:ea typeface="楷体_GB2312" pitchFamily="49" charset="-122"/>
              </a:rPr>
              <a:t>int</a:t>
            </a:r>
            <a:r>
              <a:rPr lang="en-US" altLang="zh-CN" sz="1800" dirty="0">
                <a:solidFill>
                  <a:prstClr val="black"/>
                </a:solidFill>
                <a:latin typeface="Times New Roman" panose="02020603050405020304" pitchFamily="18" charset="0"/>
                <a:ea typeface="楷体_GB2312" pitchFamily="49" charset="-122"/>
              </a:rPr>
              <a:t>; {…}</a:t>
            </a:r>
          </a:p>
          <a:p>
            <a:pPr algn="just" eaLnBrk="1" hangingPunct="1">
              <a:lnSpc>
                <a:spcPts val="1400"/>
              </a:lnSpc>
              <a:spcBef>
                <a:spcPct val="12000"/>
              </a:spcBef>
              <a:buClr>
                <a:srgbClr val="3333CC"/>
              </a:buClr>
              <a:buFont typeface="Wingdings" panose="05000000000000000000" pitchFamily="2" charset="2"/>
              <a:buNone/>
              <a:defRPr/>
            </a:pPr>
            <a:r>
              <a:rPr lang="en-US" altLang="zh-CN" sz="1800" dirty="0">
                <a:solidFill>
                  <a:prstClr val="black"/>
                </a:solidFill>
                <a:latin typeface="Times New Roman" panose="02020603050405020304" pitchFamily="18" charset="0"/>
                <a:ea typeface="楷体_GB2312" pitchFamily="49" charset="-122"/>
              </a:rPr>
              <a:t>       {…}</a:t>
            </a:r>
          </a:p>
          <a:p>
            <a:pPr algn="just" eaLnBrk="1" hangingPunct="1">
              <a:lnSpc>
                <a:spcPts val="1400"/>
              </a:lnSpc>
              <a:spcBef>
                <a:spcPct val="12000"/>
              </a:spcBef>
              <a:buClr>
                <a:srgbClr val="3333CC"/>
              </a:buClr>
              <a:buFont typeface="Wingdings" panose="05000000000000000000" pitchFamily="2" charset="2"/>
              <a:buNone/>
              <a:defRPr/>
            </a:pPr>
            <a:r>
              <a:rPr lang="en-US" altLang="zh-CN" sz="1800" dirty="0">
                <a:solidFill>
                  <a:prstClr val="black"/>
                </a:solidFill>
                <a:latin typeface="Times New Roman" panose="02020603050405020304" pitchFamily="18" charset="0"/>
                <a:ea typeface="楷体_GB2312" pitchFamily="49" charset="-122"/>
              </a:rPr>
              <a:t>     {…}</a:t>
            </a:r>
          </a:p>
        </p:txBody>
      </p:sp>
      <p:grpSp>
        <p:nvGrpSpPr>
          <p:cNvPr id="158728" name="组合 5"/>
          <p:cNvGrpSpPr>
            <a:grpSpLocks/>
          </p:cNvGrpSpPr>
          <p:nvPr/>
        </p:nvGrpSpPr>
        <p:grpSpPr bwMode="auto">
          <a:xfrm>
            <a:off x="5070475" y="79375"/>
            <a:ext cx="1517650" cy="969963"/>
            <a:chOff x="5069755" y="79300"/>
            <a:chExt cx="1518468" cy="970576"/>
          </a:xfrm>
        </p:grpSpPr>
        <p:sp>
          <p:nvSpPr>
            <p:cNvPr id="158846" name="Rectangle 78"/>
            <p:cNvSpPr>
              <a:spLocks noChangeArrowheads="1"/>
            </p:cNvSpPr>
            <p:nvPr/>
          </p:nvSpPr>
          <p:spPr bwMode="auto">
            <a:xfrm>
              <a:off x="5573811" y="79300"/>
              <a:ext cx="1014412"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header</a:t>
              </a:r>
              <a:r>
                <a:rPr lang="zh-CN" altLang="en-US" sz="2100" i="1">
                  <a:solidFill>
                    <a:srgbClr val="000000"/>
                  </a:solidFill>
                  <a:ea typeface="宋体" panose="02010600030101010101" pitchFamily="2" charset="-122"/>
                  <a:cs typeface="Times New Roman" panose="02020603050405020304" pitchFamily="18" charset="0"/>
                </a:rPr>
                <a:t> </a:t>
              </a:r>
              <a:endParaRPr lang="en-US" altLang="zh-CN" sz="2100">
                <a:solidFill>
                  <a:srgbClr val="000000"/>
                </a:solidFill>
                <a:ea typeface="宋体" panose="02010600030101010101" pitchFamily="2" charset="-122"/>
                <a:cs typeface="Times New Roman" panose="02020603050405020304" pitchFamily="18" charset="0"/>
              </a:endParaRPr>
            </a:p>
          </p:txBody>
        </p:sp>
        <p:sp>
          <p:nvSpPr>
            <p:cNvPr id="158847" name="Line 30"/>
            <p:cNvSpPr>
              <a:spLocks noChangeShapeType="1"/>
            </p:cNvSpPr>
            <p:nvPr/>
          </p:nvSpPr>
          <p:spPr bwMode="auto">
            <a:xfrm>
              <a:off x="5175270" y="149876"/>
              <a:ext cx="0" cy="9000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8848" name="Line 37"/>
            <p:cNvSpPr>
              <a:spLocks noChangeShapeType="1"/>
            </p:cNvSpPr>
            <p:nvPr/>
          </p:nvSpPr>
          <p:spPr bwMode="auto">
            <a:xfrm flipV="1">
              <a:off x="5166098" y="452784"/>
              <a:ext cx="141582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8849" name="Rectangle 39"/>
            <p:cNvSpPr>
              <a:spLocks noChangeArrowheads="1"/>
            </p:cNvSpPr>
            <p:nvPr/>
          </p:nvSpPr>
          <p:spPr bwMode="auto">
            <a:xfrm>
              <a:off x="5069755" y="112637"/>
              <a:ext cx="515938"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1800" i="1">
                  <a:solidFill>
                    <a:srgbClr val="000000"/>
                  </a:solidFill>
                  <a:ea typeface="宋体" panose="02010600030101010101" pitchFamily="2" charset="-122"/>
                  <a:cs typeface="Times New Roman" panose="02020603050405020304" pitchFamily="18" charset="0"/>
                </a:rPr>
                <a:t>nil</a:t>
              </a:r>
              <a:endParaRPr lang="zh-CN" altLang="en-US" sz="1800" i="1">
                <a:solidFill>
                  <a:srgbClr val="000000"/>
                </a:solidFill>
                <a:ea typeface="宋体" panose="02010600030101010101" pitchFamily="2" charset="-122"/>
                <a:cs typeface="Times New Roman" panose="02020603050405020304" pitchFamily="18" charset="0"/>
              </a:endParaRPr>
            </a:p>
          </p:txBody>
        </p:sp>
        <p:sp>
          <p:nvSpPr>
            <p:cNvPr id="158850" name="Line 41"/>
            <p:cNvSpPr>
              <a:spLocks noChangeShapeType="1"/>
            </p:cNvSpPr>
            <p:nvPr/>
          </p:nvSpPr>
          <p:spPr bwMode="auto">
            <a:xfrm>
              <a:off x="5175622" y="165025"/>
              <a:ext cx="140000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8851" name="Line 42"/>
            <p:cNvSpPr>
              <a:spLocks noChangeShapeType="1"/>
            </p:cNvSpPr>
            <p:nvPr/>
          </p:nvSpPr>
          <p:spPr bwMode="auto">
            <a:xfrm>
              <a:off x="5573811" y="180900"/>
              <a:ext cx="0" cy="2825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8852" name="Line 43"/>
            <p:cNvSpPr>
              <a:spLocks noChangeShapeType="1"/>
            </p:cNvSpPr>
            <p:nvPr/>
          </p:nvSpPr>
          <p:spPr bwMode="auto">
            <a:xfrm>
              <a:off x="5573811" y="471412"/>
              <a:ext cx="0" cy="5762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8853" name="Line 44"/>
            <p:cNvSpPr>
              <a:spLocks noChangeShapeType="1"/>
            </p:cNvSpPr>
            <p:nvPr/>
          </p:nvSpPr>
          <p:spPr bwMode="auto">
            <a:xfrm>
              <a:off x="6318882" y="161552"/>
              <a:ext cx="0" cy="8667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8854" name="Line 44"/>
            <p:cNvSpPr>
              <a:spLocks noChangeShapeType="1"/>
            </p:cNvSpPr>
            <p:nvPr/>
          </p:nvSpPr>
          <p:spPr bwMode="auto">
            <a:xfrm>
              <a:off x="6581923" y="164231"/>
              <a:ext cx="0" cy="8667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grpSp>
        <p:nvGrpSpPr>
          <p:cNvPr id="158729" name="组合 180235"/>
          <p:cNvGrpSpPr>
            <a:grpSpLocks/>
          </p:cNvGrpSpPr>
          <p:nvPr/>
        </p:nvGrpSpPr>
        <p:grpSpPr bwMode="auto">
          <a:xfrm>
            <a:off x="3816350" y="-14288"/>
            <a:ext cx="1331913" cy="1649413"/>
            <a:chOff x="3816350" y="-15044"/>
            <a:chExt cx="1331714" cy="1649918"/>
          </a:xfrm>
        </p:grpSpPr>
        <p:sp>
          <p:nvSpPr>
            <p:cNvPr id="158838" name="Line 16"/>
            <p:cNvSpPr>
              <a:spLocks noChangeShapeType="1"/>
            </p:cNvSpPr>
            <p:nvPr/>
          </p:nvSpPr>
          <p:spPr bwMode="auto">
            <a:xfrm>
              <a:off x="3908022" y="337887"/>
              <a:ext cx="0" cy="12969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8839" name="Line 18"/>
            <p:cNvSpPr>
              <a:spLocks noChangeShapeType="1"/>
            </p:cNvSpPr>
            <p:nvPr/>
          </p:nvSpPr>
          <p:spPr bwMode="auto">
            <a:xfrm flipH="1" flipV="1">
              <a:off x="4355976" y="337887"/>
              <a:ext cx="0" cy="12969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8840" name="Line 19"/>
            <p:cNvSpPr>
              <a:spLocks noChangeShapeType="1"/>
            </p:cNvSpPr>
            <p:nvPr/>
          </p:nvSpPr>
          <p:spPr bwMode="auto">
            <a:xfrm>
              <a:off x="4484086" y="337887"/>
              <a:ext cx="0" cy="12954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8841" name="Line 20"/>
            <p:cNvSpPr>
              <a:spLocks noChangeShapeType="1"/>
            </p:cNvSpPr>
            <p:nvPr/>
          </p:nvSpPr>
          <p:spPr bwMode="auto">
            <a:xfrm>
              <a:off x="4491924" y="339502"/>
              <a:ext cx="27947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8842" name="Line 21"/>
            <p:cNvSpPr>
              <a:spLocks noChangeShapeType="1"/>
            </p:cNvSpPr>
            <p:nvPr/>
          </p:nvSpPr>
          <p:spPr bwMode="auto">
            <a:xfrm flipH="1" flipV="1">
              <a:off x="4771399" y="337887"/>
              <a:ext cx="0" cy="12954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8843" name="Text Box 22"/>
            <p:cNvSpPr txBox="1">
              <a:spLocks noChangeArrowheads="1"/>
            </p:cNvSpPr>
            <p:nvPr/>
          </p:nvSpPr>
          <p:spPr bwMode="auto">
            <a:xfrm>
              <a:off x="3816350" y="-15044"/>
              <a:ext cx="75565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eaLnBrk="1" hangingPunct="1">
                <a:spcBef>
                  <a:spcPct val="50000"/>
                </a:spcBef>
              </a:pPr>
              <a:r>
                <a:rPr lang="en-US" altLang="zh-CN" sz="1800" b="0" i="1">
                  <a:solidFill>
                    <a:srgbClr val="000000"/>
                  </a:solidFill>
                  <a:ea typeface="宋体" panose="02010600030101010101" pitchFamily="2" charset="-122"/>
                  <a:cs typeface="Times New Roman" panose="02020603050405020304" pitchFamily="18" charset="0"/>
                </a:rPr>
                <a:t>offset</a:t>
              </a:r>
            </a:p>
          </p:txBody>
        </p:sp>
        <p:sp>
          <p:nvSpPr>
            <p:cNvPr id="158844" name="Text Box 26"/>
            <p:cNvSpPr txBox="1">
              <a:spLocks noChangeArrowheads="1"/>
            </p:cNvSpPr>
            <p:nvPr/>
          </p:nvSpPr>
          <p:spPr bwMode="auto">
            <a:xfrm>
              <a:off x="4390827" y="-3398"/>
              <a:ext cx="757237"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eaLnBrk="1" hangingPunct="1">
                <a:spcBef>
                  <a:spcPct val="50000"/>
                </a:spcBef>
              </a:pPr>
              <a:r>
                <a:rPr lang="en-US" altLang="zh-CN" sz="1800" b="0" i="1">
                  <a:solidFill>
                    <a:srgbClr val="000000"/>
                  </a:solidFill>
                  <a:ea typeface="宋体" panose="02010600030101010101" pitchFamily="2" charset="-122"/>
                  <a:cs typeface="Times New Roman" panose="02020603050405020304" pitchFamily="18" charset="0"/>
                </a:rPr>
                <a:t>tblptr</a:t>
              </a:r>
            </a:p>
          </p:txBody>
        </p:sp>
        <p:sp>
          <p:nvSpPr>
            <p:cNvPr id="158845" name="Line 20"/>
            <p:cNvSpPr>
              <a:spLocks noChangeShapeType="1"/>
            </p:cNvSpPr>
            <p:nvPr/>
          </p:nvSpPr>
          <p:spPr bwMode="auto">
            <a:xfrm flipV="1">
              <a:off x="3908022" y="334865"/>
              <a:ext cx="434883" cy="463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sp>
        <p:nvSpPr>
          <p:cNvPr id="158730" name="Line 20"/>
          <p:cNvSpPr>
            <a:spLocks noChangeShapeType="1"/>
          </p:cNvSpPr>
          <p:nvPr/>
        </p:nvSpPr>
        <p:spPr bwMode="auto">
          <a:xfrm flipV="1">
            <a:off x="1296988" y="268288"/>
            <a:ext cx="1425575"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8731" name="Line 20"/>
          <p:cNvSpPr>
            <a:spLocks noChangeShapeType="1"/>
          </p:cNvSpPr>
          <p:nvPr/>
        </p:nvSpPr>
        <p:spPr bwMode="auto">
          <a:xfrm flipV="1">
            <a:off x="1633538" y="523875"/>
            <a:ext cx="1136650"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nvGrpSpPr>
          <p:cNvPr id="158732" name="组合 180224"/>
          <p:cNvGrpSpPr>
            <a:grpSpLocks/>
          </p:cNvGrpSpPr>
          <p:nvPr/>
        </p:nvGrpSpPr>
        <p:grpSpPr bwMode="auto">
          <a:xfrm>
            <a:off x="4881563" y="1639888"/>
            <a:ext cx="2038350" cy="361950"/>
            <a:chOff x="4880918" y="1639665"/>
            <a:chExt cx="2038349" cy="361950"/>
          </a:xfrm>
        </p:grpSpPr>
        <p:sp>
          <p:nvSpPr>
            <p:cNvPr id="158836" name="Rectangle 25"/>
            <p:cNvSpPr>
              <a:spLocks noChangeArrowheads="1"/>
            </p:cNvSpPr>
            <p:nvPr/>
          </p:nvSpPr>
          <p:spPr bwMode="auto">
            <a:xfrm>
              <a:off x="4880918" y="1639665"/>
              <a:ext cx="2038349"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a                </a:t>
              </a:r>
              <a:r>
                <a:rPr lang="en-US" altLang="zh-CN" sz="1800">
                  <a:solidFill>
                    <a:srgbClr val="000000"/>
                  </a:solidFill>
                  <a:ea typeface="宋体" panose="02010600030101010101" pitchFamily="2" charset="-122"/>
                  <a:cs typeface="Times New Roman" panose="02020603050405020304" pitchFamily="18" charset="0"/>
                </a:rPr>
                <a:t>array  0</a:t>
              </a:r>
            </a:p>
          </p:txBody>
        </p:sp>
        <p:sp>
          <p:nvSpPr>
            <p:cNvPr id="158837" name="Line 8"/>
            <p:cNvSpPr>
              <a:spLocks noChangeShapeType="1"/>
            </p:cNvSpPr>
            <p:nvPr/>
          </p:nvSpPr>
          <p:spPr bwMode="auto">
            <a:xfrm>
              <a:off x="4898381" y="1990502"/>
              <a:ext cx="2020886" cy="158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sp>
        <p:nvSpPr>
          <p:cNvPr id="158733" name="Line 20"/>
          <p:cNvSpPr>
            <a:spLocks noChangeShapeType="1"/>
          </p:cNvSpPr>
          <p:nvPr/>
        </p:nvSpPr>
        <p:spPr bwMode="auto">
          <a:xfrm>
            <a:off x="2982913" y="555625"/>
            <a:ext cx="377825"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nvGrpSpPr>
          <p:cNvPr id="158734" name="组合 180236"/>
          <p:cNvGrpSpPr>
            <a:grpSpLocks/>
          </p:cNvGrpSpPr>
          <p:nvPr/>
        </p:nvGrpSpPr>
        <p:grpSpPr bwMode="auto">
          <a:xfrm>
            <a:off x="3913188" y="311150"/>
            <a:ext cx="1266825" cy="315913"/>
            <a:chOff x="3913756" y="310816"/>
            <a:chExt cx="1266106" cy="316804"/>
          </a:xfrm>
        </p:grpSpPr>
        <p:sp>
          <p:nvSpPr>
            <p:cNvPr id="158833" name="Line 20"/>
            <p:cNvSpPr>
              <a:spLocks noChangeShapeType="1"/>
            </p:cNvSpPr>
            <p:nvPr/>
          </p:nvSpPr>
          <p:spPr bwMode="auto">
            <a:xfrm>
              <a:off x="4499992" y="620241"/>
              <a:ext cx="27947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cxnSp>
          <p:nvCxnSpPr>
            <p:cNvPr id="124" name="直接箭头连接符 123"/>
            <p:cNvCxnSpPr/>
            <p:nvPr/>
          </p:nvCxnSpPr>
          <p:spPr>
            <a:xfrm flipV="1">
              <a:off x="4616619" y="310816"/>
              <a:ext cx="563243" cy="165566"/>
            </a:xfrm>
            <a:prstGeom prst="straightConnector1">
              <a:avLst/>
            </a:prstGeom>
            <a:ln w="38100">
              <a:solidFill>
                <a:srgbClr val="FF00FF"/>
              </a:solidFill>
              <a:tailEnd type="triangle"/>
            </a:ln>
          </p:spPr>
          <p:style>
            <a:lnRef idx="1">
              <a:schemeClr val="accent1"/>
            </a:lnRef>
            <a:fillRef idx="0">
              <a:schemeClr val="accent1"/>
            </a:fillRef>
            <a:effectRef idx="0">
              <a:schemeClr val="accent1"/>
            </a:effectRef>
            <a:fontRef idx="minor">
              <a:schemeClr val="tx1"/>
            </a:fontRef>
          </p:style>
        </p:cxnSp>
        <p:sp>
          <p:nvSpPr>
            <p:cNvPr id="151" name="矩形 150"/>
            <p:cNvSpPr/>
            <p:nvPr/>
          </p:nvSpPr>
          <p:spPr>
            <a:xfrm>
              <a:off x="3913756" y="334696"/>
              <a:ext cx="439487" cy="292924"/>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Times New Roman" panose="02020603050405020304" pitchFamily="18" charset="0"/>
                  <a:cs typeface="Times New Roman" panose="02020603050405020304" pitchFamily="18" charset="0"/>
                </a:rPr>
                <a:t>0</a:t>
              </a:r>
              <a:endParaRPr lang="zh-CN" altLang="en-US" dirty="0">
                <a:solidFill>
                  <a:prstClr val="black"/>
                </a:solidFill>
                <a:latin typeface="Times New Roman" panose="02020603050405020304" pitchFamily="18" charset="0"/>
                <a:cs typeface="Times New Roman" panose="02020603050405020304" pitchFamily="18" charset="0"/>
              </a:endParaRPr>
            </a:p>
          </p:txBody>
        </p:sp>
      </p:grpSp>
      <p:grpSp>
        <p:nvGrpSpPr>
          <p:cNvPr id="158735" name="组合 180238"/>
          <p:cNvGrpSpPr>
            <a:grpSpLocks/>
          </p:cNvGrpSpPr>
          <p:nvPr/>
        </p:nvGrpSpPr>
        <p:grpSpPr bwMode="auto">
          <a:xfrm>
            <a:off x="3908425" y="636588"/>
            <a:ext cx="990600" cy="769937"/>
            <a:chOff x="3907724" y="637094"/>
            <a:chExt cx="990625" cy="769481"/>
          </a:xfrm>
        </p:grpSpPr>
        <p:sp>
          <p:nvSpPr>
            <p:cNvPr id="158830" name="Line 20"/>
            <p:cNvSpPr>
              <a:spLocks noChangeShapeType="1"/>
            </p:cNvSpPr>
            <p:nvPr/>
          </p:nvSpPr>
          <p:spPr bwMode="auto">
            <a:xfrm>
              <a:off x="4499992" y="926397"/>
              <a:ext cx="27947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cxnSp>
          <p:nvCxnSpPr>
            <p:cNvPr id="133" name="直接箭头连接符 132"/>
            <p:cNvCxnSpPr/>
            <p:nvPr/>
          </p:nvCxnSpPr>
          <p:spPr>
            <a:xfrm>
              <a:off x="4617355" y="771951"/>
              <a:ext cx="280994" cy="634624"/>
            </a:xfrm>
            <a:prstGeom prst="straightConnector1">
              <a:avLst/>
            </a:prstGeom>
            <a:ln w="38100">
              <a:solidFill>
                <a:srgbClr val="FF00FF"/>
              </a:solidFill>
              <a:tailEnd type="triangle"/>
            </a:ln>
          </p:spPr>
          <p:style>
            <a:lnRef idx="1">
              <a:schemeClr val="accent1"/>
            </a:lnRef>
            <a:fillRef idx="0">
              <a:schemeClr val="accent1"/>
            </a:fillRef>
            <a:effectRef idx="0">
              <a:schemeClr val="accent1"/>
            </a:effectRef>
            <a:fontRef idx="minor">
              <a:schemeClr val="tx1"/>
            </a:fontRef>
          </p:style>
        </p:cxnSp>
        <p:sp>
          <p:nvSpPr>
            <p:cNvPr id="153" name="矩形 152"/>
            <p:cNvSpPr/>
            <p:nvPr/>
          </p:nvSpPr>
          <p:spPr>
            <a:xfrm>
              <a:off x="3907724" y="637094"/>
              <a:ext cx="439749" cy="291927"/>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Times New Roman" panose="02020603050405020304" pitchFamily="18" charset="0"/>
                  <a:cs typeface="Times New Roman" panose="02020603050405020304" pitchFamily="18" charset="0"/>
                </a:rPr>
                <a:t>0</a:t>
              </a:r>
              <a:endParaRPr lang="zh-CN" altLang="en-US" dirty="0">
                <a:solidFill>
                  <a:prstClr val="black"/>
                </a:solidFill>
                <a:latin typeface="Times New Roman" panose="02020603050405020304" pitchFamily="18" charset="0"/>
                <a:cs typeface="Times New Roman" panose="02020603050405020304" pitchFamily="18" charset="0"/>
              </a:endParaRPr>
            </a:p>
          </p:txBody>
        </p:sp>
      </p:grpSp>
      <p:sp>
        <p:nvSpPr>
          <p:cNvPr id="180232" name="矩形 180231"/>
          <p:cNvSpPr/>
          <p:nvPr/>
        </p:nvSpPr>
        <p:spPr>
          <a:xfrm>
            <a:off x="3916363" y="622300"/>
            <a:ext cx="439737" cy="293688"/>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Times New Roman" panose="02020603050405020304" pitchFamily="18" charset="0"/>
                <a:cs typeface="Times New Roman" panose="02020603050405020304" pitchFamily="18" charset="0"/>
              </a:rPr>
              <a:t>40</a:t>
            </a:r>
            <a:endParaRPr lang="zh-CN" altLang="en-US" dirty="0">
              <a:solidFill>
                <a:prstClr val="black"/>
              </a:solidFill>
              <a:latin typeface="Times New Roman" panose="02020603050405020304" pitchFamily="18" charset="0"/>
              <a:cs typeface="Times New Roman" panose="02020603050405020304" pitchFamily="18" charset="0"/>
            </a:endParaRPr>
          </a:p>
        </p:txBody>
      </p:sp>
      <p:grpSp>
        <p:nvGrpSpPr>
          <p:cNvPr id="158737" name="组合 180240"/>
          <p:cNvGrpSpPr>
            <a:grpSpLocks/>
          </p:cNvGrpSpPr>
          <p:nvPr/>
        </p:nvGrpSpPr>
        <p:grpSpPr bwMode="auto">
          <a:xfrm>
            <a:off x="4897438" y="1943100"/>
            <a:ext cx="2071687" cy="363538"/>
            <a:chOff x="4897836" y="1942382"/>
            <a:chExt cx="2070694" cy="363537"/>
          </a:xfrm>
        </p:grpSpPr>
        <p:sp>
          <p:nvSpPr>
            <p:cNvPr id="158828" name="Line 7"/>
            <p:cNvSpPr>
              <a:spLocks noChangeShapeType="1"/>
            </p:cNvSpPr>
            <p:nvPr/>
          </p:nvSpPr>
          <p:spPr bwMode="auto">
            <a:xfrm flipV="1">
              <a:off x="4899968" y="2281016"/>
              <a:ext cx="1978025" cy="158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8829" name="Rectangle 26"/>
            <p:cNvSpPr>
              <a:spLocks noChangeArrowheads="1"/>
            </p:cNvSpPr>
            <p:nvPr/>
          </p:nvSpPr>
          <p:spPr bwMode="auto">
            <a:xfrm>
              <a:off x="4897836" y="1942382"/>
              <a:ext cx="2070694"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x                 </a:t>
              </a:r>
              <a:r>
                <a:rPr lang="en-US" altLang="zh-CN" sz="1800">
                  <a:solidFill>
                    <a:srgbClr val="000000"/>
                  </a:solidFill>
                  <a:ea typeface="宋体" panose="02010600030101010101" pitchFamily="2" charset="-122"/>
                  <a:cs typeface="Times New Roman" panose="02020603050405020304" pitchFamily="18" charset="0"/>
                </a:rPr>
                <a:t>int     44</a:t>
              </a:r>
            </a:p>
          </p:txBody>
        </p:sp>
      </p:grpSp>
      <p:sp>
        <p:nvSpPr>
          <p:cNvPr id="158738" name="Line 20"/>
          <p:cNvSpPr>
            <a:spLocks noChangeShapeType="1"/>
          </p:cNvSpPr>
          <p:nvPr/>
        </p:nvSpPr>
        <p:spPr bwMode="auto">
          <a:xfrm>
            <a:off x="1633538" y="700088"/>
            <a:ext cx="1427162"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8739" name="Line 20"/>
          <p:cNvSpPr>
            <a:spLocks noChangeShapeType="1"/>
          </p:cNvSpPr>
          <p:nvPr/>
        </p:nvSpPr>
        <p:spPr bwMode="auto">
          <a:xfrm flipV="1">
            <a:off x="1785938" y="922338"/>
            <a:ext cx="842962"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nvGrpSpPr>
          <p:cNvPr id="158740" name="组合 180243"/>
          <p:cNvGrpSpPr>
            <a:grpSpLocks/>
          </p:cNvGrpSpPr>
          <p:nvPr/>
        </p:nvGrpSpPr>
        <p:grpSpPr bwMode="auto">
          <a:xfrm>
            <a:off x="7504113" y="539750"/>
            <a:ext cx="1239837" cy="361950"/>
            <a:chOff x="7504161" y="539279"/>
            <a:chExt cx="1239492" cy="361950"/>
          </a:xfrm>
        </p:grpSpPr>
        <p:sp>
          <p:nvSpPr>
            <p:cNvPr id="158826" name="Line 19"/>
            <p:cNvSpPr>
              <a:spLocks noChangeShapeType="1"/>
            </p:cNvSpPr>
            <p:nvPr/>
          </p:nvSpPr>
          <p:spPr bwMode="auto">
            <a:xfrm flipV="1">
              <a:off x="7504161" y="875829"/>
              <a:ext cx="122837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8827" name="Rectangle 40"/>
            <p:cNvSpPr>
              <a:spLocks noChangeArrowheads="1"/>
            </p:cNvSpPr>
            <p:nvPr/>
          </p:nvSpPr>
          <p:spPr bwMode="auto">
            <a:xfrm>
              <a:off x="7523211" y="539279"/>
              <a:ext cx="1220442"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i      </a:t>
              </a:r>
              <a:r>
                <a:rPr lang="en-US" altLang="zh-CN" sz="1800">
                  <a:solidFill>
                    <a:srgbClr val="000000"/>
                  </a:solidFill>
                  <a:ea typeface="宋体" panose="02010600030101010101" pitchFamily="2" charset="-122"/>
                  <a:cs typeface="Times New Roman" panose="02020603050405020304" pitchFamily="18" charset="0"/>
                </a:rPr>
                <a:t>int     0</a:t>
              </a:r>
            </a:p>
          </p:txBody>
        </p:sp>
      </p:grpSp>
      <p:sp>
        <p:nvSpPr>
          <p:cNvPr id="158741" name="Line 20"/>
          <p:cNvSpPr>
            <a:spLocks noChangeShapeType="1"/>
          </p:cNvSpPr>
          <p:nvPr/>
        </p:nvSpPr>
        <p:spPr bwMode="auto">
          <a:xfrm flipV="1">
            <a:off x="2773363" y="915988"/>
            <a:ext cx="334962"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78" name="矩形 177"/>
          <p:cNvSpPr/>
          <p:nvPr/>
        </p:nvSpPr>
        <p:spPr>
          <a:xfrm>
            <a:off x="8509000" y="298450"/>
            <a:ext cx="271463" cy="292100"/>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Times New Roman" panose="02020603050405020304" pitchFamily="18" charset="0"/>
                <a:cs typeface="Times New Roman" panose="02020603050405020304" pitchFamily="18" charset="0"/>
              </a:rPr>
              <a:t>4</a:t>
            </a:r>
            <a:endParaRPr lang="zh-CN" altLang="en-US" dirty="0">
              <a:solidFill>
                <a:prstClr val="black"/>
              </a:solidFill>
              <a:latin typeface="Times New Roman" panose="02020603050405020304" pitchFamily="18" charset="0"/>
              <a:cs typeface="Times New Roman" panose="02020603050405020304" pitchFamily="18" charset="0"/>
            </a:endParaRPr>
          </a:p>
        </p:txBody>
      </p:sp>
      <p:grpSp>
        <p:nvGrpSpPr>
          <p:cNvPr id="158743" name="组合 180244"/>
          <p:cNvGrpSpPr>
            <a:grpSpLocks/>
          </p:cNvGrpSpPr>
          <p:nvPr/>
        </p:nvGrpSpPr>
        <p:grpSpPr bwMode="auto">
          <a:xfrm>
            <a:off x="4862513" y="739775"/>
            <a:ext cx="2640012" cy="1817688"/>
            <a:chOff x="4861992" y="739181"/>
            <a:chExt cx="2640954" cy="1818058"/>
          </a:xfrm>
        </p:grpSpPr>
        <p:sp>
          <p:nvSpPr>
            <p:cNvPr id="84" name="Line 95"/>
            <p:cNvSpPr>
              <a:spLocks noChangeShapeType="1"/>
            </p:cNvSpPr>
            <p:nvPr/>
          </p:nvSpPr>
          <p:spPr bwMode="auto">
            <a:xfrm>
              <a:off x="7018586" y="739181"/>
              <a:ext cx="3176" cy="1722789"/>
            </a:xfrm>
            <a:prstGeom prst="line">
              <a:avLst/>
            </a:prstGeom>
            <a:noFill/>
            <a:ln w="25400">
              <a:solidFill>
                <a:schemeClr val="tx2">
                  <a:lumMod val="60000"/>
                  <a:lumOff val="40000"/>
                </a:schemeClr>
              </a:solidFill>
              <a:round/>
              <a:headEnd/>
              <a:tailEnd/>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86" name="Line 43"/>
            <p:cNvSpPr>
              <a:spLocks noChangeShapeType="1"/>
            </p:cNvSpPr>
            <p:nvPr/>
          </p:nvSpPr>
          <p:spPr bwMode="auto">
            <a:xfrm>
              <a:off x="7031291" y="750296"/>
              <a:ext cx="471655" cy="0"/>
            </a:xfrm>
            <a:prstGeom prst="line">
              <a:avLst/>
            </a:prstGeom>
            <a:noFill/>
            <a:ln w="25400">
              <a:solidFill>
                <a:schemeClr val="tx2">
                  <a:lumMod val="60000"/>
                  <a:lumOff val="40000"/>
                </a:schemeClr>
              </a:solidFill>
              <a:round/>
              <a:headEnd/>
              <a:tailEnd type="stealth" w="lg" len="lg"/>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158824" name="Line 6"/>
            <p:cNvSpPr>
              <a:spLocks noChangeShapeType="1"/>
            </p:cNvSpPr>
            <p:nvPr/>
          </p:nvSpPr>
          <p:spPr bwMode="auto">
            <a:xfrm flipV="1">
              <a:off x="4874568" y="2557239"/>
              <a:ext cx="198650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8825" name="Rectangle 28"/>
            <p:cNvSpPr>
              <a:spLocks noChangeArrowheads="1"/>
            </p:cNvSpPr>
            <p:nvPr/>
          </p:nvSpPr>
          <p:spPr bwMode="auto">
            <a:xfrm>
              <a:off x="4861992" y="2192115"/>
              <a:ext cx="1314450"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readarray</a:t>
              </a:r>
            </a:p>
          </p:txBody>
        </p:sp>
      </p:grpSp>
      <p:sp>
        <p:nvSpPr>
          <p:cNvPr id="158744" name="Line 20"/>
          <p:cNvSpPr>
            <a:spLocks noChangeShapeType="1"/>
          </p:cNvSpPr>
          <p:nvPr/>
        </p:nvSpPr>
        <p:spPr bwMode="auto">
          <a:xfrm>
            <a:off x="1619250" y="1131888"/>
            <a:ext cx="1427163"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nvGrpSpPr>
          <p:cNvPr id="158745" name="组合 1"/>
          <p:cNvGrpSpPr>
            <a:grpSpLocks/>
          </p:cNvGrpSpPr>
          <p:nvPr/>
        </p:nvGrpSpPr>
        <p:grpSpPr bwMode="auto">
          <a:xfrm>
            <a:off x="6861175" y="893763"/>
            <a:ext cx="1976438" cy="727075"/>
            <a:chOff x="6861077" y="893664"/>
            <a:chExt cx="1976561" cy="727596"/>
          </a:xfrm>
        </p:grpSpPr>
        <p:sp>
          <p:nvSpPr>
            <p:cNvPr id="158813" name="Rectangle 31"/>
            <p:cNvSpPr>
              <a:spLocks noChangeArrowheads="1"/>
            </p:cNvSpPr>
            <p:nvPr/>
          </p:nvSpPr>
          <p:spPr bwMode="auto">
            <a:xfrm>
              <a:off x="7566050" y="893664"/>
              <a:ext cx="1271588"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2100" i="1">
                  <a:solidFill>
                    <a:srgbClr val="000000"/>
                  </a:solidFill>
                  <a:ea typeface="宋体" panose="02010600030101010101" pitchFamily="2" charset="-122"/>
                  <a:cs typeface="Times New Roman" panose="02020603050405020304" pitchFamily="18" charset="0"/>
                </a:rPr>
                <a:t>exchange</a:t>
              </a:r>
            </a:p>
          </p:txBody>
        </p:sp>
        <p:sp>
          <p:nvSpPr>
            <p:cNvPr id="158814" name="Line 32"/>
            <p:cNvSpPr>
              <a:spLocks noChangeShapeType="1"/>
            </p:cNvSpPr>
            <p:nvPr/>
          </p:nvSpPr>
          <p:spPr bwMode="auto">
            <a:xfrm>
              <a:off x="7486725" y="1298998"/>
              <a:ext cx="0" cy="2921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8815" name="Line 33"/>
            <p:cNvSpPr>
              <a:spLocks noChangeShapeType="1"/>
            </p:cNvSpPr>
            <p:nvPr/>
          </p:nvSpPr>
          <p:spPr bwMode="auto">
            <a:xfrm>
              <a:off x="8718178" y="1298998"/>
              <a:ext cx="0" cy="32226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8816" name="Line 34"/>
            <p:cNvSpPr>
              <a:spLocks noChangeShapeType="1"/>
            </p:cNvSpPr>
            <p:nvPr/>
          </p:nvSpPr>
          <p:spPr bwMode="auto">
            <a:xfrm>
              <a:off x="7488312" y="1608559"/>
              <a:ext cx="119538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8817" name="Rectangle 35"/>
            <p:cNvSpPr>
              <a:spLocks noChangeArrowheads="1"/>
            </p:cNvSpPr>
            <p:nvPr/>
          </p:nvSpPr>
          <p:spPr bwMode="auto">
            <a:xfrm>
              <a:off x="7710066" y="1246610"/>
              <a:ext cx="1078408"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header</a:t>
              </a:r>
              <a:endParaRPr lang="en-US" altLang="zh-CN" sz="2100">
                <a:solidFill>
                  <a:srgbClr val="000000"/>
                </a:solidFill>
                <a:ea typeface="宋体" panose="02010600030101010101" pitchFamily="2" charset="-122"/>
                <a:cs typeface="Times New Roman" panose="02020603050405020304" pitchFamily="18" charset="0"/>
              </a:endParaRPr>
            </a:p>
          </p:txBody>
        </p:sp>
        <p:sp>
          <p:nvSpPr>
            <p:cNvPr id="158818" name="Line 36"/>
            <p:cNvSpPr>
              <a:spLocks noChangeShapeType="1"/>
            </p:cNvSpPr>
            <p:nvPr/>
          </p:nvSpPr>
          <p:spPr bwMode="auto">
            <a:xfrm flipV="1">
              <a:off x="7501013" y="1297409"/>
              <a:ext cx="1217166" cy="158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8819" name="Line 37"/>
            <p:cNvSpPr>
              <a:spLocks noChangeShapeType="1"/>
            </p:cNvSpPr>
            <p:nvPr/>
          </p:nvSpPr>
          <p:spPr bwMode="auto">
            <a:xfrm>
              <a:off x="7710066" y="1313285"/>
              <a:ext cx="0" cy="284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8820" name="Line 33"/>
            <p:cNvSpPr>
              <a:spLocks noChangeShapeType="1"/>
            </p:cNvSpPr>
            <p:nvPr/>
          </p:nvSpPr>
          <p:spPr bwMode="auto">
            <a:xfrm>
              <a:off x="8502154" y="1294235"/>
              <a:ext cx="0" cy="32226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8821" name="Line 51"/>
            <p:cNvSpPr>
              <a:spLocks noChangeShapeType="1"/>
            </p:cNvSpPr>
            <p:nvPr/>
          </p:nvSpPr>
          <p:spPr bwMode="auto">
            <a:xfrm flipH="1">
              <a:off x="6861077" y="1533301"/>
              <a:ext cx="736822" cy="0"/>
            </a:xfrm>
            <a:prstGeom prst="line">
              <a:avLst/>
            </a:prstGeom>
            <a:noFill/>
            <a:ln w="25400">
              <a:solidFill>
                <a:srgbClr val="FF0000"/>
              </a:solidFill>
              <a:round/>
              <a:headEnd/>
              <a:tailEnd type="stealth" w="lg" len="lg"/>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sp>
        <p:nvSpPr>
          <p:cNvPr id="158746" name="Line 20"/>
          <p:cNvSpPr>
            <a:spLocks noChangeShapeType="1"/>
          </p:cNvSpPr>
          <p:nvPr/>
        </p:nvSpPr>
        <p:spPr bwMode="auto">
          <a:xfrm flipV="1">
            <a:off x="3157538" y="1131888"/>
            <a:ext cx="334962"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22" name="矩形 121"/>
          <p:cNvSpPr/>
          <p:nvPr/>
        </p:nvSpPr>
        <p:spPr>
          <a:xfrm>
            <a:off x="8510588" y="1303338"/>
            <a:ext cx="238125" cy="292100"/>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Times New Roman" panose="02020603050405020304" pitchFamily="18" charset="0"/>
                <a:cs typeface="Times New Roman" panose="02020603050405020304" pitchFamily="18" charset="0"/>
              </a:rPr>
              <a:t>0</a:t>
            </a:r>
            <a:endParaRPr lang="zh-CN" altLang="en-US" dirty="0">
              <a:solidFill>
                <a:prstClr val="black"/>
              </a:solidFill>
              <a:latin typeface="Times New Roman" panose="02020603050405020304" pitchFamily="18" charset="0"/>
              <a:cs typeface="Times New Roman" panose="02020603050405020304" pitchFamily="18" charset="0"/>
            </a:endParaRPr>
          </a:p>
        </p:txBody>
      </p:sp>
      <p:grpSp>
        <p:nvGrpSpPr>
          <p:cNvPr id="158748" name="组合 3"/>
          <p:cNvGrpSpPr>
            <a:grpSpLocks/>
          </p:cNvGrpSpPr>
          <p:nvPr/>
        </p:nvGrpSpPr>
        <p:grpSpPr bwMode="auto">
          <a:xfrm>
            <a:off x="4862513" y="1423988"/>
            <a:ext cx="2551112" cy="1428750"/>
            <a:chOff x="4861992" y="1423765"/>
            <a:chExt cx="2551631" cy="1428750"/>
          </a:xfrm>
        </p:grpSpPr>
        <p:sp>
          <p:nvSpPr>
            <p:cNvPr id="158808" name="Line 5"/>
            <p:cNvSpPr>
              <a:spLocks noChangeShapeType="1"/>
            </p:cNvSpPr>
            <p:nvPr/>
          </p:nvSpPr>
          <p:spPr bwMode="auto">
            <a:xfrm>
              <a:off x="4887268" y="2846735"/>
              <a:ext cx="197380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8809" name="Rectangle 39"/>
            <p:cNvSpPr>
              <a:spLocks noChangeArrowheads="1"/>
            </p:cNvSpPr>
            <p:nvPr/>
          </p:nvSpPr>
          <p:spPr bwMode="auto">
            <a:xfrm>
              <a:off x="4861992" y="2488977"/>
              <a:ext cx="1260475"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exchange</a:t>
              </a:r>
            </a:p>
          </p:txBody>
        </p:sp>
        <p:sp>
          <p:nvSpPr>
            <p:cNvPr id="130" name="Line 103"/>
            <p:cNvSpPr>
              <a:spLocks noChangeShapeType="1"/>
            </p:cNvSpPr>
            <p:nvPr/>
          </p:nvSpPr>
          <p:spPr bwMode="auto">
            <a:xfrm flipH="1">
              <a:off x="6753089" y="2738215"/>
              <a:ext cx="374726" cy="0"/>
            </a:xfrm>
            <a:prstGeom prst="line">
              <a:avLst/>
            </a:prstGeom>
            <a:noFill/>
            <a:ln w="25400">
              <a:solidFill>
                <a:schemeClr val="tx2">
                  <a:lumMod val="60000"/>
                  <a:lumOff val="40000"/>
                </a:schemeClr>
              </a:solidFill>
              <a:round/>
              <a:headEnd/>
              <a:tailEnd/>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131" name="Line 95"/>
            <p:cNvSpPr>
              <a:spLocks noChangeShapeType="1"/>
            </p:cNvSpPr>
            <p:nvPr/>
          </p:nvSpPr>
          <p:spPr bwMode="auto">
            <a:xfrm flipH="1">
              <a:off x="7150044" y="1423765"/>
              <a:ext cx="0" cy="1330325"/>
            </a:xfrm>
            <a:prstGeom prst="line">
              <a:avLst/>
            </a:prstGeom>
            <a:noFill/>
            <a:ln w="25400">
              <a:solidFill>
                <a:schemeClr val="tx2">
                  <a:lumMod val="60000"/>
                  <a:lumOff val="40000"/>
                </a:schemeClr>
              </a:solidFill>
              <a:round/>
              <a:headEnd/>
              <a:tailEnd/>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132" name="Line 43"/>
            <p:cNvSpPr>
              <a:spLocks noChangeShapeType="1"/>
            </p:cNvSpPr>
            <p:nvPr/>
          </p:nvSpPr>
          <p:spPr bwMode="auto">
            <a:xfrm flipV="1">
              <a:off x="7129403" y="1436465"/>
              <a:ext cx="284220" cy="0"/>
            </a:xfrm>
            <a:prstGeom prst="line">
              <a:avLst/>
            </a:prstGeom>
            <a:noFill/>
            <a:ln w="25400">
              <a:solidFill>
                <a:schemeClr val="tx2">
                  <a:lumMod val="60000"/>
                  <a:lumOff val="40000"/>
                </a:schemeClr>
              </a:solidFill>
              <a:round/>
              <a:headEnd/>
              <a:tailEnd type="stealth" w="lg" len="lg"/>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grpSp>
      <p:sp>
        <p:nvSpPr>
          <p:cNvPr id="135" name="Line 20"/>
          <p:cNvSpPr>
            <a:spLocks noChangeShapeType="1"/>
          </p:cNvSpPr>
          <p:nvPr/>
        </p:nvSpPr>
        <p:spPr bwMode="auto">
          <a:xfrm>
            <a:off x="1619250" y="1347788"/>
            <a:ext cx="1427163"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nvGrpSpPr>
          <p:cNvPr id="14" name="组合 2"/>
          <p:cNvGrpSpPr>
            <a:grpSpLocks/>
          </p:cNvGrpSpPr>
          <p:nvPr/>
        </p:nvGrpSpPr>
        <p:grpSpPr bwMode="auto">
          <a:xfrm>
            <a:off x="6896100" y="1582738"/>
            <a:ext cx="2354263" cy="1533525"/>
            <a:chOff x="6895356" y="1582537"/>
            <a:chExt cx="2355402" cy="1533525"/>
          </a:xfrm>
        </p:grpSpPr>
        <p:sp>
          <p:nvSpPr>
            <p:cNvPr id="158798" name="Line 42"/>
            <p:cNvSpPr>
              <a:spLocks noChangeShapeType="1"/>
            </p:cNvSpPr>
            <p:nvPr/>
          </p:nvSpPr>
          <p:spPr bwMode="auto">
            <a:xfrm>
              <a:off x="7454577" y="1920674"/>
              <a:ext cx="1587" cy="117951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8799" name="Line 43"/>
            <p:cNvSpPr>
              <a:spLocks noChangeShapeType="1"/>
            </p:cNvSpPr>
            <p:nvPr/>
          </p:nvSpPr>
          <p:spPr bwMode="auto">
            <a:xfrm flipH="1">
              <a:off x="9091289" y="1919087"/>
              <a:ext cx="4763" cy="11969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8800" name="Line 47"/>
            <p:cNvSpPr>
              <a:spLocks noChangeShapeType="1"/>
            </p:cNvSpPr>
            <p:nvPr/>
          </p:nvSpPr>
          <p:spPr bwMode="auto">
            <a:xfrm flipV="1">
              <a:off x="7456164" y="2230237"/>
              <a:ext cx="163988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8801" name="Rectangle 48"/>
            <p:cNvSpPr>
              <a:spLocks noChangeArrowheads="1"/>
            </p:cNvSpPr>
            <p:nvPr/>
          </p:nvSpPr>
          <p:spPr bwMode="auto">
            <a:xfrm>
              <a:off x="7946702" y="1868287"/>
              <a:ext cx="1304056"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header  </a:t>
              </a:r>
              <a:endParaRPr lang="en-US" altLang="zh-CN" sz="2100">
                <a:solidFill>
                  <a:srgbClr val="000000"/>
                </a:solidFill>
                <a:ea typeface="宋体" panose="02010600030101010101" pitchFamily="2" charset="-122"/>
                <a:cs typeface="Times New Roman" panose="02020603050405020304" pitchFamily="18" charset="0"/>
              </a:endParaRPr>
            </a:p>
          </p:txBody>
        </p:sp>
        <p:sp>
          <p:nvSpPr>
            <p:cNvPr id="158802" name="Rectangle 49"/>
            <p:cNvSpPr>
              <a:spLocks noChangeArrowheads="1"/>
            </p:cNvSpPr>
            <p:nvPr/>
          </p:nvSpPr>
          <p:spPr bwMode="auto">
            <a:xfrm>
              <a:off x="7666582" y="1582537"/>
              <a:ext cx="1350963"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2100" i="1">
                  <a:solidFill>
                    <a:srgbClr val="000000"/>
                  </a:solidFill>
                  <a:ea typeface="宋体" panose="02010600030101010101" pitchFamily="2" charset="-122"/>
                  <a:cs typeface="Times New Roman" panose="02020603050405020304" pitchFamily="18" charset="0"/>
                </a:rPr>
                <a:t>quicksort</a:t>
              </a:r>
            </a:p>
          </p:txBody>
        </p:sp>
        <p:sp>
          <p:nvSpPr>
            <p:cNvPr id="158803" name="Line 50"/>
            <p:cNvSpPr>
              <a:spLocks noChangeShapeType="1"/>
            </p:cNvSpPr>
            <p:nvPr/>
          </p:nvSpPr>
          <p:spPr bwMode="auto">
            <a:xfrm flipV="1">
              <a:off x="7467277" y="1919087"/>
              <a:ext cx="1639887" cy="15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8804" name="Line 51"/>
            <p:cNvSpPr>
              <a:spLocks noChangeShapeType="1"/>
            </p:cNvSpPr>
            <p:nvPr/>
          </p:nvSpPr>
          <p:spPr bwMode="auto">
            <a:xfrm>
              <a:off x="7832402" y="1934962"/>
              <a:ext cx="1587" cy="2825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8805" name="Line 52"/>
            <p:cNvSpPr>
              <a:spLocks noChangeShapeType="1"/>
            </p:cNvSpPr>
            <p:nvPr/>
          </p:nvSpPr>
          <p:spPr bwMode="auto">
            <a:xfrm>
              <a:off x="8386662" y="2254049"/>
              <a:ext cx="0" cy="86042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8806" name="Line 51"/>
            <p:cNvSpPr>
              <a:spLocks noChangeShapeType="1"/>
            </p:cNvSpPr>
            <p:nvPr/>
          </p:nvSpPr>
          <p:spPr bwMode="auto">
            <a:xfrm flipH="1" flipV="1">
              <a:off x="6895356" y="2122287"/>
              <a:ext cx="821434" cy="438"/>
            </a:xfrm>
            <a:prstGeom prst="line">
              <a:avLst/>
            </a:prstGeom>
            <a:noFill/>
            <a:ln w="25400">
              <a:solidFill>
                <a:srgbClr val="FF0000"/>
              </a:solidFill>
              <a:round/>
              <a:headEnd/>
              <a:tailEnd type="stealth" w="lg" len="lg"/>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8807" name="Line 43"/>
            <p:cNvSpPr>
              <a:spLocks noChangeShapeType="1"/>
            </p:cNvSpPr>
            <p:nvPr/>
          </p:nvSpPr>
          <p:spPr bwMode="auto">
            <a:xfrm flipH="1">
              <a:off x="8746702" y="1903881"/>
              <a:ext cx="4763" cy="11969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grpSp>
        <p:nvGrpSpPr>
          <p:cNvPr id="15" name="组合 154"/>
          <p:cNvGrpSpPr>
            <a:grpSpLocks/>
          </p:cNvGrpSpPr>
          <p:nvPr/>
        </p:nvGrpSpPr>
        <p:grpSpPr bwMode="auto">
          <a:xfrm>
            <a:off x="3924300" y="911225"/>
            <a:ext cx="3530600" cy="992188"/>
            <a:chOff x="3913756" y="335024"/>
            <a:chExt cx="3530649" cy="992879"/>
          </a:xfrm>
        </p:grpSpPr>
        <p:sp>
          <p:nvSpPr>
            <p:cNvPr id="158795" name="Line 20"/>
            <p:cNvSpPr>
              <a:spLocks noChangeShapeType="1"/>
            </p:cNvSpPr>
            <p:nvPr/>
          </p:nvSpPr>
          <p:spPr bwMode="auto">
            <a:xfrm>
              <a:off x="4499992" y="620241"/>
              <a:ext cx="27947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cxnSp>
          <p:nvCxnSpPr>
            <p:cNvPr id="157" name="直接箭头连接符 156"/>
            <p:cNvCxnSpPr/>
            <p:nvPr/>
          </p:nvCxnSpPr>
          <p:spPr>
            <a:xfrm>
              <a:off x="4617029" y="476410"/>
              <a:ext cx="2827376" cy="851493"/>
            </a:xfrm>
            <a:prstGeom prst="straightConnector1">
              <a:avLst/>
            </a:prstGeom>
            <a:ln w="38100">
              <a:solidFill>
                <a:srgbClr val="FF00FF"/>
              </a:solidFill>
              <a:tailEnd type="triangle"/>
            </a:ln>
          </p:spPr>
          <p:style>
            <a:lnRef idx="1">
              <a:schemeClr val="accent1"/>
            </a:lnRef>
            <a:fillRef idx="0">
              <a:schemeClr val="accent1"/>
            </a:fillRef>
            <a:effectRef idx="0">
              <a:schemeClr val="accent1"/>
            </a:effectRef>
            <a:fontRef idx="minor">
              <a:schemeClr val="tx1"/>
            </a:fontRef>
          </p:style>
        </p:cxnSp>
        <p:sp>
          <p:nvSpPr>
            <p:cNvPr id="158" name="矩形 157"/>
            <p:cNvSpPr/>
            <p:nvPr/>
          </p:nvSpPr>
          <p:spPr>
            <a:xfrm>
              <a:off x="3913756" y="335024"/>
              <a:ext cx="439744" cy="292303"/>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Times New Roman" panose="02020603050405020304" pitchFamily="18" charset="0"/>
                  <a:cs typeface="Times New Roman" panose="02020603050405020304" pitchFamily="18" charset="0"/>
                </a:rPr>
                <a:t>0</a:t>
              </a:r>
              <a:endParaRPr lang="zh-CN" altLang="en-US" dirty="0">
                <a:solidFill>
                  <a:prstClr val="black"/>
                </a:solidFill>
                <a:latin typeface="Times New Roman" panose="02020603050405020304" pitchFamily="18" charset="0"/>
                <a:cs typeface="Times New Roman" panose="02020603050405020304" pitchFamily="18" charset="0"/>
              </a:endParaRPr>
            </a:p>
          </p:txBody>
        </p:sp>
      </p:grpSp>
      <p:sp>
        <p:nvSpPr>
          <p:cNvPr id="160" name="Line 20"/>
          <p:cNvSpPr>
            <a:spLocks noChangeShapeType="1"/>
          </p:cNvSpPr>
          <p:nvPr/>
        </p:nvSpPr>
        <p:spPr bwMode="auto">
          <a:xfrm flipV="1">
            <a:off x="1785938" y="1563688"/>
            <a:ext cx="1136650"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nvGrpSpPr>
          <p:cNvPr id="16" name="组合 6"/>
          <p:cNvGrpSpPr>
            <a:grpSpLocks/>
          </p:cNvGrpSpPr>
          <p:nvPr/>
        </p:nvGrpSpPr>
        <p:grpSpPr bwMode="auto">
          <a:xfrm>
            <a:off x="7467600" y="2201863"/>
            <a:ext cx="1676400" cy="361950"/>
            <a:chOff x="7467277" y="2201662"/>
            <a:chExt cx="1676723" cy="361950"/>
          </a:xfrm>
        </p:grpSpPr>
        <p:sp>
          <p:nvSpPr>
            <p:cNvPr id="158793" name="Rectangle 54"/>
            <p:cNvSpPr>
              <a:spLocks noChangeArrowheads="1"/>
            </p:cNvSpPr>
            <p:nvPr/>
          </p:nvSpPr>
          <p:spPr bwMode="auto">
            <a:xfrm>
              <a:off x="7505377" y="2201662"/>
              <a:ext cx="1638623"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k             </a:t>
              </a:r>
              <a:r>
                <a:rPr lang="en-US" altLang="zh-CN" sz="1800">
                  <a:solidFill>
                    <a:srgbClr val="000000"/>
                  </a:solidFill>
                  <a:ea typeface="宋体" panose="02010600030101010101" pitchFamily="2" charset="-122"/>
                  <a:cs typeface="Times New Roman" panose="02020603050405020304" pitchFamily="18" charset="0"/>
                </a:rPr>
                <a:t>int  0</a:t>
              </a:r>
            </a:p>
          </p:txBody>
        </p:sp>
        <p:sp>
          <p:nvSpPr>
            <p:cNvPr id="158794" name="Line 46"/>
            <p:cNvSpPr>
              <a:spLocks noChangeShapeType="1"/>
            </p:cNvSpPr>
            <p:nvPr/>
          </p:nvSpPr>
          <p:spPr bwMode="auto">
            <a:xfrm flipV="1">
              <a:off x="7467277" y="2525512"/>
              <a:ext cx="1639887" cy="15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sp>
        <p:nvSpPr>
          <p:cNvPr id="167" name="矩形 166"/>
          <p:cNvSpPr/>
          <p:nvPr/>
        </p:nvSpPr>
        <p:spPr>
          <a:xfrm>
            <a:off x="3924300" y="915988"/>
            <a:ext cx="439738" cy="292100"/>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Times New Roman" panose="02020603050405020304" pitchFamily="18" charset="0"/>
                <a:cs typeface="Times New Roman" panose="02020603050405020304" pitchFamily="18" charset="0"/>
              </a:rPr>
              <a:t>4</a:t>
            </a:r>
            <a:endParaRPr lang="zh-CN" altLang="en-US" dirty="0">
              <a:solidFill>
                <a:prstClr val="black"/>
              </a:solidFill>
              <a:latin typeface="Times New Roman" panose="02020603050405020304" pitchFamily="18" charset="0"/>
              <a:cs typeface="Times New Roman" panose="02020603050405020304" pitchFamily="18" charset="0"/>
            </a:endParaRPr>
          </a:p>
        </p:txBody>
      </p:sp>
      <p:grpSp>
        <p:nvGrpSpPr>
          <p:cNvPr id="17" name="组合 7"/>
          <p:cNvGrpSpPr>
            <a:grpSpLocks/>
          </p:cNvGrpSpPr>
          <p:nvPr/>
        </p:nvGrpSpPr>
        <p:grpSpPr bwMode="auto">
          <a:xfrm>
            <a:off x="7467600" y="2486025"/>
            <a:ext cx="1643063" cy="390525"/>
            <a:chOff x="7467277" y="2485824"/>
            <a:chExt cx="1643062" cy="390526"/>
          </a:xfrm>
        </p:grpSpPr>
        <p:sp>
          <p:nvSpPr>
            <p:cNvPr id="158791" name="Rectangle 55"/>
            <p:cNvSpPr>
              <a:spLocks noChangeArrowheads="1"/>
            </p:cNvSpPr>
            <p:nvPr/>
          </p:nvSpPr>
          <p:spPr bwMode="auto">
            <a:xfrm>
              <a:off x="7505376" y="2485824"/>
              <a:ext cx="1585913" cy="3905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v             </a:t>
              </a:r>
              <a:r>
                <a:rPr lang="en-US" altLang="zh-CN" sz="1800">
                  <a:solidFill>
                    <a:srgbClr val="000000"/>
                  </a:solidFill>
                  <a:ea typeface="宋体" panose="02010600030101010101" pitchFamily="2" charset="-122"/>
                  <a:cs typeface="Times New Roman" panose="02020603050405020304" pitchFamily="18" charset="0"/>
                </a:rPr>
                <a:t>int  4</a:t>
              </a:r>
            </a:p>
          </p:txBody>
        </p:sp>
        <p:sp>
          <p:nvSpPr>
            <p:cNvPr id="158792" name="Line 45"/>
            <p:cNvSpPr>
              <a:spLocks noChangeShapeType="1"/>
            </p:cNvSpPr>
            <p:nvPr/>
          </p:nvSpPr>
          <p:spPr bwMode="auto">
            <a:xfrm flipV="1">
              <a:off x="7467277" y="2819199"/>
              <a:ext cx="1643062" cy="15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sp>
        <p:nvSpPr>
          <p:cNvPr id="170" name="矩形 169"/>
          <p:cNvSpPr/>
          <p:nvPr/>
        </p:nvSpPr>
        <p:spPr>
          <a:xfrm>
            <a:off x="3924300" y="915988"/>
            <a:ext cx="439738" cy="292100"/>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Times New Roman" panose="02020603050405020304" pitchFamily="18" charset="0"/>
                <a:cs typeface="Times New Roman" panose="02020603050405020304" pitchFamily="18" charset="0"/>
              </a:rPr>
              <a:t>8</a:t>
            </a:r>
            <a:endParaRPr lang="zh-CN" altLang="en-US" dirty="0">
              <a:solidFill>
                <a:prstClr val="black"/>
              </a:solidFill>
              <a:latin typeface="Times New Roman" panose="02020603050405020304" pitchFamily="18" charset="0"/>
              <a:cs typeface="Times New Roman" panose="02020603050405020304" pitchFamily="18" charset="0"/>
            </a:endParaRPr>
          </a:p>
        </p:txBody>
      </p:sp>
      <p:sp>
        <p:nvSpPr>
          <p:cNvPr id="171" name="Line 20"/>
          <p:cNvSpPr>
            <a:spLocks noChangeShapeType="1"/>
          </p:cNvSpPr>
          <p:nvPr/>
        </p:nvSpPr>
        <p:spPr bwMode="auto">
          <a:xfrm flipV="1">
            <a:off x="1938338" y="1779588"/>
            <a:ext cx="1136650"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nvGrpSpPr>
          <p:cNvPr id="18" name="组合 8"/>
          <p:cNvGrpSpPr>
            <a:grpSpLocks/>
          </p:cNvGrpSpPr>
          <p:nvPr/>
        </p:nvGrpSpPr>
        <p:grpSpPr bwMode="auto">
          <a:xfrm>
            <a:off x="7604125" y="3176588"/>
            <a:ext cx="1524000" cy="1260475"/>
            <a:chOff x="7603925" y="3176042"/>
            <a:chExt cx="1523902" cy="1261690"/>
          </a:xfrm>
        </p:grpSpPr>
        <p:sp>
          <p:nvSpPr>
            <p:cNvPr id="158781" name="Line 56"/>
            <p:cNvSpPr>
              <a:spLocks noChangeShapeType="1"/>
            </p:cNvSpPr>
            <p:nvPr/>
          </p:nvSpPr>
          <p:spPr bwMode="auto">
            <a:xfrm flipH="1">
              <a:off x="7603925" y="3513385"/>
              <a:ext cx="0" cy="9032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8782" name="Line 57"/>
            <p:cNvSpPr>
              <a:spLocks noChangeShapeType="1"/>
            </p:cNvSpPr>
            <p:nvPr/>
          </p:nvSpPr>
          <p:spPr bwMode="auto">
            <a:xfrm flipH="1">
              <a:off x="8899449" y="3513385"/>
              <a:ext cx="0" cy="9032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8783" name="Line 60"/>
            <p:cNvSpPr>
              <a:spLocks noChangeShapeType="1"/>
            </p:cNvSpPr>
            <p:nvPr/>
          </p:nvSpPr>
          <p:spPr bwMode="auto">
            <a:xfrm flipV="1">
              <a:off x="7616626" y="3807495"/>
              <a:ext cx="129076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8784" name="Rectangle 61"/>
            <p:cNvSpPr>
              <a:spLocks noChangeArrowheads="1"/>
            </p:cNvSpPr>
            <p:nvPr/>
          </p:nvSpPr>
          <p:spPr bwMode="auto">
            <a:xfrm>
              <a:off x="7891337" y="3460998"/>
              <a:ext cx="1188964"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header  </a:t>
              </a:r>
              <a:endParaRPr lang="en-US" altLang="zh-CN" sz="2100">
                <a:solidFill>
                  <a:srgbClr val="000000"/>
                </a:solidFill>
                <a:ea typeface="宋体" panose="02010600030101010101" pitchFamily="2" charset="-122"/>
                <a:cs typeface="Times New Roman" panose="02020603050405020304" pitchFamily="18" charset="0"/>
              </a:endParaRPr>
            </a:p>
          </p:txBody>
        </p:sp>
        <p:sp>
          <p:nvSpPr>
            <p:cNvPr id="158785" name="Rectangle 62"/>
            <p:cNvSpPr>
              <a:spLocks noChangeArrowheads="1"/>
            </p:cNvSpPr>
            <p:nvPr/>
          </p:nvSpPr>
          <p:spPr bwMode="auto">
            <a:xfrm>
              <a:off x="7776864" y="3176042"/>
              <a:ext cx="1350963"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2100" i="1">
                  <a:solidFill>
                    <a:srgbClr val="000000"/>
                  </a:solidFill>
                  <a:ea typeface="宋体" panose="02010600030101010101" pitchFamily="2" charset="-122"/>
                  <a:cs typeface="Times New Roman" panose="02020603050405020304" pitchFamily="18" charset="0"/>
                </a:rPr>
                <a:t>partition</a:t>
              </a:r>
            </a:p>
          </p:txBody>
        </p:sp>
        <p:sp>
          <p:nvSpPr>
            <p:cNvPr id="158786" name="Line 63"/>
            <p:cNvSpPr>
              <a:spLocks noChangeShapeType="1"/>
            </p:cNvSpPr>
            <p:nvPr/>
          </p:nvSpPr>
          <p:spPr bwMode="auto">
            <a:xfrm>
              <a:off x="7627738" y="3514972"/>
              <a:ext cx="1269999" cy="158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8787" name="Line 64"/>
            <p:cNvSpPr>
              <a:spLocks noChangeShapeType="1"/>
            </p:cNvSpPr>
            <p:nvPr/>
          </p:nvSpPr>
          <p:spPr bwMode="auto">
            <a:xfrm>
              <a:off x="7891337" y="3527673"/>
              <a:ext cx="1587" cy="2825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8788" name="Line 65"/>
            <p:cNvSpPr>
              <a:spLocks noChangeShapeType="1"/>
            </p:cNvSpPr>
            <p:nvPr/>
          </p:nvSpPr>
          <p:spPr bwMode="auto">
            <a:xfrm flipH="1">
              <a:off x="7897687" y="3826123"/>
              <a:ext cx="0" cy="57785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8789" name="Line 57"/>
            <p:cNvSpPr>
              <a:spLocks noChangeShapeType="1"/>
            </p:cNvSpPr>
            <p:nvPr/>
          </p:nvSpPr>
          <p:spPr bwMode="auto">
            <a:xfrm flipH="1">
              <a:off x="8683425" y="3534444"/>
              <a:ext cx="0" cy="9032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8790" name="Line 51"/>
            <p:cNvSpPr>
              <a:spLocks noChangeShapeType="1"/>
            </p:cNvSpPr>
            <p:nvPr/>
          </p:nvSpPr>
          <p:spPr bwMode="auto">
            <a:xfrm flipV="1">
              <a:off x="7666581" y="3201492"/>
              <a:ext cx="1" cy="384689"/>
            </a:xfrm>
            <a:prstGeom prst="line">
              <a:avLst/>
            </a:prstGeom>
            <a:noFill/>
            <a:ln w="25400">
              <a:solidFill>
                <a:srgbClr val="FF0000"/>
              </a:solidFill>
              <a:round/>
              <a:headEnd/>
              <a:tailEnd type="stealth" w="lg" len="lg"/>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sp>
        <p:nvSpPr>
          <p:cNvPr id="193" name="Line 20"/>
          <p:cNvSpPr>
            <a:spLocks noChangeShapeType="1"/>
          </p:cNvSpPr>
          <p:nvPr/>
        </p:nvSpPr>
        <p:spPr bwMode="auto">
          <a:xfrm flipV="1">
            <a:off x="2138363" y="1995488"/>
            <a:ext cx="1138237"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nvGrpSpPr>
          <p:cNvPr id="19" name="组合 9"/>
          <p:cNvGrpSpPr>
            <a:grpSpLocks/>
          </p:cNvGrpSpPr>
          <p:nvPr/>
        </p:nvGrpSpPr>
        <p:grpSpPr bwMode="auto">
          <a:xfrm>
            <a:off x="7627938" y="3783013"/>
            <a:ext cx="1303337" cy="363537"/>
            <a:chOff x="7627739" y="3783260"/>
            <a:chExt cx="1303462" cy="363538"/>
          </a:xfrm>
        </p:grpSpPr>
        <p:sp>
          <p:nvSpPr>
            <p:cNvPr id="158779" name="Rectangle 67"/>
            <p:cNvSpPr>
              <a:spLocks noChangeArrowheads="1"/>
            </p:cNvSpPr>
            <p:nvPr/>
          </p:nvSpPr>
          <p:spPr bwMode="auto">
            <a:xfrm>
              <a:off x="7656313" y="3783260"/>
              <a:ext cx="1274888"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i      </a:t>
              </a:r>
              <a:r>
                <a:rPr lang="en-US" altLang="zh-CN" sz="1800">
                  <a:solidFill>
                    <a:srgbClr val="000000"/>
                  </a:solidFill>
                  <a:ea typeface="宋体" panose="02010600030101010101" pitchFamily="2" charset="-122"/>
                  <a:cs typeface="Times New Roman" panose="02020603050405020304" pitchFamily="18" charset="0"/>
                </a:rPr>
                <a:t>int      0</a:t>
              </a:r>
            </a:p>
          </p:txBody>
        </p:sp>
        <p:sp>
          <p:nvSpPr>
            <p:cNvPr id="158780" name="Line 59"/>
            <p:cNvSpPr>
              <a:spLocks noChangeShapeType="1"/>
            </p:cNvSpPr>
            <p:nvPr/>
          </p:nvSpPr>
          <p:spPr bwMode="auto">
            <a:xfrm flipV="1">
              <a:off x="7627739" y="4099596"/>
              <a:ext cx="127965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grpSp>
        <p:nvGrpSpPr>
          <p:cNvPr id="20" name="组合 11"/>
          <p:cNvGrpSpPr>
            <a:grpSpLocks/>
          </p:cNvGrpSpPr>
          <p:nvPr/>
        </p:nvGrpSpPr>
        <p:grpSpPr bwMode="auto">
          <a:xfrm>
            <a:off x="7629525" y="4092575"/>
            <a:ext cx="1330325" cy="363538"/>
            <a:chOff x="7629325" y="4092823"/>
            <a:chExt cx="1330451" cy="363537"/>
          </a:xfrm>
        </p:grpSpPr>
        <p:sp>
          <p:nvSpPr>
            <p:cNvPr id="158777" name="Rectangle 68"/>
            <p:cNvSpPr>
              <a:spLocks noChangeArrowheads="1"/>
            </p:cNvSpPr>
            <p:nvPr/>
          </p:nvSpPr>
          <p:spPr bwMode="auto">
            <a:xfrm>
              <a:off x="7656314" y="4092823"/>
              <a:ext cx="1303462"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j      </a:t>
              </a:r>
              <a:r>
                <a:rPr lang="en-US" altLang="zh-CN" sz="1800">
                  <a:solidFill>
                    <a:srgbClr val="000000"/>
                  </a:solidFill>
                  <a:ea typeface="宋体" panose="02010600030101010101" pitchFamily="2" charset="-122"/>
                  <a:cs typeface="Times New Roman" panose="02020603050405020304" pitchFamily="18" charset="0"/>
                </a:rPr>
                <a:t>int      4</a:t>
              </a:r>
            </a:p>
          </p:txBody>
        </p:sp>
        <p:sp>
          <p:nvSpPr>
            <p:cNvPr id="158778" name="Line 58"/>
            <p:cNvSpPr>
              <a:spLocks noChangeShapeType="1"/>
            </p:cNvSpPr>
            <p:nvPr/>
          </p:nvSpPr>
          <p:spPr bwMode="auto">
            <a:xfrm>
              <a:off x="7629325" y="4413498"/>
              <a:ext cx="127806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sp>
        <p:nvSpPr>
          <p:cNvPr id="199" name="Line 20"/>
          <p:cNvSpPr>
            <a:spLocks noChangeShapeType="1"/>
          </p:cNvSpPr>
          <p:nvPr/>
        </p:nvSpPr>
        <p:spPr bwMode="auto">
          <a:xfrm flipV="1">
            <a:off x="3309938" y="1995488"/>
            <a:ext cx="334962"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nvGrpSpPr>
          <p:cNvPr id="21" name="组合 199"/>
          <p:cNvGrpSpPr>
            <a:grpSpLocks/>
          </p:cNvGrpSpPr>
          <p:nvPr/>
        </p:nvGrpSpPr>
        <p:grpSpPr bwMode="auto">
          <a:xfrm>
            <a:off x="3924300" y="1198563"/>
            <a:ext cx="3679825" cy="2314575"/>
            <a:chOff x="3913756" y="335024"/>
            <a:chExt cx="3679997" cy="2314351"/>
          </a:xfrm>
        </p:grpSpPr>
        <p:sp>
          <p:nvSpPr>
            <p:cNvPr id="158774" name="Line 20"/>
            <p:cNvSpPr>
              <a:spLocks noChangeShapeType="1"/>
            </p:cNvSpPr>
            <p:nvPr/>
          </p:nvSpPr>
          <p:spPr bwMode="auto">
            <a:xfrm>
              <a:off x="4499992" y="620241"/>
              <a:ext cx="27947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cxnSp>
          <p:nvCxnSpPr>
            <p:cNvPr id="202" name="直接箭头连接符 201"/>
            <p:cNvCxnSpPr>
              <a:endCxn id="158781" idx="0"/>
            </p:cNvCxnSpPr>
            <p:nvPr/>
          </p:nvCxnSpPr>
          <p:spPr>
            <a:xfrm>
              <a:off x="4617052" y="476297"/>
              <a:ext cx="2976701" cy="2173078"/>
            </a:xfrm>
            <a:prstGeom prst="straightConnector1">
              <a:avLst/>
            </a:prstGeom>
            <a:ln w="38100">
              <a:solidFill>
                <a:srgbClr val="FF00FF"/>
              </a:solidFill>
              <a:tailEnd type="triangle"/>
            </a:ln>
          </p:spPr>
          <p:style>
            <a:lnRef idx="1">
              <a:schemeClr val="accent1"/>
            </a:lnRef>
            <a:fillRef idx="0">
              <a:schemeClr val="accent1"/>
            </a:fillRef>
            <a:effectRef idx="0">
              <a:schemeClr val="accent1"/>
            </a:effectRef>
            <a:fontRef idx="minor">
              <a:schemeClr val="tx1"/>
            </a:fontRef>
          </p:style>
        </p:cxnSp>
        <p:sp>
          <p:nvSpPr>
            <p:cNvPr id="203" name="矩形 202"/>
            <p:cNvSpPr/>
            <p:nvPr/>
          </p:nvSpPr>
          <p:spPr>
            <a:xfrm>
              <a:off x="3913756" y="335024"/>
              <a:ext cx="439759" cy="292072"/>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Times New Roman" panose="02020603050405020304" pitchFamily="18" charset="0"/>
                  <a:cs typeface="Times New Roman" panose="02020603050405020304" pitchFamily="18" charset="0"/>
                </a:rPr>
                <a:t>0</a:t>
              </a:r>
              <a:endParaRPr lang="zh-CN" altLang="en-US" dirty="0">
                <a:solidFill>
                  <a:prstClr val="black"/>
                </a:solidFill>
                <a:latin typeface="Times New Roman" panose="02020603050405020304" pitchFamily="18" charset="0"/>
                <a:cs typeface="Times New Roman" panose="02020603050405020304" pitchFamily="18" charset="0"/>
              </a:endParaRPr>
            </a:p>
          </p:txBody>
        </p:sp>
      </p:grpSp>
      <p:sp>
        <p:nvSpPr>
          <p:cNvPr id="204" name="矩形 203"/>
          <p:cNvSpPr/>
          <p:nvPr/>
        </p:nvSpPr>
        <p:spPr>
          <a:xfrm>
            <a:off x="3924300" y="1198563"/>
            <a:ext cx="439738" cy="293687"/>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Times New Roman" panose="02020603050405020304" pitchFamily="18" charset="0"/>
                <a:cs typeface="Times New Roman" panose="02020603050405020304" pitchFamily="18" charset="0"/>
              </a:rPr>
              <a:t>4</a:t>
            </a:r>
            <a:endParaRPr lang="zh-CN" altLang="en-US" dirty="0">
              <a:solidFill>
                <a:prstClr val="black"/>
              </a:solidFill>
              <a:latin typeface="Times New Roman" panose="02020603050405020304" pitchFamily="18" charset="0"/>
              <a:cs typeface="Times New Roman" panose="02020603050405020304" pitchFamily="18" charset="0"/>
            </a:endParaRPr>
          </a:p>
        </p:txBody>
      </p:sp>
      <p:sp>
        <p:nvSpPr>
          <p:cNvPr id="205" name="矩形 204"/>
          <p:cNvSpPr/>
          <p:nvPr/>
        </p:nvSpPr>
        <p:spPr>
          <a:xfrm>
            <a:off x="3924300" y="1198563"/>
            <a:ext cx="439738" cy="293687"/>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Times New Roman" panose="02020603050405020304" pitchFamily="18" charset="0"/>
                <a:cs typeface="Times New Roman" panose="02020603050405020304" pitchFamily="18" charset="0"/>
              </a:rPr>
              <a:t>8</a:t>
            </a:r>
            <a:endParaRPr lang="zh-CN" altLang="en-US" dirty="0">
              <a:solidFill>
                <a:prstClr val="black"/>
              </a:solidFill>
              <a:latin typeface="Times New Roman" panose="02020603050405020304" pitchFamily="18" charset="0"/>
              <a:cs typeface="Times New Roman" panose="02020603050405020304" pitchFamily="18" charset="0"/>
            </a:endParaRPr>
          </a:p>
        </p:txBody>
      </p:sp>
      <p:sp>
        <p:nvSpPr>
          <p:cNvPr id="206" name="矩形 205"/>
          <p:cNvSpPr/>
          <p:nvPr/>
        </p:nvSpPr>
        <p:spPr>
          <a:xfrm>
            <a:off x="8677275" y="3509963"/>
            <a:ext cx="230188" cy="292100"/>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Times New Roman" panose="02020603050405020304" pitchFamily="18" charset="0"/>
                <a:cs typeface="Times New Roman" panose="02020603050405020304" pitchFamily="18" charset="0"/>
              </a:rPr>
              <a:t>8</a:t>
            </a:r>
            <a:endParaRPr lang="zh-CN" altLang="en-US" dirty="0">
              <a:solidFill>
                <a:prstClr val="black"/>
              </a:solidFill>
              <a:latin typeface="Times New Roman" panose="02020603050405020304" pitchFamily="18" charset="0"/>
              <a:cs typeface="Times New Roman" panose="02020603050405020304" pitchFamily="18" charset="0"/>
            </a:endParaRPr>
          </a:p>
        </p:txBody>
      </p:sp>
      <p:grpSp>
        <p:nvGrpSpPr>
          <p:cNvPr id="22" name="组合 208"/>
          <p:cNvGrpSpPr>
            <a:grpSpLocks/>
          </p:cNvGrpSpPr>
          <p:nvPr/>
        </p:nvGrpSpPr>
        <p:grpSpPr bwMode="auto">
          <a:xfrm>
            <a:off x="7443788" y="2741613"/>
            <a:ext cx="1639887" cy="725487"/>
            <a:chOff x="7443464" y="2741412"/>
            <a:chExt cx="1639888" cy="726359"/>
          </a:xfrm>
        </p:grpSpPr>
        <p:sp>
          <p:nvSpPr>
            <p:cNvPr id="158769" name="Line 44"/>
            <p:cNvSpPr>
              <a:spLocks noChangeShapeType="1"/>
            </p:cNvSpPr>
            <p:nvPr/>
          </p:nvSpPr>
          <p:spPr bwMode="auto">
            <a:xfrm flipV="1">
              <a:off x="7443464" y="3101774"/>
              <a:ext cx="1639888" cy="15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8770" name="Rectangle 69"/>
            <p:cNvSpPr>
              <a:spLocks noChangeArrowheads="1"/>
            </p:cNvSpPr>
            <p:nvPr/>
          </p:nvSpPr>
          <p:spPr bwMode="auto">
            <a:xfrm>
              <a:off x="7451402" y="2741412"/>
              <a:ext cx="1166812" cy="417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partition</a:t>
              </a:r>
            </a:p>
          </p:txBody>
        </p:sp>
        <p:sp>
          <p:nvSpPr>
            <p:cNvPr id="212" name="Line 95"/>
            <p:cNvSpPr>
              <a:spLocks noChangeShapeType="1"/>
            </p:cNvSpPr>
            <p:nvPr/>
          </p:nvSpPr>
          <p:spPr bwMode="auto">
            <a:xfrm flipH="1">
              <a:off x="8837290" y="2954393"/>
              <a:ext cx="0" cy="216160"/>
            </a:xfrm>
            <a:prstGeom prst="line">
              <a:avLst/>
            </a:prstGeom>
            <a:noFill/>
            <a:ln w="25400">
              <a:solidFill>
                <a:schemeClr val="tx2">
                  <a:lumMod val="60000"/>
                  <a:lumOff val="40000"/>
                </a:schemeClr>
              </a:solidFill>
              <a:round/>
              <a:headEnd/>
              <a:tailEnd/>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213" name="Line 43"/>
            <p:cNvSpPr>
              <a:spLocks noChangeShapeType="1"/>
            </p:cNvSpPr>
            <p:nvPr/>
          </p:nvSpPr>
          <p:spPr bwMode="auto">
            <a:xfrm>
              <a:off x="7886376" y="3186446"/>
              <a:ext cx="0" cy="281325"/>
            </a:xfrm>
            <a:prstGeom prst="line">
              <a:avLst/>
            </a:prstGeom>
            <a:noFill/>
            <a:ln w="25400">
              <a:solidFill>
                <a:schemeClr val="tx2">
                  <a:lumMod val="60000"/>
                  <a:lumOff val="40000"/>
                </a:schemeClr>
              </a:solidFill>
              <a:round/>
              <a:headEnd/>
              <a:tailEnd type="stealth" w="lg" len="lg"/>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214" name="Line 103"/>
            <p:cNvSpPr>
              <a:spLocks noChangeShapeType="1"/>
            </p:cNvSpPr>
            <p:nvPr/>
          </p:nvSpPr>
          <p:spPr bwMode="auto">
            <a:xfrm flipH="1" flipV="1">
              <a:off x="7897489" y="3170552"/>
              <a:ext cx="936626" cy="0"/>
            </a:xfrm>
            <a:prstGeom prst="line">
              <a:avLst/>
            </a:prstGeom>
            <a:noFill/>
            <a:ln w="25400">
              <a:solidFill>
                <a:schemeClr val="tx2">
                  <a:lumMod val="60000"/>
                  <a:lumOff val="40000"/>
                </a:schemeClr>
              </a:solidFill>
              <a:round/>
              <a:headEnd/>
              <a:tailEnd/>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grpSp>
      <p:sp>
        <p:nvSpPr>
          <p:cNvPr id="156" name="矩形 155"/>
          <p:cNvSpPr/>
          <p:nvPr/>
        </p:nvSpPr>
        <p:spPr>
          <a:xfrm>
            <a:off x="3924300" y="642938"/>
            <a:ext cx="439738" cy="293687"/>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Times New Roman" panose="02020603050405020304" pitchFamily="18" charset="0"/>
                <a:cs typeface="Times New Roman" panose="02020603050405020304" pitchFamily="18" charset="0"/>
              </a:rPr>
              <a:t>48</a:t>
            </a:r>
            <a:endParaRPr lang="zh-CN" altLang="en-US" dirty="0">
              <a:solidFill>
                <a:prstClr val="black"/>
              </a:solidFill>
              <a:latin typeface="Times New Roman" panose="02020603050405020304" pitchFamily="18" charset="0"/>
              <a:cs typeface="Times New Roman" panose="02020603050405020304" pitchFamily="18" charset="0"/>
            </a:endParaRPr>
          </a:p>
        </p:txBody>
      </p:sp>
      <p:sp>
        <p:nvSpPr>
          <p:cNvPr id="2" name="灯片编号占位符 1"/>
          <p:cNvSpPr>
            <a:spLocks noGrp="1"/>
          </p:cNvSpPr>
          <p:nvPr>
            <p:ph type="sldNum" sz="quarter" idx="12"/>
          </p:nvPr>
        </p:nvSpPr>
        <p:spPr/>
        <p:txBody>
          <a:bodyPr/>
          <a:lstStyle/>
          <a:p>
            <a:pPr>
              <a:defRPr/>
            </a:pPr>
            <a:fld id="{64CF1D47-2B30-44A6-81DA-EC28584A641A}" type="slidenum">
              <a:rPr lang="zh-CN" altLang="en-US" smtClean="0"/>
              <a:pPr>
                <a:defRPr/>
              </a:pPr>
              <a:t>28</a:t>
            </a:fld>
            <a:endParaRPr lang="en-US" altLang="zh-CN" dirty="0"/>
          </a:p>
        </p:txBody>
      </p:sp>
    </p:spTree>
    <p:extLst>
      <p:ext uri="{BB962C8B-B14F-4D97-AF65-F5344CB8AC3E}">
        <p14:creationId xmlns:p14="http://schemas.microsoft.com/office/powerpoint/2010/main" val="375039105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135"/>
                                        </p:tgtEl>
                                        <p:attrNameLst>
                                          <p:attrName>style.visibility</p:attrName>
                                        </p:attrNameLst>
                                      </p:cBhvr>
                                      <p:to>
                                        <p:strVal val="visible"/>
                                      </p:to>
                                    </p:set>
                                    <p:anim calcmode="lin" valueType="num">
                                      <p:cBhvr>
                                        <p:cTn id="7" dur="500" fill="hold"/>
                                        <p:tgtEl>
                                          <p:spTgt spid="135"/>
                                        </p:tgtEl>
                                        <p:attrNameLst>
                                          <p:attrName>ppt_w</p:attrName>
                                        </p:attrNameLst>
                                      </p:cBhvr>
                                      <p:tavLst>
                                        <p:tav tm="0">
                                          <p:val>
                                            <p:fltVal val="0"/>
                                          </p:val>
                                        </p:tav>
                                        <p:tav tm="100000">
                                          <p:val>
                                            <p:strVal val="#ppt_w"/>
                                          </p:val>
                                        </p:tav>
                                      </p:tavLst>
                                    </p:anim>
                                    <p:anim calcmode="lin" valueType="num">
                                      <p:cBhvr>
                                        <p:cTn id="8" dur="500" fill="hold"/>
                                        <p:tgtEl>
                                          <p:spTgt spid="135"/>
                                        </p:tgtEl>
                                        <p:attrNameLst>
                                          <p:attrName>ppt_h</p:attrName>
                                        </p:attrNameLst>
                                      </p:cBhvr>
                                      <p:tavLst>
                                        <p:tav tm="0">
                                          <p:val>
                                            <p:fltVal val="0"/>
                                          </p:val>
                                        </p:tav>
                                        <p:tav tm="100000">
                                          <p:val>
                                            <p:strVal val="#ppt_h"/>
                                          </p:val>
                                        </p:tav>
                                      </p:tavLst>
                                    </p:anim>
                                    <p:animEffect transition="in" filter="fade">
                                      <p:cBhvr>
                                        <p:cTn id="9" dur="500"/>
                                        <p:tgtEl>
                                          <p:spTgt spid="135"/>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16"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 calcmode="lin" valueType="num">
                                      <p:cBhvr>
                                        <p:cTn id="14" dur="500" fill="hold"/>
                                        <p:tgtEl>
                                          <p:spTgt spid="14"/>
                                        </p:tgtEl>
                                        <p:attrNameLst>
                                          <p:attrName>ppt_w</p:attrName>
                                        </p:attrNameLst>
                                      </p:cBhvr>
                                      <p:tavLst>
                                        <p:tav tm="0">
                                          <p:val>
                                            <p:fltVal val="0"/>
                                          </p:val>
                                        </p:tav>
                                        <p:tav tm="100000">
                                          <p:val>
                                            <p:strVal val="#ppt_w"/>
                                          </p:val>
                                        </p:tav>
                                      </p:tavLst>
                                    </p:anim>
                                    <p:anim calcmode="lin" valueType="num">
                                      <p:cBhvr>
                                        <p:cTn id="15" dur="500" fill="hold"/>
                                        <p:tgtEl>
                                          <p:spTgt spid="14"/>
                                        </p:tgtEl>
                                        <p:attrNameLst>
                                          <p:attrName>ppt_h</p:attrName>
                                        </p:attrNameLst>
                                      </p:cBhvr>
                                      <p:tavLst>
                                        <p:tav tm="0">
                                          <p:val>
                                            <p:fltVal val="0"/>
                                          </p:val>
                                        </p:tav>
                                        <p:tav tm="100000">
                                          <p:val>
                                            <p:strVal val="#ppt_h"/>
                                          </p:val>
                                        </p:tav>
                                      </p:tavLst>
                                    </p:anim>
                                    <p:animEffect transition="in" filter="fade">
                                      <p:cBhvr>
                                        <p:cTn id="16" dur="500"/>
                                        <p:tgtEl>
                                          <p:spTgt spid="14"/>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3" presetClass="entr" presetSubtype="16" fill="hold" nodeType="clickEffect">
                                  <p:stCondLst>
                                    <p:cond delay="0"/>
                                  </p:stCondLst>
                                  <p:childTnLst>
                                    <p:set>
                                      <p:cBhvr>
                                        <p:cTn id="20" dur="1" fill="hold">
                                          <p:stCondLst>
                                            <p:cond delay="0"/>
                                          </p:stCondLst>
                                        </p:cTn>
                                        <p:tgtEl>
                                          <p:spTgt spid="15"/>
                                        </p:tgtEl>
                                        <p:attrNameLst>
                                          <p:attrName>style.visibility</p:attrName>
                                        </p:attrNameLst>
                                      </p:cBhvr>
                                      <p:to>
                                        <p:strVal val="visible"/>
                                      </p:to>
                                    </p:set>
                                    <p:anim calcmode="lin" valueType="num">
                                      <p:cBhvr>
                                        <p:cTn id="21" dur="500" fill="hold"/>
                                        <p:tgtEl>
                                          <p:spTgt spid="15"/>
                                        </p:tgtEl>
                                        <p:attrNameLst>
                                          <p:attrName>ppt_w</p:attrName>
                                        </p:attrNameLst>
                                      </p:cBhvr>
                                      <p:tavLst>
                                        <p:tav tm="0">
                                          <p:val>
                                            <p:fltVal val="0"/>
                                          </p:val>
                                        </p:tav>
                                        <p:tav tm="100000">
                                          <p:val>
                                            <p:strVal val="#ppt_w"/>
                                          </p:val>
                                        </p:tav>
                                      </p:tavLst>
                                    </p:anim>
                                    <p:anim calcmode="lin" valueType="num">
                                      <p:cBhvr>
                                        <p:cTn id="22" dur="500" fill="hold"/>
                                        <p:tgtEl>
                                          <p:spTgt spid="15"/>
                                        </p:tgtEl>
                                        <p:attrNameLst>
                                          <p:attrName>ppt_h</p:attrName>
                                        </p:attrNameLst>
                                      </p:cBhvr>
                                      <p:tavLst>
                                        <p:tav tm="0">
                                          <p:val>
                                            <p:fltVal val="0"/>
                                          </p:val>
                                        </p:tav>
                                        <p:tav tm="100000">
                                          <p:val>
                                            <p:strVal val="#ppt_h"/>
                                          </p:val>
                                        </p:tav>
                                      </p:tavLst>
                                    </p:anim>
                                    <p:animEffect transition="in" filter="fade">
                                      <p:cBhvr>
                                        <p:cTn id="23" dur="500"/>
                                        <p:tgtEl>
                                          <p:spTgt spid="15"/>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160"/>
                                        </p:tgtEl>
                                        <p:attrNameLst>
                                          <p:attrName>style.visibility</p:attrName>
                                        </p:attrNameLst>
                                      </p:cBhvr>
                                      <p:to>
                                        <p:strVal val="visible"/>
                                      </p:to>
                                    </p:set>
                                    <p:anim calcmode="lin" valueType="num">
                                      <p:cBhvr>
                                        <p:cTn id="28" dur="500" fill="hold"/>
                                        <p:tgtEl>
                                          <p:spTgt spid="160"/>
                                        </p:tgtEl>
                                        <p:attrNameLst>
                                          <p:attrName>ppt_w</p:attrName>
                                        </p:attrNameLst>
                                      </p:cBhvr>
                                      <p:tavLst>
                                        <p:tav tm="0">
                                          <p:val>
                                            <p:fltVal val="0"/>
                                          </p:val>
                                        </p:tav>
                                        <p:tav tm="100000">
                                          <p:val>
                                            <p:strVal val="#ppt_w"/>
                                          </p:val>
                                        </p:tav>
                                      </p:tavLst>
                                    </p:anim>
                                    <p:anim calcmode="lin" valueType="num">
                                      <p:cBhvr>
                                        <p:cTn id="29" dur="500" fill="hold"/>
                                        <p:tgtEl>
                                          <p:spTgt spid="160"/>
                                        </p:tgtEl>
                                        <p:attrNameLst>
                                          <p:attrName>ppt_h</p:attrName>
                                        </p:attrNameLst>
                                      </p:cBhvr>
                                      <p:tavLst>
                                        <p:tav tm="0">
                                          <p:val>
                                            <p:fltVal val="0"/>
                                          </p:val>
                                        </p:tav>
                                        <p:tav tm="100000">
                                          <p:val>
                                            <p:strVal val="#ppt_h"/>
                                          </p:val>
                                        </p:tav>
                                      </p:tavLst>
                                    </p:anim>
                                    <p:animEffect transition="in" filter="fade">
                                      <p:cBhvr>
                                        <p:cTn id="30" dur="500"/>
                                        <p:tgtEl>
                                          <p:spTgt spid="160"/>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53" presetClass="entr" presetSubtype="16" fill="hold" nodeType="clickEffect">
                                  <p:stCondLst>
                                    <p:cond delay="0"/>
                                  </p:stCondLst>
                                  <p:childTnLst>
                                    <p:set>
                                      <p:cBhvr>
                                        <p:cTn id="34" dur="1" fill="hold">
                                          <p:stCondLst>
                                            <p:cond delay="0"/>
                                          </p:stCondLst>
                                        </p:cTn>
                                        <p:tgtEl>
                                          <p:spTgt spid="16"/>
                                        </p:tgtEl>
                                        <p:attrNameLst>
                                          <p:attrName>style.visibility</p:attrName>
                                        </p:attrNameLst>
                                      </p:cBhvr>
                                      <p:to>
                                        <p:strVal val="visible"/>
                                      </p:to>
                                    </p:set>
                                    <p:anim calcmode="lin" valueType="num">
                                      <p:cBhvr>
                                        <p:cTn id="35" dur="500" fill="hold"/>
                                        <p:tgtEl>
                                          <p:spTgt spid="16"/>
                                        </p:tgtEl>
                                        <p:attrNameLst>
                                          <p:attrName>ppt_w</p:attrName>
                                        </p:attrNameLst>
                                      </p:cBhvr>
                                      <p:tavLst>
                                        <p:tav tm="0">
                                          <p:val>
                                            <p:fltVal val="0"/>
                                          </p:val>
                                        </p:tav>
                                        <p:tav tm="100000">
                                          <p:val>
                                            <p:strVal val="#ppt_w"/>
                                          </p:val>
                                        </p:tav>
                                      </p:tavLst>
                                    </p:anim>
                                    <p:anim calcmode="lin" valueType="num">
                                      <p:cBhvr>
                                        <p:cTn id="36" dur="500" fill="hold"/>
                                        <p:tgtEl>
                                          <p:spTgt spid="16"/>
                                        </p:tgtEl>
                                        <p:attrNameLst>
                                          <p:attrName>ppt_h</p:attrName>
                                        </p:attrNameLst>
                                      </p:cBhvr>
                                      <p:tavLst>
                                        <p:tav tm="0">
                                          <p:val>
                                            <p:fltVal val="0"/>
                                          </p:val>
                                        </p:tav>
                                        <p:tav tm="100000">
                                          <p:val>
                                            <p:strVal val="#ppt_h"/>
                                          </p:val>
                                        </p:tav>
                                      </p:tavLst>
                                    </p:anim>
                                    <p:animEffect transition="in" filter="fade">
                                      <p:cBhvr>
                                        <p:cTn id="37" dur="500"/>
                                        <p:tgtEl>
                                          <p:spTgt spid="16"/>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53" presetClass="entr" presetSubtype="16" fill="hold" grpId="0" nodeType="clickEffect">
                                  <p:stCondLst>
                                    <p:cond delay="0"/>
                                  </p:stCondLst>
                                  <p:childTnLst>
                                    <p:set>
                                      <p:cBhvr>
                                        <p:cTn id="41" dur="1" fill="hold">
                                          <p:stCondLst>
                                            <p:cond delay="0"/>
                                          </p:stCondLst>
                                        </p:cTn>
                                        <p:tgtEl>
                                          <p:spTgt spid="167"/>
                                        </p:tgtEl>
                                        <p:attrNameLst>
                                          <p:attrName>style.visibility</p:attrName>
                                        </p:attrNameLst>
                                      </p:cBhvr>
                                      <p:to>
                                        <p:strVal val="visible"/>
                                      </p:to>
                                    </p:set>
                                    <p:anim calcmode="lin" valueType="num">
                                      <p:cBhvr>
                                        <p:cTn id="42" dur="500" fill="hold"/>
                                        <p:tgtEl>
                                          <p:spTgt spid="167"/>
                                        </p:tgtEl>
                                        <p:attrNameLst>
                                          <p:attrName>ppt_w</p:attrName>
                                        </p:attrNameLst>
                                      </p:cBhvr>
                                      <p:tavLst>
                                        <p:tav tm="0">
                                          <p:val>
                                            <p:fltVal val="0"/>
                                          </p:val>
                                        </p:tav>
                                        <p:tav tm="100000">
                                          <p:val>
                                            <p:strVal val="#ppt_w"/>
                                          </p:val>
                                        </p:tav>
                                      </p:tavLst>
                                    </p:anim>
                                    <p:anim calcmode="lin" valueType="num">
                                      <p:cBhvr>
                                        <p:cTn id="43" dur="500" fill="hold"/>
                                        <p:tgtEl>
                                          <p:spTgt spid="167"/>
                                        </p:tgtEl>
                                        <p:attrNameLst>
                                          <p:attrName>ppt_h</p:attrName>
                                        </p:attrNameLst>
                                      </p:cBhvr>
                                      <p:tavLst>
                                        <p:tav tm="0">
                                          <p:val>
                                            <p:fltVal val="0"/>
                                          </p:val>
                                        </p:tav>
                                        <p:tav tm="100000">
                                          <p:val>
                                            <p:strVal val="#ppt_h"/>
                                          </p:val>
                                        </p:tav>
                                      </p:tavLst>
                                    </p:anim>
                                    <p:animEffect transition="in" filter="fade">
                                      <p:cBhvr>
                                        <p:cTn id="44" dur="500"/>
                                        <p:tgtEl>
                                          <p:spTgt spid="167"/>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53" presetClass="entr" presetSubtype="16" fill="hold" nodeType="clickEffect">
                                  <p:stCondLst>
                                    <p:cond delay="0"/>
                                  </p:stCondLst>
                                  <p:childTnLst>
                                    <p:set>
                                      <p:cBhvr>
                                        <p:cTn id="48" dur="1" fill="hold">
                                          <p:stCondLst>
                                            <p:cond delay="0"/>
                                          </p:stCondLst>
                                        </p:cTn>
                                        <p:tgtEl>
                                          <p:spTgt spid="17"/>
                                        </p:tgtEl>
                                        <p:attrNameLst>
                                          <p:attrName>style.visibility</p:attrName>
                                        </p:attrNameLst>
                                      </p:cBhvr>
                                      <p:to>
                                        <p:strVal val="visible"/>
                                      </p:to>
                                    </p:set>
                                    <p:anim calcmode="lin" valueType="num">
                                      <p:cBhvr>
                                        <p:cTn id="49" dur="500" fill="hold"/>
                                        <p:tgtEl>
                                          <p:spTgt spid="17"/>
                                        </p:tgtEl>
                                        <p:attrNameLst>
                                          <p:attrName>ppt_w</p:attrName>
                                        </p:attrNameLst>
                                      </p:cBhvr>
                                      <p:tavLst>
                                        <p:tav tm="0">
                                          <p:val>
                                            <p:fltVal val="0"/>
                                          </p:val>
                                        </p:tav>
                                        <p:tav tm="100000">
                                          <p:val>
                                            <p:strVal val="#ppt_w"/>
                                          </p:val>
                                        </p:tav>
                                      </p:tavLst>
                                    </p:anim>
                                    <p:anim calcmode="lin" valueType="num">
                                      <p:cBhvr>
                                        <p:cTn id="50" dur="500" fill="hold"/>
                                        <p:tgtEl>
                                          <p:spTgt spid="17"/>
                                        </p:tgtEl>
                                        <p:attrNameLst>
                                          <p:attrName>ppt_h</p:attrName>
                                        </p:attrNameLst>
                                      </p:cBhvr>
                                      <p:tavLst>
                                        <p:tav tm="0">
                                          <p:val>
                                            <p:fltVal val="0"/>
                                          </p:val>
                                        </p:tav>
                                        <p:tav tm="100000">
                                          <p:val>
                                            <p:strVal val="#ppt_h"/>
                                          </p:val>
                                        </p:tav>
                                      </p:tavLst>
                                    </p:anim>
                                    <p:animEffect transition="in" filter="fade">
                                      <p:cBhvr>
                                        <p:cTn id="51" dur="500"/>
                                        <p:tgtEl>
                                          <p:spTgt spid="17"/>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53" presetClass="entr" presetSubtype="16" fill="hold" grpId="0" nodeType="clickEffect">
                                  <p:stCondLst>
                                    <p:cond delay="0"/>
                                  </p:stCondLst>
                                  <p:childTnLst>
                                    <p:set>
                                      <p:cBhvr>
                                        <p:cTn id="55" dur="1" fill="hold">
                                          <p:stCondLst>
                                            <p:cond delay="0"/>
                                          </p:stCondLst>
                                        </p:cTn>
                                        <p:tgtEl>
                                          <p:spTgt spid="170"/>
                                        </p:tgtEl>
                                        <p:attrNameLst>
                                          <p:attrName>style.visibility</p:attrName>
                                        </p:attrNameLst>
                                      </p:cBhvr>
                                      <p:to>
                                        <p:strVal val="visible"/>
                                      </p:to>
                                    </p:set>
                                    <p:anim calcmode="lin" valueType="num">
                                      <p:cBhvr>
                                        <p:cTn id="56" dur="500" fill="hold"/>
                                        <p:tgtEl>
                                          <p:spTgt spid="170"/>
                                        </p:tgtEl>
                                        <p:attrNameLst>
                                          <p:attrName>ppt_w</p:attrName>
                                        </p:attrNameLst>
                                      </p:cBhvr>
                                      <p:tavLst>
                                        <p:tav tm="0">
                                          <p:val>
                                            <p:fltVal val="0"/>
                                          </p:val>
                                        </p:tav>
                                        <p:tav tm="100000">
                                          <p:val>
                                            <p:strVal val="#ppt_w"/>
                                          </p:val>
                                        </p:tav>
                                      </p:tavLst>
                                    </p:anim>
                                    <p:anim calcmode="lin" valueType="num">
                                      <p:cBhvr>
                                        <p:cTn id="57" dur="500" fill="hold"/>
                                        <p:tgtEl>
                                          <p:spTgt spid="170"/>
                                        </p:tgtEl>
                                        <p:attrNameLst>
                                          <p:attrName>ppt_h</p:attrName>
                                        </p:attrNameLst>
                                      </p:cBhvr>
                                      <p:tavLst>
                                        <p:tav tm="0">
                                          <p:val>
                                            <p:fltVal val="0"/>
                                          </p:val>
                                        </p:tav>
                                        <p:tav tm="100000">
                                          <p:val>
                                            <p:strVal val="#ppt_h"/>
                                          </p:val>
                                        </p:tav>
                                      </p:tavLst>
                                    </p:anim>
                                    <p:animEffect transition="in" filter="fade">
                                      <p:cBhvr>
                                        <p:cTn id="58" dur="500"/>
                                        <p:tgtEl>
                                          <p:spTgt spid="170"/>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53" presetClass="entr" presetSubtype="16" fill="hold" grpId="0" nodeType="clickEffect">
                                  <p:stCondLst>
                                    <p:cond delay="0"/>
                                  </p:stCondLst>
                                  <p:childTnLst>
                                    <p:set>
                                      <p:cBhvr>
                                        <p:cTn id="62" dur="1" fill="hold">
                                          <p:stCondLst>
                                            <p:cond delay="0"/>
                                          </p:stCondLst>
                                        </p:cTn>
                                        <p:tgtEl>
                                          <p:spTgt spid="171"/>
                                        </p:tgtEl>
                                        <p:attrNameLst>
                                          <p:attrName>style.visibility</p:attrName>
                                        </p:attrNameLst>
                                      </p:cBhvr>
                                      <p:to>
                                        <p:strVal val="visible"/>
                                      </p:to>
                                    </p:set>
                                    <p:anim calcmode="lin" valueType="num">
                                      <p:cBhvr>
                                        <p:cTn id="63" dur="500" fill="hold"/>
                                        <p:tgtEl>
                                          <p:spTgt spid="171"/>
                                        </p:tgtEl>
                                        <p:attrNameLst>
                                          <p:attrName>ppt_w</p:attrName>
                                        </p:attrNameLst>
                                      </p:cBhvr>
                                      <p:tavLst>
                                        <p:tav tm="0">
                                          <p:val>
                                            <p:fltVal val="0"/>
                                          </p:val>
                                        </p:tav>
                                        <p:tav tm="100000">
                                          <p:val>
                                            <p:strVal val="#ppt_w"/>
                                          </p:val>
                                        </p:tav>
                                      </p:tavLst>
                                    </p:anim>
                                    <p:anim calcmode="lin" valueType="num">
                                      <p:cBhvr>
                                        <p:cTn id="64" dur="500" fill="hold"/>
                                        <p:tgtEl>
                                          <p:spTgt spid="171"/>
                                        </p:tgtEl>
                                        <p:attrNameLst>
                                          <p:attrName>ppt_h</p:attrName>
                                        </p:attrNameLst>
                                      </p:cBhvr>
                                      <p:tavLst>
                                        <p:tav tm="0">
                                          <p:val>
                                            <p:fltVal val="0"/>
                                          </p:val>
                                        </p:tav>
                                        <p:tav tm="100000">
                                          <p:val>
                                            <p:strVal val="#ppt_h"/>
                                          </p:val>
                                        </p:tav>
                                      </p:tavLst>
                                    </p:anim>
                                    <p:animEffect transition="in" filter="fade">
                                      <p:cBhvr>
                                        <p:cTn id="65" dur="500"/>
                                        <p:tgtEl>
                                          <p:spTgt spid="171"/>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53" presetClass="entr" presetSubtype="16" fill="hold" nodeType="clickEffect">
                                  <p:stCondLst>
                                    <p:cond delay="0"/>
                                  </p:stCondLst>
                                  <p:childTnLst>
                                    <p:set>
                                      <p:cBhvr>
                                        <p:cTn id="69" dur="1" fill="hold">
                                          <p:stCondLst>
                                            <p:cond delay="0"/>
                                          </p:stCondLst>
                                        </p:cTn>
                                        <p:tgtEl>
                                          <p:spTgt spid="18"/>
                                        </p:tgtEl>
                                        <p:attrNameLst>
                                          <p:attrName>style.visibility</p:attrName>
                                        </p:attrNameLst>
                                      </p:cBhvr>
                                      <p:to>
                                        <p:strVal val="visible"/>
                                      </p:to>
                                    </p:set>
                                    <p:anim calcmode="lin" valueType="num">
                                      <p:cBhvr>
                                        <p:cTn id="70" dur="500" fill="hold"/>
                                        <p:tgtEl>
                                          <p:spTgt spid="18"/>
                                        </p:tgtEl>
                                        <p:attrNameLst>
                                          <p:attrName>ppt_w</p:attrName>
                                        </p:attrNameLst>
                                      </p:cBhvr>
                                      <p:tavLst>
                                        <p:tav tm="0">
                                          <p:val>
                                            <p:fltVal val="0"/>
                                          </p:val>
                                        </p:tav>
                                        <p:tav tm="100000">
                                          <p:val>
                                            <p:strVal val="#ppt_w"/>
                                          </p:val>
                                        </p:tav>
                                      </p:tavLst>
                                    </p:anim>
                                    <p:anim calcmode="lin" valueType="num">
                                      <p:cBhvr>
                                        <p:cTn id="71" dur="500" fill="hold"/>
                                        <p:tgtEl>
                                          <p:spTgt spid="18"/>
                                        </p:tgtEl>
                                        <p:attrNameLst>
                                          <p:attrName>ppt_h</p:attrName>
                                        </p:attrNameLst>
                                      </p:cBhvr>
                                      <p:tavLst>
                                        <p:tav tm="0">
                                          <p:val>
                                            <p:fltVal val="0"/>
                                          </p:val>
                                        </p:tav>
                                        <p:tav tm="100000">
                                          <p:val>
                                            <p:strVal val="#ppt_h"/>
                                          </p:val>
                                        </p:tav>
                                      </p:tavLst>
                                    </p:anim>
                                    <p:animEffect transition="in" filter="fade">
                                      <p:cBhvr>
                                        <p:cTn id="72" dur="500"/>
                                        <p:tgtEl>
                                          <p:spTgt spid="18"/>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53" presetClass="entr" presetSubtype="16" fill="hold" nodeType="clickEffect">
                                  <p:stCondLst>
                                    <p:cond delay="0"/>
                                  </p:stCondLst>
                                  <p:childTnLst>
                                    <p:set>
                                      <p:cBhvr>
                                        <p:cTn id="76" dur="1" fill="hold">
                                          <p:stCondLst>
                                            <p:cond delay="0"/>
                                          </p:stCondLst>
                                        </p:cTn>
                                        <p:tgtEl>
                                          <p:spTgt spid="21"/>
                                        </p:tgtEl>
                                        <p:attrNameLst>
                                          <p:attrName>style.visibility</p:attrName>
                                        </p:attrNameLst>
                                      </p:cBhvr>
                                      <p:to>
                                        <p:strVal val="visible"/>
                                      </p:to>
                                    </p:set>
                                    <p:anim calcmode="lin" valueType="num">
                                      <p:cBhvr>
                                        <p:cTn id="77" dur="500" fill="hold"/>
                                        <p:tgtEl>
                                          <p:spTgt spid="21"/>
                                        </p:tgtEl>
                                        <p:attrNameLst>
                                          <p:attrName>ppt_w</p:attrName>
                                        </p:attrNameLst>
                                      </p:cBhvr>
                                      <p:tavLst>
                                        <p:tav tm="0">
                                          <p:val>
                                            <p:fltVal val="0"/>
                                          </p:val>
                                        </p:tav>
                                        <p:tav tm="100000">
                                          <p:val>
                                            <p:strVal val="#ppt_w"/>
                                          </p:val>
                                        </p:tav>
                                      </p:tavLst>
                                    </p:anim>
                                    <p:anim calcmode="lin" valueType="num">
                                      <p:cBhvr>
                                        <p:cTn id="78" dur="500" fill="hold"/>
                                        <p:tgtEl>
                                          <p:spTgt spid="21"/>
                                        </p:tgtEl>
                                        <p:attrNameLst>
                                          <p:attrName>ppt_h</p:attrName>
                                        </p:attrNameLst>
                                      </p:cBhvr>
                                      <p:tavLst>
                                        <p:tav tm="0">
                                          <p:val>
                                            <p:fltVal val="0"/>
                                          </p:val>
                                        </p:tav>
                                        <p:tav tm="100000">
                                          <p:val>
                                            <p:strVal val="#ppt_h"/>
                                          </p:val>
                                        </p:tav>
                                      </p:tavLst>
                                    </p:anim>
                                    <p:animEffect transition="in" filter="fade">
                                      <p:cBhvr>
                                        <p:cTn id="79" dur="500"/>
                                        <p:tgtEl>
                                          <p:spTgt spid="21"/>
                                        </p:tgtEl>
                                      </p:cBhvr>
                                    </p:animEffect>
                                  </p:childTnLst>
                                </p:cTn>
                              </p:par>
                            </p:childTnLst>
                          </p:cTn>
                        </p:par>
                      </p:childTnLst>
                    </p:cTn>
                  </p:par>
                  <p:par>
                    <p:cTn id="80" fill="hold" nodeType="clickPar">
                      <p:stCondLst>
                        <p:cond delay="indefinite"/>
                      </p:stCondLst>
                      <p:childTnLst>
                        <p:par>
                          <p:cTn id="81" fill="hold" nodeType="withGroup">
                            <p:stCondLst>
                              <p:cond delay="0"/>
                            </p:stCondLst>
                            <p:childTnLst>
                              <p:par>
                                <p:cTn id="82" presetID="53" presetClass="entr" presetSubtype="16" fill="hold" grpId="0" nodeType="clickEffect">
                                  <p:stCondLst>
                                    <p:cond delay="0"/>
                                  </p:stCondLst>
                                  <p:childTnLst>
                                    <p:set>
                                      <p:cBhvr>
                                        <p:cTn id="83" dur="1" fill="hold">
                                          <p:stCondLst>
                                            <p:cond delay="0"/>
                                          </p:stCondLst>
                                        </p:cTn>
                                        <p:tgtEl>
                                          <p:spTgt spid="193"/>
                                        </p:tgtEl>
                                        <p:attrNameLst>
                                          <p:attrName>style.visibility</p:attrName>
                                        </p:attrNameLst>
                                      </p:cBhvr>
                                      <p:to>
                                        <p:strVal val="visible"/>
                                      </p:to>
                                    </p:set>
                                    <p:anim calcmode="lin" valueType="num">
                                      <p:cBhvr>
                                        <p:cTn id="84" dur="500" fill="hold"/>
                                        <p:tgtEl>
                                          <p:spTgt spid="193"/>
                                        </p:tgtEl>
                                        <p:attrNameLst>
                                          <p:attrName>ppt_w</p:attrName>
                                        </p:attrNameLst>
                                      </p:cBhvr>
                                      <p:tavLst>
                                        <p:tav tm="0">
                                          <p:val>
                                            <p:fltVal val="0"/>
                                          </p:val>
                                        </p:tav>
                                        <p:tav tm="100000">
                                          <p:val>
                                            <p:strVal val="#ppt_w"/>
                                          </p:val>
                                        </p:tav>
                                      </p:tavLst>
                                    </p:anim>
                                    <p:anim calcmode="lin" valueType="num">
                                      <p:cBhvr>
                                        <p:cTn id="85" dur="500" fill="hold"/>
                                        <p:tgtEl>
                                          <p:spTgt spid="193"/>
                                        </p:tgtEl>
                                        <p:attrNameLst>
                                          <p:attrName>ppt_h</p:attrName>
                                        </p:attrNameLst>
                                      </p:cBhvr>
                                      <p:tavLst>
                                        <p:tav tm="0">
                                          <p:val>
                                            <p:fltVal val="0"/>
                                          </p:val>
                                        </p:tav>
                                        <p:tav tm="100000">
                                          <p:val>
                                            <p:strVal val="#ppt_h"/>
                                          </p:val>
                                        </p:tav>
                                      </p:tavLst>
                                    </p:anim>
                                    <p:animEffect transition="in" filter="fade">
                                      <p:cBhvr>
                                        <p:cTn id="86" dur="500"/>
                                        <p:tgtEl>
                                          <p:spTgt spid="193"/>
                                        </p:tgtEl>
                                      </p:cBhvr>
                                    </p:animEffect>
                                  </p:childTnLst>
                                </p:cTn>
                              </p:par>
                            </p:childTnLst>
                          </p:cTn>
                        </p:par>
                      </p:childTnLst>
                    </p:cTn>
                  </p:par>
                  <p:par>
                    <p:cTn id="87" fill="hold" nodeType="clickPar">
                      <p:stCondLst>
                        <p:cond delay="indefinite"/>
                      </p:stCondLst>
                      <p:childTnLst>
                        <p:par>
                          <p:cTn id="88" fill="hold" nodeType="withGroup">
                            <p:stCondLst>
                              <p:cond delay="0"/>
                            </p:stCondLst>
                            <p:childTnLst>
                              <p:par>
                                <p:cTn id="89" presetID="53" presetClass="entr" presetSubtype="16" fill="hold" nodeType="clickEffect">
                                  <p:stCondLst>
                                    <p:cond delay="0"/>
                                  </p:stCondLst>
                                  <p:childTnLst>
                                    <p:set>
                                      <p:cBhvr>
                                        <p:cTn id="90" dur="1" fill="hold">
                                          <p:stCondLst>
                                            <p:cond delay="0"/>
                                          </p:stCondLst>
                                        </p:cTn>
                                        <p:tgtEl>
                                          <p:spTgt spid="19"/>
                                        </p:tgtEl>
                                        <p:attrNameLst>
                                          <p:attrName>style.visibility</p:attrName>
                                        </p:attrNameLst>
                                      </p:cBhvr>
                                      <p:to>
                                        <p:strVal val="visible"/>
                                      </p:to>
                                    </p:set>
                                    <p:anim calcmode="lin" valueType="num">
                                      <p:cBhvr>
                                        <p:cTn id="91" dur="500" fill="hold"/>
                                        <p:tgtEl>
                                          <p:spTgt spid="19"/>
                                        </p:tgtEl>
                                        <p:attrNameLst>
                                          <p:attrName>ppt_w</p:attrName>
                                        </p:attrNameLst>
                                      </p:cBhvr>
                                      <p:tavLst>
                                        <p:tav tm="0">
                                          <p:val>
                                            <p:fltVal val="0"/>
                                          </p:val>
                                        </p:tav>
                                        <p:tav tm="100000">
                                          <p:val>
                                            <p:strVal val="#ppt_w"/>
                                          </p:val>
                                        </p:tav>
                                      </p:tavLst>
                                    </p:anim>
                                    <p:anim calcmode="lin" valueType="num">
                                      <p:cBhvr>
                                        <p:cTn id="92" dur="500" fill="hold"/>
                                        <p:tgtEl>
                                          <p:spTgt spid="19"/>
                                        </p:tgtEl>
                                        <p:attrNameLst>
                                          <p:attrName>ppt_h</p:attrName>
                                        </p:attrNameLst>
                                      </p:cBhvr>
                                      <p:tavLst>
                                        <p:tav tm="0">
                                          <p:val>
                                            <p:fltVal val="0"/>
                                          </p:val>
                                        </p:tav>
                                        <p:tav tm="100000">
                                          <p:val>
                                            <p:strVal val="#ppt_h"/>
                                          </p:val>
                                        </p:tav>
                                      </p:tavLst>
                                    </p:anim>
                                    <p:animEffect transition="in" filter="fade">
                                      <p:cBhvr>
                                        <p:cTn id="93" dur="500"/>
                                        <p:tgtEl>
                                          <p:spTgt spid="19"/>
                                        </p:tgtEl>
                                      </p:cBhvr>
                                    </p:animEffect>
                                  </p:childTnLst>
                                </p:cTn>
                              </p:par>
                            </p:childTnLst>
                          </p:cTn>
                        </p:par>
                      </p:childTnLst>
                    </p:cTn>
                  </p:par>
                  <p:par>
                    <p:cTn id="94" fill="hold" nodeType="clickPar">
                      <p:stCondLst>
                        <p:cond delay="indefinite"/>
                      </p:stCondLst>
                      <p:childTnLst>
                        <p:par>
                          <p:cTn id="95" fill="hold" nodeType="withGroup">
                            <p:stCondLst>
                              <p:cond delay="0"/>
                            </p:stCondLst>
                            <p:childTnLst>
                              <p:par>
                                <p:cTn id="96" presetID="53" presetClass="entr" presetSubtype="16" fill="hold" grpId="0" nodeType="clickEffect">
                                  <p:stCondLst>
                                    <p:cond delay="0"/>
                                  </p:stCondLst>
                                  <p:childTnLst>
                                    <p:set>
                                      <p:cBhvr>
                                        <p:cTn id="97" dur="1" fill="hold">
                                          <p:stCondLst>
                                            <p:cond delay="0"/>
                                          </p:stCondLst>
                                        </p:cTn>
                                        <p:tgtEl>
                                          <p:spTgt spid="204"/>
                                        </p:tgtEl>
                                        <p:attrNameLst>
                                          <p:attrName>style.visibility</p:attrName>
                                        </p:attrNameLst>
                                      </p:cBhvr>
                                      <p:to>
                                        <p:strVal val="visible"/>
                                      </p:to>
                                    </p:set>
                                    <p:anim calcmode="lin" valueType="num">
                                      <p:cBhvr>
                                        <p:cTn id="98" dur="500" fill="hold"/>
                                        <p:tgtEl>
                                          <p:spTgt spid="204"/>
                                        </p:tgtEl>
                                        <p:attrNameLst>
                                          <p:attrName>ppt_w</p:attrName>
                                        </p:attrNameLst>
                                      </p:cBhvr>
                                      <p:tavLst>
                                        <p:tav tm="0">
                                          <p:val>
                                            <p:fltVal val="0"/>
                                          </p:val>
                                        </p:tav>
                                        <p:tav tm="100000">
                                          <p:val>
                                            <p:strVal val="#ppt_w"/>
                                          </p:val>
                                        </p:tav>
                                      </p:tavLst>
                                    </p:anim>
                                    <p:anim calcmode="lin" valueType="num">
                                      <p:cBhvr>
                                        <p:cTn id="99" dur="500" fill="hold"/>
                                        <p:tgtEl>
                                          <p:spTgt spid="204"/>
                                        </p:tgtEl>
                                        <p:attrNameLst>
                                          <p:attrName>ppt_h</p:attrName>
                                        </p:attrNameLst>
                                      </p:cBhvr>
                                      <p:tavLst>
                                        <p:tav tm="0">
                                          <p:val>
                                            <p:fltVal val="0"/>
                                          </p:val>
                                        </p:tav>
                                        <p:tav tm="100000">
                                          <p:val>
                                            <p:strVal val="#ppt_h"/>
                                          </p:val>
                                        </p:tav>
                                      </p:tavLst>
                                    </p:anim>
                                    <p:animEffect transition="in" filter="fade">
                                      <p:cBhvr>
                                        <p:cTn id="100" dur="500"/>
                                        <p:tgtEl>
                                          <p:spTgt spid="204"/>
                                        </p:tgtEl>
                                      </p:cBhvr>
                                    </p:animEffect>
                                  </p:childTnLst>
                                </p:cTn>
                              </p:par>
                            </p:childTnLst>
                          </p:cTn>
                        </p:par>
                      </p:childTnLst>
                    </p:cTn>
                  </p:par>
                  <p:par>
                    <p:cTn id="101" fill="hold" nodeType="clickPar">
                      <p:stCondLst>
                        <p:cond delay="indefinite"/>
                      </p:stCondLst>
                      <p:childTnLst>
                        <p:par>
                          <p:cTn id="102" fill="hold" nodeType="withGroup">
                            <p:stCondLst>
                              <p:cond delay="0"/>
                            </p:stCondLst>
                            <p:childTnLst>
                              <p:par>
                                <p:cTn id="103" presetID="53" presetClass="entr" presetSubtype="16" fill="hold" nodeType="clickEffect">
                                  <p:stCondLst>
                                    <p:cond delay="0"/>
                                  </p:stCondLst>
                                  <p:childTnLst>
                                    <p:set>
                                      <p:cBhvr>
                                        <p:cTn id="104" dur="1" fill="hold">
                                          <p:stCondLst>
                                            <p:cond delay="0"/>
                                          </p:stCondLst>
                                        </p:cTn>
                                        <p:tgtEl>
                                          <p:spTgt spid="20"/>
                                        </p:tgtEl>
                                        <p:attrNameLst>
                                          <p:attrName>style.visibility</p:attrName>
                                        </p:attrNameLst>
                                      </p:cBhvr>
                                      <p:to>
                                        <p:strVal val="visible"/>
                                      </p:to>
                                    </p:set>
                                    <p:anim calcmode="lin" valueType="num">
                                      <p:cBhvr>
                                        <p:cTn id="105" dur="500" fill="hold"/>
                                        <p:tgtEl>
                                          <p:spTgt spid="20"/>
                                        </p:tgtEl>
                                        <p:attrNameLst>
                                          <p:attrName>ppt_w</p:attrName>
                                        </p:attrNameLst>
                                      </p:cBhvr>
                                      <p:tavLst>
                                        <p:tav tm="0">
                                          <p:val>
                                            <p:fltVal val="0"/>
                                          </p:val>
                                        </p:tav>
                                        <p:tav tm="100000">
                                          <p:val>
                                            <p:strVal val="#ppt_w"/>
                                          </p:val>
                                        </p:tav>
                                      </p:tavLst>
                                    </p:anim>
                                    <p:anim calcmode="lin" valueType="num">
                                      <p:cBhvr>
                                        <p:cTn id="106" dur="500" fill="hold"/>
                                        <p:tgtEl>
                                          <p:spTgt spid="20"/>
                                        </p:tgtEl>
                                        <p:attrNameLst>
                                          <p:attrName>ppt_h</p:attrName>
                                        </p:attrNameLst>
                                      </p:cBhvr>
                                      <p:tavLst>
                                        <p:tav tm="0">
                                          <p:val>
                                            <p:fltVal val="0"/>
                                          </p:val>
                                        </p:tav>
                                        <p:tav tm="100000">
                                          <p:val>
                                            <p:strVal val="#ppt_h"/>
                                          </p:val>
                                        </p:tav>
                                      </p:tavLst>
                                    </p:anim>
                                    <p:animEffect transition="in" filter="fade">
                                      <p:cBhvr>
                                        <p:cTn id="107" dur="500"/>
                                        <p:tgtEl>
                                          <p:spTgt spid="20"/>
                                        </p:tgtEl>
                                      </p:cBhvr>
                                    </p:animEffect>
                                  </p:childTnLst>
                                </p:cTn>
                              </p:par>
                            </p:childTnLst>
                          </p:cTn>
                        </p:par>
                      </p:childTnLst>
                    </p:cTn>
                  </p:par>
                  <p:par>
                    <p:cTn id="108" fill="hold" nodeType="clickPar">
                      <p:stCondLst>
                        <p:cond delay="indefinite"/>
                      </p:stCondLst>
                      <p:childTnLst>
                        <p:par>
                          <p:cTn id="109" fill="hold" nodeType="withGroup">
                            <p:stCondLst>
                              <p:cond delay="0"/>
                            </p:stCondLst>
                            <p:childTnLst>
                              <p:par>
                                <p:cTn id="110" presetID="53" presetClass="entr" presetSubtype="16" fill="hold" grpId="0" nodeType="clickEffect">
                                  <p:stCondLst>
                                    <p:cond delay="0"/>
                                  </p:stCondLst>
                                  <p:childTnLst>
                                    <p:set>
                                      <p:cBhvr>
                                        <p:cTn id="111" dur="1" fill="hold">
                                          <p:stCondLst>
                                            <p:cond delay="0"/>
                                          </p:stCondLst>
                                        </p:cTn>
                                        <p:tgtEl>
                                          <p:spTgt spid="205"/>
                                        </p:tgtEl>
                                        <p:attrNameLst>
                                          <p:attrName>style.visibility</p:attrName>
                                        </p:attrNameLst>
                                      </p:cBhvr>
                                      <p:to>
                                        <p:strVal val="visible"/>
                                      </p:to>
                                    </p:set>
                                    <p:anim calcmode="lin" valueType="num">
                                      <p:cBhvr>
                                        <p:cTn id="112" dur="500" fill="hold"/>
                                        <p:tgtEl>
                                          <p:spTgt spid="205"/>
                                        </p:tgtEl>
                                        <p:attrNameLst>
                                          <p:attrName>ppt_w</p:attrName>
                                        </p:attrNameLst>
                                      </p:cBhvr>
                                      <p:tavLst>
                                        <p:tav tm="0">
                                          <p:val>
                                            <p:fltVal val="0"/>
                                          </p:val>
                                        </p:tav>
                                        <p:tav tm="100000">
                                          <p:val>
                                            <p:strVal val="#ppt_w"/>
                                          </p:val>
                                        </p:tav>
                                      </p:tavLst>
                                    </p:anim>
                                    <p:anim calcmode="lin" valueType="num">
                                      <p:cBhvr>
                                        <p:cTn id="113" dur="500" fill="hold"/>
                                        <p:tgtEl>
                                          <p:spTgt spid="205"/>
                                        </p:tgtEl>
                                        <p:attrNameLst>
                                          <p:attrName>ppt_h</p:attrName>
                                        </p:attrNameLst>
                                      </p:cBhvr>
                                      <p:tavLst>
                                        <p:tav tm="0">
                                          <p:val>
                                            <p:fltVal val="0"/>
                                          </p:val>
                                        </p:tav>
                                        <p:tav tm="100000">
                                          <p:val>
                                            <p:strVal val="#ppt_h"/>
                                          </p:val>
                                        </p:tav>
                                      </p:tavLst>
                                    </p:anim>
                                    <p:animEffect transition="in" filter="fade">
                                      <p:cBhvr>
                                        <p:cTn id="114" dur="500"/>
                                        <p:tgtEl>
                                          <p:spTgt spid="205"/>
                                        </p:tgtEl>
                                      </p:cBhvr>
                                    </p:animEffect>
                                  </p:childTnLst>
                                </p:cTn>
                              </p:par>
                            </p:childTnLst>
                          </p:cTn>
                        </p:par>
                      </p:childTnLst>
                    </p:cTn>
                  </p:par>
                  <p:par>
                    <p:cTn id="115" fill="hold" nodeType="clickPar">
                      <p:stCondLst>
                        <p:cond delay="indefinite"/>
                      </p:stCondLst>
                      <p:childTnLst>
                        <p:par>
                          <p:cTn id="116" fill="hold" nodeType="withGroup">
                            <p:stCondLst>
                              <p:cond delay="0"/>
                            </p:stCondLst>
                            <p:childTnLst>
                              <p:par>
                                <p:cTn id="117" presetID="53" presetClass="entr" presetSubtype="16" fill="hold" grpId="0" nodeType="clickEffect">
                                  <p:stCondLst>
                                    <p:cond delay="0"/>
                                  </p:stCondLst>
                                  <p:childTnLst>
                                    <p:set>
                                      <p:cBhvr>
                                        <p:cTn id="118" dur="1" fill="hold">
                                          <p:stCondLst>
                                            <p:cond delay="0"/>
                                          </p:stCondLst>
                                        </p:cTn>
                                        <p:tgtEl>
                                          <p:spTgt spid="199"/>
                                        </p:tgtEl>
                                        <p:attrNameLst>
                                          <p:attrName>style.visibility</p:attrName>
                                        </p:attrNameLst>
                                      </p:cBhvr>
                                      <p:to>
                                        <p:strVal val="visible"/>
                                      </p:to>
                                    </p:set>
                                    <p:anim calcmode="lin" valueType="num">
                                      <p:cBhvr>
                                        <p:cTn id="119" dur="500" fill="hold"/>
                                        <p:tgtEl>
                                          <p:spTgt spid="199"/>
                                        </p:tgtEl>
                                        <p:attrNameLst>
                                          <p:attrName>ppt_w</p:attrName>
                                        </p:attrNameLst>
                                      </p:cBhvr>
                                      <p:tavLst>
                                        <p:tav tm="0">
                                          <p:val>
                                            <p:fltVal val="0"/>
                                          </p:val>
                                        </p:tav>
                                        <p:tav tm="100000">
                                          <p:val>
                                            <p:strVal val="#ppt_w"/>
                                          </p:val>
                                        </p:tav>
                                      </p:tavLst>
                                    </p:anim>
                                    <p:anim calcmode="lin" valueType="num">
                                      <p:cBhvr>
                                        <p:cTn id="120" dur="500" fill="hold"/>
                                        <p:tgtEl>
                                          <p:spTgt spid="199"/>
                                        </p:tgtEl>
                                        <p:attrNameLst>
                                          <p:attrName>ppt_h</p:attrName>
                                        </p:attrNameLst>
                                      </p:cBhvr>
                                      <p:tavLst>
                                        <p:tav tm="0">
                                          <p:val>
                                            <p:fltVal val="0"/>
                                          </p:val>
                                        </p:tav>
                                        <p:tav tm="100000">
                                          <p:val>
                                            <p:strVal val="#ppt_h"/>
                                          </p:val>
                                        </p:tav>
                                      </p:tavLst>
                                    </p:anim>
                                    <p:animEffect transition="in" filter="fade">
                                      <p:cBhvr>
                                        <p:cTn id="121" dur="500"/>
                                        <p:tgtEl>
                                          <p:spTgt spid="199"/>
                                        </p:tgtEl>
                                      </p:cBhvr>
                                    </p:animEffect>
                                  </p:childTnLst>
                                </p:cTn>
                              </p:par>
                            </p:childTnLst>
                          </p:cTn>
                        </p:par>
                      </p:childTnLst>
                    </p:cTn>
                  </p:par>
                  <p:par>
                    <p:cTn id="122" fill="hold" nodeType="clickPar">
                      <p:stCondLst>
                        <p:cond delay="indefinite"/>
                      </p:stCondLst>
                      <p:childTnLst>
                        <p:par>
                          <p:cTn id="123" fill="hold" nodeType="withGroup">
                            <p:stCondLst>
                              <p:cond delay="0"/>
                            </p:stCondLst>
                            <p:childTnLst>
                              <p:par>
                                <p:cTn id="124" presetID="53" presetClass="entr" presetSubtype="16" fill="hold" grpId="0" nodeType="clickEffect">
                                  <p:stCondLst>
                                    <p:cond delay="0"/>
                                  </p:stCondLst>
                                  <p:childTnLst>
                                    <p:set>
                                      <p:cBhvr>
                                        <p:cTn id="125" dur="1" fill="hold">
                                          <p:stCondLst>
                                            <p:cond delay="0"/>
                                          </p:stCondLst>
                                        </p:cTn>
                                        <p:tgtEl>
                                          <p:spTgt spid="206"/>
                                        </p:tgtEl>
                                        <p:attrNameLst>
                                          <p:attrName>style.visibility</p:attrName>
                                        </p:attrNameLst>
                                      </p:cBhvr>
                                      <p:to>
                                        <p:strVal val="visible"/>
                                      </p:to>
                                    </p:set>
                                    <p:anim calcmode="lin" valueType="num">
                                      <p:cBhvr>
                                        <p:cTn id="126" dur="500" fill="hold"/>
                                        <p:tgtEl>
                                          <p:spTgt spid="206"/>
                                        </p:tgtEl>
                                        <p:attrNameLst>
                                          <p:attrName>ppt_w</p:attrName>
                                        </p:attrNameLst>
                                      </p:cBhvr>
                                      <p:tavLst>
                                        <p:tav tm="0">
                                          <p:val>
                                            <p:fltVal val="0"/>
                                          </p:val>
                                        </p:tav>
                                        <p:tav tm="100000">
                                          <p:val>
                                            <p:strVal val="#ppt_w"/>
                                          </p:val>
                                        </p:tav>
                                      </p:tavLst>
                                    </p:anim>
                                    <p:anim calcmode="lin" valueType="num">
                                      <p:cBhvr>
                                        <p:cTn id="127" dur="500" fill="hold"/>
                                        <p:tgtEl>
                                          <p:spTgt spid="206"/>
                                        </p:tgtEl>
                                        <p:attrNameLst>
                                          <p:attrName>ppt_h</p:attrName>
                                        </p:attrNameLst>
                                      </p:cBhvr>
                                      <p:tavLst>
                                        <p:tav tm="0">
                                          <p:val>
                                            <p:fltVal val="0"/>
                                          </p:val>
                                        </p:tav>
                                        <p:tav tm="100000">
                                          <p:val>
                                            <p:strVal val="#ppt_h"/>
                                          </p:val>
                                        </p:tav>
                                      </p:tavLst>
                                    </p:anim>
                                    <p:animEffect transition="in" filter="fade">
                                      <p:cBhvr>
                                        <p:cTn id="128" dur="500"/>
                                        <p:tgtEl>
                                          <p:spTgt spid="206"/>
                                        </p:tgtEl>
                                      </p:cBhvr>
                                    </p:animEffect>
                                  </p:childTnLst>
                                </p:cTn>
                              </p:par>
                            </p:childTnLst>
                          </p:cTn>
                        </p:par>
                      </p:childTnLst>
                    </p:cTn>
                  </p:par>
                  <p:par>
                    <p:cTn id="129" fill="hold" nodeType="clickPar">
                      <p:stCondLst>
                        <p:cond delay="indefinite"/>
                      </p:stCondLst>
                      <p:childTnLst>
                        <p:par>
                          <p:cTn id="130" fill="hold" nodeType="withGroup">
                            <p:stCondLst>
                              <p:cond delay="0"/>
                            </p:stCondLst>
                            <p:childTnLst>
                              <p:par>
                                <p:cTn id="131" presetID="53" presetClass="exit" presetSubtype="32" fill="hold" nodeType="clickEffect">
                                  <p:stCondLst>
                                    <p:cond delay="0"/>
                                  </p:stCondLst>
                                  <p:childTnLst>
                                    <p:anim calcmode="lin" valueType="num">
                                      <p:cBhvr>
                                        <p:cTn id="132" dur="500"/>
                                        <p:tgtEl>
                                          <p:spTgt spid="21"/>
                                        </p:tgtEl>
                                        <p:attrNameLst>
                                          <p:attrName>ppt_w</p:attrName>
                                        </p:attrNameLst>
                                      </p:cBhvr>
                                      <p:tavLst>
                                        <p:tav tm="0">
                                          <p:val>
                                            <p:strVal val="ppt_w"/>
                                          </p:val>
                                        </p:tav>
                                        <p:tav tm="100000">
                                          <p:val>
                                            <p:fltVal val="0"/>
                                          </p:val>
                                        </p:tav>
                                      </p:tavLst>
                                    </p:anim>
                                    <p:anim calcmode="lin" valueType="num">
                                      <p:cBhvr>
                                        <p:cTn id="133" dur="500"/>
                                        <p:tgtEl>
                                          <p:spTgt spid="21"/>
                                        </p:tgtEl>
                                        <p:attrNameLst>
                                          <p:attrName>ppt_h</p:attrName>
                                        </p:attrNameLst>
                                      </p:cBhvr>
                                      <p:tavLst>
                                        <p:tav tm="0">
                                          <p:val>
                                            <p:strVal val="ppt_h"/>
                                          </p:val>
                                        </p:tav>
                                        <p:tav tm="100000">
                                          <p:val>
                                            <p:fltVal val="0"/>
                                          </p:val>
                                        </p:tav>
                                      </p:tavLst>
                                    </p:anim>
                                    <p:animEffect transition="out" filter="fade">
                                      <p:cBhvr>
                                        <p:cTn id="134" dur="500"/>
                                        <p:tgtEl>
                                          <p:spTgt spid="21"/>
                                        </p:tgtEl>
                                      </p:cBhvr>
                                    </p:animEffect>
                                    <p:set>
                                      <p:cBhvr>
                                        <p:cTn id="135" dur="1" fill="hold">
                                          <p:stCondLst>
                                            <p:cond delay="499"/>
                                          </p:stCondLst>
                                        </p:cTn>
                                        <p:tgtEl>
                                          <p:spTgt spid="21"/>
                                        </p:tgtEl>
                                        <p:attrNameLst>
                                          <p:attrName>style.visibility</p:attrName>
                                        </p:attrNameLst>
                                      </p:cBhvr>
                                      <p:to>
                                        <p:strVal val="hidden"/>
                                      </p:to>
                                    </p:set>
                                  </p:childTnLst>
                                </p:cTn>
                              </p:par>
                              <p:par>
                                <p:cTn id="136" presetID="53" presetClass="exit" presetSubtype="32" fill="hold" grpId="1" nodeType="withEffect">
                                  <p:stCondLst>
                                    <p:cond delay="0"/>
                                  </p:stCondLst>
                                  <p:childTnLst>
                                    <p:anim calcmode="lin" valueType="num">
                                      <p:cBhvr>
                                        <p:cTn id="137" dur="500"/>
                                        <p:tgtEl>
                                          <p:spTgt spid="204"/>
                                        </p:tgtEl>
                                        <p:attrNameLst>
                                          <p:attrName>ppt_w</p:attrName>
                                        </p:attrNameLst>
                                      </p:cBhvr>
                                      <p:tavLst>
                                        <p:tav tm="0">
                                          <p:val>
                                            <p:strVal val="ppt_w"/>
                                          </p:val>
                                        </p:tav>
                                        <p:tav tm="100000">
                                          <p:val>
                                            <p:fltVal val="0"/>
                                          </p:val>
                                        </p:tav>
                                      </p:tavLst>
                                    </p:anim>
                                    <p:anim calcmode="lin" valueType="num">
                                      <p:cBhvr>
                                        <p:cTn id="138" dur="500"/>
                                        <p:tgtEl>
                                          <p:spTgt spid="204"/>
                                        </p:tgtEl>
                                        <p:attrNameLst>
                                          <p:attrName>ppt_h</p:attrName>
                                        </p:attrNameLst>
                                      </p:cBhvr>
                                      <p:tavLst>
                                        <p:tav tm="0">
                                          <p:val>
                                            <p:strVal val="ppt_h"/>
                                          </p:val>
                                        </p:tav>
                                        <p:tav tm="100000">
                                          <p:val>
                                            <p:fltVal val="0"/>
                                          </p:val>
                                        </p:tav>
                                      </p:tavLst>
                                    </p:anim>
                                    <p:animEffect transition="out" filter="fade">
                                      <p:cBhvr>
                                        <p:cTn id="139" dur="500"/>
                                        <p:tgtEl>
                                          <p:spTgt spid="204"/>
                                        </p:tgtEl>
                                      </p:cBhvr>
                                    </p:animEffect>
                                    <p:set>
                                      <p:cBhvr>
                                        <p:cTn id="140" dur="1" fill="hold">
                                          <p:stCondLst>
                                            <p:cond delay="499"/>
                                          </p:stCondLst>
                                        </p:cTn>
                                        <p:tgtEl>
                                          <p:spTgt spid="204"/>
                                        </p:tgtEl>
                                        <p:attrNameLst>
                                          <p:attrName>style.visibility</p:attrName>
                                        </p:attrNameLst>
                                      </p:cBhvr>
                                      <p:to>
                                        <p:strVal val="hidden"/>
                                      </p:to>
                                    </p:set>
                                  </p:childTnLst>
                                </p:cTn>
                              </p:par>
                              <p:par>
                                <p:cTn id="141" presetID="53" presetClass="exit" presetSubtype="32" fill="hold" grpId="1" nodeType="withEffect">
                                  <p:stCondLst>
                                    <p:cond delay="0"/>
                                  </p:stCondLst>
                                  <p:childTnLst>
                                    <p:anim calcmode="lin" valueType="num">
                                      <p:cBhvr>
                                        <p:cTn id="142" dur="500"/>
                                        <p:tgtEl>
                                          <p:spTgt spid="205"/>
                                        </p:tgtEl>
                                        <p:attrNameLst>
                                          <p:attrName>ppt_w</p:attrName>
                                        </p:attrNameLst>
                                      </p:cBhvr>
                                      <p:tavLst>
                                        <p:tav tm="0">
                                          <p:val>
                                            <p:strVal val="ppt_w"/>
                                          </p:val>
                                        </p:tav>
                                        <p:tav tm="100000">
                                          <p:val>
                                            <p:fltVal val="0"/>
                                          </p:val>
                                        </p:tav>
                                      </p:tavLst>
                                    </p:anim>
                                    <p:anim calcmode="lin" valueType="num">
                                      <p:cBhvr>
                                        <p:cTn id="143" dur="500"/>
                                        <p:tgtEl>
                                          <p:spTgt spid="205"/>
                                        </p:tgtEl>
                                        <p:attrNameLst>
                                          <p:attrName>ppt_h</p:attrName>
                                        </p:attrNameLst>
                                      </p:cBhvr>
                                      <p:tavLst>
                                        <p:tav tm="0">
                                          <p:val>
                                            <p:strVal val="ppt_h"/>
                                          </p:val>
                                        </p:tav>
                                        <p:tav tm="100000">
                                          <p:val>
                                            <p:fltVal val="0"/>
                                          </p:val>
                                        </p:tav>
                                      </p:tavLst>
                                    </p:anim>
                                    <p:animEffect transition="out" filter="fade">
                                      <p:cBhvr>
                                        <p:cTn id="144" dur="500"/>
                                        <p:tgtEl>
                                          <p:spTgt spid="205"/>
                                        </p:tgtEl>
                                      </p:cBhvr>
                                    </p:animEffect>
                                    <p:set>
                                      <p:cBhvr>
                                        <p:cTn id="145" dur="1" fill="hold">
                                          <p:stCondLst>
                                            <p:cond delay="499"/>
                                          </p:stCondLst>
                                        </p:cTn>
                                        <p:tgtEl>
                                          <p:spTgt spid="205"/>
                                        </p:tgtEl>
                                        <p:attrNameLst>
                                          <p:attrName>style.visibility</p:attrName>
                                        </p:attrNameLst>
                                      </p:cBhvr>
                                      <p:to>
                                        <p:strVal val="hidden"/>
                                      </p:to>
                                    </p:set>
                                  </p:childTnLst>
                                </p:cTn>
                              </p:par>
                            </p:childTnLst>
                          </p:cTn>
                        </p:par>
                      </p:childTnLst>
                    </p:cTn>
                  </p:par>
                  <p:par>
                    <p:cTn id="146" fill="hold" nodeType="clickPar">
                      <p:stCondLst>
                        <p:cond delay="indefinite"/>
                      </p:stCondLst>
                      <p:childTnLst>
                        <p:par>
                          <p:cTn id="147" fill="hold" nodeType="withGroup">
                            <p:stCondLst>
                              <p:cond delay="0"/>
                            </p:stCondLst>
                            <p:childTnLst>
                              <p:par>
                                <p:cTn id="148" presetID="53" presetClass="entr" presetSubtype="16" fill="hold" nodeType="clickEffect">
                                  <p:stCondLst>
                                    <p:cond delay="0"/>
                                  </p:stCondLst>
                                  <p:childTnLst>
                                    <p:set>
                                      <p:cBhvr>
                                        <p:cTn id="149" dur="1" fill="hold">
                                          <p:stCondLst>
                                            <p:cond delay="0"/>
                                          </p:stCondLst>
                                        </p:cTn>
                                        <p:tgtEl>
                                          <p:spTgt spid="22"/>
                                        </p:tgtEl>
                                        <p:attrNameLst>
                                          <p:attrName>style.visibility</p:attrName>
                                        </p:attrNameLst>
                                      </p:cBhvr>
                                      <p:to>
                                        <p:strVal val="visible"/>
                                      </p:to>
                                    </p:set>
                                    <p:anim calcmode="lin" valueType="num">
                                      <p:cBhvr>
                                        <p:cTn id="150" dur="500" fill="hold"/>
                                        <p:tgtEl>
                                          <p:spTgt spid="22"/>
                                        </p:tgtEl>
                                        <p:attrNameLst>
                                          <p:attrName>ppt_w</p:attrName>
                                        </p:attrNameLst>
                                      </p:cBhvr>
                                      <p:tavLst>
                                        <p:tav tm="0">
                                          <p:val>
                                            <p:fltVal val="0"/>
                                          </p:val>
                                        </p:tav>
                                        <p:tav tm="100000">
                                          <p:val>
                                            <p:strVal val="#ppt_w"/>
                                          </p:val>
                                        </p:tav>
                                      </p:tavLst>
                                    </p:anim>
                                    <p:anim calcmode="lin" valueType="num">
                                      <p:cBhvr>
                                        <p:cTn id="151" dur="500" fill="hold"/>
                                        <p:tgtEl>
                                          <p:spTgt spid="22"/>
                                        </p:tgtEl>
                                        <p:attrNameLst>
                                          <p:attrName>ppt_h</p:attrName>
                                        </p:attrNameLst>
                                      </p:cBhvr>
                                      <p:tavLst>
                                        <p:tav tm="0">
                                          <p:val>
                                            <p:fltVal val="0"/>
                                          </p:val>
                                        </p:tav>
                                        <p:tav tm="100000">
                                          <p:val>
                                            <p:strVal val="#ppt_h"/>
                                          </p:val>
                                        </p:tav>
                                      </p:tavLst>
                                    </p:anim>
                                    <p:animEffect transition="in" filter="fade">
                                      <p:cBhvr>
                                        <p:cTn id="152"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 grpId="0" animBg="1"/>
      <p:bldP spid="160" grpId="0" animBg="1"/>
      <p:bldP spid="167" grpId="0" animBg="1"/>
      <p:bldP spid="170" grpId="0" animBg="1"/>
      <p:bldP spid="171" grpId="0" animBg="1"/>
      <p:bldP spid="193" grpId="0" animBg="1"/>
      <p:bldP spid="199" grpId="0" animBg="1"/>
      <p:bldP spid="204" grpId="0" animBg="1"/>
      <p:bldP spid="204" grpId="1" animBg="1"/>
      <p:bldP spid="205" grpId="0" animBg="1"/>
      <p:bldP spid="205" grpId="1" animBg="1"/>
      <p:bldP spid="206"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0770" name="组合 180223"/>
          <p:cNvGrpSpPr>
            <a:grpSpLocks/>
          </p:cNvGrpSpPr>
          <p:nvPr/>
        </p:nvGrpSpPr>
        <p:grpSpPr bwMode="auto">
          <a:xfrm>
            <a:off x="4886325" y="842963"/>
            <a:ext cx="2362200" cy="2327275"/>
            <a:chOff x="4885681" y="843558"/>
            <a:chExt cx="2362199" cy="2326457"/>
          </a:xfrm>
        </p:grpSpPr>
        <p:sp>
          <p:nvSpPr>
            <p:cNvPr id="160915" name="Line 2"/>
            <p:cNvSpPr>
              <a:spLocks noChangeShapeType="1"/>
            </p:cNvSpPr>
            <p:nvPr/>
          </p:nvSpPr>
          <p:spPr bwMode="auto">
            <a:xfrm>
              <a:off x="4885681" y="1384077"/>
              <a:ext cx="1587" cy="178593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0916" name="Line 3"/>
            <p:cNvSpPr>
              <a:spLocks noChangeShapeType="1"/>
            </p:cNvSpPr>
            <p:nvPr/>
          </p:nvSpPr>
          <p:spPr bwMode="auto">
            <a:xfrm>
              <a:off x="6536482" y="1384077"/>
              <a:ext cx="0" cy="176053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0917" name="Line 9"/>
            <p:cNvSpPr>
              <a:spLocks noChangeShapeType="1"/>
            </p:cNvSpPr>
            <p:nvPr/>
          </p:nvSpPr>
          <p:spPr bwMode="auto">
            <a:xfrm flipV="1">
              <a:off x="4887268" y="1695227"/>
              <a:ext cx="200925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0918" name="Rectangle 10"/>
            <p:cNvSpPr>
              <a:spLocks noChangeArrowheads="1"/>
            </p:cNvSpPr>
            <p:nvPr/>
          </p:nvSpPr>
          <p:spPr bwMode="auto">
            <a:xfrm>
              <a:off x="5312717" y="1333277"/>
              <a:ext cx="1935163"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header</a:t>
              </a:r>
              <a:endParaRPr lang="en-US" altLang="zh-CN" sz="1800">
                <a:solidFill>
                  <a:srgbClr val="000000"/>
                </a:solidFill>
                <a:ea typeface="宋体" panose="02010600030101010101" pitchFamily="2" charset="-122"/>
                <a:cs typeface="Times New Roman" panose="02020603050405020304" pitchFamily="18" charset="0"/>
              </a:endParaRPr>
            </a:p>
          </p:txBody>
        </p:sp>
        <p:sp>
          <p:nvSpPr>
            <p:cNvPr id="160919" name="Rectangle 11"/>
            <p:cNvSpPr>
              <a:spLocks noChangeArrowheads="1"/>
            </p:cNvSpPr>
            <p:nvPr/>
          </p:nvSpPr>
          <p:spPr bwMode="auto">
            <a:xfrm>
              <a:off x="5220072" y="1060227"/>
              <a:ext cx="1168400"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2100" i="1">
                  <a:solidFill>
                    <a:srgbClr val="000000"/>
                  </a:solidFill>
                  <a:ea typeface="宋体" panose="02010600030101010101" pitchFamily="2" charset="-122"/>
                  <a:cs typeface="Times New Roman" panose="02020603050405020304" pitchFamily="18" charset="0"/>
                </a:rPr>
                <a:t>sort</a:t>
              </a:r>
            </a:p>
          </p:txBody>
        </p:sp>
        <p:sp>
          <p:nvSpPr>
            <p:cNvPr id="160920" name="Line 12"/>
            <p:cNvSpPr>
              <a:spLocks noChangeShapeType="1"/>
            </p:cNvSpPr>
            <p:nvPr/>
          </p:nvSpPr>
          <p:spPr bwMode="auto">
            <a:xfrm flipV="1">
              <a:off x="4898380" y="1382490"/>
              <a:ext cx="2020887" cy="15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0921" name="Line 13"/>
            <p:cNvSpPr>
              <a:spLocks noChangeShapeType="1"/>
            </p:cNvSpPr>
            <p:nvPr/>
          </p:nvSpPr>
          <p:spPr bwMode="auto">
            <a:xfrm>
              <a:off x="5263506" y="1398365"/>
              <a:ext cx="0" cy="28416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0922" name="Line 14"/>
            <p:cNvSpPr>
              <a:spLocks noChangeShapeType="1"/>
            </p:cNvSpPr>
            <p:nvPr/>
          </p:nvSpPr>
          <p:spPr bwMode="auto">
            <a:xfrm>
              <a:off x="5960418" y="1671092"/>
              <a:ext cx="0" cy="14636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0923" name="Line 3"/>
            <p:cNvSpPr>
              <a:spLocks noChangeShapeType="1"/>
            </p:cNvSpPr>
            <p:nvPr/>
          </p:nvSpPr>
          <p:spPr bwMode="auto">
            <a:xfrm>
              <a:off x="6878216" y="1406575"/>
              <a:ext cx="0" cy="176053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0924" name="Line 95"/>
            <p:cNvSpPr>
              <a:spLocks noChangeShapeType="1"/>
            </p:cNvSpPr>
            <p:nvPr/>
          </p:nvSpPr>
          <p:spPr bwMode="auto">
            <a:xfrm>
              <a:off x="4957428" y="847725"/>
              <a:ext cx="0" cy="666377"/>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0925" name="Line 43"/>
            <p:cNvSpPr>
              <a:spLocks noChangeShapeType="1"/>
            </p:cNvSpPr>
            <p:nvPr/>
          </p:nvSpPr>
          <p:spPr bwMode="auto">
            <a:xfrm>
              <a:off x="4966140" y="843558"/>
              <a:ext cx="181924" cy="0"/>
            </a:xfrm>
            <a:prstGeom prst="line">
              <a:avLst/>
            </a:prstGeom>
            <a:noFill/>
            <a:ln w="25400">
              <a:solidFill>
                <a:srgbClr val="FF0000"/>
              </a:solidFill>
              <a:round/>
              <a:headEnd/>
              <a:tailEnd type="stealth" w="lg" len="lg"/>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sp>
        <p:nvSpPr>
          <p:cNvPr id="180226" name="Rectangle 3"/>
          <p:cNvSpPr>
            <a:spLocks noGrp="1" noChangeArrowheads="1"/>
          </p:cNvSpPr>
          <p:nvPr>
            <p:ph idx="1"/>
          </p:nvPr>
        </p:nvSpPr>
        <p:spPr>
          <a:xfrm>
            <a:off x="107950" y="2441575"/>
            <a:ext cx="7088188" cy="2651125"/>
          </a:xfrm>
        </p:spPr>
        <p:txBody>
          <a:bodyPr/>
          <a:lstStyle/>
          <a:p>
            <a:pPr>
              <a:lnSpc>
                <a:spcPts val="1800"/>
              </a:lnSpc>
              <a:buFont typeface="Wingdings" panose="05000000000000000000" pitchFamily="2" charset="2"/>
              <a:buNone/>
              <a:defRPr/>
            </a:pPr>
            <a:r>
              <a:rPr lang="en-US" altLang="zh-CN" sz="1800" b="1" i="1" dirty="0">
                <a:solidFill>
                  <a:schemeClr val="tx1"/>
                </a:solidFill>
                <a:ea typeface="楷体_GB2312" pitchFamily="49" charset="-122"/>
                <a:cs typeface="Times New Roman" panose="02020603050405020304" pitchFamily="18" charset="0"/>
              </a:rPr>
              <a:t>P</a:t>
            </a:r>
            <a:r>
              <a:rPr lang="en-US" altLang="zh-CN" sz="1800" b="1" dirty="0">
                <a:solidFill>
                  <a:schemeClr val="tx1"/>
                </a:solidFill>
                <a:ea typeface="楷体_GB2312" pitchFamily="49" charset="-122"/>
                <a:cs typeface="Times New Roman" panose="02020603050405020304" pitchFamily="18" charset="0"/>
              </a:rPr>
              <a:t> </a:t>
            </a:r>
            <a:r>
              <a:rPr lang="en-US" altLang="zh-CN" sz="1800" b="1" dirty="0">
                <a:solidFill>
                  <a:schemeClr val="tx1"/>
                </a:solidFill>
                <a:ea typeface="楷体_GB2312" pitchFamily="49" charset="-122"/>
                <a:cs typeface="Times New Roman" panose="02020603050405020304" pitchFamily="18" charset="0"/>
                <a:sym typeface="Symbol" panose="05050102010706020507" pitchFamily="18" charset="2"/>
              </a:rPr>
              <a:t></a:t>
            </a:r>
            <a:r>
              <a:rPr lang="en-US" altLang="zh-CN" sz="1800" b="1" dirty="0">
                <a:solidFill>
                  <a:schemeClr val="tx1"/>
                </a:solidFill>
                <a:ea typeface="楷体_GB2312" pitchFamily="49" charset="-122"/>
                <a:cs typeface="Times New Roman" panose="02020603050405020304" pitchFamily="18" charset="0"/>
              </a:rPr>
              <a:t> </a:t>
            </a:r>
            <a:r>
              <a:rPr lang="en-US" altLang="zh-CN" sz="1800" b="1" i="1" dirty="0">
                <a:solidFill>
                  <a:srgbClr val="FF0000"/>
                </a:solidFill>
                <a:ea typeface="楷体_GB2312" pitchFamily="49" charset="-122"/>
                <a:cs typeface="Times New Roman" panose="02020603050405020304" pitchFamily="18" charset="0"/>
              </a:rPr>
              <a:t>M</a:t>
            </a:r>
            <a:r>
              <a:rPr lang="en-US" altLang="zh-CN" sz="1800" b="1" i="1" dirty="0">
                <a:ea typeface="楷体_GB2312" pitchFamily="49" charset="-122"/>
                <a:cs typeface="Times New Roman" panose="02020603050405020304" pitchFamily="18" charset="0"/>
              </a:rPr>
              <a:t> </a:t>
            </a:r>
            <a:r>
              <a:rPr lang="en-US" altLang="zh-CN" sz="1800" b="1" i="1" dirty="0">
                <a:solidFill>
                  <a:schemeClr val="tx1"/>
                </a:solidFill>
                <a:ea typeface="楷体_GB2312" pitchFamily="49" charset="-122"/>
                <a:cs typeface="Times New Roman" panose="02020603050405020304" pitchFamily="18" charset="0"/>
              </a:rPr>
              <a:t>D</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zh-CN" altLang="en-US"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addwidth</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top</a:t>
            </a:r>
            <a:r>
              <a:rPr lang="en-US" altLang="zh-CN" sz="1800" b="1" dirty="0">
                <a:solidFill>
                  <a:schemeClr val="tx2">
                    <a:lumMod val="60000"/>
                    <a:lumOff val="40000"/>
                  </a:schemeClr>
                </a:solidFill>
                <a:ea typeface="楷体_GB2312" pitchFamily="49" charset="-122"/>
                <a:cs typeface="Times New Roman" panose="02020603050405020304" pitchFamily="18" charset="0"/>
              </a:rPr>
              <a:t>(</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tblptr</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top</a:t>
            </a:r>
            <a:r>
              <a:rPr lang="en-US" altLang="zh-CN" sz="1800" b="1" dirty="0">
                <a:solidFill>
                  <a:schemeClr val="tx2">
                    <a:lumMod val="60000"/>
                    <a:lumOff val="40000"/>
                  </a:schemeClr>
                </a:solidFill>
                <a:ea typeface="楷体_GB2312" pitchFamily="49" charset="-122"/>
                <a:cs typeface="Times New Roman" panose="02020603050405020304" pitchFamily="18" charset="0"/>
              </a:rPr>
              <a:t>(</a:t>
            </a:r>
            <a:r>
              <a:rPr lang="en-US" altLang="zh-CN" sz="1800" b="1" i="1" dirty="0">
                <a:solidFill>
                  <a:schemeClr val="tx2">
                    <a:lumMod val="60000"/>
                    <a:lumOff val="40000"/>
                  </a:schemeClr>
                </a:solidFill>
                <a:ea typeface="楷体_GB2312" pitchFamily="49" charset="-122"/>
                <a:cs typeface="Times New Roman" panose="02020603050405020304" pitchFamily="18" charset="0"/>
              </a:rPr>
              <a:t>offset</a:t>
            </a:r>
            <a:r>
              <a:rPr lang="en-US" altLang="zh-CN" sz="1800" b="1" dirty="0">
                <a:solidFill>
                  <a:schemeClr val="tx2">
                    <a:lumMod val="60000"/>
                    <a:lumOff val="40000"/>
                  </a:schemeClr>
                </a:solidFill>
                <a:ea typeface="楷体_GB2312" pitchFamily="49" charset="-122"/>
                <a:cs typeface="Times New Roman" panose="02020603050405020304" pitchFamily="18" charset="0"/>
              </a:rPr>
              <a:t>) ); </a:t>
            </a:r>
          </a:p>
          <a:p>
            <a:pPr algn="just" eaLnBrk="1" hangingPunct="1">
              <a:lnSpc>
                <a:spcPts val="1800"/>
              </a:lnSpc>
              <a:spcBef>
                <a:spcPct val="12000"/>
              </a:spcBef>
              <a:buFont typeface="Wingdings" panose="05000000000000000000" pitchFamily="2" charset="2"/>
              <a:buNone/>
              <a:defRPr/>
            </a:pPr>
            <a:r>
              <a:rPr lang="zh-CN" altLang="en-US"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pop</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tblpt</a:t>
            </a:r>
            <a:r>
              <a:rPr lang="en-US" altLang="zh-CN" sz="1800" b="1" dirty="0" err="1">
                <a:solidFill>
                  <a:schemeClr val="tx2">
                    <a:lumMod val="60000"/>
                    <a:lumOff val="40000"/>
                  </a:schemeClr>
                </a:solidFill>
                <a:ea typeface="楷体_GB2312" pitchFamily="49" charset="-122"/>
                <a:cs typeface="Times New Roman" panose="02020603050405020304" pitchFamily="18" charset="0"/>
              </a:rPr>
              <a:t>r</a:t>
            </a:r>
            <a:r>
              <a:rPr lang="en-US" altLang="zh-CN" sz="1800" b="1" dirty="0">
                <a:solidFill>
                  <a:schemeClr val="tx2">
                    <a:lumMod val="60000"/>
                    <a:lumOff val="40000"/>
                  </a:schemeClr>
                </a:solidFill>
                <a:ea typeface="楷体_GB2312" pitchFamily="49" charset="-122"/>
                <a:cs typeface="Times New Roman" panose="02020603050405020304" pitchFamily="18" charset="0"/>
              </a:rPr>
              <a:t> ); </a:t>
            </a:r>
            <a:r>
              <a:rPr lang="en-US" altLang="zh-CN" sz="1800" b="1" i="1" dirty="0">
                <a:solidFill>
                  <a:schemeClr val="tx2">
                    <a:lumMod val="60000"/>
                    <a:lumOff val="40000"/>
                  </a:schemeClr>
                </a:solidFill>
                <a:ea typeface="楷体_GB2312" pitchFamily="49" charset="-122"/>
                <a:cs typeface="Times New Roman" panose="02020603050405020304" pitchFamily="18" charset="0"/>
              </a:rPr>
              <a:t>pop</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offset </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p>
          <a:p>
            <a:pPr algn="just" eaLnBrk="1" hangingPunct="1">
              <a:lnSpc>
                <a:spcPts val="1800"/>
              </a:lnSpc>
              <a:spcBef>
                <a:spcPct val="12000"/>
              </a:spcBef>
              <a:buFont typeface="Wingdings" panose="05000000000000000000" pitchFamily="2" charset="2"/>
              <a:buNone/>
              <a:defRPr/>
            </a:pPr>
            <a:r>
              <a:rPr lang="en-US" altLang="zh-CN" sz="1800" b="1" i="1" dirty="0">
                <a:solidFill>
                  <a:srgbClr val="FF0000"/>
                </a:solidFill>
                <a:ea typeface="楷体_GB2312" pitchFamily="49" charset="-122"/>
                <a:cs typeface="Times New Roman" panose="02020603050405020304" pitchFamily="18" charset="0"/>
              </a:rPr>
              <a:t>M </a:t>
            </a:r>
            <a:r>
              <a:rPr lang="en-US" altLang="zh-CN" sz="1800" b="1" dirty="0">
                <a:solidFill>
                  <a:srgbClr val="FF0000"/>
                </a:solidFill>
                <a:ea typeface="楷体_GB2312" pitchFamily="49" charset="-122"/>
                <a:cs typeface="Times New Roman" panose="02020603050405020304" pitchFamily="18" charset="0"/>
                <a:sym typeface="Symbol" panose="05050102010706020507" pitchFamily="18" charset="2"/>
              </a:rPr>
              <a:t></a:t>
            </a:r>
            <a:r>
              <a:rPr lang="en-US" altLang="zh-CN" sz="1800" b="1" dirty="0">
                <a:solidFill>
                  <a:srgbClr val="FF0000"/>
                </a:solidFill>
                <a:ea typeface="楷体_GB2312" pitchFamily="49" charset="-122"/>
                <a:cs typeface="Times New Roman" panose="02020603050405020304" pitchFamily="18" charset="0"/>
              </a:rPr>
              <a:t> </a:t>
            </a:r>
            <a:r>
              <a:rPr lang="en-US" altLang="zh-CN" sz="1800" b="1" i="1" dirty="0">
                <a:solidFill>
                  <a:srgbClr val="FF0000"/>
                </a:solidFill>
                <a:ea typeface="楷体_GB2312" pitchFamily="49" charset="-122"/>
                <a:cs typeface="Times New Roman" panose="02020603050405020304" pitchFamily="18" charset="0"/>
                <a:sym typeface="Symbol" panose="05050102010706020507" pitchFamily="18" charset="2"/>
              </a:rPr>
              <a:t></a:t>
            </a:r>
            <a:r>
              <a:rPr lang="en-US" altLang="zh-CN" sz="1800" b="1" dirty="0">
                <a:ea typeface="楷体_GB2312" pitchFamily="49" charset="-122"/>
                <a:cs typeface="Times New Roman" panose="02020603050405020304" pitchFamily="18" charset="0"/>
                <a:sym typeface="Symbol" panose="05050102010706020507" pitchFamily="18" charset="2"/>
              </a:rPr>
              <a:t>	</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 </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mktable</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nil </a:t>
            </a:r>
            <a:r>
              <a:rPr lang="en-US" altLang="zh-CN" sz="1800" b="1" dirty="0">
                <a:solidFill>
                  <a:schemeClr val="tx2">
                    <a:lumMod val="60000"/>
                    <a:lumOff val="40000"/>
                  </a:schemeClr>
                </a:solidFill>
                <a:ea typeface="楷体_GB2312" pitchFamily="49" charset="-122"/>
                <a:cs typeface="Times New Roman" panose="02020603050405020304" pitchFamily="18" charset="0"/>
              </a:rPr>
              <a:t>);</a:t>
            </a:r>
          </a:p>
          <a:p>
            <a:pPr algn="just" eaLnBrk="1" hangingPunct="1">
              <a:lnSpc>
                <a:spcPts val="1800"/>
              </a:lnSpc>
              <a:spcBef>
                <a:spcPct val="12000"/>
              </a:spcBef>
              <a:buFont typeface="Wingdings" panose="05000000000000000000" pitchFamily="2" charset="2"/>
              <a:buNone/>
              <a:defRPr/>
            </a:pP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push</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tblptr</a:t>
            </a:r>
            <a:r>
              <a:rPr lang="en-US" altLang="zh-CN" sz="1800" b="1" dirty="0">
                <a:solidFill>
                  <a:schemeClr val="tx2">
                    <a:lumMod val="60000"/>
                    <a:lumOff val="40000"/>
                  </a:schemeClr>
                </a:solidFill>
                <a:ea typeface="楷体_GB2312" pitchFamily="49" charset="-122"/>
                <a:cs typeface="Times New Roman" panose="02020603050405020304" pitchFamily="18" charset="0"/>
              </a:rPr>
              <a:t> ); </a:t>
            </a:r>
            <a:r>
              <a:rPr lang="en-US" altLang="zh-CN" sz="1800" b="1" i="1" dirty="0">
                <a:solidFill>
                  <a:schemeClr val="tx2">
                    <a:lumMod val="60000"/>
                    <a:lumOff val="40000"/>
                  </a:schemeClr>
                </a:solidFill>
                <a:ea typeface="楷体_GB2312" pitchFamily="49" charset="-122"/>
                <a:cs typeface="Times New Roman" panose="02020603050405020304" pitchFamily="18" charset="0"/>
              </a:rPr>
              <a:t>push</a:t>
            </a:r>
            <a:r>
              <a:rPr lang="en-US" altLang="zh-CN" sz="1800" b="1" dirty="0">
                <a:solidFill>
                  <a:schemeClr val="tx2">
                    <a:lumMod val="60000"/>
                    <a:lumOff val="40000"/>
                  </a:schemeClr>
                </a:solidFill>
                <a:ea typeface="楷体_GB2312" pitchFamily="49" charset="-122"/>
                <a:cs typeface="Times New Roman" panose="02020603050405020304" pitchFamily="18" charset="0"/>
              </a:rPr>
              <a:t>( 0, </a:t>
            </a:r>
            <a:r>
              <a:rPr lang="en-US" altLang="zh-CN" sz="1800" b="1" i="1" dirty="0">
                <a:solidFill>
                  <a:schemeClr val="tx2">
                    <a:lumMod val="60000"/>
                    <a:lumOff val="40000"/>
                  </a:schemeClr>
                </a:solidFill>
                <a:ea typeface="楷体_GB2312" pitchFamily="49" charset="-122"/>
                <a:cs typeface="Times New Roman" panose="02020603050405020304" pitchFamily="18" charset="0"/>
              </a:rPr>
              <a:t>offset</a:t>
            </a:r>
            <a:r>
              <a:rPr lang="en-US" altLang="zh-CN" sz="1800" b="1" dirty="0">
                <a:solidFill>
                  <a:schemeClr val="tx2">
                    <a:lumMod val="60000"/>
                    <a:lumOff val="40000"/>
                  </a:schemeClr>
                </a:solidFill>
                <a:ea typeface="楷体_GB2312" pitchFamily="49" charset="-122"/>
                <a:cs typeface="Times New Roman" panose="02020603050405020304" pitchFamily="18" charset="0"/>
              </a:rPr>
              <a:t> ); }</a:t>
            </a:r>
          </a:p>
          <a:p>
            <a:pPr algn="just" eaLnBrk="1" hangingPunct="1">
              <a:lnSpc>
                <a:spcPts val="1800"/>
              </a:lnSpc>
              <a:spcBef>
                <a:spcPct val="12000"/>
              </a:spcBef>
              <a:buFont typeface="Wingdings" panose="05000000000000000000" pitchFamily="2" charset="2"/>
              <a:buNone/>
              <a:defRPr/>
            </a:pPr>
            <a:r>
              <a:rPr lang="en-US" altLang="zh-CN" sz="1800" b="1" i="1" dirty="0">
                <a:solidFill>
                  <a:schemeClr val="tx1"/>
                </a:solidFill>
                <a:ea typeface="楷体_GB2312" pitchFamily="49" charset="-122"/>
                <a:cs typeface="Times New Roman" panose="02020603050405020304" pitchFamily="18" charset="0"/>
              </a:rPr>
              <a:t>D</a:t>
            </a:r>
            <a:r>
              <a:rPr lang="en-US" altLang="zh-CN" sz="1800" b="1" dirty="0">
                <a:solidFill>
                  <a:schemeClr val="tx1"/>
                </a:solidFill>
                <a:ea typeface="楷体_GB2312" pitchFamily="49" charset="-122"/>
                <a:cs typeface="Times New Roman" panose="02020603050405020304" pitchFamily="18" charset="0"/>
              </a:rPr>
              <a:t> </a:t>
            </a:r>
            <a:r>
              <a:rPr lang="en-US" altLang="zh-CN" sz="1800" b="1" dirty="0">
                <a:solidFill>
                  <a:schemeClr val="tx1"/>
                </a:solidFill>
                <a:ea typeface="楷体_GB2312" pitchFamily="49" charset="-122"/>
                <a:cs typeface="Times New Roman" panose="02020603050405020304" pitchFamily="18" charset="0"/>
                <a:sym typeface="Symbol" panose="05050102010706020507" pitchFamily="18" charset="2"/>
              </a:rPr>
              <a:t></a:t>
            </a:r>
            <a:r>
              <a:rPr lang="en-US" altLang="zh-CN" sz="1800" b="1" dirty="0">
                <a:solidFill>
                  <a:schemeClr val="tx1"/>
                </a:solidFill>
                <a:ea typeface="楷体_GB2312" pitchFamily="49" charset="-122"/>
                <a:cs typeface="Times New Roman" panose="02020603050405020304" pitchFamily="18" charset="0"/>
              </a:rPr>
              <a:t> </a:t>
            </a:r>
            <a:r>
              <a:rPr lang="en-US" altLang="zh-CN" sz="1800" b="1" i="1" dirty="0">
                <a:solidFill>
                  <a:schemeClr val="tx1"/>
                </a:solidFill>
                <a:ea typeface="楷体_GB2312" pitchFamily="49" charset="-122"/>
                <a:cs typeface="Times New Roman" panose="02020603050405020304" pitchFamily="18" charset="0"/>
              </a:rPr>
              <a:t>D</a:t>
            </a:r>
            <a:r>
              <a:rPr lang="en-US" altLang="zh-CN" sz="1800" b="1" i="1" baseline="-30000" dirty="0">
                <a:solidFill>
                  <a:schemeClr val="tx1"/>
                </a:solidFill>
                <a:ea typeface="楷体_GB2312" pitchFamily="49" charset="-122"/>
                <a:cs typeface="Times New Roman" panose="02020603050405020304" pitchFamily="18" charset="0"/>
              </a:rPr>
              <a:t>1 </a:t>
            </a:r>
            <a:r>
              <a:rPr lang="en-US" altLang="zh-CN" sz="1800" b="1" dirty="0">
                <a:solidFill>
                  <a:schemeClr val="tx1"/>
                </a:solidFill>
                <a:ea typeface="楷体_GB2312" pitchFamily="49" charset="-122"/>
                <a:cs typeface="Times New Roman" panose="02020603050405020304" pitchFamily="18" charset="0"/>
              </a:rPr>
              <a:t> </a:t>
            </a:r>
            <a:r>
              <a:rPr lang="en-US" altLang="zh-CN" sz="1800" b="1" i="1" dirty="0">
                <a:solidFill>
                  <a:schemeClr val="tx1"/>
                </a:solidFill>
                <a:ea typeface="楷体_GB2312" pitchFamily="49" charset="-122"/>
                <a:cs typeface="Times New Roman" panose="02020603050405020304" pitchFamily="18" charset="0"/>
              </a:rPr>
              <a:t>D</a:t>
            </a:r>
            <a:r>
              <a:rPr lang="en-US" altLang="zh-CN" sz="1800" b="1" i="1" baseline="-30000" dirty="0">
                <a:solidFill>
                  <a:schemeClr val="tx1"/>
                </a:solidFill>
                <a:ea typeface="楷体_GB2312" pitchFamily="49" charset="-122"/>
                <a:cs typeface="Times New Roman" panose="02020603050405020304" pitchFamily="18" charset="0"/>
              </a:rPr>
              <a:t>2</a:t>
            </a:r>
            <a:endParaRPr lang="en-US" altLang="zh-CN" sz="1800" b="1" i="1" dirty="0">
              <a:solidFill>
                <a:schemeClr val="tx1"/>
              </a:solidFill>
              <a:ea typeface="楷体_GB2312" pitchFamily="49" charset="-122"/>
              <a:cs typeface="Times New Roman" panose="02020603050405020304" pitchFamily="18" charset="0"/>
            </a:endParaRPr>
          </a:p>
          <a:p>
            <a:pPr algn="just" eaLnBrk="1" hangingPunct="1">
              <a:lnSpc>
                <a:spcPts val="1800"/>
              </a:lnSpc>
              <a:spcBef>
                <a:spcPct val="12000"/>
              </a:spcBef>
              <a:buFont typeface="Wingdings" panose="05000000000000000000" pitchFamily="2" charset="2"/>
              <a:buNone/>
              <a:defRPr/>
            </a:pPr>
            <a:r>
              <a:rPr lang="en-US" altLang="zh-CN" sz="1800" b="1" i="1" dirty="0" err="1">
                <a:solidFill>
                  <a:schemeClr val="tx1"/>
                </a:solidFill>
                <a:ea typeface="楷体_GB2312" pitchFamily="49" charset="-122"/>
                <a:cs typeface="Times New Roman" panose="02020603050405020304" pitchFamily="18" charset="0"/>
              </a:rPr>
              <a:t>D</a:t>
            </a:r>
            <a:r>
              <a:rPr lang="en-US" altLang="zh-CN" sz="1800" b="1" i="1" baseline="-30000" dirty="0" err="1">
                <a:solidFill>
                  <a:schemeClr val="tx1"/>
                </a:solidFill>
                <a:ea typeface="楷体_GB2312" pitchFamily="49" charset="-122"/>
                <a:cs typeface="Times New Roman" panose="02020603050405020304" pitchFamily="18" charset="0"/>
              </a:rPr>
              <a:t>p</a:t>
            </a:r>
            <a:r>
              <a:rPr lang="en-US" altLang="zh-CN" sz="1800" b="1" i="1" dirty="0">
                <a:solidFill>
                  <a:schemeClr val="tx1"/>
                </a:solidFill>
                <a:ea typeface="楷体_GB2312" pitchFamily="49" charset="-122"/>
                <a:cs typeface="Times New Roman" panose="02020603050405020304" pitchFamily="18" charset="0"/>
              </a:rPr>
              <a:t> </a:t>
            </a:r>
            <a:r>
              <a:rPr lang="en-US" altLang="zh-CN" sz="1800" b="1" dirty="0">
                <a:solidFill>
                  <a:schemeClr val="tx1"/>
                </a:solidFill>
                <a:ea typeface="楷体_GB2312" pitchFamily="49" charset="-122"/>
                <a:cs typeface="Times New Roman" panose="02020603050405020304" pitchFamily="18" charset="0"/>
                <a:sym typeface="Symbol" panose="05050102010706020507" pitchFamily="18" charset="2"/>
              </a:rPr>
              <a:t></a:t>
            </a:r>
            <a:r>
              <a:rPr lang="en-US" altLang="zh-CN" sz="1800" b="1" dirty="0">
                <a:solidFill>
                  <a:schemeClr val="tx1"/>
                </a:solidFill>
                <a:ea typeface="楷体_GB2312" pitchFamily="49" charset="-122"/>
                <a:cs typeface="Times New Roman" panose="02020603050405020304" pitchFamily="18" charset="0"/>
              </a:rPr>
              <a:t> </a:t>
            </a:r>
            <a:r>
              <a:rPr lang="en-US" altLang="zh-CN" sz="1800" b="1" dirty="0" err="1">
                <a:solidFill>
                  <a:schemeClr val="tx1"/>
                </a:solidFill>
                <a:ea typeface="楷体_GB2312" pitchFamily="49" charset="-122"/>
                <a:cs typeface="Times New Roman" panose="02020603050405020304" pitchFamily="18" charset="0"/>
              </a:rPr>
              <a:t>proc</a:t>
            </a:r>
            <a:r>
              <a:rPr lang="en-US" altLang="zh-CN" sz="1800" b="1" dirty="0">
                <a:solidFill>
                  <a:schemeClr val="tx1"/>
                </a:solidFill>
                <a:ea typeface="楷体_GB2312" pitchFamily="49" charset="-122"/>
                <a:cs typeface="Times New Roman" panose="02020603050405020304" pitchFamily="18" charset="0"/>
              </a:rPr>
              <a:t> id ; </a:t>
            </a:r>
            <a:r>
              <a:rPr lang="en-US" altLang="zh-CN" sz="1800" b="1" i="1" dirty="0">
                <a:solidFill>
                  <a:srgbClr val="FF0000"/>
                </a:solidFill>
                <a:ea typeface="楷体_GB2312" pitchFamily="49" charset="-122"/>
                <a:cs typeface="Times New Roman" panose="02020603050405020304" pitchFamily="18" charset="0"/>
              </a:rPr>
              <a:t>N</a:t>
            </a:r>
            <a:r>
              <a:rPr lang="en-US" altLang="zh-CN" sz="1800" b="1" i="1" dirty="0">
                <a:ea typeface="楷体_GB2312" pitchFamily="49" charset="-122"/>
                <a:cs typeface="Times New Roman" panose="02020603050405020304" pitchFamily="18" charset="0"/>
              </a:rPr>
              <a:t> </a:t>
            </a:r>
            <a:r>
              <a:rPr lang="en-US" altLang="zh-CN" sz="1800" b="1" i="1" dirty="0">
                <a:solidFill>
                  <a:schemeClr val="tx1"/>
                </a:solidFill>
                <a:ea typeface="楷体_GB2312" pitchFamily="49" charset="-122"/>
                <a:cs typeface="Times New Roman" panose="02020603050405020304" pitchFamily="18" charset="0"/>
              </a:rPr>
              <a:t>D</a:t>
            </a:r>
            <a:r>
              <a:rPr lang="en-US" altLang="zh-CN" sz="1800" b="1" i="1" baseline="-30000" dirty="0">
                <a:solidFill>
                  <a:schemeClr val="tx1"/>
                </a:solidFill>
                <a:ea typeface="楷体_GB2312" pitchFamily="49" charset="-122"/>
                <a:cs typeface="Times New Roman" panose="02020603050405020304" pitchFamily="18" charset="0"/>
              </a:rPr>
              <a:t>1</a:t>
            </a:r>
            <a:r>
              <a:rPr lang="en-US" altLang="zh-CN" sz="1800" b="1" dirty="0">
                <a:solidFill>
                  <a:schemeClr val="tx1"/>
                </a:solidFill>
                <a:ea typeface="楷体_GB2312" pitchFamily="49" charset="-122"/>
                <a:cs typeface="Times New Roman" panose="02020603050405020304" pitchFamily="18" charset="0"/>
              </a:rPr>
              <a:t> </a:t>
            </a:r>
            <a:r>
              <a:rPr lang="en-US" altLang="zh-CN" sz="1800" b="1" i="1" dirty="0">
                <a:solidFill>
                  <a:schemeClr val="tx1"/>
                </a:solidFill>
                <a:ea typeface="楷体_GB2312" pitchFamily="49" charset="-122"/>
                <a:cs typeface="Times New Roman" panose="02020603050405020304" pitchFamily="18" charset="0"/>
              </a:rPr>
              <a:t>S </a:t>
            </a:r>
            <a:r>
              <a:rPr lang="en-US" altLang="zh-CN" sz="1800" b="1" dirty="0">
                <a:solidFill>
                  <a:schemeClr val="tx2">
                    <a:lumMod val="60000"/>
                    <a:lumOff val="40000"/>
                  </a:schemeClr>
                </a:solidFill>
                <a:ea typeface="楷体_GB2312" pitchFamily="49" charset="-122"/>
                <a:cs typeface="Times New Roman" panose="02020603050405020304" pitchFamily="18" charset="0"/>
              </a:rPr>
              <a:t>{</a:t>
            </a:r>
            <a:r>
              <a:rPr lang="en-US" altLang="zh-CN" sz="1800" b="1" i="1" dirty="0">
                <a:solidFill>
                  <a:schemeClr val="tx2">
                    <a:lumMod val="60000"/>
                    <a:lumOff val="40000"/>
                  </a:schemeClr>
                </a:solidFill>
                <a:ea typeface="楷体_GB2312" pitchFamily="49" charset="-122"/>
                <a:cs typeface="Times New Roman" panose="02020603050405020304" pitchFamily="18" charset="0"/>
              </a:rPr>
              <a:t> t </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top</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tblptr</a:t>
            </a:r>
            <a:r>
              <a:rPr lang="en-US" altLang="zh-CN" sz="1800" b="1" dirty="0">
                <a:solidFill>
                  <a:schemeClr val="tx2">
                    <a:lumMod val="60000"/>
                    <a:lumOff val="40000"/>
                  </a:schemeClr>
                </a:solidFill>
                <a:ea typeface="楷体_GB2312" pitchFamily="49" charset="-122"/>
                <a:cs typeface="Times New Roman" panose="02020603050405020304" pitchFamily="18" charset="0"/>
              </a:rPr>
              <a:t> );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addwidth</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top</a:t>
            </a:r>
            <a:r>
              <a:rPr lang="en-US" altLang="zh-CN" sz="1800" b="1" dirty="0">
                <a:solidFill>
                  <a:schemeClr val="tx2">
                    <a:lumMod val="60000"/>
                    <a:lumOff val="40000"/>
                  </a:schemeClr>
                </a:solidFill>
                <a:ea typeface="楷体_GB2312" pitchFamily="49" charset="-122"/>
                <a:cs typeface="Times New Roman" panose="02020603050405020304" pitchFamily="18" charset="0"/>
              </a:rPr>
              <a:t>(</a:t>
            </a:r>
            <a:r>
              <a:rPr lang="en-US" altLang="zh-CN" sz="1800" b="1" i="1" dirty="0">
                <a:solidFill>
                  <a:schemeClr val="tx2">
                    <a:lumMod val="60000"/>
                    <a:lumOff val="40000"/>
                  </a:schemeClr>
                </a:solidFill>
                <a:ea typeface="楷体_GB2312" pitchFamily="49" charset="-122"/>
                <a:cs typeface="Times New Roman" panose="02020603050405020304" pitchFamily="18" charset="0"/>
              </a:rPr>
              <a:t>offset</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p>
          <a:p>
            <a:pPr algn="just" eaLnBrk="1" hangingPunct="1">
              <a:lnSpc>
                <a:spcPts val="1800"/>
              </a:lnSpc>
              <a:spcBef>
                <a:spcPct val="12000"/>
              </a:spcBef>
              <a:buFont typeface="Wingdings" panose="05000000000000000000" pitchFamily="2" charset="2"/>
              <a:buNone/>
              <a:defRPr/>
            </a:pP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pop</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tblptr</a:t>
            </a:r>
            <a:r>
              <a:rPr lang="en-US" altLang="zh-CN" sz="1800" b="1" dirty="0">
                <a:solidFill>
                  <a:schemeClr val="tx2">
                    <a:lumMod val="60000"/>
                    <a:lumOff val="40000"/>
                  </a:schemeClr>
                </a:solidFill>
                <a:ea typeface="楷体_GB2312" pitchFamily="49" charset="-122"/>
                <a:cs typeface="Times New Roman" panose="02020603050405020304" pitchFamily="18" charset="0"/>
              </a:rPr>
              <a:t> ); </a:t>
            </a:r>
            <a:r>
              <a:rPr lang="en-US" altLang="zh-CN" sz="1800" b="1" i="1" dirty="0">
                <a:solidFill>
                  <a:schemeClr val="tx2">
                    <a:lumMod val="60000"/>
                    <a:lumOff val="40000"/>
                  </a:schemeClr>
                </a:solidFill>
                <a:ea typeface="楷体_GB2312" pitchFamily="49" charset="-122"/>
                <a:cs typeface="Times New Roman" panose="02020603050405020304" pitchFamily="18" charset="0"/>
              </a:rPr>
              <a:t>pop</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offset</a:t>
            </a:r>
            <a:r>
              <a:rPr lang="en-US" altLang="zh-CN" sz="1800" b="1" dirty="0">
                <a:solidFill>
                  <a:schemeClr val="tx2">
                    <a:lumMod val="60000"/>
                    <a:lumOff val="40000"/>
                  </a:schemeClr>
                </a:solidFill>
                <a:ea typeface="楷体_GB2312" pitchFamily="49" charset="-122"/>
                <a:cs typeface="Times New Roman" panose="02020603050405020304" pitchFamily="18" charset="0"/>
              </a:rPr>
              <a:t> );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enterproc</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top</a:t>
            </a:r>
            <a:r>
              <a:rPr lang="en-US" altLang="zh-CN" sz="1800" b="1" dirty="0">
                <a:solidFill>
                  <a:schemeClr val="tx2">
                    <a:lumMod val="60000"/>
                    <a:lumOff val="40000"/>
                  </a:schemeClr>
                </a:solidFill>
                <a:ea typeface="楷体_GB2312" pitchFamily="49" charset="-122"/>
                <a:cs typeface="Times New Roman" panose="02020603050405020304" pitchFamily="18" charset="0"/>
              </a:rPr>
              <a:t>(</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tblptr</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dirty="0" err="1">
                <a:solidFill>
                  <a:schemeClr val="tx2">
                    <a:lumMod val="60000"/>
                    <a:lumOff val="40000"/>
                  </a:schemeClr>
                </a:solidFill>
                <a:ea typeface="楷体_GB2312" pitchFamily="49" charset="-122"/>
                <a:cs typeface="Times New Roman" panose="02020603050405020304" pitchFamily="18" charset="0"/>
              </a:rPr>
              <a:t>id.</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lexeme</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a:t>
            </a:r>
            <a:r>
              <a:rPr lang="en-US" altLang="zh-CN" sz="1800" b="1" dirty="0">
                <a:solidFill>
                  <a:schemeClr val="tx2">
                    <a:lumMod val="60000"/>
                    <a:lumOff val="40000"/>
                  </a:schemeClr>
                </a:solidFill>
                <a:ea typeface="楷体_GB2312" pitchFamily="49" charset="-122"/>
                <a:cs typeface="Times New Roman" panose="02020603050405020304" pitchFamily="18" charset="0"/>
              </a:rPr>
              <a:t> ); }</a:t>
            </a:r>
          </a:p>
          <a:p>
            <a:pPr algn="just" eaLnBrk="1" hangingPunct="1">
              <a:lnSpc>
                <a:spcPts val="1800"/>
              </a:lnSpc>
              <a:spcBef>
                <a:spcPct val="12000"/>
              </a:spcBef>
              <a:buFont typeface="Wingdings" panose="05000000000000000000" pitchFamily="2" charset="2"/>
              <a:buNone/>
              <a:defRPr/>
            </a:pPr>
            <a:r>
              <a:rPr lang="en-US" altLang="zh-CN" sz="1800" b="1" i="1" dirty="0" err="1">
                <a:solidFill>
                  <a:schemeClr val="tx1"/>
                </a:solidFill>
                <a:ea typeface="楷体_GB2312" pitchFamily="49" charset="-122"/>
                <a:cs typeface="Times New Roman" panose="02020603050405020304" pitchFamily="18" charset="0"/>
              </a:rPr>
              <a:t>D</a:t>
            </a:r>
            <a:r>
              <a:rPr lang="en-US" altLang="zh-CN" sz="1800" b="1" i="1" baseline="-30000" dirty="0" err="1">
                <a:solidFill>
                  <a:schemeClr val="tx1"/>
                </a:solidFill>
                <a:ea typeface="楷体_GB2312" pitchFamily="49" charset="-122"/>
                <a:cs typeface="Times New Roman" panose="02020603050405020304" pitchFamily="18" charset="0"/>
              </a:rPr>
              <a:t>v</a:t>
            </a:r>
            <a:r>
              <a:rPr lang="en-US" altLang="zh-CN" sz="1800" b="1" dirty="0">
                <a:solidFill>
                  <a:schemeClr val="tx1"/>
                </a:solidFill>
                <a:ea typeface="楷体_GB2312" pitchFamily="49" charset="-122"/>
                <a:cs typeface="Times New Roman" panose="02020603050405020304" pitchFamily="18" charset="0"/>
                <a:sym typeface="Symbol" panose="05050102010706020507" pitchFamily="18" charset="2"/>
              </a:rPr>
              <a:t> </a:t>
            </a:r>
            <a:r>
              <a:rPr lang="en-US" altLang="zh-CN" sz="1800" b="1" dirty="0">
                <a:solidFill>
                  <a:schemeClr val="tx1"/>
                </a:solidFill>
                <a:ea typeface="楷体_GB2312" pitchFamily="49" charset="-122"/>
                <a:cs typeface="Times New Roman" panose="02020603050405020304" pitchFamily="18" charset="0"/>
              </a:rPr>
              <a:t>id: </a:t>
            </a:r>
            <a:r>
              <a:rPr lang="en-US" altLang="zh-CN" sz="1800" b="1" i="1" dirty="0">
                <a:solidFill>
                  <a:schemeClr val="tx1"/>
                </a:solidFill>
                <a:ea typeface="楷体_GB2312" pitchFamily="49" charset="-122"/>
                <a:cs typeface="Times New Roman" panose="02020603050405020304" pitchFamily="18" charset="0"/>
              </a:rPr>
              <a:t>T</a:t>
            </a:r>
            <a:r>
              <a:rPr lang="en-US" altLang="zh-CN" sz="1800" b="1" dirty="0">
                <a:solidFill>
                  <a:schemeClr val="tx1"/>
                </a:solidFill>
                <a:ea typeface="楷体_GB2312" pitchFamily="49" charset="-122"/>
                <a:cs typeface="Times New Roman" panose="02020603050405020304" pitchFamily="18" charset="0"/>
              </a:rPr>
              <a:t> ; </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enter</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top</a:t>
            </a:r>
            <a:r>
              <a:rPr lang="en-US" altLang="zh-CN" sz="1800" b="1" dirty="0">
                <a:solidFill>
                  <a:schemeClr val="tx2">
                    <a:lumMod val="60000"/>
                    <a:lumOff val="40000"/>
                  </a:schemeClr>
                </a:solidFill>
                <a:ea typeface="楷体_GB2312" pitchFamily="49" charset="-122"/>
                <a:cs typeface="Times New Roman" panose="02020603050405020304" pitchFamily="18" charset="0"/>
              </a:rPr>
              <a:t>(</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tblptr</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dirty="0" err="1">
                <a:solidFill>
                  <a:schemeClr val="tx2">
                    <a:lumMod val="60000"/>
                    <a:lumOff val="40000"/>
                  </a:schemeClr>
                </a:solidFill>
                <a:ea typeface="楷体_GB2312" pitchFamily="49" charset="-122"/>
                <a:cs typeface="Times New Roman" panose="02020603050405020304" pitchFamily="18" charset="0"/>
              </a:rPr>
              <a:t>id.</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lexeme</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T.type</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top</a:t>
            </a:r>
            <a:r>
              <a:rPr lang="en-US" altLang="zh-CN" sz="1800" b="1" dirty="0">
                <a:solidFill>
                  <a:schemeClr val="tx2">
                    <a:lumMod val="60000"/>
                    <a:lumOff val="40000"/>
                  </a:schemeClr>
                </a:solidFill>
                <a:ea typeface="楷体_GB2312" pitchFamily="49" charset="-122"/>
                <a:cs typeface="Times New Roman" panose="02020603050405020304" pitchFamily="18" charset="0"/>
              </a:rPr>
              <a:t>(</a:t>
            </a:r>
            <a:r>
              <a:rPr lang="en-US" altLang="zh-CN" sz="1800" b="1" i="1" dirty="0">
                <a:solidFill>
                  <a:schemeClr val="tx2">
                    <a:lumMod val="60000"/>
                    <a:lumOff val="40000"/>
                  </a:schemeClr>
                </a:solidFill>
                <a:ea typeface="楷体_GB2312" pitchFamily="49" charset="-122"/>
                <a:cs typeface="Times New Roman" panose="02020603050405020304" pitchFamily="18" charset="0"/>
              </a:rPr>
              <a:t>offset</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p>
          <a:p>
            <a:pPr algn="just" eaLnBrk="1" hangingPunct="1">
              <a:lnSpc>
                <a:spcPts val="1800"/>
              </a:lnSpc>
              <a:spcBef>
                <a:spcPct val="12000"/>
              </a:spcBef>
              <a:buFont typeface="Wingdings" panose="05000000000000000000" pitchFamily="2" charset="2"/>
              <a:buNone/>
              <a:defRPr/>
            </a:pP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top</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offset</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zh-CN" altLang="en-US"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top</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offset</a:t>
            </a:r>
            <a:r>
              <a:rPr lang="zh-CN" altLang="en-US" sz="1800" b="1" dirty="0">
                <a:solidFill>
                  <a:schemeClr val="tx2">
                    <a:lumMod val="60000"/>
                    <a:lumOff val="40000"/>
                  </a:schemeClr>
                </a:solidFill>
                <a:ea typeface="楷体_GB2312" pitchFamily="49" charset="-122"/>
                <a:cs typeface="Times New Roman" panose="02020603050405020304" pitchFamily="18" charset="0"/>
              </a:rPr>
              <a:t>）</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T.width</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p>
          <a:p>
            <a:pPr algn="just" eaLnBrk="1" hangingPunct="1">
              <a:lnSpc>
                <a:spcPts val="1800"/>
              </a:lnSpc>
              <a:spcBef>
                <a:spcPct val="12000"/>
              </a:spcBef>
              <a:buFont typeface="Wingdings" panose="05000000000000000000" pitchFamily="2" charset="2"/>
              <a:buNone/>
              <a:defRPr/>
            </a:pPr>
            <a:r>
              <a:rPr lang="en-US" altLang="zh-CN" sz="1800" b="1" i="1" dirty="0">
                <a:solidFill>
                  <a:srgbClr val="FF0000"/>
                </a:solidFill>
                <a:ea typeface="楷体_GB2312" pitchFamily="49" charset="-122"/>
                <a:cs typeface="Times New Roman" panose="02020603050405020304" pitchFamily="18" charset="0"/>
              </a:rPr>
              <a:t>N </a:t>
            </a:r>
            <a:r>
              <a:rPr lang="en-US" altLang="zh-CN" sz="1800" b="1" dirty="0">
                <a:solidFill>
                  <a:srgbClr val="FF0000"/>
                </a:solidFill>
                <a:ea typeface="楷体_GB2312" pitchFamily="49" charset="-122"/>
                <a:cs typeface="Times New Roman" panose="02020603050405020304" pitchFamily="18" charset="0"/>
                <a:sym typeface="Symbol" panose="05050102010706020507" pitchFamily="18" charset="2"/>
              </a:rPr>
              <a:t></a:t>
            </a:r>
            <a:r>
              <a:rPr lang="en-US" altLang="zh-CN" sz="1800" b="1" dirty="0">
                <a:solidFill>
                  <a:srgbClr val="FF0000"/>
                </a:solidFill>
                <a:ea typeface="楷体_GB2312" pitchFamily="49" charset="-122"/>
                <a:cs typeface="Times New Roman" panose="02020603050405020304" pitchFamily="18" charset="0"/>
              </a:rPr>
              <a:t> </a:t>
            </a:r>
            <a:r>
              <a:rPr lang="en-US" altLang="zh-CN" sz="1800" b="1" dirty="0">
                <a:solidFill>
                  <a:srgbClr val="FF0000"/>
                </a:solidFill>
                <a:ea typeface="楷体_GB2312" pitchFamily="49" charset="-122"/>
                <a:cs typeface="Times New Roman" panose="02020603050405020304" pitchFamily="18" charset="0"/>
                <a:sym typeface="Symbol" panose="05050102010706020507" pitchFamily="18" charset="2"/>
              </a:rPr>
              <a:t></a:t>
            </a:r>
            <a:r>
              <a:rPr lang="en-US" altLang="zh-CN" sz="1800" b="1" dirty="0">
                <a:ea typeface="楷体_GB2312" pitchFamily="49" charset="-122"/>
                <a:cs typeface="Times New Roman" panose="02020603050405020304" pitchFamily="18" charset="0"/>
                <a:sym typeface="Symbol" panose="05050102010706020507" pitchFamily="18" charset="2"/>
              </a:rPr>
              <a:t>	</a:t>
            </a:r>
            <a:r>
              <a:rPr lang="en-US" altLang="zh-CN" sz="1800" b="1" dirty="0">
                <a:solidFill>
                  <a:schemeClr val="tx2">
                    <a:lumMod val="60000"/>
                    <a:lumOff val="40000"/>
                  </a:schemeClr>
                </a:solidFill>
                <a:ea typeface="楷体_GB2312" pitchFamily="49" charset="-122"/>
                <a:cs typeface="Times New Roman" panose="02020603050405020304" pitchFamily="18" charset="0"/>
              </a:rPr>
              <a:t>{</a:t>
            </a:r>
            <a:r>
              <a:rPr lang="en-US" altLang="zh-CN" sz="1800" b="1" i="1" dirty="0">
                <a:solidFill>
                  <a:schemeClr val="tx2">
                    <a:lumMod val="60000"/>
                    <a:lumOff val="40000"/>
                  </a:schemeClr>
                </a:solidFill>
                <a:ea typeface="楷体_GB2312" pitchFamily="49" charset="-122"/>
                <a:cs typeface="Times New Roman" panose="02020603050405020304" pitchFamily="18" charset="0"/>
              </a:rPr>
              <a:t> t </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mktable</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top</a:t>
            </a:r>
            <a:r>
              <a:rPr lang="en-US" altLang="zh-CN" sz="1800" b="1" dirty="0">
                <a:solidFill>
                  <a:schemeClr val="tx2">
                    <a:lumMod val="60000"/>
                    <a:lumOff val="40000"/>
                  </a:schemeClr>
                </a:solidFill>
                <a:ea typeface="楷体_GB2312" pitchFamily="49" charset="-122"/>
                <a:cs typeface="Times New Roman" panose="02020603050405020304" pitchFamily="18" charset="0"/>
              </a:rPr>
              <a:t>(</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tblptr</a:t>
            </a:r>
            <a:r>
              <a:rPr lang="en-US" altLang="zh-CN" sz="1800" b="1" dirty="0">
                <a:solidFill>
                  <a:schemeClr val="tx2">
                    <a:lumMod val="60000"/>
                    <a:lumOff val="40000"/>
                  </a:schemeClr>
                </a:solidFill>
                <a:ea typeface="楷体_GB2312" pitchFamily="49" charset="-122"/>
                <a:cs typeface="Times New Roman" panose="02020603050405020304" pitchFamily="18" charset="0"/>
              </a:rPr>
              <a:t>) ); </a:t>
            </a:r>
            <a:r>
              <a:rPr lang="en-US" altLang="zh-CN" sz="1800" b="1" i="1" dirty="0">
                <a:solidFill>
                  <a:schemeClr val="tx2">
                    <a:lumMod val="60000"/>
                    <a:lumOff val="40000"/>
                  </a:schemeClr>
                </a:solidFill>
                <a:ea typeface="楷体_GB2312" pitchFamily="49" charset="-122"/>
                <a:cs typeface="Times New Roman" panose="02020603050405020304" pitchFamily="18" charset="0"/>
              </a:rPr>
              <a:t>push</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tblptr</a:t>
            </a:r>
            <a:r>
              <a:rPr lang="en-US" altLang="zh-CN" sz="1800" b="1" dirty="0">
                <a:solidFill>
                  <a:schemeClr val="tx2">
                    <a:lumMod val="60000"/>
                    <a:lumOff val="40000"/>
                  </a:schemeClr>
                </a:solidFill>
                <a:ea typeface="楷体_GB2312" pitchFamily="49" charset="-122"/>
                <a:cs typeface="Times New Roman" panose="02020603050405020304" pitchFamily="18" charset="0"/>
              </a:rPr>
              <a:t> ); </a:t>
            </a:r>
            <a:r>
              <a:rPr lang="en-US" altLang="zh-CN" sz="1800" b="1" i="1" dirty="0">
                <a:solidFill>
                  <a:schemeClr val="tx2">
                    <a:lumMod val="60000"/>
                    <a:lumOff val="40000"/>
                  </a:schemeClr>
                </a:solidFill>
                <a:ea typeface="楷体_GB2312" pitchFamily="49" charset="-122"/>
                <a:cs typeface="Times New Roman" panose="02020603050405020304" pitchFamily="18" charset="0"/>
              </a:rPr>
              <a:t>push</a:t>
            </a:r>
            <a:r>
              <a:rPr lang="en-US" altLang="zh-CN" sz="1800" b="1" dirty="0">
                <a:solidFill>
                  <a:schemeClr val="tx2">
                    <a:lumMod val="60000"/>
                    <a:lumOff val="40000"/>
                  </a:schemeClr>
                </a:solidFill>
                <a:ea typeface="楷体_GB2312" pitchFamily="49" charset="-122"/>
                <a:cs typeface="Times New Roman" panose="02020603050405020304" pitchFamily="18" charset="0"/>
              </a:rPr>
              <a:t>( 0, </a:t>
            </a:r>
            <a:r>
              <a:rPr lang="en-US" altLang="zh-CN" sz="1800" b="1" i="1" dirty="0">
                <a:solidFill>
                  <a:schemeClr val="tx2">
                    <a:lumMod val="60000"/>
                    <a:lumOff val="40000"/>
                  </a:schemeClr>
                </a:solidFill>
                <a:ea typeface="楷体_GB2312" pitchFamily="49" charset="-122"/>
                <a:cs typeface="Times New Roman" panose="02020603050405020304" pitchFamily="18" charset="0"/>
              </a:rPr>
              <a:t>offset</a:t>
            </a:r>
            <a:r>
              <a:rPr lang="en-US" altLang="zh-CN" sz="1800" b="1" dirty="0">
                <a:solidFill>
                  <a:schemeClr val="tx2">
                    <a:lumMod val="60000"/>
                    <a:lumOff val="40000"/>
                  </a:schemeClr>
                </a:solidFill>
                <a:ea typeface="楷体_GB2312" pitchFamily="49" charset="-122"/>
                <a:cs typeface="Times New Roman" panose="02020603050405020304" pitchFamily="18" charset="0"/>
              </a:rPr>
              <a:t> ); } </a:t>
            </a:r>
            <a:endParaRPr lang="zh-CN" altLang="en-US" sz="1800" b="1" dirty="0">
              <a:solidFill>
                <a:schemeClr val="tx2">
                  <a:lumMod val="60000"/>
                  <a:lumOff val="40000"/>
                </a:schemeClr>
              </a:solidFill>
              <a:ea typeface="楷体_GB2312" pitchFamily="49" charset="-122"/>
              <a:cs typeface="Times New Roman" panose="02020603050405020304" pitchFamily="18" charset="0"/>
            </a:endParaRPr>
          </a:p>
        </p:txBody>
      </p:sp>
      <p:sp>
        <p:nvSpPr>
          <p:cNvPr id="160772" name="Rectangle 2"/>
          <p:cNvSpPr>
            <a:spLocks noGrp="1" noChangeArrowheads="1"/>
          </p:cNvSpPr>
          <p:nvPr>
            <p:ph type="title"/>
          </p:nvPr>
        </p:nvSpPr>
        <p:spPr>
          <a:xfrm>
            <a:off x="755650" y="268288"/>
            <a:ext cx="7931150" cy="358775"/>
          </a:xfrm>
        </p:spPr>
        <p:txBody>
          <a:bodyPr/>
          <a:lstStyle/>
          <a:p>
            <a:r>
              <a:rPr lang="zh-CN" altLang="en-US" sz="300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例</a:t>
            </a:r>
            <a:endParaRPr lang="zh-CN" altLang="en-US" sz="3000" i="1">
              <a:solidFill>
                <a:schemeClr val="tx1"/>
              </a:solidFill>
              <a:ea typeface="楷体_GB2312"/>
              <a:cs typeface="Times New Roman" panose="02020603050405020304" pitchFamily="18" charset="0"/>
            </a:endParaRPr>
          </a:p>
        </p:txBody>
      </p:sp>
      <p:sp>
        <p:nvSpPr>
          <p:cNvPr id="63" name="Line 103"/>
          <p:cNvSpPr>
            <a:spLocks noChangeShapeType="1"/>
          </p:cNvSpPr>
          <p:nvPr/>
        </p:nvSpPr>
        <p:spPr bwMode="auto">
          <a:xfrm flipH="1" flipV="1">
            <a:off x="6761163" y="2449513"/>
            <a:ext cx="269875" cy="0"/>
          </a:xfrm>
          <a:prstGeom prst="line">
            <a:avLst/>
          </a:prstGeom>
          <a:noFill/>
          <a:ln w="25400">
            <a:solidFill>
              <a:schemeClr val="tx2">
                <a:lumMod val="60000"/>
                <a:lumOff val="40000"/>
              </a:schemeClr>
            </a:solidFill>
            <a:round/>
            <a:headEnd/>
            <a:tailEnd/>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grpSp>
        <p:nvGrpSpPr>
          <p:cNvPr id="160774" name="组合 180241"/>
          <p:cNvGrpSpPr>
            <a:grpSpLocks/>
          </p:cNvGrpSpPr>
          <p:nvPr/>
        </p:nvGrpSpPr>
        <p:grpSpPr bwMode="auto">
          <a:xfrm>
            <a:off x="6678613" y="-92075"/>
            <a:ext cx="2238375" cy="1449388"/>
            <a:chOff x="6678686" y="-92546"/>
            <a:chExt cx="2238896" cy="1449933"/>
          </a:xfrm>
        </p:grpSpPr>
        <p:sp>
          <p:nvSpPr>
            <p:cNvPr id="160905" name="Rectangle 15"/>
            <p:cNvSpPr>
              <a:spLocks noChangeArrowheads="1"/>
            </p:cNvSpPr>
            <p:nvPr/>
          </p:nvSpPr>
          <p:spPr bwMode="auto">
            <a:xfrm>
              <a:off x="7488832" y="-92546"/>
              <a:ext cx="142875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2100" i="1">
                  <a:solidFill>
                    <a:srgbClr val="000000"/>
                  </a:solidFill>
                  <a:ea typeface="宋体" panose="02010600030101010101" pitchFamily="2" charset="-122"/>
                  <a:cs typeface="Times New Roman" panose="02020603050405020304" pitchFamily="18" charset="0"/>
                </a:rPr>
                <a:t>readarrary</a:t>
              </a:r>
            </a:p>
          </p:txBody>
        </p:sp>
        <p:sp>
          <p:nvSpPr>
            <p:cNvPr id="160906" name="Line 17"/>
            <p:cNvSpPr>
              <a:spLocks noChangeShapeType="1"/>
            </p:cNvSpPr>
            <p:nvPr/>
          </p:nvSpPr>
          <p:spPr bwMode="auto">
            <a:xfrm>
              <a:off x="7491461" y="283691"/>
              <a:ext cx="0" cy="59213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0907" name="Line 18"/>
            <p:cNvSpPr>
              <a:spLocks noChangeShapeType="1"/>
            </p:cNvSpPr>
            <p:nvPr/>
          </p:nvSpPr>
          <p:spPr bwMode="auto">
            <a:xfrm>
              <a:off x="8783140" y="283691"/>
              <a:ext cx="1587" cy="62071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0908" name="Line 20"/>
            <p:cNvSpPr>
              <a:spLocks noChangeShapeType="1"/>
            </p:cNvSpPr>
            <p:nvPr/>
          </p:nvSpPr>
          <p:spPr bwMode="auto">
            <a:xfrm flipV="1">
              <a:off x="7493048" y="577380"/>
              <a:ext cx="128587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0909" name="Rectangle 21"/>
            <p:cNvSpPr>
              <a:spLocks noChangeArrowheads="1"/>
            </p:cNvSpPr>
            <p:nvPr/>
          </p:nvSpPr>
          <p:spPr bwMode="auto">
            <a:xfrm>
              <a:off x="7735936" y="210840"/>
              <a:ext cx="1119212"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header</a:t>
              </a:r>
              <a:endParaRPr lang="en-US" altLang="zh-CN" sz="2100" i="1">
                <a:solidFill>
                  <a:srgbClr val="000000"/>
                </a:solidFill>
                <a:ea typeface="宋体" panose="02010600030101010101" pitchFamily="2" charset="-122"/>
                <a:cs typeface="Times New Roman" panose="02020603050405020304" pitchFamily="18" charset="0"/>
              </a:endParaRPr>
            </a:p>
          </p:txBody>
        </p:sp>
        <p:sp>
          <p:nvSpPr>
            <p:cNvPr id="160910" name="Line 22"/>
            <p:cNvSpPr>
              <a:spLocks noChangeShapeType="1"/>
            </p:cNvSpPr>
            <p:nvPr/>
          </p:nvSpPr>
          <p:spPr bwMode="auto">
            <a:xfrm>
              <a:off x="7504162" y="283691"/>
              <a:ext cx="125412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0911" name="Line 24"/>
            <p:cNvSpPr>
              <a:spLocks noChangeShapeType="1"/>
            </p:cNvSpPr>
            <p:nvPr/>
          </p:nvSpPr>
          <p:spPr bwMode="auto">
            <a:xfrm flipH="1">
              <a:off x="7775028" y="286867"/>
              <a:ext cx="0" cy="60325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0912" name="Line 18"/>
            <p:cNvSpPr>
              <a:spLocks noChangeShapeType="1"/>
            </p:cNvSpPr>
            <p:nvPr/>
          </p:nvSpPr>
          <p:spPr bwMode="auto">
            <a:xfrm>
              <a:off x="8495108" y="286345"/>
              <a:ext cx="1587" cy="62071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0913" name="Line 103"/>
            <p:cNvSpPr>
              <a:spLocks noChangeShapeType="1"/>
            </p:cNvSpPr>
            <p:nvPr/>
          </p:nvSpPr>
          <p:spPr bwMode="auto">
            <a:xfrm flipH="1" flipV="1">
              <a:off x="6678686" y="480117"/>
              <a:ext cx="968525"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0914" name="Line 51"/>
            <p:cNvSpPr>
              <a:spLocks noChangeShapeType="1"/>
            </p:cNvSpPr>
            <p:nvPr/>
          </p:nvSpPr>
          <p:spPr bwMode="auto">
            <a:xfrm>
              <a:off x="6684144" y="480116"/>
              <a:ext cx="12946" cy="877271"/>
            </a:xfrm>
            <a:prstGeom prst="line">
              <a:avLst/>
            </a:prstGeom>
            <a:noFill/>
            <a:ln w="25400">
              <a:solidFill>
                <a:srgbClr val="FF0000"/>
              </a:solidFill>
              <a:round/>
              <a:headEnd/>
              <a:tailEnd type="stealth" w="lg" len="lg"/>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sp>
        <p:nvSpPr>
          <p:cNvPr id="94" name="Rectangle 3"/>
          <p:cNvSpPr txBox="1">
            <a:spLocks noChangeArrowheads="1"/>
          </p:cNvSpPr>
          <p:nvPr/>
        </p:nvSpPr>
        <p:spPr bwMode="auto">
          <a:xfrm>
            <a:off x="1296988" y="71438"/>
            <a:ext cx="2482850" cy="2390775"/>
          </a:xfrm>
          <a:prstGeom prst="rect">
            <a:avLst/>
          </a:prstGeom>
          <a:solidFill>
            <a:schemeClr val="accent5">
              <a:lumMod val="60000"/>
              <a:lumOff val="40000"/>
            </a:schemeClr>
          </a:solidFill>
          <a:ln>
            <a:solidFill>
              <a:schemeClr val="tx1"/>
            </a:solidFill>
          </a:ln>
        </p:spPr>
        <p:txBody>
          <a:bodyPr lIns="68580" tIns="34290" rIns="68580" bIns="34290"/>
          <a:lstStyle>
            <a:lvl1pPr marL="271463" indent="-271463">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lgn="just" eaLnBrk="1" hangingPunct="1">
              <a:lnSpc>
                <a:spcPts val="1400"/>
              </a:lnSpc>
              <a:spcBef>
                <a:spcPct val="12000"/>
              </a:spcBef>
              <a:buClr>
                <a:srgbClr val="3333CC"/>
              </a:buClr>
              <a:buFont typeface="Wingdings" panose="05000000000000000000" pitchFamily="2" charset="2"/>
              <a:buNone/>
              <a:defRPr/>
            </a:pPr>
            <a:r>
              <a:rPr lang="en-US" altLang="zh-CN" sz="1800" i="1" dirty="0">
                <a:solidFill>
                  <a:srgbClr val="0000FF"/>
                </a:solidFill>
                <a:latin typeface="Times New Roman" panose="02020603050405020304" pitchFamily="18" charset="0"/>
                <a:ea typeface="楷体_GB2312" pitchFamily="49" charset="-122"/>
              </a:rPr>
              <a:t>program</a:t>
            </a:r>
            <a:r>
              <a:rPr lang="en-US" altLang="zh-CN" sz="1800" dirty="0">
                <a:solidFill>
                  <a:srgbClr val="0000FF"/>
                </a:solidFill>
                <a:latin typeface="Times New Roman" panose="02020603050405020304" pitchFamily="18" charset="0"/>
                <a:ea typeface="楷体_GB2312" pitchFamily="49" charset="-122"/>
              </a:rPr>
              <a:t> </a:t>
            </a:r>
            <a:r>
              <a:rPr lang="en-US" altLang="zh-CN" sz="1800" i="1" dirty="0">
                <a:solidFill>
                  <a:prstClr val="black"/>
                </a:solidFill>
                <a:latin typeface="Times New Roman" panose="02020603050405020304" pitchFamily="18" charset="0"/>
                <a:ea typeface="楷体_GB2312" pitchFamily="49" charset="-122"/>
              </a:rPr>
              <a:t>sort</a:t>
            </a:r>
            <a:r>
              <a:rPr lang="en-US" altLang="zh-CN" sz="1800" dirty="0">
                <a:solidFill>
                  <a:prstClr val="black"/>
                </a:solidFill>
                <a:latin typeface="Times New Roman" panose="02020603050405020304" pitchFamily="18" charset="0"/>
                <a:ea typeface="楷体_GB2312" pitchFamily="49" charset="-122"/>
              </a:rPr>
              <a:t>;</a:t>
            </a:r>
          </a:p>
          <a:p>
            <a:pPr algn="just" eaLnBrk="1" hangingPunct="1">
              <a:lnSpc>
                <a:spcPts val="1400"/>
              </a:lnSpc>
              <a:spcBef>
                <a:spcPct val="12000"/>
              </a:spcBef>
              <a:buClr>
                <a:srgbClr val="3333CC"/>
              </a:buClr>
              <a:buFont typeface="Wingdings" panose="05000000000000000000" pitchFamily="2" charset="2"/>
              <a:buNone/>
              <a:defRPr/>
            </a:pPr>
            <a:r>
              <a:rPr lang="en-US" altLang="zh-CN" sz="1800" dirty="0">
                <a:solidFill>
                  <a:srgbClr val="073E87"/>
                </a:solidFill>
                <a:latin typeface="Times New Roman" panose="02020603050405020304" pitchFamily="18" charset="0"/>
                <a:ea typeface="楷体_GB2312" pitchFamily="49" charset="-122"/>
              </a:rPr>
              <a:t>	</a:t>
            </a:r>
            <a:r>
              <a:rPr lang="en-US" altLang="zh-CN" sz="1800" i="1" dirty="0" err="1">
                <a:solidFill>
                  <a:srgbClr val="0000FF"/>
                </a:solidFill>
                <a:latin typeface="Times New Roman" panose="02020603050405020304" pitchFamily="18" charset="0"/>
                <a:ea typeface="楷体_GB2312" pitchFamily="49" charset="-122"/>
              </a:rPr>
              <a:t>var</a:t>
            </a:r>
            <a:r>
              <a:rPr lang="en-US" altLang="zh-CN" sz="1800" i="1" dirty="0">
                <a:solidFill>
                  <a:srgbClr val="0000FF"/>
                </a:solidFill>
                <a:latin typeface="Times New Roman" panose="02020603050405020304" pitchFamily="18" charset="0"/>
                <a:ea typeface="楷体_GB2312" pitchFamily="49" charset="-122"/>
              </a:rPr>
              <a:t> </a:t>
            </a:r>
            <a:r>
              <a:rPr lang="en-US" altLang="zh-CN" sz="1800" i="1" dirty="0">
                <a:solidFill>
                  <a:prstClr val="black"/>
                </a:solidFill>
                <a:latin typeface="Times New Roman" panose="02020603050405020304" pitchFamily="18" charset="0"/>
                <a:ea typeface="楷体_GB2312" pitchFamily="49" charset="-122"/>
              </a:rPr>
              <a:t>a</a:t>
            </a:r>
            <a:r>
              <a:rPr lang="en-US" altLang="zh-CN" sz="1800" dirty="0">
                <a:solidFill>
                  <a:prstClr val="black"/>
                </a:solidFill>
                <a:latin typeface="Times New Roman" panose="02020603050405020304" pitchFamily="18" charset="0"/>
                <a:ea typeface="楷体_GB2312" pitchFamily="49" charset="-122"/>
              </a:rPr>
              <a:t>:</a:t>
            </a:r>
            <a:r>
              <a:rPr lang="en-US" altLang="zh-CN" sz="1800" i="1" dirty="0">
                <a:solidFill>
                  <a:prstClr val="black"/>
                </a:solidFill>
                <a:latin typeface="Times New Roman" panose="02020603050405020304" pitchFamily="18" charset="0"/>
                <a:ea typeface="楷体_GB2312" pitchFamily="49" charset="-122"/>
              </a:rPr>
              <a:t>int</a:t>
            </a:r>
            <a:r>
              <a:rPr lang="en-US" altLang="zh-CN" sz="1800" dirty="0">
                <a:solidFill>
                  <a:prstClr val="black"/>
                </a:solidFill>
                <a:latin typeface="Times New Roman" panose="02020603050405020304" pitchFamily="18" charset="0"/>
                <a:ea typeface="楷体_GB2312" pitchFamily="49" charset="-122"/>
              </a:rPr>
              <a:t>[11]; </a:t>
            </a:r>
            <a:r>
              <a:rPr lang="en-US" altLang="zh-CN" sz="1800" i="1" dirty="0">
                <a:solidFill>
                  <a:prstClr val="black"/>
                </a:solidFill>
                <a:latin typeface="Times New Roman" panose="02020603050405020304" pitchFamily="18" charset="0"/>
                <a:ea typeface="楷体_GB2312" pitchFamily="49" charset="-122"/>
              </a:rPr>
              <a:t>x</a:t>
            </a:r>
            <a:r>
              <a:rPr lang="en-US" altLang="zh-CN" sz="1800" dirty="0">
                <a:solidFill>
                  <a:prstClr val="black"/>
                </a:solidFill>
                <a:latin typeface="Times New Roman" panose="02020603050405020304" pitchFamily="18" charset="0"/>
                <a:ea typeface="楷体_GB2312" pitchFamily="49" charset="-122"/>
              </a:rPr>
              <a:t>:</a:t>
            </a:r>
            <a:r>
              <a:rPr lang="en-US" altLang="zh-CN" sz="1800" i="1" dirty="0">
                <a:solidFill>
                  <a:prstClr val="black"/>
                </a:solidFill>
                <a:latin typeface="Times New Roman" panose="02020603050405020304" pitchFamily="18" charset="0"/>
                <a:ea typeface="楷体_GB2312" pitchFamily="49" charset="-122"/>
              </a:rPr>
              <a:t>int</a:t>
            </a:r>
            <a:r>
              <a:rPr lang="en-US" altLang="zh-CN" sz="1800" dirty="0">
                <a:solidFill>
                  <a:prstClr val="black"/>
                </a:solidFill>
                <a:latin typeface="Times New Roman" panose="02020603050405020304" pitchFamily="18" charset="0"/>
                <a:ea typeface="楷体_GB2312" pitchFamily="49" charset="-122"/>
              </a:rPr>
              <a:t>;</a:t>
            </a:r>
          </a:p>
          <a:p>
            <a:pPr algn="just" eaLnBrk="1" hangingPunct="1">
              <a:lnSpc>
                <a:spcPts val="1400"/>
              </a:lnSpc>
              <a:spcBef>
                <a:spcPct val="12000"/>
              </a:spcBef>
              <a:buClr>
                <a:srgbClr val="3333CC"/>
              </a:buClr>
              <a:buFont typeface="Wingdings" panose="05000000000000000000" pitchFamily="2" charset="2"/>
              <a:buNone/>
              <a:defRPr/>
            </a:pPr>
            <a:r>
              <a:rPr lang="en-US" altLang="zh-CN" sz="1800" dirty="0">
                <a:solidFill>
                  <a:srgbClr val="073E87"/>
                </a:solidFill>
                <a:latin typeface="Times New Roman" panose="02020603050405020304" pitchFamily="18" charset="0"/>
                <a:ea typeface="楷体_GB2312" pitchFamily="49" charset="-122"/>
              </a:rPr>
              <a:t>   	</a:t>
            </a:r>
            <a:r>
              <a:rPr lang="en-US" altLang="zh-CN" sz="1800" i="1" dirty="0" err="1">
                <a:solidFill>
                  <a:srgbClr val="0000FF"/>
                </a:solidFill>
                <a:latin typeface="Times New Roman" panose="02020603050405020304" pitchFamily="18" charset="0"/>
                <a:ea typeface="楷体_GB2312" pitchFamily="49" charset="-122"/>
              </a:rPr>
              <a:t>proc</a:t>
            </a:r>
            <a:r>
              <a:rPr lang="en-US" altLang="zh-CN" sz="1800" dirty="0">
                <a:solidFill>
                  <a:srgbClr val="0000FF"/>
                </a:solidFill>
                <a:latin typeface="Times New Roman" panose="02020603050405020304" pitchFamily="18" charset="0"/>
                <a:ea typeface="楷体_GB2312" pitchFamily="49" charset="-122"/>
              </a:rPr>
              <a:t> </a:t>
            </a:r>
            <a:r>
              <a:rPr lang="en-US" altLang="zh-CN" sz="1800" i="1" dirty="0" err="1">
                <a:solidFill>
                  <a:prstClr val="black"/>
                </a:solidFill>
                <a:latin typeface="Times New Roman" panose="02020603050405020304" pitchFamily="18" charset="0"/>
                <a:ea typeface="楷体_GB2312" pitchFamily="49" charset="-122"/>
              </a:rPr>
              <a:t>readarray</a:t>
            </a:r>
            <a:r>
              <a:rPr lang="en-US" altLang="zh-CN" sz="1800" dirty="0">
                <a:solidFill>
                  <a:prstClr val="black"/>
                </a:solidFill>
                <a:latin typeface="Times New Roman" panose="02020603050405020304" pitchFamily="18" charset="0"/>
                <a:ea typeface="楷体_GB2312" pitchFamily="49" charset="-122"/>
              </a:rPr>
              <a:t>;</a:t>
            </a:r>
          </a:p>
          <a:p>
            <a:pPr algn="just" eaLnBrk="1" hangingPunct="1">
              <a:lnSpc>
                <a:spcPts val="1400"/>
              </a:lnSpc>
              <a:spcBef>
                <a:spcPct val="12000"/>
              </a:spcBef>
              <a:buClr>
                <a:srgbClr val="3333CC"/>
              </a:buClr>
              <a:buFont typeface="Wingdings" panose="05000000000000000000" pitchFamily="2" charset="2"/>
              <a:buNone/>
              <a:defRPr/>
            </a:pPr>
            <a:r>
              <a:rPr lang="en-US" altLang="zh-CN" sz="1800" dirty="0">
                <a:solidFill>
                  <a:srgbClr val="073E87"/>
                </a:solidFill>
                <a:latin typeface="Times New Roman" panose="02020603050405020304" pitchFamily="18" charset="0"/>
                <a:ea typeface="楷体_GB2312" pitchFamily="49" charset="-122"/>
              </a:rPr>
              <a:t>	   </a:t>
            </a:r>
            <a:r>
              <a:rPr lang="en-US" altLang="zh-CN" sz="1800" i="1" dirty="0" err="1">
                <a:solidFill>
                  <a:srgbClr val="0000FF"/>
                </a:solidFill>
                <a:latin typeface="Times New Roman" panose="02020603050405020304" pitchFamily="18" charset="0"/>
                <a:ea typeface="楷体_GB2312" pitchFamily="49" charset="-122"/>
              </a:rPr>
              <a:t>var</a:t>
            </a:r>
            <a:r>
              <a:rPr lang="en-US" altLang="zh-CN" sz="1800" dirty="0">
                <a:solidFill>
                  <a:srgbClr val="0000FF"/>
                </a:solidFill>
                <a:latin typeface="Times New Roman" panose="02020603050405020304" pitchFamily="18" charset="0"/>
                <a:ea typeface="楷体_GB2312" pitchFamily="49" charset="-122"/>
              </a:rPr>
              <a:t> </a:t>
            </a:r>
            <a:r>
              <a:rPr lang="en-US" altLang="zh-CN" sz="1800" i="1" dirty="0">
                <a:solidFill>
                  <a:prstClr val="black"/>
                </a:solidFill>
                <a:latin typeface="Times New Roman" panose="02020603050405020304" pitchFamily="18" charset="0"/>
                <a:ea typeface="楷体_GB2312" pitchFamily="49" charset="-122"/>
              </a:rPr>
              <a:t>i</a:t>
            </a:r>
            <a:r>
              <a:rPr lang="en-US" altLang="zh-CN" sz="1800" dirty="0">
                <a:solidFill>
                  <a:prstClr val="black"/>
                </a:solidFill>
                <a:latin typeface="Times New Roman" panose="02020603050405020304" pitchFamily="18" charset="0"/>
                <a:ea typeface="楷体_GB2312" pitchFamily="49" charset="-122"/>
              </a:rPr>
              <a:t>:</a:t>
            </a:r>
            <a:r>
              <a:rPr lang="en-US" altLang="zh-CN" sz="1800" i="1" dirty="0">
                <a:solidFill>
                  <a:prstClr val="black"/>
                </a:solidFill>
                <a:latin typeface="Times New Roman" panose="02020603050405020304" pitchFamily="18" charset="0"/>
                <a:ea typeface="楷体_GB2312" pitchFamily="49" charset="-122"/>
              </a:rPr>
              <a:t>int</a:t>
            </a:r>
            <a:r>
              <a:rPr lang="en-US" altLang="zh-CN" sz="1800" dirty="0">
                <a:solidFill>
                  <a:prstClr val="black"/>
                </a:solidFill>
                <a:latin typeface="Times New Roman" panose="02020603050405020304" pitchFamily="18" charset="0"/>
                <a:ea typeface="楷体_GB2312" pitchFamily="49" charset="-122"/>
              </a:rPr>
              <a:t>; {…}</a:t>
            </a:r>
          </a:p>
          <a:p>
            <a:pPr algn="just" eaLnBrk="1" hangingPunct="1">
              <a:lnSpc>
                <a:spcPts val="1400"/>
              </a:lnSpc>
              <a:spcBef>
                <a:spcPct val="12000"/>
              </a:spcBef>
              <a:buClr>
                <a:srgbClr val="3333CC"/>
              </a:buClr>
              <a:buFont typeface="Wingdings" panose="05000000000000000000" pitchFamily="2" charset="2"/>
              <a:buNone/>
              <a:defRPr/>
            </a:pPr>
            <a:r>
              <a:rPr lang="en-US" altLang="zh-CN" sz="1800" dirty="0">
                <a:solidFill>
                  <a:srgbClr val="073E87"/>
                </a:solidFill>
                <a:latin typeface="Times New Roman" panose="02020603050405020304" pitchFamily="18" charset="0"/>
                <a:ea typeface="楷体_GB2312" pitchFamily="49" charset="-122"/>
              </a:rPr>
              <a:t>	</a:t>
            </a:r>
            <a:r>
              <a:rPr lang="en-US" altLang="zh-CN" sz="1800" i="1" dirty="0" err="1">
                <a:solidFill>
                  <a:srgbClr val="0000FF"/>
                </a:solidFill>
                <a:latin typeface="Times New Roman" panose="02020603050405020304" pitchFamily="18" charset="0"/>
                <a:ea typeface="楷体_GB2312" pitchFamily="49" charset="-122"/>
              </a:rPr>
              <a:t>proc</a:t>
            </a:r>
            <a:r>
              <a:rPr lang="en-US" altLang="zh-CN" sz="1800" dirty="0">
                <a:solidFill>
                  <a:srgbClr val="0000FF"/>
                </a:solidFill>
                <a:latin typeface="Times New Roman" panose="02020603050405020304" pitchFamily="18" charset="0"/>
                <a:ea typeface="楷体_GB2312" pitchFamily="49" charset="-122"/>
              </a:rPr>
              <a:t> </a:t>
            </a:r>
            <a:r>
              <a:rPr lang="en-US" altLang="zh-CN" sz="1800" i="1" dirty="0">
                <a:solidFill>
                  <a:prstClr val="black"/>
                </a:solidFill>
                <a:latin typeface="Times New Roman" panose="02020603050405020304" pitchFamily="18" charset="0"/>
                <a:ea typeface="楷体_GB2312" pitchFamily="49" charset="-122"/>
              </a:rPr>
              <a:t>exchange</a:t>
            </a:r>
            <a:r>
              <a:rPr lang="en-US" altLang="zh-CN" sz="1800" dirty="0">
                <a:solidFill>
                  <a:prstClr val="black"/>
                </a:solidFill>
                <a:latin typeface="Times New Roman" panose="02020603050405020304" pitchFamily="18" charset="0"/>
                <a:ea typeface="楷体_GB2312" pitchFamily="49" charset="-122"/>
              </a:rPr>
              <a:t>; {…}</a:t>
            </a:r>
            <a:endParaRPr lang="zh-CN" altLang="en-US" sz="1800" dirty="0">
              <a:solidFill>
                <a:srgbClr val="073E87"/>
              </a:solidFill>
              <a:latin typeface="Times New Roman" panose="02020603050405020304" pitchFamily="18" charset="0"/>
              <a:ea typeface="楷体_GB2312" pitchFamily="49" charset="-122"/>
            </a:endParaRPr>
          </a:p>
          <a:p>
            <a:pPr algn="just" eaLnBrk="1" hangingPunct="1">
              <a:lnSpc>
                <a:spcPts val="1400"/>
              </a:lnSpc>
              <a:spcBef>
                <a:spcPct val="12000"/>
              </a:spcBef>
              <a:buClr>
                <a:srgbClr val="3333CC"/>
              </a:buClr>
              <a:buFont typeface="Wingdings" panose="05000000000000000000" pitchFamily="2" charset="2"/>
              <a:buNone/>
              <a:defRPr/>
            </a:pPr>
            <a:r>
              <a:rPr lang="en-US" altLang="zh-CN" sz="1800" dirty="0">
                <a:solidFill>
                  <a:srgbClr val="073E87"/>
                </a:solidFill>
                <a:latin typeface="Times New Roman" panose="02020603050405020304" pitchFamily="18" charset="0"/>
                <a:ea typeface="楷体_GB2312" pitchFamily="49" charset="-122"/>
              </a:rPr>
              <a:t>	</a:t>
            </a:r>
            <a:r>
              <a:rPr lang="en-US" altLang="zh-CN" sz="1800" i="1" dirty="0" err="1">
                <a:solidFill>
                  <a:srgbClr val="0000FF"/>
                </a:solidFill>
                <a:latin typeface="Times New Roman" panose="02020603050405020304" pitchFamily="18" charset="0"/>
                <a:ea typeface="楷体_GB2312" pitchFamily="49" charset="-122"/>
              </a:rPr>
              <a:t>proc</a:t>
            </a:r>
            <a:r>
              <a:rPr lang="en-US" altLang="zh-CN" sz="1800" dirty="0">
                <a:solidFill>
                  <a:srgbClr val="0000FF"/>
                </a:solidFill>
                <a:latin typeface="Times New Roman" panose="02020603050405020304" pitchFamily="18" charset="0"/>
                <a:ea typeface="楷体_GB2312" pitchFamily="49" charset="-122"/>
              </a:rPr>
              <a:t> </a:t>
            </a:r>
            <a:r>
              <a:rPr lang="en-US" altLang="zh-CN" sz="1800" i="1" dirty="0">
                <a:solidFill>
                  <a:prstClr val="black"/>
                </a:solidFill>
                <a:latin typeface="Times New Roman" panose="02020603050405020304" pitchFamily="18" charset="0"/>
                <a:ea typeface="楷体_GB2312" pitchFamily="49" charset="-122"/>
              </a:rPr>
              <a:t>quicksort</a:t>
            </a:r>
            <a:r>
              <a:rPr lang="en-US" altLang="zh-CN" sz="1800" dirty="0">
                <a:solidFill>
                  <a:prstClr val="black"/>
                </a:solidFill>
                <a:latin typeface="Times New Roman" panose="02020603050405020304" pitchFamily="18" charset="0"/>
                <a:ea typeface="楷体_GB2312" pitchFamily="49" charset="-122"/>
              </a:rPr>
              <a:t>;</a:t>
            </a:r>
          </a:p>
          <a:p>
            <a:pPr algn="just" eaLnBrk="1" hangingPunct="1">
              <a:lnSpc>
                <a:spcPts val="1400"/>
              </a:lnSpc>
              <a:spcBef>
                <a:spcPct val="12000"/>
              </a:spcBef>
              <a:buClr>
                <a:srgbClr val="3333CC"/>
              </a:buClr>
              <a:buFont typeface="Wingdings" panose="05000000000000000000" pitchFamily="2" charset="2"/>
              <a:buNone/>
              <a:defRPr/>
            </a:pPr>
            <a:r>
              <a:rPr lang="en-US" altLang="zh-CN" sz="1800" dirty="0">
                <a:solidFill>
                  <a:srgbClr val="073E87"/>
                </a:solidFill>
                <a:latin typeface="Times New Roman" panose="02020603050405020304" pitchFamily="18" charset="0"/>
                <a:ea typeface="楷体_GB2312" pitchFamily="49" charset="-122"/>
              </a:rPr>
              <a:t>	   </a:t>
            </a:r>
            <a:r>
              <a:rPr lang="en-US" altLang="zh-CN" sz="1800" i="1" dirty="0" err="1">
                <a:solidFill>
                  <a:srgbClr val="0000FF"/>
                </a:solidFill>
                <a:latin typeface="Times New Roman" panose="02020603050405020304" pitchFamily="18" charset="0"/>
                <a:ea typeface="楷体_GB2312" pitchFamily="49" charset="-122"/>
              </a:rPr>
              <a:t>var</a:t>
            </a:r>
            <a:r>
              <a:rPr lang="en-US" altLang="zh-CN" sz="1800" dirty="0">
                <a:solidFill>
                  <a:srgbClr val="0000FF"/>
                </a:solidFill>
                <a:latin typeface="Times New Roman" panose="02020603050405020304" pitchFamily="18" charset="0"/>
                <a:ea typeface="楷体_GB2312" pitchFamily="49" charset="-122"/>
              </a:rPr>
              <a:t> </a:t>
            </a:r>
            <a:r>
              <a:rPr lang="en-US" altLang="zh-CN" sz="1800" i="1" dirty="0">
                <a:solidFill>
                  <a:prstClr val="black"/>
                </a:solidFill>
                <a:latin typeface="Times New Roman" panose="02020603050405020304" pitchFamily="18" charset="0"/>
                <a:ea typeface="楷体_GB2312" pitchFamily="49" charset="-122"/>
              </a:rPr>
              <a:t>k</a:t>
            </a:r>
            <a:r>
              <a:rPr lang="en-US" altLang="zh-CN" sz="1800" dirty="0">
                <a:solidFill>
                  <a:prstClr val="black"/>
                </a:solidFill>
                <a:latin typeface="Times New Roman" panose="02020603050405020304" pitchFamily="18" charset="0"/>
                <a:ea typeface="楷体_GB2312" pitchFamily="49" charset="-122"/>
              </a:rPr>
              <a:t>, </a:t>
            </a:r>
            <a:r>
              <a:rPr lang="en-US" altLang="zh-CN" sz="1800" i="1" dirty="0">
                <a:solidFill>
                  <a:prstClr val="black"/>
                </a:solidFill>
                <a:latin typeface="Times New Roman" panose="02020603050405020304" pitchFamily="18" charset="0"/>
                <a:ea typeface="楷体_GB2312" pitchFamily="49" charset="-122"/>
              </a:rPr>
              <a:t>v</a:t>
            </a:r>
            <a:r>
              <a:rPr lang="en-US" altLang="zh-CN" sz="1800" dirty="0">
                <a:solidFill>
                  <a:prstClr val="black"/>
                </a:solidFill>
                <a:latin typeface="Times New Roman" panose="02020603050405020304" pitchFamily="18" charset="0"/>
                <a:ea typeface="楷体_GB2312" pitchFamily="49" charset="-122"/>
              </a:rPr>
              <a:t>:</a:t>
            </a:r>
            <a:r>
              <a:rPr lang="en-US" altLang="zh-CN" sz="1800" i="1" dirty="0">
                <a:solidFill>
                  <a:prstClr val="black"/>
                </a:solidFill>
                <a:latin typeface="Times New Roman" panose="02020603050405020304" pitchFamily="18" charset="0"/>
                <a:ea typeface="楷体_GB2312" pitchFamily="49" charset="-122"/>
              </a:rPr>
              <a:t>int</a:t>
            </a:r>
            <a:r>
              <a:rPr lang="en-US" altLang="zh-CN" sz="1800" dirty="0">
                <a:solidFill>
                  <a:prstClr val="black"/>
                </a:solidFill>
                <a:latin typeface="Times New Roman" panose="02020603050405020304" pitchFamily="18" charset="0"/>
                <a:ea typeface="楷体_GB2312" pitchFamily="49" charset="-122"/>
              </a:rPr>
              <a:t>;</a:t>
            </a:r>
          </a:p>
          <a:p>
            <a:pPr algn="just" eaLnBrk="1" hangingPunct="1">
              <a:lnSpc>
                <a:spcPts val="1400"/>
              </a:lnSpc>
              <a:spcBef>
                <a:spcPct val="12000"/>
              </a:spcBef>
              <a:buClr>
                <a:srgbClr val="3333CC"/>
              </a:buClr>
              <a:buFont typeface="Wingdings" panose="05000000000000000000" pitchFamily="2" charset="2"/>
              <a:buNone/>
              <a:defRPr/>
            </a:pPr>
            <a:r>
              <a:rPr lang="en-US" altLang="zh-CN" sz="1800" dirty="0">
                <a:solidFill>
                  <a:srgbClr val="073E87"/>
                </a:solidFill>
                <a:latin typeface="Times New Roman" panose="02020603050405020304" pitchFamily="18" charset="0"/>
                <a:ea typeface="楷体_GB2312" pitchFamily="49" charset="-122"/>
              </a:rPr>
              <a:t>	      </a:t>
            </a:r>
            <a:r>
              <a:rPr lang="en-US" altLang="zh-CN" sz="1800" i="1" dirty="0" err="1">
                <a:solidFill>
                  <a:srgbClr val="0000FF"/>
                </a:solidFill>
                <a:latin typeface="Times New Roman" panose="02020603050405020304" pitchFamily="18" charset="0"/>
                <a:ea typeface="楷体_GB2312" pitchFamily="49" charset="-122"/>
              </a:rPr>
              <a:t>func</a:t>
            </a:r>
            <a:r>
              <a:rPr lang="en-US" altLang="zh-CN" sz="1800" dirty="0">
                <a:solidFill>
                  <a:srgbClr val="0000FF"/>
                </a:solidFill>
                <a:latin typeface="Times New Roman" panose="02020603050405020304" pitchFamily="18" charset="0"/>
                <a:ea typeface="楷体_GB2312" pitchFamily="49" charset="-122"/>
              </a:rPr>
              <a:t> </a:t>
            </a:r>
            <a:r>
              <a:rPr lang="en-US" altLang="zh-CN" sz="1800" i="1" dirty="0">
                <a:solidFill>
                  <a:prstClr val="black"/>
                </a:solidFill>
                <a:latin typeface="Times New Roman" panose="02020603050405020304" pitchFamily="18" charset="0"/>
                <a:ea typeface="楷体_GB2312" pitchFamily="49" charset="-122"/>
              </a:rPr>
              <a:t>partition</a:t>
            </a:r>
            <a:r>
              <a:rPr lang="en-US" altLang="zh-CN" sz="1800" dirty="0">
                <a:solidFill>
                  <a:prstClr val="black"/>
                </a:solidFill>
                <a:latin typeface="Times New Roman" panose="02020603050405020304" pitchFamily="18" charset="0"/>
                <a:ea typeface="楷体_GB2312" pitchFamily="49" charset="-122"/>
              </a:rPr>
              <a:t>;</a:t>
            </a:r>
          </a:p>
          <a:p>
            <a:pPr algn="just" eaLnBrk="1" hangingPunct="1">
              <a:lnSpc>
                <a:spcPts val="1400"/>
              </a:lnSpc>
              <a:spcBef>
                <a:spcPct val="12000"/>
              </a:spcBef>
              <a:buClr>
                <a:srgbClr val="3333CC"/>
              </a:buClr>
              <a:buFont typeface="Wingdings" panose="05000000000000000000" pitchFamily="2" charset="2"/>
              <a:buNone/>
              <a:defRPr/>
            </a:pPr>
            <a:r>
              <a:rPr lang="en-US" altLang="zh-CN" sz="1800" dirty="0">
                <a:solidFill>
                  <a:srgbClr val="073E87"/>
                </a:solidFill>
                <a:latin typeface="Times New Roman" panose="02020603050405020304" pitchFamily="18" charset="0"/>
                <a:ea typeface="楷体_GB2312" pitchFamily="49" charset="-122"/>
              </a:rPr>
              <a:t>		</a:t>
            </a:r>
            <a:r>
              <a:rPr lang="en-US" altLang="zh-CN" sz="1800" i="1" dirty="0" err="1">
                <a:solidFill>
                  <a:srgbClr val="0000FF"/>
                </a:solidFill>
                <a:latin typeface="Times New Roman" panose="02020603050405020304" pitchFamily="18" charset="0"/>
                <a:ea typeface="楷体_GB2312" pitchFamily="49" charset="-122"/>
              </a:rPr>
              <a:t>var</a:t>
            </a:r>
            <a:r>
              <a:rPr lang="en-US" altLang="zh-CN" sz="1800" dirty="0">
                <a:solidFill>
                  <a:srgbClr val="0000FF"/>
                </a:solidFill>
                <a:latin typeface="Times New Roman" panose="02020603050405020304" pitchFamily="18" charset="0"/>
                <a:ea typeface="楷体_GB2312" pitchFamily="49" charset="-122"/>
              </a:rPr>
              <a:t> </a:t>
            </a:r>
            <a:r>
              <a:rPr lang="en-US" altLang="zh-CN" sz="1800" i="1" dirty="0" err="1">
                <a:solidFill>
                  <a:prstClr val="black"/>
                </a:solidFill>
                <a:latin typeface="Times New Roman" panose="02020603050405020304" pitchFamily="18" charset="0"/>
                <a:ea typeface="楷体_GB2312" pitchFamily="49" charset="-122"/>
              </a:rPr>
              <a:t>i</a:t>
            </a:r>
            <a:r>
              <a:rPr lang="en-US" altLang="zh-CN" sz="1800" dirty="0">
                <a:solidFill>
                  <a:prstClr val="black"/>
                </a:solidFill>
                <a:latin typeface="Times New Roman" panose="02020603050405020304" pitchFamily="18" charset="0"/>
                <a:ea typeface="楷体_GB2312" pitchFamily="49" charset="-122"/>
              </a:rPr>
              <a:t>, </a:t>
            </a:r>
            <a:r>
              <a:rPr lang="en-US" altLang="zh-CN" sz="1800" i="1" dirty="0">
                <a:solidFill>
                  <a:prstClr val="black"/>
                </a:solidFill>
                <a:latin typeface="Times New Roman" panose="02020603050405020304" pitchFamily="18" charset="0"/>
                <a:ea typeface="楷体_GB2312" pitchFamily="49" charset="-122"/>
              </a:rPr>
              <a:t>j</a:t>
            </a:r>
            <a:r>
              <a:rPr lang="en-US" altLang="zh-CN" sz="1800" dirty="0">
                <a:solidFill>
                  <a:prstClr val="black"/>
                </a:solidFill>
                <a:latin typeface="Times New Roman" panose="02020603050405020304" pitchFamily="18" charset="0"/>
                <a:ea typeface="楷体_GB2312" pitchFamily="49" charset="-122"/>
              </a:rPr>
              <a:t>:</a:t>
            </a:r>
            <a:r>
              <a:rPr lang="en-US" altLang="zh-CN" sz="1800" i="1" dirty="0">
                <a:solidFill>
                  <a:prstClr val="black"/>
                </a:solidFill>
                <a:latin typeface="Times New Roman" panose="02020603050405020304" pitchFamily="18" charset="0"/>
                <a:ea typeface="楷体_GB2312" pitchFamily="49" charset="-122"/>
              </a:rPr>
              <a:t>int</a:t>
            </a:r>
            <a:r>
              <a:rPr lang="en-US" altLang="zh-CN" sz="1800" dirty="0">
                <a:solidFill>
                  <a:prstClr val="black"/>
                </a:solidFill>
                <a:latin typeface="Times New Roman" panose="02020603050405020304" pitchFamily="18" charset="0"/>
                <a:ea typeface="楷体_GB2312" pitchFamily="49" charset="-122"/>
              </a:rPr>
              <a:t>; {…}</a:t>
            </a:r>
          </a:p>
          <a:p>
            <a:pPr algn="just" eaLnBrk="1" hangingPunct="1">
              <a:lnSpc>
                <a:spcPts val="1400"/>
              </a:lnSpc>
              <a:spcBef>
                <a:spcPct val="12000"/>
              </a:spcBef>
              <a:buClr>
                <a:srgbClr val="3333CC"/>
              </a:buClr>
              <a:buFont typeface="Wingdings" panose="05000000000000000000" pitchFamily="2" charset="2"/>
              <a:buNone/>
              <a:defRPr/>
            </a:pPr>
            <a:r>
              <a:rPr lang="en-US" altLang="zh-CN" sz="1800" dirty="0">
                <a:solidFill>
                  <a:prstClr val="black"/>
                </a:solidFill>
                <a:latin typeface="Times New Roman" panose="02020603050405020304" pitchFamily="18" charset="0"/>
                <a:ea typeface="楷体_GB2312" pitchFamily="49" charset="-122"/>
              </a:rPr>
              <a:t>       {…}</a:t>
            </a:r>
          </a:p>
          <a:p>
            <a:pPr algn="just" eaLnBrk="1" hangingPunct="1">
              <a:lnSpc>
                <a:spcPts val="1400"/>
              </a:lnSpc>
              <a:spcBef>
                <a:spcPct val="12000"/>
              </a:spcBef>
              <a:buClr>
                <a:srgbClr val="3333CC"/>
              </a:buClr>
              <a:buFont typeface="Wingdings" panose="05000000000000000000" pitchFamily="2" charset="2"/>
              <a:buNone/>
              <a:defRPr/>
            </a:pPr>
            <a:r>
              <a:rPr lang="en-US" altLang="zh-CN" sz="1800" dirty="0">
                <a:solidFill>
                  <a:prstClr val="black"/>
                </a:solidFill>
                <a:latin typeface="Times New Roman" panose="02020603050405020304" pitchFamily="18" charset="0"/>
                <a:ea typeface="楷体_GB2312" pitchFamily="49" charset="-122"/>
              </a:rPr>
              <a:t>     {…}</a:t>
            </a:r>
          </a:p>
        </p:txBody>
      </p:sp>
      <p:grpSp>
        <p:nvGrpSpPr>
          <p:cNvPr id="160776" name="组合 5"/>
          <p:cNvGrpSpPr>
            <a:grpSpLocks/>
          </p:cNvGrpSpPr>
          <p:nvPr/>
        </p:nvGrpSpPr>
        <p:grpSpPr bwMode="auto">
          <a:xfrm>
            <a:off x="5070475" y="79375"/>
            <a:ext cx="1517650" cy="969963"/>
            <a:chOff x="5069755" y="79300"/>
            <a:chExt cx="1518468" cy="970576"/>
          </a:xfrm>
        </p:grpSpPr>
        <p:sp>
          <p:nvSpPr>
            <p:cNvPr id="160896" name="Rectangle 78"/>
            <p:cNvSpPr>
              <a:spLocks noChangeArrowheads="1"/>
            </p:cNvSpPr>
            <p:nvPr/>
          </p:nvSpPr>
          <p:spPr bwMode="auto">
            <a:xfrm>
              <a:off x="5573811" y="79300"/>
              <a:ext cx="1014412"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header</a:t>
              </a:r>
              <a:r>
                <a:rPr lang="zh-CN" altLang="en-US" sz="2100" i="1">
                  <a:solidFill>
                    <a:srgbClr val="000000"/>
                  </a:solidFill>
                  <a:ea typeface="宋体" panose="02010600030101010101" pitchFamily="2" charset="-122"/>
                  <a:cs typeface="Times New Roman" panose="02020603050405020304" pitchFamily="18" charset="0"/>
                </a:rPr>
                <a:t> </a:t>
              </a:r>
              <a:endParaRPr lang="en-US" altLang="zh-CN" sz="2100">
                <a:solidFill>
                  <a:srgbClr val="000000"/>
                </a:solidFill>
                <a:ea typeface="宋体" panose="02010600030101010101" pitchFamily="2" charset="-122"/>
                <a:cs typeface="Times New Roman" panose="02020603050405020304" pitchFamily="18" charset="0"/>
              </a:endParaRPr>
            </a:p>
          </p:txBody>
        </p:sp>
        <p:sp>
          <p:nvSpPr>
            <p:cNvPr id="160897" name="Line 30"/>
            <p:cNvSpPr>
              <a:spLocks noChangeShapeType="1"/>
            </p:cNvSpPr>
            <p:nvPr/>
          </p:nvSpPr>
          <p:spPr bwMode="auto">
            <a:xfrm>
              <a:off x="5175270" y="149876"/>
              <a:ext cx="0" cy="9000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0898" name="Line 37"/>
            <p:cNvSpPr>
              <a:spLocks noChangeShapeType="1"/>
            </p:cNvSpPr>
            <p:nvPr/>
          </p:nvSpPr>
          <p:spPr bwMode="auto">
            <a:xfrm flipV="1">
              <a:off x="5166098" y="452784"/>
              <a:ext cx="141582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0899" name="Rectangle 39"/>
            <p:cNvSpPr>
              <a:spLocks noChangeArrowheads="1"/>
            </p:cNvSpPr>
            <p:nvPr/>
          </p:nvSpPr>
          <p:spPr bwMode="auto">
            <a:xfrm>
              <a:off x="5069755" y="112637"/>
              <a:ext cx="515938"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1800" i="1">
                  <a:solidFill>
                    <a:srgbClr val="000000"/>
                  </a:solidFill>
                  <a:ea typeface="宋体" panose="02010600030101010101" pitchFamily="2" charset="-122"/>
                  <a:cs typeface="Times New Roman" panose="02020603050405020304" pitchFamily="18" charset="0"/>
                </a:rPr>
                <a:t>nil</a:t>
              </a:r>
              <a:endParaRPr lang="zh-CN" altLang="en-US" sz="1800" i="1">
                <a:solidFill>
                  <a:srgbClr val="000000"/>
                </a:solidFill>
                <a:ea typeface="宋体" panose="02010600030101010101" pitchFamily="2" charset="-122"/>
                <a:cs typeface="Times New Roman" panose="02020603050405020304" pitchFamily="18" charset="0"/>
              </a:endParaRPr>
            </a:p>
          </p:txBody>
        </p:sp>
        <p:sp>
          <p:nvSpPr>
            <p:cNvPr id="160900" name="Line 41"/>
            <p:cNvSpPr>
              <a:spLocks noChangeShapeType="1"/>
            </p:cNvSpPr>
            <p:nvPr/>
          </p:nvSpPr>
          <p:spPr bwMode="auto">
            <a:xfrm>
              <a:off x="5175622" y="165025"/>
              <a:ext cx="140000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0901" name="Line 42"/>
            <p:cNvSpPr>
              <a:spLocks noChangeShapeType="1"/>
            </p:cNvSpPr>
            <p:nvPr/>
          </p:nvSpPr>
          <p:spPr bwMode="auto">
            <a:xfrm>
              <a:off x="5573811" y="180900"/>
              <a:ext cx="0" cy="2825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0902" name="Line 43"/>
            <p:cNvSpPr>
              <a:spLocks noChangeShapeType="1"/>
            </p:cNvSpPr>
            <p:nvPr/>
          </p:nvSpPr>
          <p:spPr bwMode="auto">
            <a:xfrm>
              <a:off x="5573811" y="471412"/>
              <a:ext cx="0" cy="5762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0903" name="Line 44"/>
            <p:cNvSpPr>
              <a:spLocks noChangeShapeType="1"/>
            </p:cNvSpPr>
            <p:nvPr/>
          </p:nvSpPr>
          <p:spPr bwMode="auto">
            <a:xfrm>
              <a:off x="6318882" y="161552"/>
              <a:ext cx="0" cy="8667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0904" name="Line 44"/>
            <p:cNvSpPr>
              <a:spLocks noChangeShapeType="1"/>
            </p:cNvSpPr>
            <p:nvPr/>
          </p:nvSpPr>
          <p:spPr bwMode="auto">
            <a:xfrm>
              <a:off x="6581923" y="164231"/>
              <a:ext cx="0" cy="8667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grpSp>
        <p:nvGrpSpPr>
          <p:cNvPr id="160777" name="组合 180235"/>
          <p:cNvGrpSpPr>
            <a:grpSpLocks/>
          </p:cNvGrpSpPr>
          <p:nvPr/>
        </p:nvGrpSpPr>
        <p:grpSpPr bwMode="auto">
          <a:xfrm>
            <a:off x="3816350" y="-14288"/>
            <a:ext cx="1331913" cy="1649413"/>
            <a:chOff x="3816350" y="-15044"/>
            <a:chExt cx="1331714" cy="1649918"/>
          </a:xfrm>
        </p:grpSpPr>
        <p:sp>
          <p:nvSpPr>
            <p:cNvPr id="160888" name="Line 16"/>
            <p:cNvSpPr>
              <a:spLocks noChangeShapeType="1"/>
            </p:cNvSpPr>
            <p:nvPr/>
          </p:nvSpPr>
          <p:spPr bwMode="auto">
            <a:xfrm>
              <a:off x="3908022" y="337887"/>
              <a:ext cx="0" cy="12969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0889" name="Line 18"/>
            <p:cNvSpPr>
              <a:spLocks noChangeShapeType="1"/>
            </p:cNvSpPr>
            <p:nvPr/>
          </p:nvSpPr>
          <p:spPr bwMode="auto">
            <a:xfrm flipH="1" flipV="1">
              <a:off x="4355976" y="337887"/>
              <a:ext cx="0" cy="12969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0890" name="Line 19"/>
            <p:cNvSpPr>
              <a:spLocks noChangeShapeType="1"/>
            </p:cNvSpPr>
            <p:nvPr/>
          </p:nvSpPr>
          <p:spPr bwMode="auto">
            <a:xfrm>
              <a:off x="4484086" y="337887"/>
              <a:ext cx="0" cy="12954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0891" name="Line 20"/>
            <p:cNvSpPr>
              <a:spLocks noChangeShapeType="1"/>
            </p:cNvSpPr>
            <p:nvPr/>
          </p:nvSpPr>
          <p:spPr bwMode="auto">
            <a:xfrm>
              <a:off x="4491924" y="339502"/>
              <a:ext cx="27947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0892" name="Line 21"/>
            <p:cNvSpPr>
              <a:spLocks noChangeShapeType="1"/>
            </p:cNvSpPr>
            <p:nvPr/>
          </p:nvSpPr>
          <p:spPr bwMode="auto">
            <a:xfrm flipH="1" flipV="1">
              <a:off x="4771399" y="337887"/>
              <a:ext cx="0" cy="12954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0893" name="Text Box 22"/>
            <p:cNvSpPr txBox="1">
              <a:spLocks noChangeArrowheads="1"/>
            </p:cNvSpPr>
            <p:nvPr/>
          </p:nvSpPr>
          <p:spPr bwMode="auto">
            <a:xfrm>
              <a:off x="3816350" y="-15044"/>
              <a:ext cx="75565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eaLnBrk="1" hangingPunct="1">
                <a:spcBef>
                  <a:spcPct val="50000"/>
                </a:spcBef>
              </a:pPr>
              <a:r>
                <a:rPr lang="en-US" altLang="zh-CN" sz="1800" b="0" i="1">
                  <a:solidFill>
                    <a:srgbClr val="000000"/>
                  </a:solidFill>
                  <a:ea typeface="宋体" panose="02010600030101010101" pitchFamily="2" charset="-122"/>
                  <a:cs typeface="Times New Roman" panose="02020603050405020304" pitchFamily="18" charset="0"/>
                </a:rPr>
                <a:t>offset</a:t>
              </a:r>
            </a:p>
          </p:txBody>
        </p:sp>
        <p:sp>
          <p:nvSpPr>
            <p:cNvPr id="160894" name="Text Box 26"/>
            <p:cNvSpPr txBox="1">
              <a:spLocks noChangeArrowheads="1"/>
            </p:cNvSpPr>
            <p:nvPr/>
          </p:nvSpPr>
          <p:spPr bwMode="auto">
            <a:xfrm>
              <a:off x="4390827" y="-3398"/>
              <a:ext cx="757237"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eaLnBrk="1" hangingPunct="1">
                <a:spcBef>
                  <a:spcPct val="50000"/>
                </a:spcBef>
              </a:pPr>
              <a:r>
                <a:rPr lang="en-US" altLang="zh-CN" sz="1800" b="0" i="1">
                  <a:solidFill>
                    <a:srgbClr val="000000"/>
                  </a:solidFill>
                  <a:ea typeface="宋体" panose="02010600030101010101" pitchFamily="2" charset="-122"/>
                  <a:cs typeface="Times New Roman" panose="02020603050405020304" pitchFamily="18" charset="0"/>
                </a:rPr>
                <a:t>tblptr</a:t>
              </a:r>
            </a:p>
          </p:txBody>
        </p:sp>
        <p:sp>
          <p:nvSpPr>
            <p:cNvPr id="160895" name="Line 20"/>
            <p:cNvSpPr>
              <a:spLocks noChangeShapeType="1"/>
            </p:cNvSpPr>
            <p:nvPr/>
          </p:nvSpPr>
          <p:spPr bwMode="auto">
            <a:xfrm flipV="1">
              <a:off x="3908022" y="334865"/>
              <a:ext cx="434883" cy="463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sp>
        <p:nvSpPr>
          <p:cNvPr id="160778" name="Line 20"/>
          <p:cNvSpPr>
            <a:spLocks noChangeShapeType="1"/>
          </p:cNvSpPr>
          <p:nvPr/>
        </p:nvSpPr>
        <p:spPr bwMode="auto">
          <a:xfrm flipV="1">
            <a:off x="1296988" y="268288"/>
            <a:ext cx="1425575"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0779" name="Line 20"/>
          <p:cNvSpPr>
            <a:spLocks noChangeShapeType="1"/>
          </p:cNvSpPr>
          <p:nvPr/>
        </p:nvSpPr>
        <p:spPr bwMode="auto">
          <a:xfrm flipV="1">
            <a:off x="1633538" y="523875"/>
            <a:ext cx="1136650"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nvGrpSpPr>
          <p:cNvPr id="160780" name="组合 180224"/>
          <p:cNvGrpSpPr>
            <a:grpSpLocks/>
          </p:cNvGrpSpPr>
          <p:nvPr/>
        </p:nvGrpSpPr>
        <p:grpSpPr bwMode="auto">
          <a:xfrm>
            <a:off x="4881563" y="1639888"/>
            <a:ext cx="2038350" cy="361950"/>
            <a:chOff x="4880918" y="1639665"/>
            <a:chExt cx="2038349" cy="361950"/>
          </a:xfrm>
        </p:grpSpPr>
        <p:sp>
          <p:nvSpPr>
            <p:cNvPr id="160886" name="Rectangle 25"/>
            <p:cNvSpPr>
              <a:spLocks noChangeArrowheads="1"/>
            </p:cNvSpPr>
            <p:nvPr/>
          </p:nvSpPr>
          <p:spPr bwMode="auto">
            <a:xfrm>
              <a:off x="4880918" y="1639665"/>
              <a:ext cx="2038349"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a                </a:t>
              </a:r>
              <a:r>
                <a:rPr lang="en-US" altLang="zh-CN" sz="1800">
                  <a:solidFill>
                    <a:srgbClr val="000000"/>
                  </a:solidFill>
                  <a:ea typeface="宋体" panose="02010600030101010101" pitchFamily="2" charset="-122"/>
                  <a:cs typeface="Times New Roman" panose="02020603050405020304" pitchFamily="18" charset="0"/>
                </a:rPr>
                <a:t>array  0</a:t>
              </a:r>
            </a:p>
          </p:txBody>
        </p:sp>
        <p:sp>
          <p:nvSpPr>
            <p:cNvPr id="160887" name="Line 8"/>
            <p:cNvSpPr>
              <a:spLocks noChangeShapeType="1"/>
            </p:cNvSpPr>
            <p:nvPr/>
          </p:nvSpPr>
          <p:spPr bwMode="auto">
            <a:xfrm>
              <a:off x="4898381" y="1990502"/>
              <a:ext cx="2020886" cy="158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sp>
        <p:nvSpPr>
          <p:cNvPr id="160781" name="Line 20"/>
          <p:cNvSpPr>
            <a:spLocks noChangeShapeType="1"/>
          </p:cNvSpPr>
          <p:nvPr/>
        </p:nvSpPr>
        <p:spPr bwMode="auto">
          <a:xfrm>
            <a:off x="2982913" y="555625"/>
            <a:ext cx="377825"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nvGrpSpPr>
          <p:cNvPr id="160782" name="组合 180236"/>
          <p:cNvGrpSpPr>
            <a:grpSpLocks/>
          </p:cNvGrpSpPr>
          <p:nvPr/>
        </p:nvGrpSpPr>
        <p:grpSpPr bwMode="auto">
          <a:xfrm>
            <a:off x="3913188" y="311150"/>
            <a:ext cx="1266825" cy="315913"/>
            <a:chOff x="3913756" y="310816"/>
            <a:chExt cx="1266106" cy="316804"/>
          </a:xfrm>
        </p:grpSpPr>
        <p:sp>
          <p:nvSpPr>
            <p:cNvPr id="160883" name="Line 20"/>
            <p:cNvSpPr>
              <a:spLocks noChangeShapeType="1"/>
            </p:cNvSpPr>
            <p:nvPr/>
          </p:nvSpPr>
          <p:spPr bwMode="auto">
            <a:xfrm>
              <a:off x="4499992" y="620241"/>
              <a:ext cx="27947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cxnSp>
          <p:nvCxnSpPr>
            <p:cNvPr id="124" name="直接箭头连接符 123"/>
            <p:cNvCxnSpPr/>
            <p:nvPr/>
          </p:nvCxnSpPr>
          <p:spPr>
            <a:xfrm flipV="1">
              <a:off x="4616619" y="310816"/>
              <a:ext cx="563243" cy="165566"/>
            </a:xfrm>
            <a:prstGeom prst="straightConnector1">
              <a:avLst/>
            </a:prstGeom>
            <a:ln w="38100">
              <a:solidFill>
                <a:srgbClr val="FF00FF"/>
              </a:solidFill>
              <a:tailEnd type="triangle"/>
            </a:ln>
          </p:spPr>
          <p:style>
            <a:lnRef idx="1">
              <a:schemeClr val="accent1"/>
            </a:lnRef>
            <a:fillRef idx="0">
              <a:schemeClr val="accent1"/>
            </a:fillRef>
            <a:effectRef idx="0">
              <a:schemeClr val="accent1"/>
            </a:effectRef>
            <a:fontRef idx="minor">
              <a:schemeClr val="tx1"/>
            </a:fontRef>
          </p:style>
        </p:cxnSp>
        <p:sp>
          <p:nvSpPr>
            <p:cNvPr id="151" name="矩形 150"/>
            <p:cNvSpPr/>
            <p:nvPr/>
          </p:nvSpPr>
          <p:spPr>
            <a:xfrm>
              <a:off x="3913756" y="334696"/>
              <a:ext cx="439487" cy="292924"/>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Times New Roman" panose="02020603050405020304" pitchFamily="18" charset="0"/>
                  <a:cs typeface="Times New Roman" panose="02020603050405020304" pitchFamily="18" charset="0"/>
                </a:rPr>
                <a:t>0</a:t>
              </a:r>
              <a:endParaRPr lang="zh-CN" altLang="en-US" dirty="0">
                <a:solidFill>
                  <a:prstClr val="black"/>
                </a:solidFill>
                <a:latin typeface="Times New Roman" panose="02020603050405020304" pitchFamily="18" charset="0"/>
                <a:cs typeface="Times New Roman" panose="02020603050405020304" pitchFamily="18" charset="0"/>
              </a:endParaRPr>
            </a:p>
          </p:txBody>
        </p:sp>
      </p:grpSp>
      <p:grpSp>
        <p:nvGrpSpPr>
          <p:cNvPr id="160783" name="组合 180238"/>
          <p:cNvGrpSpPr>
            <a:grpSpLocks/>
          </p:cNvGrpSpPr>
          <p:nvPr/>
        </p:nvGrpSpPr>
        <p:grpSpPr bwMode="auto">
          <a:xfrm>
            <a:off x="3908425" y="636588"/>
            <a:ext cx="990600" cy="769937"/>
            <a:chOff x="3907724" y="637094"/>
            <a:chExt cx="990625" cy="769481"/>
          </a:xfrm>
        </p:grpSpPr>
        <p:sp>
          <p:nvSpPr>
            <p:cNvPr id="160880" name="Line 20"/>
            <p:cNvSpPr>
              <a:spLocks noChangeShapeType="1"/>
            </p:cNvSpPr>
            <p:nvPr/>
          </p:nvSpPr>
          <p:spPr bwMode="auto">
            <a:xfrm>
              <a:off x="4499992" y="926397"/>
              <a:ext cx="27947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cxnSp>
          <p:nvCxnSpPr>
            <p:cNvPr id="133" name="直接箭头连接符 132"/>
            <p:cNvCxnSpPr/>
            <p:nvPr/>
          </p:nvCxnSpPr>
          <p:spPr>
            <a:xfrm>
              <a:off x="4617355" y="771951"/>
              <a:ext cx="280994" cy="634624"/>
            </a:xfrm>
            <a:prstGeom prst="straightConnector1">
              <a:avLst/>
            </a:prstGeom>
            <a:ln w="38100">
              <a:solidFill>
                <a:srgbClr val="FF00FF"/>
              </a:solidFill>
              <a:tailEnd type="triangle"/>
            </a:ln>
          </p:spPr>
          <p:style>
            <a:lnRef idx="1">
              <a:schemeClr val="accent1"/>
            </a:lnRef>
            <a:fillRef idx="0">
              <a:schemeClr val="accent1"/>
            </a:fillRef>
            <a:effectRef idx="0">
              <a:schemeClr val="accent1"/>
            </a:effectRef>
            <a:fontRef idx="minor">
              <a:schemeClr val="tx1"/>
            </a:fontRef>
          </p:style>
        </p:cxnSp>
        <p:sp>
          <p:nvSpPr>
            <p:cNvPr id="153" name="矩形 152"/>
            <p:cNvSpPr/>
            <p:nvPr/>
          </p:nvSpPr>
          <p:spPr>
            <a:xfrm>
              <a:off x="3907724" y="637094"/>
              <a:ext cx="439749" cy="291927"/>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Times New Roman" panose="02020603050405020304" pitchFamily="18" charset="0"/>
                  <a:cs typeface="Times New Roman" panose="02020603050405020304" pitchFamily="18" charset="0"/>
                </a:rPr>
                <a:t>0</a:t>
              </a:r>
              <a:endParaRPr lang="zh-CN" altLang="en-US" dirty="0">
                <a:solidFill>
                  <a:prstClr val="black"/>
                </a:solidFill>
                <a:latin typeface="Times New Roman" panose="02020603050405020304" pitchFamily="18" charset="0"/>
                <a:cs typeface="Times New Roman" panose="02020603050405020304" pitchFamily="18" charset="0"/>
              </a:endParaRPr>
            </a:p>
          </p:txBody>
        </p:sp>
      </p:grpSp>
      <p:sp>
        <p:nvSpPr>
          <p:cNvPr id="180232" name="矩形 180231"/>
          <p:cNvSpPr/>
          <p:nvPr/>
        </p:nvSpPr>
        <p:spPr>
          <a:xfrm>
            <a:off x="3916363" y="622300"/>
            <a:ext cx="439737" cy="293688"/>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Times New Roman" panose="02020603050405020304" pitchFamily="18" charset="0"/>
                <a:cs typeface="Times New Roman" panose="02020603050405020304" pitchFamily="18" charset="0"/>
              </a:rPr>
              <a:t>40</a:t>
            </a:r>
            <a:endParaRPr lang="zh-CN" altLang="en-US" dirty="0">
              <a:solidFill>
                <a:prstClr val="black"/>
              </a:solidFill>
              <a:latin typeface="Times New Roman" panose="02020603050405020304" pitchFamily="18" charset="0"/>
              <a:cs typeface="Times New Roman" panose="02020603050405020304" pitchFamily="18" charset="0"/>
            </a:endParaRPr>
          </a:p>
        </p:txBody>
      </p:sp>
      <p:grpSp>
        <p:nvGrpSpPr>
          <p:cNvPr id="160785" name="组合 180240"/>
          <p:cNvGrpSpPr>
            <a:grpSpLocks/>
          </p:cNvGrpSpPr>
          <p:nvPr/>
        </p:nvGrpSpPr>
        <p:grpSpPr bwMode="auto">
          <a:xfrm>
            <a:off x="4897438" y="1943100"/>
            <a:ext cx="2071687" cy="363538"/>
            <a:chOff x="4897836" y="1942382"/>
            <a:chExt cx="2070694" cy="363537"/>
          </a:xfrm>
        </p:grpSpPr>
        <p:sp>
          <p:nvSpPr>
            <p:cNvPr id="160878" name="Line 7"/>
            <p:cNvSpPr>
              <a:spLocks noChangeShapeType="1"/>
            </p:cNvSpPr>
            <p:nvPr/>
          </p:nvSpPr>
          <p:spPr bwMode="auto">
            <a:xfrm flipV="1">
              <a:off x="4899968" y="2281016"/>
              <a:ext cx="1978025" cy="158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0879" name="Rectangle 26"/>
            <p:cNvSpPr>
              <a:spLocks noChangeArrowheads="1"/>
            </p:cNvSpPr>
            <p:nvPr/>
          </p:nvSpPr>
          <p:spPr bwMode="auto">
            <a:xfrm>
              <a:off x="4897836" y="1942382"/>
              <a:ext cx="2070694"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x                 </a:t>
              </a:r>
              <a:r>
                <a:rPr lang="en-US" altLang="zh-CN" sz="1800">
                  <a:solidFill>
                    <a:srgbClr val="000000"/>
                  </a:solidFill>
                  <a:ea typeface="宋体" panose="02010600030101010101" pitchFamily="2" charset="-122"/>
                  <a:cs typeface="Times New Roman" panose="02020603050405020304" pitchFamily="18" charset="0"/>
                </a:rPr>
                <a:t>int     44</a:t>
              </a:r>
            </a:p>
          </p:txBody>
        </p:sp>
      </p:grpSp>
      <p:sp>
        <p:nvSpPr>
          <p:cNvPr id="160786" name="Line 20"/>
          <p:cNvSpPr>
            <a:spLocks noChangeShapeType="1"/>
          </p:cNvSpPr>
          <p:nvPr/>
        </p:nvSpPr>
        <p:spPr bwMode="auto">
          <a:xfrm>
            <a:off x="1633538" y="700088"/>
            <a:ext cx="1427162"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0787" name="Line 20"/>
          <p:cNvSpPr>
            <a:spLocks noChangeShapeType="1"/>
          </p:cNvSpPr>
          <p:nvPr/>
        </p:nvSpPr>
        <p:spPr bwMode="auto">
          <a:xfrm flipV="1">
            <a:off x="1785938" y="922338"/>
            <a:ext cx="842962"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nvGrpSpPr>
          <p:cNvPr id="160788" name="组合 180243"/>
          <p:cNvGrpSpPr>
            <a:grpSpLocks/>
          </p:cNvGrpSpPr>
          <p:nvPr/>
        </p:nvGrpSpPr>
        <p:grpSpPr bwMode="auto">
          <a:xfrm>
            <a:off x="7504113" y="539750"/>
            <a:ext cx="1239837" cy="361950"/>
            <a:chOff x="7504161" y="539279"/>
            <a:chExt cx="1239492" cy="361950"/>
          </a:xfrm>
        </p:grpSpPr>
        <p:sp>
          <p:nvSpPr>
            <p:cNvPr id="160876" name="Line 19"/>
            <p:cNvSpPr>
              <a:spLocks noChangeShapeType="1"/>
            </p:cNvSpPr>
            <p:nvPr/>
          </p:nvSpPr>
          <p:spPr bwMode="auto">
            <a:xfrm flipV="1">
              <a:off x="7504161" y="875829"/>
              <a:ext cx="122837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0877" name="Rectangle 40"/>
            <p:cNvSpPr>
              <a:spLocks noChangeArrowheads="1"/>
            </p:cNvSpPr>
            <p:nvPr/>
          </p:nvSpPr>
          <p:spPr bwMode="auto">
            <a:xfrm>
              <a:off x="7523211" y="539279"/>
              <a:ext cx="1220442"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i      </a:t>
              </a:r>
              <a:r>
                <a:rPr lang="en-US" altLang="zh-CN" sz="1800">
                  <a:solidFill>
                    <a:srgbClr val="000000"/>
                  </a:solidFill>
                  <a:ea typeface="宋体" panose="02010600030101010101" pitchFamily="2" charset="-122"/>
                  <a:cs typeface="Times New Roman" panose="02020603050405020304" pitchFamily="18" charset="0"/>
                </a:rPr>
                <a:t>int     0</a:t>
              </a:r>
            </a:p>
          </p:txBody>
        </p:sp>
      </p:grpSp>
      <p:sp>
        <p:nvSpPr>
          <p:cNvPr id="160789" name="Line 20"/>
          <p:cNvSpPr>
            <a:spLocks noChangeShapeType="1"/>
          </p:cNvSpPr>
          <p:nvPr/>
        </p:nvSpPr>
        <p:spPr bwMode="auto">
          <a:xfrm flipV="1">
            <a:off x="2773363" y="915988"/>
            <a:ext cx="334962"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78" name="矩形 177"/>
          <p:cNvSpPr/>
          <p:nvPr/>
        </p:nvSpPr>
        <p:spPr>
          <a:xfrm>
            <a:off x="8509000" y="298450"/>
            <a:ext cx="271463" cy="292100"/>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Times New Roman" panose="02020603050405020304" pitchFamily="18" charset="0"/>
                <a:cs typeface="Times New Roman" panose="02020603050405020304" pitchFamily="18" charset="0"/>
              </a:rPr>
              <a:t>4</a:t>
            </a:r>
            <a:endParaRPr lang="zh-CN" altLang="en-US" dirty="0">
              <a:solidFill>
                <a:prstClr val="black"/>
              </a:solidFill>
              <a:latin typeface="Times New Roman" panose="02020603050405020304" pitchFamily="18" charset="0"/>
              <a:cs typeface="Times New Roman" panose="02020603050405020304" pitchFamily="18" charset="0"/>
            </a:endParaRPr>
          </a:p>
        </p:txBody>
      </p:sp>
      <p:grpSp>
        <p:nvGrpSpPr>
          <p:cNvPr id="160791" name="组合 180244"/>
          <p:cNvGrpSpPr>
            <a:grpSpLocks/>
          </p:cNvGrpSpPr>
          <p:nvPr/>
        </p:nvGrpSpPr>
        <p:grpSpPr bwMode="auto">
          <a:xfrm>
            <a:off x="4862513" y="739775"/>
            <a:ext cx="2640012" cy="1817688"/>
            <a:chOff x="4861992" y="739181"/>
            <a:chExt cx="2640954" cy="1818058"/>
          </a:xfrm>
        </p:grpSpPr>
        <p:sp>
          <p:nvSpPr>
            <p:cNvPr id="84" name="Line 95"/>
            <p:cNvSpPr>
              <a:spLocks noChangeShapeType="1"/>
            </p:cNvSpPr>
            <p:nvPr/>
          </p:nvSpPr>
          <p:spPr bwMode="auto">
            <a:xfrm>
              <a:off x="7018586" y="739181"/>
              <a:ext cx="3176" cy="1722789"/>
            </a:xfrm>
            <a:prstGeom prst="line">
              <a:avLst/>
            </a:prstGeom>
            <a:noFill/>
            <a:ln w="25400">
              <a:solidFill>
                <a:schemeClr val="tx2">
                  <a:lumMod val="60000"/>
                  <a:lumOff val="40000"/>
                </a:schemeClr>
              </a:solidFill>
              <a:round/>
              <a:headEnd/>
              <a:tailEnd/>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86" name="Line 43"/>
            <p:cNvSpPr>
              <a:spLocks noChangeShapeType="1"/>
            </p:cNvSpPr>
            <p:nvPr/>
          </p:nvSpPr>
          <p:spPr bwMode="auto">
            <a:xfrm>
              <a:off x="7031291" y="750296"/>
              <a:ext cx="471655" cy="0"/>
            </a:xfrm>
            <a:prstGeom prst="line">
              <a:avLst/>
            </a:prstGeom>
            <a:noFill/>
            <a:ln w="25400">
              <a:solidFill>
                <a:schemeClr val="tx2">
                  <a:lumMod val="60000"/>
                  <a:lumOff val="40000"/>
                </a:schemeClr>
              </a:solidFill>
              <a:round/>
              <a:headEnd/>
              <a:tailEnd type="stealth" w="lg" len="lg"/>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160874" name="Line 6"/>
            <p:cNvSpPr>
              <a:spLocks noChangeShapeType="1"/>
            </p:cNvSpPr>
            <p:nvPr/>
          </p:nvSpPr>
          <p:spPr bwMode="auto">
            <a:xfrm flipV="1">
              <a:off x="4874568" y="2557239"/>
              <a:ext cx="198650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0875" name="Rectangle 28"/>
            <p:cNvSpPr>
              <a:spLocks noChangeArrowheads="1"/>
            </p:cNvSpPr>
            <p:nvPr/>
          </p:nvSpPr>
          <p:spPr bwMode="auto">
            <a:xfrm>
              <a:off x="4861992" y="2192115"/>
              <a:ext cx="1314450"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readarray</a:t>
              </a:r>
            </a:p>
          </p:txBody>
        </p:sp>
      </p:grpSp>
      <p:sp>
        <p:nvSpPr>
          <p:cNvPr id="160792" name="Line 20"/>
          <p:cNvSpPr>
            <a:spLocks noChangeShapeType="1"/>
          </p:cNvSpPr>
          <p:nvPr/>
        </p:nvSpPr>
        <p:spPr bwMode="auto">
          <a:xfrm>
            <a:off x="1619250" y="1131888"/>
            <a:ext cx="1427163"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nvGrpSpPr>
          <p:cNvPr id="160793" name="组合 1"/>
          <p:cNvGrpSpPr>
            <a:grpSpLocks/>
          </p:cNvGrpSpPr>
          <p:nvPr/>
        </p:nvGrpSpPr>
        <p:grpSpPr bwMode="auto">
          <a:xfrm>
            <a:off x="6861175" y="893763"/>
            <a:ext cx="1976438" cy="727075"/>
            <a:chOff x="6861077" y="893664"/>
            <a:chExt cx="1976561" cy="727596"/>
          </a:xfrm>
        </p:grpSpPr>
        <p:sp>
          <p:nvSpPr>
            <p:cNvPr id="160863" name="Rectangle 31"/>
            <p:cNvSpPr>
              <a:spLocks noChangeArrowheads="1"/>
            </p:cNvSpPr>
            <p:nvPr/>
          </p:nvSpPr>
          <p:spPr bwMode="auto">
            <a:xfrm>
              <a:off x="7566050" y="893664"/>
              <a:ext cx="1271588"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2100" i="1">
                  <a:solidFill>
                    <a:srgbClr val="000000"/>
                  </a:solidFill>
                  <a:ea typeface="宋体" panose="02010600030101010101" pitchFamily="2" charset="-122"/>
                  <a:cs typeface="Times New Roman" panose="02020603050405020304" pitchFamily="18" charset="0"/>
                </a:rPr>
                <a:t>exchange</a:t>
              </a:r>
            </a:p>
          </p:txBody>
        </p:sp>
        <p:sp>
          <p:nvSpPr>
            <p:cNvPr id="160864" name="Line 32"/>
            <p:cNvSpPr>
              <a:spLocks noChangeShapeType="1"/>
            </p:cNvSpPr>
            <p:nvPr/>
          </p:nvSpPr>
          <p:spPr bwMode="auto">
            <a:xfrm>
              <a:off x="7486725" y="1298998"/>
              <a:ext cx="0" cy="2921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0865" name="Line 33"/>
            <p:cNvSpPr>
              <a:spLocks noChangeShapeType="1"/>
            </p:cNvSpPr>
            <p:nvPr/>
          </p:nvSpPr>
          <p:spPr bwMode="auto">
            <a:xfrm>
              <a:off x="8718178" y="1298998"/>
              <a:ext cx="0" cy="32226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0866" name="Line 34"/>
            <p:cNvSpPr>
              <a:spLocks noChangeShapeType="1"/>
            </p:cNvSpPr>
            <p:nvPr/>
          </p:nvSpPr>
          <p:spPr bwMode="auto">
            <a:xfrm>
              <a:off x="7488312" y="1608559"/>
              <a:ext cx="119538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0867" name="Rectangle 35"/>
            <p:cNvSpPr>
              <a:spLocks noChangeArrowheads="1"/>
            </p:cNvSpPr>
            <p:nvPr/>
          </p:nvSpPr>
          <p:spPr bwMode="auto">
            <a:xfrm>
              <a:off x="7710066" y="1246610"/>
              <a:ext cx="1078408"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header</a:t>
              </a:r>
              <a:endParaRPr lang="en-US" altLang="zh-CN" sz="2100">
                <a:solidFill>
                  <a:srgbClr val="000000"/>
                </a:solidFill>
                <a:ea typeface="宋体" panose="02010600030101010101" pitchFamily="2" charset="-122"/>
                <a:cs typeface="Times New Roman" panose="02020603050405020304" pitchFamily="18" charset="0"/>
              </a:endParaRPr>
            </a:p>
          </p:txBody>
        </p:sp>
        <p:sp>
          <p:nvSpPr>
            <p:cNvPr id="160868" name="Line 36"/>
            <p:cNvSpPr>
              <a:spLocks noChangeShapeType="1"/>
            </p:cNvSpPr>
            <p:nvPr/>
          </p:nvSpPr>
          <p:spPr bwMode="auto">
            <a:xfrm flipV="1">
              <a:off x="7501013" y="1297409"/>
              <a:ext cx="1217166" cy="158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0869" name="Line 37"/>
            <p:cNvSpPr>
              <a:spLocks noChangeShapeType="1"/>
            </p:cNvSpPr>
            <p:nvPr/>
          </p:nvSpPr>
          <p:spPr bwMode="auto">
            <a:xfrm>
              <a:off x="7710066" y="1313285"/>
              <a:ext cx="0" cy="284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0870" name="Line 33"/>
            <p:cNvSpPr>
              <a:spLocks noChangeShapeType="1"/>
            </p:cNvSpPr>
            <p:nvPr/>
          </p:nvSpPr>
          <p:spPr bwMode="auto">
            <a:xfrm>
              <a:off x="8502154" y="1294235"/>
              <a:ext cx="0" cy="32226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0871" name="Line 51"/>
            <p:cNvSpPr>
              <a:spLocks noChangeShapeType="1"/>
            </p:cNvSpPr>
            <p:nvPr/>
          </p:nvSpPr>
          <p:spPr bwMode="auto">
            <a:xfrm flipH="1">
              <a:off x="6861077" y="1533301"/>
              <a:ext cx="736822" cy="0"/>
            </a:xfrm>
            <a:prstGeom prst="line">
              <a:avLst/>
            </a:prstGeom>
            <a:noFill/>
            <a:ln w="25400">
              <a:solidFill>
                <a:srgbClr val="FF0000"/>
              </a:solidFill>
              <a:round/>
              <a:headEnd/>
              <a:tailEnd type="stealth" w="lg" len="lg"/>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sp>
        <p:nvSpPr>
          <p:cNvPr id="160794" name="Line 20"/>
          <p:cNvSpPr>
            <a:spLocks noChangeShapeType="1"/>
          </p:cNvSpPr>
          <p:nvPr/>
        </p:nvSpPr>
        <p:spPr bwMode="auto">
          <a:xfrm flipV="1">
            <a:off x="3157538" y="1131888"/>
            <a:ext cx="334962"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22" name="矩形 121"/>
          <p:cNvSpPr/>
          <p:nvPr/>
        </p:nvSpPr>
        <p:spPr>
          <a:xfrm>
            <a:off x="8510588" y="1303338"/>
            <a:ext cx="238125" cy="292100"/>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Times New Roman" panose="02020603050405020304" pitchFamily="18" charset="0"/>
                <a:cs typeface="Times New Roman" panose="02020603050405020304" pitchFamily="18" charset="0"/>
              </a:rPr>
              <a:t>0</a:t>
            </a:r>
            <a:endParaRPr lang="zh-CN" altLang="en-US" dirty="0">
              <a:solidFill>
                <a:prstClr val="black"/>
              </a:solidFill>
              <a:latin typeface="Times New Roman" panose="02020603050405020304" pitchFamily="18" charset="0"/>
              <a:cs typeface="Times New Roman" panose="02020603050405020304" pitchFamily="18" charset="0"/>
            </a:endParaRPr>
          </a:p>
        </p:txBody>
      </p:sp>
      <p:grpSp>
        <p:nvGrpSpPr>
          <p:cNvPr id="160796" name="组合 3"/>
          <p:cNvGrpSpPr>
            <a:grpSpLocks/>
          </p:cNvGrpSpPr>
          <p:nvPr/>
        </p:nvGrpSpPr>
        <p:grpSpPr bwMode="auto">
          <a:xfrm>
            <a:off x="4862513" y="1423988"/>
            <a:ext cx="2551112" cy="1428750"/>
            <a:chOff x="4861992" y="1423765"/>
            <a:chExt cx="2551631" cy="1428750"/>
          </a:xfrm>
        </p:grpSpPr>
        <p:sp>
          <p:nvSpPr>
            <p:cNvPr id="160858" name="Line 5"/>
            <p:cNvSpPr>
              <a:spLocks noChangeShapeType="1"/>
            </p:cNvSpPr>
            <p:nvPr/>
          </p:nvSpPr>
          <p:spPr bwMode="auto">
            <a:xfrm>
              <a:off x="4887268" y="2846735"/>
              <a:ext cx="197380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0859" name="Rectangle 39"/>
            <p:cNvSpPr>
              <a:spLocks noChangeArrowheads="1"/>
            </p:cNvSpPr>
            <p:nvPr/>
          </p:nvSpPr>
          <p:spPr bwMode="auto">
            <a:xfrm>
              <a:off x="4861992" y="2488977"/>
              <a:ext cx="1260475"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exchange</a:t>
              </a:r>
            </a:p>
          </p:txBody>
        </p:sp>
        <p:sp>
          <p:nvSpPr>
            <p:cNvPr id="130" name="Line 103"/>
            <p:cNvSpPr>
              <a:spLocks noChangeShapeType="1"/>
            </p:cNvSpPr>
            <p:nvPr/>
          </p:nvSpPr>
          <p:spPr bwMode="auto">
            <a:xfrm flipH="1">
              <a:off x="6753089" y="2738215"/>
              <a:ext cx="374726" cy="0"/>
            </a:xfrm>
            <a:prstGeom prst="line">
              <a:avLst/>
            </a:prstGeom>
            <a:noFill/>
            <a:ln w="25400">
              <a:solidFill>
                <a:schemeClr val="tx2">
                  <a:lumMod val="60000"/>
                  <a:lumOff val="40000"/>
                </a:schemeClr>
              </a:solidFill>
              <a:round/>
              <a:headEnd/>
              <a:tailEnd/>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131" name="Line 95"/>
            <p:cNvSpPr>
              <a:spLocks noChangeShapeType="1"/>
            </p:cNvSpPr>
            <p:nvPr/>
          </p:nvSpPr>
          <p:spPr bwMode="auto">
            <a:xfrm flipH="1">
              <a:off x="7150044" y="1423765"/>
              <a:ext cx="0" cy="1330325"/>
            </a:xfrm>
            <a:prstGeom prst="line">
              <a:avLst/>
            </a:prstGeom>
            <a:noFill/>
            <a:ln w="25400">
              <a:solidFill>
                <a:schemeClr val="tx2">
                  <a:lumMod val="60000"/>
                  <a:lumOff val="40000"/>
                </a:schemeClr>
              </a:solidFill>
              <a:round/>
              <a:headEnd/>
              <a:tailEnd/>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132" name="Line 43"/>
            <p:cNvSpPr>
              <a:spLocks noChangeShapeType="1"/>
            </p:cNvSpPr>
            <p:nvPr/>
          </p:nvSpPr>
          <p:spPr bwMode="auto">
            <a:xfrm flipV="1">
              <a:off x="7129403" y="1436465"/>
              <a:ext cx="284220" cy="0"/>
            </a:xfrm>
            <a:prstGeom prst="line">
              <a:avLst/>
            </a:prstGeom>
            <a:noFill/>
            <a:ln w="25400">
              <a:solidFill>
                <a:schemeClr val="tx2">
                  <a:lumMod val="60000"/>
                  <a:lumOff val="40000"/>
                </a:schemeClr>
              </a:solidFill>
              <a:round/>
              <a:headEnd/>
              <a:tailEnd type="stealth" w="lg" len="lg"/>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grpSp>
      <p:sp>
        <p:nvSpPr>
          <p:cNvPr id="160797" name="Line 20"/>
          <p:cNvSpPr>
            <a:spLocks noChangeShapeType="1"/>
          </p:cNvSpPr>
          <p:nvPr/>
        </p:nvSpPr>
        <p:spPr bwMode="auto">
          <a:xfrm>
            <a:off x="1619250" y="1347788"/>
            <a:ext cx="1427163"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nvGrpSpPr>
          <p:cNvPr id="160798" name="组合 2"/>
          <p:cNvGrpSpPr>
            <a:grpSpLocks/>
          </p:cNvGrpSpPr>
          <p:nvPr/>
        </p:nvGrpSpPr>
        <p:grpSpPr bwMode="auto">
          <a:xfrm>
            <a:off x="6896100" y="1582738"/>
            <a:ext cx="2354263" cy="1533525"/>
            <a:chOff x="6895356" y="1582537"/>
            <a:chExt cx="2355402" cy="1533525"/>
          </a:xfrm>
        </p:grpSpPr>
        <p:sp>
          <p:nvSpPr>
            <p:cNvPr id="160848" name="Line 42"/>
            <p:cNvSpPr>
              <a:spLocks noChangeShapeType="1"/>
            </p:cNvSpPr>
            <p:nvPr/>
          </p:nvSpPr>
          <p:spPr bwMode="auto">
            <a:xfrm>
              <a:off x="7454577" y="1920674"/>
              <a:ext cx="1587" cy="117951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0849" name="Line 43"/>
            <p:cNvSpPr>
              <a:spLocks noChangeShapeType="1"/>
            </p:cNvSpPr>
            <p:nvPr/>
          </p:nvSpPr>
          <p:spPr bwMode="auto">
            <a:xfrm flipH="1">
              <a:off x="9091289" y="1919087"/>
              <a:ext cx="4763" cy="11969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0850" name="Line 47"/>
            <p:cNvSpPr>
              <a:spLocks noChangeShapeType="1"/>
            </p:cNvSpPr>
            <p:nvPr/>
          </p:nvSpPr>
          <p:spPr bwMode="auto">
            <a:xfrm flipV="1">
              <a:off x="7456164" y="2230237"/>
              <a:ext cx="163988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0851" name="Rectangle 48"/>
            <p:cNvSpPr>
              <a:spLocks noChangeArrowheads="1"/>
            </p:cNvSpPr>
            <p:nvPr/>
          </p:nvSpPr>
          <p:spPr bwMode="auto">
            <a:xfrm>
              <a:off x="7946702" y="1868287"/>
              <a:ext cx="1304056"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header  </a:t>
              </a:r>
              <a:endParaRPr lang="en-US" altLang="zh-CN" sz="2100">
                <a:solidFill>
                  <a:srgbClr val="000000"/>
                </a:solidFill>
                <a:ea typeface="宋体" panose="02010600030101010101" pitchFamily="2" charset="-122"/>
                <a:cs typeface="Times New Roman" panose="02020603050405020304" pitchFamily="18" charset="0"/>
              </a:endParaRPr>
            </a:p>
          </p:txBody>
        </p:sp>
        <p:sp>
          <p:nvSpPr>
            <p:cNvPr id="160852" name="Rectangle 49"/>
            <p:cNvSpPr>
              <a:spLocks noChangeArrowheads="1"/>
            </p:cNvSpPr>
            <p:nvPr/>
          </p:nvSpPr>
          <p:spPr bwMode="auto">
            <a:xfrm>
              <a:off x="7666582" y="1582537"/>
              <a:ext cx="1350963"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2100" i="1">
                  <a:solidFill>
                    <a:srgbClr val="000000"/>
                  </a:solidFill>
                  <a:ea typeface="宋体" panose="02010600030101010101" pitchFamily="2" charset="-122"/>
                  <a:cs typeface="Times New Roman" panose="02020603050405020304" pitchFamily="18" charset="0"/>
                </a:rPr>
                <a:t>quicksort</a:t>
              </a:r>
            </a:p>
          </p:txBody>
        </p:sp>
        <p:sp>
          <p:nvSpPr>
            <p:cNvPr id="160853" name="Line 50"/>
            <p:cNvSpPr>
              <a:spLocks noChangeShapeType="1"/>
            </p:cNvSpPr>
            <p:nvPr/>
          </p:nvSpPr>
          <p:spPr bwMode="auto">
            <a:xfrm flipV="1">
              <a:off x="7467277" y="1919087"/>
              <a:ext cx="1639887" cy="15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0854" name="Line 51"/>
            <p:cNvSpPr>
              <a:spLocks noChangeShapeType="1"/>
            </p:cNvSpPr>
            <p:nvPr/>
          </p:nvSpPr>
          <p:spPr bwMode="auto">
            <a:xfrm>
              <a:off x="7832402" y="1934962"/>
              <a:ext cx="1587" cy="2825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0855" name="Line 52"/>
            <p:cNvSpPr>
              <a:spLocks noChangeShapeType="1"/>
            </p:cNvSpPr>
            <p:nvPr/>
          </p:nvSpPr>
          <p:spPr bwMode="auto">
            <a:xfrm>
              <a:off x="8386662" y="2254049"/>
              <a:ext cx="0" cy="86042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0856" name="Line 51"/>
            <p:cNvSpPr>
              <a:spLocks noChangeShapeType="1"/>
            </p:cNvSpPr>
            <p:nvPr/>
          </p:nvSpPr>
          <p:spPr bwMode="auto">
            <a:xfrm flipH="1" flipV="1">
              <a:off x="6895356" y="2122287"/>
              <a:ext cx="821434" cy="438"/>
            </a:xfrm>
            <a:prstGeom prst="line">
              <a:avLst/>
            </a:prstGeom>
            <a:noFill/>
            <a:ln w="25400">
              <a:solidFill>
                <a:srgbClr val="FF0000"/>
              </a:solidFill>
              <a:round/>
              <a:headEnd/>
              <a:tailEnd type="stealth" w="lg" len="lg"/>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0857" name="Line 43"/>
            <p:cNvSpPr>
              <a:spLocks noChangeShapeType="1"/>
            </p:cNvSpPr>
            <p:nvPr/>
          </p:nvSpPr>
          <p:spPr bwMode="auto">
            <a:xfrm flipH="1">
              <a:off x="8746702" y="1903881"/>
              <a:ext cx="4763" cy="11969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grpSp>
        <p:nvGrpSpPr>
          <p:cNvPr id="15" name="组合 154"/>
          <p:cNvGrpSpPr>
            <a:grpSpLocks/>
          </p:cNvGrpSpPr>
          <p:nvPr/>
        </p:nvGrpSpPr>
        <p:grpSpPr bwMode="auto">
          <a:xfrm>
            <a:off x="3924300" y="911225"/>
            <a:ext cx="3530600" cy="992188"/>
            <a:chOff x="3913756" y="335024"/>
            <a:chExt cx="3530649" cy="992879"/>
          </a:xfrm>
        </p:grpSpPr>
        <p:sp>
          <p:nvSpPr>
            <p:cNvPr id="160845" name="Line 20"/>
            <p:cNvSpPr>
              <a:spLocks noChangeShapeType="1"/>
            </p:cNvSpPr>
            <p:nvPr/>
          </p:nvSpPr>
          <p:spPr bwMode="auto">
            <a:xfrm>
              <a:off x="4499992" y="620241"/>
              <a:ext cx="27947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cxnSp>
          <p:nvCxnSpPr>
            <p:cNvPr id="157" name="直接箭头连接符 156"/>
            <p:cNvCxnSpPr/>
            <p:nvPr/>
          </p:nvCxnSpPr>
          <p:spPr>
            <a:xfrm>
              <a:off x="4617029" y="476410"/>
              <a:ext cx="2827376" cy="851493"/>
            </a:xfrm>
            <a:prstGeom prst="straightConnector1">
              <a:avLst/>
            </a:prstGeom>
            <a:ln w="38100">
              <a:solidFill>
                <a:srgbClr val="FF00FF"/>
              </a:solidFill>
              <a:tailEnd type="triangle"/>
            </a:ln>
          </p:spPr>
          <p:style>
            <a:lnRef idx="1">
              <a:schemeClr val="accent1"/>
            </a:lnRef>
            <a:fillRef idx="0">
              <a:schemeClr val="accent1"/>
            </a:fillRef>
            <a:effectRef idx="0">
              <a:schemeClr val="accent1"/>
            </a:effectRef>
            <a:fontRef idx="minor">
              <a:schemeClr val="tx1"/>
            </a:fontRef>
          </p:style>
        </p:cxnSp>
        <p:sp>
          <p:nvSpPr>
            <p:cNvPr id="158" name="矩形 157"/>
            <p:cNvSpPr/>
            <p:nvPr/>
          </p:nvSpPr>
          <p:spPr>
            <a:xfrm>
              <a:off x="3913756" y="335024"/>
              <a:ext cx="439744" cy="292303"/>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Times New Roman" panose="02020603050405020304" pitchFamily="18" charset="0"/>
                  <a:cs typeface="Times New Roman" panose="02020603050405020304" pitchFamily="18" charset="0"/>
                </a:rPr>
                <a:t>0</a:t>
              </a:r>
              <a:endParaRPr lang="zh-CN" altLang="en-US" dirty="0">
                <a:solidFill>
                  <a:prstClr val="black"/>
                </a:solidFill>
                <a:latin typeface="Times New Roman" panose="02020603050405020304" pitchFamily="18" charset="0"/>
                <a:cs typeface="Times New Roman" panose="02020603050405020304" pitchFamily="18" charset="0"/>
              </a:endParaRPr>
            </a:p>
          </p:txBody>
        </p:sp>
      </p:grpSp>
      <p:sp>
        <p:nvSpPr>
          <p:cNvPr id="160800" name="Line 20"/>
          <p:cNvSpPr>
            <a:spLocks noChangeShapeType="1"/>
          </p:cNvSpPr>
          <p:nvPr/>
        </p:nvSpPr>
        <p:spPr bwMode="auto">
          <a:xfrm flipV="1">
            <a:off x="1785938" y="1563688"/>
            <a:ext cx="1136650"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nvGrpSpPr>
          <p:cNvPr id="160801" name="组合 6"/>
          <p:cNvGrpSpPr>
            <a:grpSpLocks/>
          </p:cNvGrpSpPr>
          <p:nvPr/>
        </p:nvGrpSpPr>
        <p:grpSpPr bwMode="auto">
          <a:xfrm>
            <a:off x="7467600" y="2201863"/>
            <a:ext cx="1676400" cy="361950"/>
            <a:chOff x="7467277" y="2201662"/>
            <a:chExt cx="1676723" cy="361950"/>
          </a:xfrm>
        </p:grpSpPr>
        <p:sp>
          <p:nvSpPr>
            <p:cNvPr id="160843" name="Rectangle 54"/>
            <p:cNvSpPr>
              <a:spLocks noChangeArrowheads="1"/>
            </p:cNvSpPr>
            <p:nvPr/>
          </p:nvSpPr>
          <p:spPr bwMode="auto">
            <a:xfrm>
              <a:off x="7505377" y="2201662"/>
              <a:ext cx="1638623"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k             </a:t>
              </a:r>
              <a:r>
                <a:rPr lang="en-US" altLang="zh-CN" sz="1800">
                  <a:solidFill>
                    <a:srgbClr val="000000"/>
                  </a:solidFill>
                  <a:ea typeface="宋体" panose="02010600030101010101" pitchFamily="2" charset="-122"/>
                  <a:cs typeface="Times New Roman" panose="02020603050405020304" pitchFamily="18" charset="0"/>
                </a:rPr>
                <a:t>int  0</a:t>
              </a:r>
            </a:p>
          </p:txBody>
        </p:sp>
        <p:sp>
          <p:nvSpPr>
            <p:cNvPr id="160844" name="Line 46"/>
            <p:cNvSpPr>
              <a:spLocks noChangeShapeType="1"/>
            </p:cNvSpPr>
            <p:nvPr/>
          </p:nvSpPr>
          <p:spPr bwMode="auto">
            <a:xfrm flipV="1">
              <a:off x="7467277" y="2525512"/>
              <a:ext cx="1639887" cy="15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sp>
        <p:nvSpPr>
          <p:cNvPr id="167" name="矩形 166"/>
          <p:cNvSpPr/>
          <p:nvPr/>
        </p:nvSpPr>
        <p:spPr>
          <a:xfrm>
            <a:off x="3924300" y="915988"/>
            <a:ext cx="439738" cy="292100"/>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Times New Roman" panose="02020603050405020304" pitchFamily="18" charset="0"/>
                <a:cs typeface="Times New Roman" panose="02020603050405020304" pitchFamily="18" charset="0"/>
              </a:rPr>
              <a:t>4</a:t>
            </a:r>
            <a:endParaRPr lang="zh-CN" altLang="en-US" dirty="0">
              <a:solidFill>
                <a:prstClr val="black"/>
              </a:solidFill>
              <a:latin typeface="Times New Roman" panose="02020603050405020304" pitchFamily="18" charset="0"/>
              <a:cs typeface="Times New Roman" panose="02020603050405020304" pitchFamily="18" charset="0"/>
            </a:endParaRPr>
          </a:p>
        </p:txBody>
      </p:sp>
      <p:grpSp>
        <p:nvGrpSpPr>
          <p:cNvPr id="160803" name="组合 7"/>
          <p:cNvGrpSpPr>
            <a:grpSpLocks/>
          </p:cNvGrpSpPr>
          <p:nvPr/>
        </p:nvGrpSpPr>
        <p:grpSpPr bwMode="auto">
          <a:xfrm>
            <a:off x="7467600" y="2486025"/>
            <a:ext cx="1643063" cy="390525"/>
            <a:chOff x="7467277" y="2485824"/>
            <a:chExt cx="1643062" cy="390526"/>
          </a:xfrm>
        </p:grpSpPr>
        <p:sp>
          <p:nvSpPr>
            <p:cNvPr id="160841" name="Rectangle 55"/>
            <p:cNvSpPr>
              <a:spLocks noChangeArrowheads="1"/>
            </p:cNvSpPr>
            <p:nvPr/>
          </p:nvSpPr>
          <p:spPr bwMode="auto">
            <a:xfrm>
              <a:off x="7505376" y="2485824"/>
              <a:ext cx="1585913" cy="3905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v             </a:t>
              </a:r>
              <a:r>
                <a:rPr lang="en-US" altLang="zh-CN" sz="1800">
                  <a:solidFill>
                    <a:srgbClr val="000000"/>
                  </a:solidFill>
                  <a:ea typeface="宋体" panose="02010600030101010101" pitchFamily="2" charset="-122"/>
                  <a:cs typeface="Times New Roman" panose="02020603050405020304" pitchFamily="18" charset="0"/>
                </a:rPr>
                <a:t>int  4</a:t>
              </a:r>
            </a:p>
          </p:txBody>
        </p:sp>
        <p:sp>
          <p:nvSpPr>
            <p:cNvPr id="160842" name="Line 45"/>
            <p:cNvSpPr>
              <a:spLocks noChangeShapeType="1"/>
            </p:cNvSpPr>
            <p:nvPr/>
          </p:nvSpPr>
          <p:spPr bwMode="auto">
            <a:xfrm flipV="1">
              <a:off x="7467277" y="2819199"/>
              <a:ext cx="1643062" cy="15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sp>
        <p:nvSpPr>
          <p:cNvPr id="170" name="矩形 169"/>
          <p:cNvSpPr/>
          <p:nvPr/>
        </p:nvSpPr>
        <p:spPr>
          <a:xfrm>
            <a:off x="3924300" y="915988"/>
            <a:ext cx="439738" cy="292100"/>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Times New Roman" panose="02020603050405020304" pitchFamily="18" charset="0"/>
                <a:cs typeface="Times New Roman" panose="02020603050405020304" pitchFamily="18" charset="0"/>
              </a:rPr>
              <a:t>8</a:t>
            </a:r>
            <a:endParaRPr lang="zh-CN" altLang="en-US" dirty="0">
              <a:solidFill>
                <a:prstClr val="black"/>
              </a:solidFill>
              <a:latin typeface="Times New Roman" panose="02020603050405020304" pitchFamily="18" charset="0"/>
              <a:cs typeface="Times New Roman" panose="02020603050405020304" pitchFamily="18" charset="0"/>
            </a:endParaRPr>
          </a:p>
        </p:txBody>
      </p:sp>
      <p:sp>
        <p:nvSpPr>
          <p:cNvPr id="160805" name="Line 20"/>
          <p:cNvSpPr>
            <a:spLocks noChangeShapeType="1"/>
          </p:cNvSpPr>
          <p:nvPr/>
        </p:nvSpPr>
        <p:spPr bwMode="auto">
          <a:xfrm flipV="1">
            <a:off x="1938338" y="1779588"/>
            <a:ext cx="1136650"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nvGrpSpPr>
          <p:cNvPr id="160806" name="组合 8"/>
          <p:cNvGrpSpPr>
            <a:grpSpLocks/>
          </p:cNvGrpSpPr>
          <p:nvPr/>
        </p:nvGrpSpPr>
        <p:grpSpPr bwMode="auto">
          <a:xfrm>
            <a:off x="7604125" y="3176588"/>
            <a:ext cx="1524000" cy="1260475"/>
            <a:chOff x="7603925" y="3176042"/>
            <a:chExt cx="1523902" cy="1261690"/>
          </a:xfrm>
        </p:grpSpPr>
        <p:sp>
          <p:nvSpPr>
            <p:cNvPr id="160831" name="Line 56"/>
            <p:cNvSpPr>
              <a:spLocks noChangeShapeType="1"/>
            </p:cNvSpPr>
            <p:nvPr/>
          </p:nvSpPr>
          <p:spPr bwMode="auto">
            <a:xfrm flipH="1">
              <a:off x="7603925" y="3513385"/>
              <a:ext cx="0" cy="9032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0832" name="Line 57"/>
            <p:cNvSpPr>
              <a:spLocks noChangeShapeType="1"/>
            </p:cNvSpPr>
            <p:nvPr/>
          </p:nvSpPr>
          <p:spPr bwMode="auto">
            <a:xfrm flipH="1">
              <a:off x="8899449" y="3513385"/>
              <a:ext cx="0" cy="9032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0833" name="Line 60"/>
            <p:cNvSpPr>
              <a:spLocks noChangeShapeType="1"/>
            </p:cNvSpPr>
            <p:nvPr/>
          </p:nvSpPr>
          <p:spPr bwMode="auto">
            <a:xfrm flipV="1">
              <a:off x="7616626" y="3807495"/>
              <a:ext cx="129076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0834" name="Rectangle 61"/>
            <p:cNvSpPr>
              <a:spLocks noChangeArrowheads="1"/>
            </p:cNvSpPr>
            <p:nvPr/>
          </p:nvSpPr>
          <p:spPr bwMode="auto">
            <a:xfrm>
              <a:off x="7891337" y="3460998"/>
              <a:ext cx="1188964"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header  </a:t>
              </a:r>
              <a:endParaRPr lang="en-US" altLang="zh-CN" sz="2100">
                <a:solidFill>
                  <a:srgbClr val="000000"/>
                </a:solidFill>
                <a:ea typeface="宋体" panose="02010600030101010101" pitchFamily="2" charset="-122"/>
                <a:cs typeface="Times New Roman" panose="02020603050405020304" pitchFamily="18" charset="0"/>
              </a:endParaRPr>
            </a:p>
          </p:txBody>
        </p:sp>
        <p:sp>
          <p:nvSpPr>
            <p:cNvPr id="160835" name="Rectangle 62"/>
            <p:cNvSpPr>
              <a:spLocks noChangeArrowheads="1"/>
            </p:cNvSpPr>
            <p:nvPr/>
          </p:nvSpPr>
          <p:spPr bwMode="auto">
            <a:xfrm>
              <a:off x="7776864" y="3176042"/>
              <a:ext cx="1350963"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2100" i="1">
                  <a:solidFill>
                    <a:srgbClr val="000000"/>
                  </a:solidFill>
                  <a:ea typeface="宋体" panose="02010600030101010101" pitchFamily="2" charset="-122"/>
                  <a:cs typeface="Times New Roman" panose="02020603050405020304" pitchFamily="18" charset="0"/>
                </a:rPr>
                <a:t>partition</a:t>
              </a:r>
            </a:p>
          </p:txBody>
        </p:sp>
        <p:sp>
          <p:nvSpPr>
            <p:cNvPr id="160836" name="Line 63"/>
            <p:cNvSpPr>
              <a:spLocks noChangeShapeType="1"/>
            </p:cNvSpPr>
            <p:nvPr/>
          </p:nvSpPr>
          <p:spPr bwMode="auto">
            <a:xfrm>
              <a:off x="7627738" y="3514972"/>
              <a:ext cx="1269999" cy="158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0837" name="Line 64"/>
            <p:cNvSpPr>
              <a:spLocks noChangeShapeType="1"/>
            </p:cNvSpPr>
            <p:nvPr/>
          </p:nvSpPr>
          <p:spPr bwMode="auto">
            <a:xfrm>
              <a:off x="7891337" y="3527673"/>
              <a:ext cx="1587" cy="2825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0838" name="Line 65"/>
            <p:cNvSpPr>
              <a:spLocks noChangeShapeType="1"/>
            </p:cNvSpPr>
            <p:nvPr/>
          </p:nvSpPr>
          <p:spPr bwMode="auto">
            <a:xfrm flipH="1">
              <a:off x="7897687" y="3826123"/>
              <a:ext cx="0" cy="57785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0839" name="Line 57"/>
            <p:cNvSpPr>
              <a:spLocks noChangeShapeType="1"/>
            </p:cNvSpPr>
            <p:nvPr/>
          </p:nvSpPr>
          <p:spPr bwMode="auto">
            <a:xfrm flipH="1">
              <a:off x="8683425" y="3534444"/>
              <a:ext cx="0" cy="9032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0840" name="Line 51"/>
            <p:cNvSpPr>
              <a:spLocks noChangeShapeType="1"/>
            </p:cNvSpPr>
            <p:nvPr/>
          </p:nvSpPr>
          <p:spPr bwMode="auto">
            <a:xfrm flipV="1">
              <a:off x="7666581" y="3201492"/>
              <a:ext cx="1" cy="384689"/>
            </a:xfrm>
            <a:prstGeom prst="line">
              <a:avLst/>
            </a:prstGeom>
            <a:noFill/>
            <a:ln w="25400">
              <a:solidFill>
                <a:srgbClr val="FF0000"/>
              </a:solidFill>
              <a:round/>
              <a:headEnd/>
              <a:tailEnd type="stealth" w="lg" len="lg"/>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sp>
        <p:nvSpPr>
          <p:cNvPr id="160807" name="Line 20"/>
          <p:cNvSpPr>
            <a:spLocks noChangeShapeType="1"/>
          </p:cNvSpPr>
          <p:nvPr/>
        </p:nvSpPr>
        <p:spPr bwMode="auto">
          <a:xfrm flipV="1">
            <a:off x="2138363" y="1995488"/>
            <a:ext cx="1138237"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nvGrpSpPr>
          <p:cNvPr id="160808" name="组合 9"/>
          <p:cNvGrpSpPr>
            <a:grpSpLocks/>
          </p:cNvGrpSpPr>
          <p:nvPr/>
        </p:nvGrpSpPr>
        <p:grpSpPr bwMode="auto">
          <a:xfrm>
            <a:off x="7627938" y="3783013"/>
            <a:ext cx="1303337" cy="363537"/>
            <a:chOff x="7627739" y="3783260"/>
            <a:chExt cx="1303462" cy="363538"/>
          </a:xfrm>
        </p:grpSpPr>
        <p:sp>
          <p:nvSpPr>
            <p:cNvPr id="160829" name="Rectangle 67"/>
            <p:cNvSpPr>
              <a:spLocks noChangeArrowheads="1"/>
            </p:cNvSpPr>
            <p:nvPr/>
          </p:nvSpPr>
          <p:spPr bwMode="auto">
            <a:xfrm>
              <a:off x="7656313" y="3783260"/>
              <a:ext cx="1274888"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i      </a:t>
              </a:r>
              <a:r>
                <a:rPr lang="en-US" altLang="zh-CN" sz="1800">
                  <a:solidFill>
                    <a:srgbClr val="000000"/>
                  </a:solidFill>
                  <a:ea typeface="宋体" panose="02010600030101010101" pitchFamily="2" charset="-122"/>
                  <a:cs typeface="Times New Roman" panose="02020603050405020304" pitchFamily="18" charset="0"/>
                </a:rPr>
                <a:t>int      0</a:t>
              </a:r>
            </a:p>
          </p:txBody>
        </p:sp>
        <p:sp>
          <p:nvSpPr>
            <p:cNvPr id="160830" name="Line 59"/>
            <p:cNvSpPr>
              <a:spLocks noChangeShapeType="1"/>
            </p:cNvSpPr>
            <p:nvPr/>
          </p:nvSpPr>
          <p:spPr bwMode="auto">
            <a:xfrm flipV="1">
              <a:off x="7627739" y="4099596"/>
              <a:ext cx="127965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grpSp>
        <p:nvGrpSpPr>
          <p:cNvPr id="160809" name="组合 11"/>
          <p:cNvGrpSpPr>
            <a:grpSpLocks/>
          </p:cNvGrpSpPr>
          <p:nvPr/>
        </p:nvGrpSpPr>
        <p:grpSpPr bwMode="auto">
          <a:xfrm>
            <a:off x="7629525" y="4092575"/>
            <a:ext cx="1330325" cy="363538"/>
            <a:chOff x="7629325" y="4092823"/>
            <a:chExt cx="1330451" cy="363537"/>
          </a:xfrm>
        </p:grpSpPr>
        <p:sp>
          <p:nvSpPr>
            <p:cNvPr id="160827" name="Rectangle 68"/>
            <p:cNvSpPr>
              <a:spLocks noChangeArrowheads="1"/>
            </p:cNvSpPr>
            <p:nvPr/>
          </p:nvSpPr>
          <p:spPr bwMode="auto">
            <a:xfrm>
              <a:off x="7656314" y="4092823"/>
              <a:ext cx="1303462"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j      </a:t>
              </a:r>
              <a:r>
                <a:rPr lang="en-US" altLang="zh-CN" sz="1800">
                  <a:solidFill>
                    <a:srgbClr val="000000"/>
                  </a:solidFill>
                  <a:ea typeface="宋体" panose="02010600030101010101" pitchFamily="2" charset="-122"/>
                  <a:cs typeface="Times New Roman" panose="02020603050405020304" pitchFamily="18" charset="0"/>
                </a:rPr>
                <a:t>int      4</a:t>
              </a:r>
            </a:p>
          </p:txBody>
        </p:sp>
        <p:sp>
          <p:nvSpPr>
            <p:cNvPr id="160828" name="Line 58"/>
            <p:cNvSpPr>
              <a:spLocks noChangeShapeType="1"/>
            </p:cNvSpPr>
            <p:nvPr/>
          </p:nvSpPr>
          <p:spPr bwMode="auto">
            <a:xfrm>
              <a:off x="7629325" y="4413498"/>
              <a:ext cx="127806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sp>
        <p:nvSpPr>
          <p:cNvPr id="160810" name="Line 20"/>
          <p:cNvSpPr>
            <a:spLocks noChangeShapeType="1"/>
          </p:cNvSpPr>
          <p:nvPr/>
        </p:nvSpPr>
        <p:spPr bwMode="auto">
          <a:xfrm flipV="1">
            <a:off x="3309938" y="1995488"/>
            <a:ext cx="334962"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206" name="矩形 205"/>
          <p:cNvSpPr/>
          <p:nvPr/>
        </p:nvSpPr>
        <p:spPr>
          <a:xfrm>
            <a:off x="8677275" y="3509963"/>
            <a:ext cx="230188" cy="292100"/>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Times New Roman" panose="02020603050405020304" pitchFamily="18" charset="0"/>
                <a:cs typeface="Times New Roman" panose="02020603050405020304" pitchFamily="18" charset="0"/>
              </a:rPr>
              <a:t>8</a:t>
            </a:r>
            <a:endParaRPr lang="zh-CN" altLang="en-US" dirty="0">
              <a:solidFill>
                <a:prstClr val="black"/>
              </a:solidFill>
              <a:latin typeface="Times New Roman" panose="02020603050405020304" pitchFamily="18" charset="0"/>
              <a:cs typeface="Times New Roman" panose="02020603050405020304" pitchFamily="18" charset="0"/>
            </a:endParaRPr>
          </a:p>
        </p:txBody>
      </p:sp>
      <p:grpSp>
        <p:nvGrpSpPr>
          <p:cNvPr id="160812" name="组合 208"/>
          <p:cNvGrpSpPr>
            <a:grpSpLocks/>
          </p:cNvGrpSpPr>
          <p:nvPr/>
        </p:nvGrpSpPr>
        <p:grpSpPr bwMode="auto">
          <a:xfrm>
            <a:off x="7443788" y="2741613"/>
            <a:ext cx="1639887" cy="725487"/>
            <a:chOff x="7443464" y="2741412"/>
            <a:chExt cx="1639888" cy="726359"/>
          </a:xfrm>
        </p:grpSpPr>
        <p:sp>
          <p:nvSpPr>
            <p:cNvPr id="160822" name="Line 44"/>
            <p:cNvSpPr>
              <a:spLocks noChangeShapeType="1"/>
            </p:cNvSpPr>
            <p:nvPr/>
          </p:nvSpPr>
          <p:spPr bwMode="auto">
            <a:xfrm flipV="1">
              <a:off x="7443464" y="3101774"/>
              <a:ext cx="1639888" cy="15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0823" name="Rectangle 69"/>
            <p:cNvSpPr>
              <a:spLocks noChangeArrowheads="1"/>
            </p:cNvSpPr>
            <p:nvPr/>
          </p:nvSpPr>
          <p:spPr bwMode="auto">
            <a:xfrm>
              <a:off x="7451402" y="2741412"/>
              <a:ext cx="1166812" cy="417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partition</a:t>
              </a:r>
            </a:p>
          </p:txBody>
        </p:sp>
        <p:sp>
          <p:nvSpPr>
            <p:cNvPr id="212" name="Line 95"/>
            <p:cNvSpPr>
              <a:spLocks noChangeShapeType="1"/>
            </p:cNvSpPr>
            <p:nvPr/>
          </p:nvSpPr>
          <p:spPr bwMode="auto">
            <a:xfrm flipH="1">
              <a:off x="8837290" y="2954393"/>
              <a:ext cx="0" cy="216160"/>
            </a:xfrm>
            <a:prstGeom prst="line">
              <a:avLst/>
            </a:prstGeom>
            <a:noFill/>
            <a:ln w="25400">
              <a:solidFill>
                <a:schemeClr val="tx2">
                  <a:lumMod val="60000"/>
                  <a:lumOff val="40000"/>
                </a:schemeClr>
              </a:solidFill>
              <a:round/>
              <a:headEnd/>
              <a:tailEnd/>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213" name="Line 43"/>
            <p:cNvSpPr>
              <a:spLocks noChangeShapeType="1"/>
            </p:cNvSpPr>
            <p:nvPr/>
          </p:nvSpPr>
          <p:spPr bwMode="auto">
            <a:xfrm>
              <a:off x="7886376" y="3186446"/>
              <a:ext cx="0" cy="281325"/>
            </a:xfrm>
            <a:prstGeom prst="line">
              <a:avLst/>
            </a:prstGeom>
            <a:noFill/>
            <a:ln w="25400">
              <a:solidFill>
                <a:schemeClr val="tx2">
                  <a:lumMod val="60000"/>
                  <a:lumOff val="40000"/>
                </a:schemeClr>
              </a:solidFill>
              <a:round/>
              <a:headEnd/>
              <a:tailEnd type="stealth" w="lg" len="lg"/>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214" name="Line 103"/>
            <p:cNvSpPr>
              <a:spLocks noChangeShapeType="1"/>
            </p:cNvSpPr>
            <p:nvPr/>
          </p:nvSpPr>
          <p:spPr bwMode="auto">
            <a:xfrm flipH="1" flipV="1">
              <a:off x="7897489" y="3170552"/>
              <a:ext cx="936626" cy="0"/>
            </a:xfrm>
            <a:prstGeom prst="line">
              <a:avLst/>
            </a:prstGeom>
            <a:noFill/>
            <a:ln w="25400">
              <a:solidFill>
                <a:schemeClr val="tx2">
                  <a:lumMod val="60000"/>
                  <a:lumOff val="40000"/>
                </a:schemeClr>
              </a:solidFill>
              <a:round/>
              <a:headEnd/>
              <a:tailEnd/>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grpSp>
      <p:sp>
        <p:nvSpPr>
          <p:cNvPr id="159" name="Line 20"/>
          <p:cNvSpPr>
            <a:spLocks noChangeShapeType="1"/>
          </p:cNvSpPr>
          <p:nvPr/>
        </p:nvSpPr>
        <p:spPr bwMode="auto">
          <a:xfrm flipV="1">
            <a:off x="1789113" y="2211388"/>
            <a:ext cx="334962"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75" name="矩形 174"/>
          <p:cNvSpPr/>
          <p:nvPr/>
        </p:nvSpPr>
        <p:spPr>
          <a:xfrm>
            <a:off x="8748713" y="1924050"/>
            <a:ext cx="327025" cy="292100"/>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Times New Roman" panose="02020603050405020304" pitchFamily="18" charset="0"/>
                <a:cs typeface="Times New Roman" panose="02020603050405020304" pitchFamily="18" charset="0"/>
              </a:rPr>
              <a:t>8</a:t>
            </a:r>
            <a:endParaRPr lang="zh-CN" altLang="en-US" dirty="0">
              <a:solidFill>
                <a:prstClr val="black"/>
              </a:solidFill>
              <a:latin typeface="Times New Roman" panose="02020603050405020304" pitchFamily="18" charset="0"/>
              <a:cs typeface="Times New Roman" panose="02020603050405020304" pitchFamily="18" charset="0"/>
            </a:endParaRPr>
          </a:p>
        </p:txBody>
      </p:sp>
      <p:grpSp>
        <p:nvGrpSpPr>
          <p:cNvPr id="22" name="组合 4"/>
          <p:cNvGrpSpPr>
            <a:grpSpLocks/>
          </p:cNvGrpSpPr>
          <p:nvPr/>
        </p:nvGrpSpPr>
        <p:grpSpPr bwMode="auto">
          <a:xfrm>
            <a:off x="4862513" y="2570163"/>
            <a:ext cx="2632075" cy="593725"/>
            <a:chOff x="4861992" y="2569673"/>
            <a:chExt cx="2632273" cy="593992"/>
          </a:xfrm>
        </p:grpSpPr>
        <p:sp>
          <p:nvSpPr>
            <p:cNvPr id="160817" name="Line 4"/>
            <p:cNvSpPr>
              <a:spLocks noChangeShapeType="1"/>
            </p:cNvSpPr>
            <p:nvPr/>
          </p:nvSpPr>
          <p:spPr bwMode="auto">
            <a:xfrm flipV="1">
              <a:off x="4887268" y="3142010"/>
              <a:ext cx="198651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0818" name="Rectangle 72"/>
            <p:cNvSpPr>
              <a:spLocks noChangeArrowheads="1"/>
            </p:cNvSpPr>
            <p:nvPr/>
          </p:nvSpPr>
          <p:spPr bwMode="auto">
            <a:xfrm>
              <a:off x="4861992" y="2774727"/>
              <a:ext cx="1243012" cy="388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quicksort</a:t>
              </a:r>
            </a:p>
          </p:txBody>
        </p:sp>
        <p:sp>
          <p:nvSpPr>
            <p:cNvPr id="182" name="Line 95"/>
            <p:cNvSpPr>
              <a:spLocks noChangeShapeType="1"/>
            </p:cNvSpPr>
            <p:nvPr/>
          </p:nvSpPr>
          <p:spPr bwMode="auto">
            <a:xfrm>
              <a:off x="7248183" y="2569673"/>
              <a:ext cx="0" cy="485993"/>
            </a:xfrm>
            <a:prstGeom prst="line">
              <a:avLst/>
            </a:prstGeom>
            <a:noFill/>
            <a:ln w="25400">
              <a:solidFill>
                <a:schemeClr val="tx2">
                  <a:lumMod val="60000"/>
                  <a:lumOff val="40000"/>
                </a:schemeClr>
              </a:solidFill>
              <a:round/>
              <a:headEnd/>
              <a:tailEnd/>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196" name="Line 43"/>
            <p:cNvSpPr>
              <a:spLocks noChangeShapeType="1"/>
            </p:cNvSpPr>
            <p:nvPr/>
          </p:nvSpPr>
          <p:spPr bwMode="auto">
            <a:xfrm>
              <a:off x="7248183" y="2572849"/>
              <a:ext cx="246082" cy="0"/>
            </a:xfrm>
            <a:prstGeom prst="line">
              <a:avLst/>
            </a:prstGeom>
            <a:noFill/>
            <a:ln w="25400">
              <a:solidFill>
                <a:schemeClr val="tx2">
                  <a:lumMod val="60000"/>
                  <a:lumOff val="40000"/>
                </a:schemeClr>
              </a:solidFill>
              <a:round/>
              <a:headEnd/>
              <a:tailEnd type="stealth" w="lg" len="lg"/>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207" name="Line 103"/>
            <p:cNvSpPr>
              <a:spLocks noChangeShapeType="1"/>
            </p:cNvSpPr>
            <p:nvPr/>
          </p:nvSpPr>
          <p:spPr bwMode="auto">
            <a:xfrm flipH="1" flipV="1">
              <a:off x="6773486" y="3049314"/>
              <a:ext cx="481048" cy="0"/>
            </a:xfrm>
            <a:prstGeom prst="line">
              <a:avLst/>
            </a:prstGeom>
            <a:noFill/>
            <a:ln w="25400">
              <a:solidFill>
                <a:schemeClr val="tx2">
                  <a:lumMod val="60000"/>
                  <a:lumOff val="40000"/>
                </a:schemeClr>
              </a:solidFill>
              <a:round/>
              <a:headEnd/>
              <a:tailEnd/>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grpSp>
      <p:sp>
        <p:nvSpPr>
          <p:cNvPr id="160" name="矩形 159"/>
          <p:cNvSpPr/>
          <p:nvPr/>
        </p:nvSpPr>
        <p:spPr>
          <a:xfrm>
            <a:off x="3924300" y="642938"/>
            <a:ext cx="439738" cy="293687"/>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Times New Roman" panose="02020603050405020304" pitchFamily="18" charset="0"/>
                <a:cs typeface="Times New Roman" panose="02020603050405020304" pitchFamily="18" charset="0"/>
              </a:rPr>
              <a:t>48</a:t>
            </a:r>
            <a:endParaRPr lang="zh-CN" altLang="en-US" dirty="0">
              <a:solidFill>
                <a:prstClr val="black"/>
              </a:solidFill>
              <a:latin typeface="Times New Roman" panose="02020603050405020304" pitchFamily="18" charset="0"/>
              <a:cs typeface="Times New Roman" panose="02020603050405020304" pitchFamily="18" charset="0"/>
            </a:endParaRPr>
          </a:p>
        </p:txBody>
      </p:sp>
      <p:sp>
        <p:nvSpPr>
          <p:cNvPr id="2" name="灯片编号占位符 1"/>
          <p:cNvSpPr>
            <a:spLocks noGrp="1"/>
          </p:cNvSpPr>
          <p:nvPr>
            <p:ph type="sldNum" sz="quarter" idx="12"/>
          </p:nvPr>
        </p:nvSpPr>
        <p:spPr/>
        <p:txBody>
          <a:bodyPr/>
          <a:lstStyle/>
          <a:p>
            <a:pPr>
              <a:defRPr/>
            </a:pPr>
            <a:fld id="{64CF1D47-2B30-44A6-81DA-EC28584A641A}" type="slidenum">
              <a:rPr lang="zh-CN" altLang="en-US" smtClean="0"/>
              <a:pPr>
                <a:defRPr/>
              </a:pPr>
              <a:t>29</a:t>
            </a:fld>
            <a:endParaRPr lang="en-US" altLang="zh-CN" dirty="0"/>
          </a:p>
        </p:txBody>
      </p:sp>
    </p:spTree>
    <p:extLst>
      <p:ext uri="{BB962C8B-B14F-4D97-AF65-F5344CB8AC3E}">
        <p14:creationId xmlns:p14="http://schemas.microsoft.com/office/powerpoint/2010/main" val="119911079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159"/>
                                        </p:tgtEl>
                                        <p:attrNameLst>
                                          <p:attrName>style.visibility</p:attrName>
                                        </p:attrNameLst>
                                      </p:cBhvr>
                                      <p:to>
                                        <p:strVal val="visible"/>
                                      </p:to>
                                    </p:set>
                                    <p:anim calcmode="lin" valueType="num">
                                      <p:cBhvr>
                                        <p:cTn id="7" dur="500" fill="hold"/>
                                        <p:tgtEl>
                                          <p:spTgt spid="159"/>
                                        </p:tgtEl>
                                        <p:attrNameLst>
                                          <p:attrName>ppt_w</p:attrName>
                                        </p:attrNameLst>
                                      </p:cBhvr>
                                      <p:tavLst>
                                        <p:tav tm="0">
                                          <p:val>
                                            <p:fltVal val="0"/>
                                          </p:val>
                                        </p:tav>
                                        <p:tav tm="100000">
                                          <p:val>
                                            <p:strVal val="#ppt_w"/>
                                          </p:val>
                                        </p:tav>
                                      </p:tavLst>
                                    </p:anim>
                                    <p:anim calcmode="lin" valueType="num">
                                      <p:cBhvr>
                                        <p:cTn id="8" dur="500" fill="hold"/>
                                        <p:tgtEl>
                                          <p:spTgt spid="159"/>
                                        </p:tgtEl>
                                        <p:attrNameLst>
                                          <p:attrName>ppt_h</p:attrName>
                                        </p:attrNameLst>
                                      </p:cBhvr>
                                      <p:tavLst>
                                        <p:tav tm="0">
                                          <p:val>
                                            <p:fltVal val="0"/>
                                          </p:val>
                                        </p:tav>
                                        <p:tav tm="100000">
                                          <p:val>
                                            <p:strVal val="#ppt_h"/>
                                          </p:val>
                                        </p:tav>
                                      </p:tavLst>
                                    </p:anim>
                                    <p:animEffect transition="in" filter="fade">
                                      <p:cBhvr>
                                        <p:cTn id="9" dur="500"/>
                                        <p:tgtEl>
                                          <p:spTgt spid="159"/>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175"/>
                                        </p:tgtEl>
                                        <p:attrNameLst>
                                          <p:attrName>style.visibility</p:attrName>
                                        </p:attrNameLst>
                                      </p:cBhvr>
                                      <p:to>
                                        <p:strVal val="visible"/>
                                      </p:to>
                                    </p:set>
                                    <p:anim calcmode="lin" valueType="num">
                                      <p:cBhvr>
                                        <p:cTn id="14" dur="500" fill="hold"/>
                                        <p:tgtEl>
                                          <p:spTgt spid="175"/>
                                        </p:tgtEl>
                                        <p:attrNameLst>
                                          <p:attrName>ppt_w</p:attrName>
                                        </p:attrNameLst>
                                      </p:cBhvr>
                                      <p:tavLst>
                                        <p:tav tm="0">
                                          <p:val>
                                            <p:fltVal val="0"/>
                                          </p:val>
                                        </p:tav>
                                        <p:tav tm="100000">
                                          <p:val>
                                            <p:strVal val="#ppt_w"/>
                                          </p:val>
                                        </p:tav>
                                      </p:tavLst>
                                    </p:anim>
                                    <p:anim calcmode="lin" valueType="num">
                                      <p:cBhvr>
                                        <p:cTn id="15" dur="500" fill="hold"/>
                                        <p:tgtEl>
                                          <p:spTgt spid="175"/>
                                        </p:tgtEl>
                                        <p:attrNameLst>
                                          <p:attrName>ppt_h</p:attrName>
                                        </p:attrNameLst>
                                      </p:cBhvr>
                                      <p:tavLst>
                                        <p:tav tm="0">
                                          <p:val>
                                            <p:fltVal val="0"/>
                                          </p:val>
                                        </p:tav>
                                        <p:tav tm="100000">
                                          <p:val>
                                            <p:strVal val="#ppt_h"/>
                                          </p:val>
                                        </p:tav>
                                      </p:tavLst>
                                    </p:anim>
                                    <p:animEffect transition="in" filter="fade">
                                      <p:cBhvr>
                                        <p:cTn id="16" dur="500"/>
                                        <p:tgtEl>
                                          <p:spTgt spid="175"/>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3" presetClass="exit" presetSubtype="32" fill="hold" nodeType="clickEffect">
                                  <p:stCondLst>
                                    <p:cond delay="0"/>
                                  </p:stCondLst>
                                  <p:childTnLst>
                                    <p:anim calcmode="lin" valueType="num">
                                      <p:cBhvr>
                                        <p:cTn id="20" dur="500"/>
                                        <p:tgtEl>
                                          <p:spTgt spid="15"/>
                                        </p:tgtEl>
                                        <p:attrNameLst>
                                          <p:attrName>ppt_w</p:attrName>
                                        </p:attrNameLst>
                                      </p:cBhvr>
                                      <p:tavLst>
                                        <p:tav tm="0">
                                          <p:val>
                                            <p:strVal val="ppt_w"/>
                                          </p:val>
                                        </p:tav>
                                        <p:tav tm="100000">
                                          <p:val>
                                            <p:fltVal val="0"/>
                                          </p:val>
                                        </p:tav>
                                      </p:tavLst>
                                    </p:anim>
                                    <p:anim calcmode="lin" valueType="num">
                                      <p:cBhvr>
                                        <p:cTn id="21" dur="500"/>
                                        <p:tgtEl>
                                          <p:spTgt spid="15"/>
                                        </p:tgtEl>
                                        <p:attrNameLst>
                                          <p:attrName>ppt_h</p:attrName>
                                        </p:attrNameLst>
                                      </p:cBhvr>
                                      <p:tavLst>
                                        <p:tav tm="0">
                                          <p:val>
                                            <p:strVal val="ppt_h"/>
                                          </p:val>
                                        </p:tav>
                                        <p:tav tm="100000">
                                          <p:val>
                                            <p:fltVal val="0"/>
                                          </p:val>
                                        </p:tav>
                                      </p:tavLst>
                                    </p:anim>
                                    <p:animEffect transition="out" filter="fade">
                                      <p:cBhvr>
                                        <p:cTn id="22" dur="500"/>
                                        <p:tgtEl>
                                          <p:spTgt spid="15"/>
                                        </p:tgtEl>
                                      </p:cBhvr>
                                    </p:animEffect>
                                    <p:set>
                                      <p:cBhvr>
                                        <p:cTn id="23" dur="1" fill="hold">
                                          <p:stCondLst>
                                            <p:cond delay="499"/>
                                          </p:stCondLst>
                                        </p:cTn>
                                        <p:tgtEl>
                                          <p:spTgt spid="15"/>
                                        </p:tgtEl>
                                        <p:attrNameLst>
                                          <p:attrName>style.visibility</p:attrName>
                                        </p:attrNameLst>
                                      </p:cBhvr>
                                      <p:to>
                                        <p:strVal val="hidden"/>
                                      </p:to>
                                    </p:set>
                                  </p:childTnLst>
                                </p:cTn>
                              </p:par>
                              <p:par>
                                <p:cTn id="24" presetID="53" presetClass="exit" presetSubtype="32" fill="hold" grpId="0" nodeType="withEffect">
                                  <p:stCondLst>
                                    <p:cond delay="0"/>
                                  </p:stCondLst>
                                  <p:childTnLst>
                                    <p:anim calcmode="lin" valueType="num">
                                      <p:cBhvr>
                                        <p:cTn id="25" dur="500"/>
                                        <p:tgtEl>
                                          <p:spTgt spid="167"/>
                                        </p:tgtEl>
                                        <p:attrNameLst>
                                          <p:attrName>ppt_w</p:attrName>
                                        </p:attrNameLst>
                                      </p:cBhvr>
                                      <p:tavLst>
                                        <p:tav tm="0">
                                          <p:val>
                                            <p:strVal val="ppt_w"/>
                                          </p:val>
                                        </p:tav>
                                        <p:tav tm="100000">
                                          <p:val>
                                            <p:fltVal val="0"/>
                                          </p:val>
                                        </p:tav>
                                      </p:tavLst>
                                    </p:anim>
                                    <p:anim calcmode="lin" valueType="num">
                                      <p:cBhvr>
                                        <p:cTn id="26" dur="500"/>
                                        <p:tgtEl>
                                          <p:spTgt spid="167"/>
                                        </p:tgtEl>
                                        <p:attrNameLst>
                                          <p:attrName>ppt_h</p:attrName>
                                        </p:attrNameLst>
                                      </p:cBhvr>
                                      <p:tavLst>
                                        <p:tav tm="0">
                                          <p:val>
                                            <p:strVal val="ppt_h"/>
                                          </p:val>
                                        </p:tav>
                                        <p:tav tm="100000">
                                          <p:val>
                                            <p:fltVal val="0"/>
                                          </p:val>
                                        </p:tav>
                                      </p:tavLst>
                                    </p:anim>
                                    <p:animEffect transition="out" filter="fade">
                                      <p:cBhvr>
                                        <p:cTn id="27" dur="500"/>
                                        <p:tgtEl>
                                          <p:spTgt spid="167"/>
                                        </p:tgtEl>
                                      </p:cBhvr>
                                    </p:animEffect>
                                    <p:set>
                                      <p:cBhvr>
                                        <p:cTn id="28" dur="1" fill="hold">
                                          <p:stCondLst>
                                            <p:cond delay="499"/>
                                          </p:stCondLst>
                                        </p:cTn>
                                        <p:tgtEl>
                                          <p:spTgt spid="167"/>
                                        </p:tgtEl>
                                        <p:attrNameLst>
                                          <p:attrName>style.visibility</p:attrName>
                                        </p:attrNameLst>
                                      </p:cBhvr>
                                      <p:to>
                                        <p:strVal val="hidden"/>
                                      </p:to>
                                    </p:set>
                                  </p:childTnLst>
                                </p:cTn>
                              </p:par>
                              <p:par>
                                <p:cTn id="29" presetID="53" presetClass="exit" presetSubtype="32" fill="hold" grpId="0" nodeType="withEffect">
                                  <p:stCondLst>
                                    <p:cond delay="0"/>
                                  </p:stCondLst>
                                  <p:childTnLst>
                                    <p:anim calcmode="lin" valueType="num">
                                      <p:cBhvr>
                                        <p:cTn id="30" dur="500"/>
                                        <p:tgtEl>
                                          <p:spTgt spid="170"/>
                                        </p:tgtEl>
                                        <p:attrNameLst>
                                          <p:attrName>ppt_w</p:attrName>
                                        </p:attrNameLst>
                                      </p:cBhvr>
                                      <p:tavLst>
                                        <p:tav tm="0">
                                          <p:val>
                                            <p:strVal val="ppt_w"/>
                                          </p:val>
                                        </p:tav>
                                        <p:tav tm="100000">
                                          <p:val>
                                            <p:fltVal val="0"/>
                                          </p:val>
                                        </p:tav>
                                      </p:tavLst>
                                    </p:anim>
                                    <p:anim calcmode="lin" valueType="num">
                                      <p:cBhvr>
                                        <p:cTn id="31" dur="500"/>
                                        <p:tgtEl>
                                          <p:spTgt spid="170"/>
                                        </p:tgtEl>
                                        <p:attrNameLst>
                                          <p:attrName>ppt_h</p:attrName>
                                        </p:attrNameLst>
                                      </p:cBhvr>
                                      <p:tavLst>
                                        <p:tav tm="0">
                                          <p:val>
                                            <p:strVal val="ppt_h"/>
                                          </p:val>
                                        </p:tav>
                                        <p:tav tm="100000">
                                          <p:val>
                                            <p:fltVal val="0"/>
                                          </p:val>
                                        </p:tav>
                                      </p:tavLst>
                                    </p:anim>
                                    <p:animEffect transition="out" filter="fade">
                                      <p:cBhvr>
                                        <p:cTn id="32" dur="500"/>
                                        <p:tgtEl>
                                          <p:spTgt spid="170"/>
                                        </p:tgtEl>
                                      </p:cBhvr>
                                    </p:animEffect>
                                    <p:set>
                                      <p:cBhvr>
                                        <p:cTn id="33" dur="1" fill="hold">
                                          <p:stCondLst>
                                            <p:cond delay="499"/>
                                          </p:stCondLst>
                                        </p:cTn>
                                        <p:tgtEl>
                                          <p:spTgt spid="170"/>
                                        </p:tgtEl>
                                        <p:attrNameLst>
                                          <p:attrName>style.visibility</p:attrName>
                                        </p:attrNameLst>
                                      </p:cBhvr>
                                      <p:to>
                                        <p:strVal val="hidden"/>
                                      </p:to>
                                    </p:set>
                                  </p:childTnLst>
                                </p:cTn>
                              </p:par>
                            </p:childTnLst>
                          </p:cTn>
                        </p:par>
                      </p:childTnLst>
                    </p:cTn>
                  </p:par>
                  <p:par>
                    <p:cTn id="34" fill="hold" nodeType="clickPar">
                      <p:stCondLst>
                        <p:cond delay="indefinite"/>
                      </p:stCondLst>
                      <p:childTnLst>
                        <p:par>
                          <p:cTn id="35" fill="hold" nodeType="withGroup">
                            <p:stCondLst>
                              <p:cond delay="0"/>
                            </p:stCondLst>
                            <p:childTnLst>
                              <p:par>
                                <p:cTn id="36" presetID="53" presetClass="entr" presetSubtype="16" fill="hold" nodeType="clickEffect">
                                  <p:stCondLst>
                                    <p:cond delay="0"/>
                                  </p:stCondLst>
                                  <p:childTnLst>
                                    <p:set>
                                      <p:cBhvr>
                                        <p:cTn id="37" dur="1" fill="hold">
                                          <p:stCondLst>
                                            <p:cond delay="0"/>
                                          </p:stCondLst>
                                        </p:cTn>
                                        <p:tgtEl>
                                          <p:spTgt spid="22"/>
                                        </p:tgtEl>
                                        <p:attrNameLst>
                                          <p:attrName>style.visibility</p:attrName>
                                        </p:attrNameLst>
                                      </p:cBhvr>
                                      <p:to>
                                        <p:strVal val="visible"/>
                                      </p:to>
                                    </p:set>
                                    <p:anim calcmode="lin" valueType="num">
                                      <p:cBhvr>
                                        <p:cTn id="38" dur="500" fill="hold"/>
                                        <p:tgtEl>
                                          <p:spTgt spid="22"/>
                                        </p:tgtEl>
                                        <p:attrNameLst>
                                          <p:attrName>ppt_w</p:attrName>
                                        </p:attrNameLst>
                                      </p:cBhvr>
                                      <p:tavLst>
                                        <p:tav tm="0">
                                          <p:val>
                                            <p:fltVal val="0"/>
                                          </p:val>
                                        </p:tav>
                                        <p:tav tm="100000">
                                          <p:val>
                                            <p:strVal val="#ppt_w"/>
                                          </p:val>
                                        </p:tav>
                                      </p:tavLst>
                                    </p:anim>
                                    <p:anim calcmode="lin" valueType="num">
                                      <p:cBhvr>
                                        <p:cTn id="39" dur="500" fill="hold"/>
                                        <p:tgtEl>
                                          <p:spTgt spid="22"/>
                                        </p:tgtEl>
                                        <p:attrNameLst>
                                          <p:attrName>ppt_h</p:attrName>
                                        </p:attrNameLst>
                                      </p:cBhvr>
                                      <p:tavLst>
                                        <p:tav tm="0">
                                          <p:val>
                                            <p:fltVal val="0"/>
                                          </p:val>
                                        </p:tav>
                                        <p:tav tm="100000">
                                          <p:val>
                                            <p:strVal val="#ppt_h"/>
                                          </p:val>
                                        </p:tav>
                                      </p:tavLst>
                                    </p:anim>
                                    <p:animEffect transition="in" filter="fade">
                                      <p:cBhvr>
                                        <p:cTn id="40"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7" grpId="0" animBg="1"/>
      <p:bldP spid="170" grpId="0" animBg="1"/>
      <p:bldP spid="159" grpId="0" animBg="1"/>
      <p:bldP spid="175"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2818" name="组合 180223"/>
          <p:cNvGrpSpPr>
            <a:grpSpLocks/>
          </p:cNvGrpSpPr>
          <p:nvPr/>
        </p:nvGrpSpPr>
        <p:grpSpPr bwMode="auto">
          <a:xfrm>
            <a:off x="4886325" y="842963"/>
            <a:ext cx="2362200" cy="2327275"/>
            <a:chOff x="4885681" y="843558"/>
            <a:chExt cx="2362199" cy="2326457"/>
          </a:xfrm>
        </p:grpSpPr>
        <p:sp>
          <p:nvSpPr>
            <p:cNvPr id="162964" name="Line 2"/>
            <p:cNvSpPr>
              <a:spLocks noChangeShapeType="1"/>
            </p:cNvSpPr>
            <p:nvPr/>
          </p:nvSpPr>
          <p:spPr bwMode="auto">
            <a:xfrm>
              <a:off x="4885681" y="1384077"/>
              <a:ext cx="1587" cy="178593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2965" name="Line 3"/>
            <p:cNvSpPr>
              <a:spLocks noChangeShapeType="1"/>
            </p:cNvSpPr>
            <p:nvPr/>
          </p:nvSpPr>
          <p:spPr bwMode="auto">
            <a:xfrm>
              <a:off x="6536482" y="1384077"/>
              <a:ext cx="0" cy="176053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2966" name="Line 9"/>
            <p:cNvSpPr>
              <a:spLocks noChangeShapeType="1"/>
            </p:cNvSpPr>
            <p:nvPr/>
          </p:nvSpPr>
          <p:spPr bwMode="auto">
            <a:xfrm flipV="1">
              <a:off x="4887268" y="1695227"/>
              <a:ext cx="200925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2967" name="Rectangle 10"/>
            <p:cNvSpPr>
              <a:spLocks noChangeArrowheads="1"/>
            </p:cNvSpPr>
            <p:nvPr/>
          </p:nvSpPr>
          <p:spPr bwMode="auto">
            <a:xfrm>
              <a:off x="5312717" y="1333277"/>
              <a:ext cx="1935163"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header</a:t>
              </a:r>
              <a:endParaRPr lang="en-US" altLang="zh-CN" sz="1800">
                <a:solidFill>
                  <a:srgbClr val="000000"/>
                </a:solidFill>
                <a:ea typeface="宋体" panose="02010600030101010101" pitchFamily="2" charset="-122"/>
                <a:cs typeface="Times New Roman" panose="02020603050405020304" pitchFamily="18" charset="0"/>
              </a:endParaRPr>
            </a:p>
          </p:txBody>
        </p:sp>
        <p:sp>
          <p:nvSpPr>
            <p:cNvPr id="162968" name="Rectangle 11"/>
            <p:cNvSpPr>
              <a:spLocks noChangeArrowheads="1"/>
            </p:cNvSpPr>
            <p:nvPr/>
          </p:nvSpPr>
          <p:spPr bwMode="auto">
            <a:xfrm>
              <a:off x="5220072" y="1060227"/>
              <a:ext cx="1168400"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2100" i="1">
                  <a:solidFill>
                    <a:srgbClr val="000000"/>
                  </a:solidFill>
                  <a:ea typeface="宋体" panose="02010600030101010101" pitchFamily="2" charset="-122"/>
                  <a:cs typeface="Times New Roman" panose="02020603050405020304" pitchFamily="18" charset="0"/>
                </a:rPr>
                <a:t>sort</a:t>
              </a:r>
            </a:p>
          </p:txBody>
        </p:sp>
        <p:sp>
          <p:nvSpPr>
            <p:cNvPr id="162969" name="Line 12"/>
            <p:cNvSpPr>
              <a:spLocks noChangeShapeType="1"/>
            </p:cNvSpPr>
            <p:nvPr/>
          </p:nvSpPr>
          <p:spPr bwMode="auto">
            <a:xfrm flipV="1">
              <a:off x="4898380" y="1382490"/>
              <a:ext cx="2020887" cy="15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2970" name="Line 13"/>
            <p:cNvSpPr>
              <a:spLocks noChangeShapeType="1"/>
            </p:cNvSpPr>
            <p:nvPr/>
          </p:nvSpPr>
          <p:spPr bwMode="auto">
            <a:xfrm>
              <a:off x="5263506" y="1398365"/>
              <a:ext cx="0" cy="28416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2971" name="Line 14"/>
            <p:cNvSpPr>
              <a:spLocks noChangeShapeType="1"/>
            </p:cNvSpPr>
            <p:nvPr/>
          </p:nvSpPr>
          <p:spPr bwMode="auto">
            <a:xfrm>
              <a:off x="5960418" y="1671092"/>
              <a:ext cx="0" cy="14636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2972" name="Line 3"/>
            <p:cNvSpPr>
              <a:spLocks noChangeShapeType="1"/>
            </p:cNvSpPr>
            <p:nvPr/>
          </p:nvSpPr>
          <p:spPr bwMode="auto">
            <a:xfrm>
              <a:off x="6878216" y="1406575"/>
              <a:ext cx="0" cy="176053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2973" name="Line 95"/>
            <p:cNvSpPr>
              <a:spLocks noChangeShapeType="1"/>
            </p:cNvSpPr>
            <p:nvPr/>
          </p:nvSpPr>
          <p:spPr bwMode="auto">
            <a:xfrm>
              <a:off x="4957428" y="847725"/>
              <a:ext cx="0" cy="666377"/>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2974" name="Line 43"/>
            <p:cNvSpPr>
              <a:spLocks noChangeShapeType="1"/>
            </p:cNvSpPr>
            <p:nvPr/>
          </p:nvSpPr>
          <p:spPr bwMode="auto">
            <a:xfrm>
              <a:off x="4966140" y="843558"/>
              <a:ext cx="181924" cy="0"/>
            </a:xfrm>
            <a:prstGeom prst="line">
              <a:avLst/>
            </a:prstGeom>
            <a:noFill/>
            <a:ln w="25400">
              <a:solidFill>
                <a:srgbClr val="FF0000"/>
              </a:solidFill>
              <a:round/>
              <a:headEnd/>
              <a:tailEnd type="stealth" w="lg" len="lg"/>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sp>
        <p:nvSpPr>
          <p:cNvPr id="180226" name="Rectangle 3"/>
          <p:cNvSpPr>
            <a:spLocks noGrp="1" noChangeArrowheads="1"/>
          </p:cNvSpPr>
          <p:nvPr>
            <p:ph idx="1"/>
          </p:nvPr>
        </p:nvSpPr>
        <p:spPr>
          <a:xfrm>
            <a:off x="107950" y="2441575"/>
            <a:ext cx="7088188" cy="2651125"/>
          </a:xfrm>
        </p:spPr>
        <p:txBody>
          <a:bodyPr/>
          <a:lstStyle/>
          <a:p>
            <a:pPr>
              <a:lnSpc>
                <a:spcPts val="1800"/>
              </a:lnSpc>
              <a:buFont typeface="Wingdings" panose="05000000000000000000" pitchFamily="2" charset="2"/>
              <a:buNone/>
              <a:defRPr/>
            </a:pPr>
            <a:r>
              <a:rPr lang="en-US" altLang="zh-CN" sz="1800" b="1" i="1" dirty="0">
                <a:solidFill>
                  <a:schemeClr val="tx1"/>
                </a:solidFill>
                <a:ea typeface="楷体_GB2312" pitchFamily="49" charset="-122"/>
                <a:cs typeface="Times New Roman" panose="02020603050405020304" pitchFamily="18" charset="0"/>
              </a:rPr>
              <a:t>P</a:t>
            </a:r>
            <a:r>
              <a:rPr lang="en-US" altLang="zh-CN" sz="1800" b="1" dirty="0">
                <a:solidFill>
                  <a:schemeClr val="tx1"/>
                </a:solidFill>
                <a:ea typeface="楷体_GB2312" pitchFamily="49" charset="-122"/>
                <a:cs typeface="Times New Roman" panose="02020603050405020304" pitchFamily="18" charset="0"/>
              </a:rPr>
              <a:t> </a:t>
            </a:r>
            <a:r>
              <a:rPr lang="en-US" altLang="zh-CN" sz="1800" b="1" dirty="0">
                <a:solidFill>
                  <a:schemeClr val="tx1"/>
                </a:solidFill>
                <a:ea typeface="楷体_GB2312" pitchFamily="49" charset="-122"/>
                <a:cs typeface="Times New Roman" panose="02020603050405020304" pitchFamily="18" charset="0"/>
                <a:sym typeface="Symbol" panose="05050102010706020507" pitchFamily="18" charset="2"/>
              </a:rPr>
              <a:t></a:t>
            </a:r>
            <a:r>
              <a:rPr lang="en-US" altLang="zh-CN" sz="1800" b="1" dirty="0">
                <a:solidFill>
                  <a:schemeClr val="tx1"/>
                </a:solidFill>
                <a:ea typeface="楷体_GB2312" pitchFamily="49" charset="-122"/>
                <a:cs typeface="Times New Roman" panose="02020603050405020304" pitchFamily="18" charset="0"/>
              </a:rPr>
              <a:t> </a:t>
            </a:r>
            <a:r>
              <a:rPr lang="en-US" altLang="zh-CN" sz="1800" b="1" i="1" dirty="0">
                <a:solidFill>
                  <a:srgbClr val="FF0000"/>
                </a:solidFill>
                <a:ea typeface="楷体_GB2312" pitchFamily="49" charset="-122"/>
                <a:cs typeface="Times New Roman" panose="02020603050405020304" pitchFamily="18" charset="0"/>
              </a:rPr>
              <a:t>M</a:t>
            </a:r>
            <a:r>
              <a:rPr lang="en-US" altLang="zh-CN" sz="1800" b="1" i="1" dirty="0">
                <a:ea typeface="楷体_GB2312" pitchFamily="49" charset="-122"/>
                <a:cs typeface="Times New Roman" panose="02020603050405020304" pitchFamily="18" charset="0"/>
              </a:rPr>
              <a:t> </a:t>
            </a:r>
            <a:r>
              <a:rPr lang="en-US" altLang="zh-CN" sz="1800" b="1" i="1" dirty="0">
                <a:solidFill>
                  <a:schemeClr val="tx1"/>
                </a:solidFill>
                <a:ea typeface="楷体_GB2312" pitchFamily="49" charset="-122"/>
                <a:cs typeface="Times New Roman" panose="02020603050405020304" pitchFamily="18" charset="0"/>
              </a:rPr>
              <a:t>D</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zh-CN" altLang="en-US"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addwidth</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top</a:t>
            </a:r>
            <a:r>
              <a:rPr lang="en-US" altLang="zh-CN" sz="1800" b="1" dirty="0">
                <a:solidFill>
                  <a:schemeClr val="tx2">
                    <a:lumMod val="60000"/>
                    <a:lumOff val="40000"/>
                  </a:schemeClr>
                </a:solidFill>
                <a:ea typeface="楷体_GB2312" pitchFamily="49" charset="-122"/>
                <a:cs typeface="Times New Roman" panose="02020603050405020304" pitchFamily="18" charset="0"/>
              </a:rPr>
              <a:t>(</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tblptr</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top</a:t>
            </a:r>
            <a:r>
              <a:rPr lang="en-US" altLang="zh-CN" sz="1800" b="1" dirty="0">
                <a:solidFill>
                  <a:schemeClr val="tx2">
                    <a:lumMod val="60000"/>
                    <a:lumOff val="40000"/>
                  </a:schemeClr>
                </a:solidFill>
                <a:ea typeface="楷体_GB2312" pitchFamily="49" charset="-122"/>
                <a:cs typeface="Times New Roman" panose="02020603050405020304" pitchFamily="18" charset="0"/>
              </a:rPr>
              <a:t>(</a:t>
            </a:r>
            <a:r>
              <a:rPr lang="en-US" altLang="zh-CN" sz="1800" b="1" i="1" dirty="0">
                <a:solidFill>
                  <a:schemeClr val="tx2">
                    <a:lumMod val="60000"/>
                    <a:lumOff val="40000"/>
                  </a:schemeClr>
                </a:solidFill>
                <a:ea typeface="楷体_GB2312" pitchFamily="49" charset="-122"/>
                <a:cs typeface="Times New Roman" panose="02020603050405020304" pitchFamily="18" charset="0"/>
              </a:rPr>
              <a:t>offset</a:t>
            </a:r>
            <a:r>
              <a:rPr lang="en-US" altLang="zh-CN" sz="1800" b="1" dirty="0">
                <a:solidFill>
                  <a:schemeClr val="tx2">
                    <a:lumMod val="60000"/>
                    <a:lumOff val="40000"/>
                  </a:schemeClr>
                </a:solidFill>
                <a:ea typeface="楷体_GB2312" pitchFamily="49" charset="-122"/>
                <a:cs typeface="Times New Roman" panose="02020603050405020304" pitchFamily="18" charset="0"/>
              </a:rPr>
              <a:t>) ); </a:t>
            </a:r>
          </a:p>
          <a:p>
            <a:pPr algn="just" eaLnBrk="1" hangingPunct="1">
              <a:lnSpc>
                <a:spcPts val="1800"/>
              </a:lnSpc>
              <a:spcBef>
                <a:spcPct val="12000"/>
              </a:spcBef>
              <a:buFont typeface="Wingdings" panose="05000000000000000000" pitchFamily="2" charset="2"/>
              <a:buNone/>
              <a:defRPr/>
            </a:pPr>
            <a:r>
              <a:rPr lang="zh-CN" altLang="en-US"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pop</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tblpt</a:t>
            </a:r>
            <a:r>
              <a:rPr lang="en-US" altLang="zh-CN" sz="1800" b="1" dirty="0" err="1">
                <a:solidFill>
                  <a:schemeClr val="tx2">
                    <a:lumMod val="60000"/>
                    <a:lumOff val="40000"/>
                  </a:schemeClr>
                </a:solidFill>
                <a:ea typeface="楷体_GB2312" pitchFamily="49" charset="-122"/>
                <a:cs typeface="Times New Roman" panose="02020603050405020304" pitchFamily="18" charset="0"/>
              </a:rPr>
              <a:t>r</a:t>
            </a:r>
            <a:r>
              <a:rPr lang="en-US" altLang="zh-CN" sz="1800" b="1" dirty="0">
                <a:solidFill>
                  <a:schemeClr val="tx2">
                    <a:lumMod val="60000"/>
                    <a:lumOff val="40000"/>
                  </a:schemeClr>
                </a:solidFill>
                <a:ea typeface="楷体_GB2312" pitchFamily="49" charset="-122"/>
                <a:cs typeface="Times New Roman" panose="02020603050405020304" pitchFamily="18" charset="0"/>
              </a:rPr>
              <a:t> ); </a:t>
            </a:r>
            <a:r>
              <a:rPr lang="en-US" altLang="zh-CN" sz="1800" b="1" i="1" dirty="0">
                <a:solidFill>
                  <a:schemeClr val="tx2">
                    <a:lumMod val="60000"/>
                    <a:lumOff val="40000"/>
                  </a:schemeClr>
                </a:solidFill>
                <a:ea typeface="楷体_GB2312" pitchFamily="49" charset="-122"/>
                <a:cs typeface="Times New Roman" panose="02020603050405020304" pitchFamily="18" charset="0"/>
              </a:rPr>
              <a:t>pop</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offset </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p>
          <a:p>
            <a:pPr algn="just" eaLnBrk="1" hangingPunct="1">
              <a:lnSpc>
                <a:spcPts val="1800"/>
              </a:lnSpc>
              <a:spcBef>
                <a:spcPct val="12000"/>
              </a:spcBef>
              <a:buFont typeface="Wingdings" panose="05000000000000000000" pitchFamily="2" charset="2"/>
              <a:buNone/>
              <a:defRPr/>
            </a:pPr>
            <a:r>
              <a:rPr lang="en-US" altLang="zh-CN" sz="1800" b="1" i="1" dirty="0">
                <a:solidFill>
                  <a:srgbClr val="FF0000"/>
                </a:solidFill>
                <a:ea typeface="楷体_GB2312" pitchFamily="49" charset="-122"/>
                <a:cs typeface="Times New Roman" panose="02020603050405020304" pitchFamily="18" charset="0"/>
              </a:rPr>
              <a:t>M </a:t>
            </a:r>
            <a:r>
              <a:rPr lang="en-US" altLang="zh-CN" sz="1800" b="1" dirty="0">
                <a:solidFill>
                  <a:srgbClr val="FF0000"/>
                </a:solidFill>
                <a:ea typeface="楷体_GB2312" pitchFamily="49" charset="-122"/>
                <a:cs typeface="Times New Roman" panose="02020603050405020304" pitchFamily="18" charset="0"/>
                <a:sym typeface="Symbol" panose="05050102010706020507" pitchFamily="18" charset="2"/>
              </a:rPr>
              <a:t></a:t>
            </a:r>
            <a:r>
              <a:rPr lang="en-US" altLang="zh-CN" sz="1800" b="1" dirty="0">
                <a:solidFill>
                  <a:srgbClr val="FF0000"/>
                </a:solidFill>
                <a:ea typeface="楷体_GB2312" pitchFamily="49" charset="-122"/>
                <a:cs typeface="Times New Roman" panose="02020603050405020304" pitchFamily="18" charset="0"/>
              </a:rPr>
              <a:t> </a:t>
            </a:r>
            <a:r>
              <a:rPr lang="en-US" altLang="zh-CN" sz="1800" b="1" i="1" dirty="0">
                <a:solidFill>
                  <a:srgbClr val="FF0000"/>
                </a:solidFill>
                <a:ea typeface="楷体_GB2312" pitchFamily="49" charset="-122"/>
                <a:cs typeface="Times New Roman" panose="02020603050405020304" pitchFamily="18" charset="0"/>
                <a:sym typeface="Symbol" panose="05050102010706020507" pitchFamily="18" charset="2"/>
              </a:rPr>
              <a:t></a:t>
            </a:r>
            <a:r>
              <a:rPr lang="en-US" altLang="zh-CN" sz="1800" b="1" dirty="0">
                <a:ea typeface="楷体_GB2312" pitchFamily="49" charset="-122"/>
                <a:cs typeface="Times New Roman" panose="02020603050405020304" pitchFamily="18" charset="0"/>
                <a:sym typeface="Symbol" panose="05050102010706020507" pitchFamily="18" charset="2"/>
              </a:rPr>
              <a:t>	</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 </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mktable</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nil </a:t>
            </a:r>
            <a:r>
              <a:rPr lang="en-US" altLang="zh-CN" sz="1800" b="1" dirty="0">
                <a:solidFill>
                  <a:schemeClr val="tx2">
                    <a:lumMod val="60000"/>
                    <a:lumOff val="40000"/>
                  </a:schemeClr>
                </a:solidFill>
                <a:ea typeface="楷体_GB2312" pitchFamily="49" charset="-122"/>
                <a:cs typeface="Times New Roman" panose="02020603050405020304" pitchFamily="18" charset="0"/>
              </a:rPr>
              <a:t>);</a:t>
            </a:r>
          </a:p>
          <a:p>
            <a:pPr algn="just" eaLnBrk="1" hangingPunct="1">
              <a:lnSpc>
                <a:spcPts val="1800"/>
              </a:lnSpc>
              <a:spcBef>
                <a:spcPct val="12000"/>
              </a:spcBef>
              <a:buFont typeface="Wingdings" panose="05000000000000000000" pitchFamily="2" charset="2"/>
              <a:buNone/>
              <a:defRPr/>
            </a:pP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push</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tblptr</a:t>
            </a:r>
            <a:r>
              <a:rPr lang="en-US" altLang="zh-CN" sz="1800" b="1" dirty="0">
                <a:solidFill>
                  <a:schemeClr val="tx2">
                    <a:lumMod val="60000"/>
                    <a:lumOff val="40000"/>
                  </a:schemeClr>
                </a:solidFill>
                <a:ea typeface="楷体_GB2312" pitchFamily="49" charset="-122"/>
                <a:cs typeface="Times New Roman" panose="02020603050405020304" pitchFamily="18" charset="0"/>
              </a:rPr>
              <a:t> ); </a:t>
            </a:r>
            <a:r>
              <a:rPr lang="en-US" altLang="zh-CN" sz="1800" b="1" i="1" dirty="0">
                <a:solidFill>
                  <a:schemeClr val="tx2">
                    <a:lumMod val="60000"/>
                    <a:lumOff val="40000"/>
                  </a:schemeClr>
                </a:solidFill>
                <a:ea typeface="楷体_GB2312" pitchFamily="49" charset="-122"/>
                <a:cs typeface="Times New Roman" panose="02020603050405020304" pitchFamily="18" charset="0"/>
              </a:rPr>
              <a:t>push</a:t>
            </a:r>
            <a:r>
              <a:rPr lang="en-US" altLang="zh-CN" sz="1800" b="1" dirty="0">
                <a:solidFill>
                  <a:schemeClr val="tx2">
                    <a:lumMod val="60000"/>
                    <a:lumOff val="40000"/>
                  </a:schemeClr>
                </a:solidFill>
                <a:ea typeface="楷体_GB2312" pitchFamily="49" charset="-122"/>
                <a:cs typeface="Times New Roman" panose="02020603050405020304" pitchFamily="18" charset="0"/>
              </a:rPr>
              <a:t>( 0, </a:t>
            </a:r>
            <a:r>
              <a:rPr lang="en-US" altLang="zh-CN" sz="1800" b="1" i="1" dirty="0">
                <a:solidFill>
                  <a:schemeClr val="tx2">
                    <a:lumMod val="60000"/>
                    <a:lumOff val="40000"/>
                  </a:schemeClr>
                </a:solidFill>
                <a:ea typeface="楷体_GB2312" pitchFamily="49" charset="-122"/>
                <a:cs typeface="Times New Roman" panose="02020603050405020304" pitchFamily="18" charset="0"/>
              </a:rPr>
              <a:t>offset</a:t>
            </a:r>
            <a:r>
              <a:rPr lang="en-US" altLang="zh-CN" sz="1800" b="1" dirty="0">
                <a:solidFill>
                  <a:schemeClr val="tx2">
                    <a:lumMod val="60000"/>
                    <a:lumOff val="40000"/>
                  </a:schemeClr>
                </a:solidFill>
                <a:ea typeface="楷体_GB2312" pitchFamily="49" charset="-122"/>
                <a:cs typeface="Times New Roman" panose="02020603050405020304" pitchFamily="18" charset="0"/>
              </a:rPr>
              <a:t> ); }</a:t>
            </a:r>
          </a:p>
          <a:p>
            <a:pPr algn="just" eaLnBrk="1" hangingPunct="1">
              <a:lnSpc>
                <a:spcPts val="1800"/>
              </a:lnSpc>
              <a:spcBef>
                <a:spcPct val="12000"/>
              </a:spcBef>
              <a:buFont typeface="Wingdings" panose="05000000000000000000" pitchFamily="2" charset="2"/>
              <a:buNone/>
              <a:defRPr/>
            </a:pPr>
            <a:r>
              <a:rPr lang="en-US" altLang="zh-CN" sz="1800" b="1" i="1" dirty="0">
                <a:solidFill>
                  <a:schemeClr val="tx1"/>
                </a:solidFill>
                <a:ea typeface="楷体_GB2312" pitchFamily="49" charset="-122"/>
                <a:cs typeface="Times New Roman" panose="02020603050405020304" pitchFamily="18" charset="0"/>
              </a:rPr>
              <a:t>D</a:t>
            </a:r>
            <a:r>
              <a:rPr lang="en-US" altLang="zh-CN" sz="1800" b="1" dirty="0">
                <a:solidFill>
                  <a:schemeClr val="tx1"/>
                </a:solidFill>
                <a:ea typeface="楷体_GB2312" pitchFamily="49" charset="-122"/>
                <a:cs typeface="Times New Roman" panose="02020603050405020304" pitchFamily="18" charset="0"/>
              </a:rPr>
              <a:t> </a:t>
            </a:r>
            <a:r>
              <a:rPr lang="en-US" altLang="zh-CN" sz="1800" b="1" dirty="0">
                <a:solidFill>
                  <a:schemeClr val="tx1"/>
                </a:solidFill>
                <a:ea typeface="楷体_GB2312" pitchFamily="49" charset="-122"/>
                <a:cs typeface="Times New Roman" panose="02020603050405020304" pitchFamily="18" charset="0"/>
                <a:sym typeface="Symbol" panose="05050102010706020507" pitchFamily="18" charset="2"/>
              </a:rPr>
              <a:t></a:t>
            </a:r>
            <a:r>
              <a:rPr lang="en-US" altLang="zh-CN" sz="1800" b="1" dirty="0">
                <a:solidFill>
                  <a:schemeClr val="tx1"/>
                </a:solidFill>
                <a:ea typeface="楷体_GB2312" pitchFamily="49" charset="-122"/>
                <a:cs typeface="Times New Roman" panose="02020603050405020304" pitchFamily="18" charset="0"/>
              </a:rPr>
              <a:t> </a:t>
            </a:r>
            <a:r>
              <a:rPr lang="en-US" altLang="zh-CN" sz="1800" b="1" i="1" dirty="0">
                <a:solidFill>
                  <a:schemeClr val="tx1"/>
                </a:solidFill>
                <a:ea typeface="楷体_GB2312" pitchFamily="49" charset="-122"/>
                <a:cs typeface="Times New Roman" panose="02020603050405020304" pitchFamily="18" charset="0"/>
              </a:rPr>
              <a:t>D</a:t>
            </a:r>
            <a:r>
              <a:rPr lang="en-US" altLang="zh-CN" sz="1800" b="1" i="1" baseline="-30000" dirty="0">
                <a:solidFill>
                  <a:schemeClr val="tx1"/>
                </a:solidFill>
                <a:ea typeface="楷体_GB2312" pitchFamily="49" charset="-122"/>
                <a:cs typeface="Times New Roman" panose="02020603050405020304" pitchFamily="18" charset="0"/>
              </a:rPr>
              <a:t>1 </a:t>
            </a:r>
            <a:r>
              <a:rPr lang="en-US" altLang="zh-CN" sz="1800" b="1" dirty="0">
                <a:solidFill>
                  <a:schemeClr val="tx1"/>
                </a:solidFill>
                <a:ea typeface="楷体_GB2312" pitchFamily="49" charset="-122"/>
                <a:cs typeface="Times New Roman" panose="02020603050405020304" pitchFamily="18" charset="0"/>
              </a:rPr>
              <a:t> </a:t>
            </a:r>
            <a:r>
              <a:rPr lang="en-US" altLang="zh-CN" sz="1800" b="1" i="1" dirty="0">
                <a:solidFill>
                  <a:schemeClr val="tx1"/>
                </a:solidFill>
                <a:ea typeface="楷体_GB2312" pitchFamily="49" charset="-122"/>
                <a:cs typeface="Times New Roman" panose="02020603050405020304" pitchFamily="18" charset="0"/>
              </a:rPr>
              <a:t>D</a:t>
            </a:r>
            <a:r>
              <a:rPr lang="en-US" altLang="zh-CN" sz="1800" b="1" i="1" baseline="-30000" dirty="0">
                <a:solidFill>
                  <a:schemeClr val="tx1"/>
                </a:solidFill>
                <a:ea typeface="楷体_GB2312" pitchFamily="49" charset="-122"/>
                <a:cs typeface="Times New Roman" panose="02020603050405020304" pitchFamily="18" charset="0"/>
              </a:rPr>
              <a:t>2</a:t>
            </a:r>
            <a:endParaRPr lang="en-US" altLang="zh-CN" sz="1800" b="1" i="1" dirty="0">
              <a:solidFill>
                <a:schemeClr val="tx1"/>
              </a:solidFill>
              <a:ea typeface="楷体_GB2312" pitchFamily="49" charset="-122"/>
              <a:cs typeface="Times New Roman" panose="02020603050405020304" pitchFamily="18" charset="0"/>
            </a:endParaRPr>
          </a:p>
          <a:p>
            <a:pPr algn="just" eaLnBrk="1" hangingPunct="1">
              <a:lnSpc>
                <a:spcPts val="1800"/>
              </a:lnSpc>
              <a:spcBef>
                <a:spcPct val="12000"/>
              </a:spcBef>
              <a:buFont typeface="Wingdings" panose="05000000000000000000" pitchFamily="2" charset="2"/>
              <a:buNone/>
              <a:defRPr/>
            </a:pPr>
            <a:r>
              <a:rPr lang="en-US" altLang="zh-CN" sz="1800" b="1" i="1" dirty="0" err="1">
                <a:solidFill>
                  <a:schemeClr val="tx1"/>
                </a:solidFill>
                <a:ea typeface="楷体_GB2312" pitchFamily="49" charset="-122"/>
                <a:cs typeface="Times New Roman" panose="02020603050405020304" pitchFamily="18" charset="0"/>
              </a:rPr>
              <a:t>D</a:t>
            </a:r>
            <a:r>
              <a:rPr lang="en-US" altLang="zh-CN" sz="1800" b="1" i="1" baseline="-30000" dirty="0" err="1">
                <a:solidFill>
                  <a:schemeClr val="tx1"/>
                </a:solidFill>
                <a:ea typeface="楷体_GB2312" pitchFamily="49" charset="-122"/>
                <a:cs typeface="Times New Roman" panose="02020603050405020304" pitchFamily="18" charset="0"/>
              </a:rPr>
              <a:t>p</a:t>
            </a:r>
            <a:r>
              <a:rPr lang="en-US" altLang="zh-CN" sz="1800" b="1" i="1" dirty="0">
                <a:solidFill>
                  <a:schemeClr val="tx1"/>
                </a:solidFill>
                <a:ea typeface="楷体_GB2312" pitchFamily="49" charset="-122"/>
                <a:cs typeface="Times New Roman" panose="02020603050405020304" pitchFamily="18" charset="0"/>
              </a:rPr>
              <a:t> </a:t>
            </a:r>
            <a:r>
              <a:rPr lang="en-US" altLang="zh-CN" sz="1800" b="1" dirty="0">
                <a:solidFill>
                  <a:schemeClr val="tx1"/>
                </a:solidFill>
                <a:ea typeface="楷体_GB2312" pitchFamily="49" charset="-122"/>
                <a:cs typeface="Times New Roman" panose="02020603050405020304" pitchFamily="18" charset="0"/>
                <a:sym typeface="Symbol" panose="05050102010706020507" pitchFamily="18" charset="2"/>
              </a:rPr>
              <a:t></a:t>
            </a:r>
            <a:r>
              <a:rPr lang="en-US" altLang="zh-CN" sz="1800" b="1" dirty="0">
                <a:solidFill>
                  <a:schemeClr val="tx1"/>
                </a:solidFill>
                <a:ea typeface="楷体_GB2312" pitchFamily="49" charset="-122"/>
                <a:cs typeface="Times New Roman" panose="02020603050405020304" pitchFamily="18" charset="0"/>
              </a:rPr>
              <a:t> </a:t>
            </a:r>
            <a:r>
              <a:rPr lang="en-US" altLang="zh-CN" sz="1800" b="1" dirty="0" err="1">
                <a:solidFill>
                  <a:schemeClr val="tx1"/>
                </a:solidFill>
                <a:ea typeface="楷体_GB2312" pitchFamily="49" charset="-122"/>
                <a:cs typeface="Times New Roman" panose="02020603050405020304" pitchFamily="18" charset="0"/>
              </a:rPr>
              <a:t>proc</a:t>
            </a:r>
            <a:r>
              <a:rPr lang="en-US" altLang="zh-CN" sz="1800" b="1" dirty="0">
                <a:solidFill>
                  <a:schemeClr val="tx1"/>
                </a:solidFill>
                <a:ea typeface="楷体_GB2312" pitchFamily="49" charset="-122"/>
                <a:cs typeface="Times New Roman" panose="02020603050405020304" pitchFamily="18" charset="0"/>
              </a:rPr>
              <a:t> id ; </a:t>
            </a:r>
            <a:r>
              <a:rPr lang="en-US" altLang="zh-CN" sz="1800" b="1" i="1" dirty="0">
                <a:solidFill>
                  <a:srgbClr val="FF0000"/>
                </a:solidFill>
                <a:ea typeface="楷体_GB2312" pitchFamily="49" charset="-122"/>
                <a:cs typeface="Times New Roman" panose="02020603050405020304" pitchFamily="18" charset="0"/>
              </a:rPr>
              <a:t>N</a:t>
            </a:r>
            <a:r>
              <a:rPr lang="en-US" altLang="zh-CN" sz="1800" b="1" i="1" dirty="0">
                <a:ea typeface="楷体_GB2312" pitchFamily="49" charset="-122"/>
                <a:cs typeface="Times New Roman" panose="02020603050405020304" pitchFamily="18" charset="0"/>
              </a:rPr>
              <a:t> </a:t>
            </a:r>
            <a:r>
              <a:rPr lang="en-US" altLang="zh-CN" sz="1800" b="1" i="1" dirty="0">
                <a:solidFill>
                  <a:schemeClr val="tx1"/>
                </a:solidFill>
                <a:ea typeface="楷体_GB2312" pitchFamily="49" charset="-122"/>
                <a:cs typeface="Times New Roman" panose="02020603050405020304" pitchFamily="18" charset="0"/>
              </a:rPr>
              <a:t>D</a:t>
            </a:r>
            <a:r>
              <a:rPr lang="en-US" altLang="zh-CN" sz="1800" b="1" i="1" baseline="-30000" dirty="0">
                <a:solidFill>
                  <a:schemeClr val="tx1"/>
                </a:solidFill>
                <a:ea typeface="楷体_GB2312" pitchFamily="49" charset="-122"/>
                <a:cs typeface="Times New Roman" panose="02020603050405020304" pitchFamily="18" charset="0"/>
              </a:rPr>
              <a:t>1</a:t>
            </a:r>
            <a:r>
              <a:rPr lang="en-US" altLang="zh-CN" sz="1800" b="1" dirty="0">
                <a:solidFill>
                  <a:schemeClr val="tx1"/>
                </a:solidFill>
                <a:ea typeface="楷体_GB2312" pitchFamily="49" charset="-122"/>
                <a:cs typeface="Times New Roman" panose="02020603050405020304" pitchFamily="18" charset="0"/>
              </a:rPr>
              <a:t> </a:t>
            </a:r>
            <a:r>
              <a:rPr lang="en-US" altLang="zh-CN" sz="1800" b="1" i="1" dirty="0">
                <a:solidFill>
                  <a:schemeClr val="tx1"/>
                </a:solidFill>
                <a:ea typeface="楷体_GB2312" pitchFamily="49" charset="-122"/>
                <a:cs typeface="Times New Roman" panose="02020603050405020304" pitchFamily="18" charset="0"/>
              </a:rPr>
              <a:t>S </a:t>
            </a:r>
            <a:r>
              <a:rPr lang="en-US" altLang="zh-CN" sz="1800" b="1" dirty="0">
                <a:solidFill>
                  <a:schemeClr val="tx2">
                    <a:lumMod val="60000"/>
                    <a:lumOff val="40000"/>
                  </a:schemeClr>
                </a:solidFill>
                <a:ea typeface="楷体_GB2312" pitchFamily="49" charset="-122"/>
                <a:cs typeface="Times New Roman" panose="02020603050405020304" pitchFamily="18" charset="0"/>
              </a:rPr>
              <a:t>{</a:t>
            </a:r>
            <a:r>
              <a:rPr lang="en-US" altLang="zh-CN" sz="1800" b="1" i="1" dirty="0">
                <a:solidFill>
                  <a:schemeClr val="tx2">
                    <a:lumMod val="60000"/>
                    <a:lumOff val="40000"/>
                  </a:schemeClr>
                </a:solidFill>
                <a:ea typeface="楷体_GB2312" pitchFamily="49" charset="-122"/>
                <a:cs typeface="Times New Roman" panose="02020603050405020304" pitchFamily="18" charset="0"/>
              </a:rPr>
              <a:t> t </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top</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tblptr</a:t>
            </a:r>
            <a:r>
              <a:rPr lang="en-US" altLang="zh-CN" sz="1800" b="1" dirty="0">
                <a:solidFill>
                  <a:schemeClr val="tx2">
                    <a:lumMod val="60000"/>
                    <a:lumOff val="40000"/>
                  </a:schemeClr>
                </a:solidFill>
                <a:ea typeface="楷体_GB2312" pitchFamily="49" charset="-122"/>
                <a:cs typeface="Times New Roman" panose="02020603050405020304" pitchFamily="18" charset="0"/>
              </a:rPr>
              <a:t> );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addwidth</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top</a:t>
            </a:r>
            <a:r>
              <a:rPr lang="en-US" altLang="zh-CN" sz="1800" b="1" dirty="0">
                <a:solidFill>
                  <a:schemeClr val="tx2">
                    <a:lumMod val="60000"/>
                    <a:lumOff val="40000"/>
                  </a:schemeClr>
                </a:solidFill>
                <a:ea typeface="楷体_GB2312" pitchFamily="49" charset="-122"/>
                <a:cs typeface="Times New Roman" panose="02020603050405020304" pitchFamily="18" charset="0"/>
              </a:rPr>
              <a:t>(</a:t>
            </a:r>
            <a:r>
              <a:rPr lang="en-US" altLang="zh-CN" sz="1800" b="1" i="1" dirty="0">
                <a:solidFill>
                  <a:schemeClr val="tx2">
                    <a:lumMod val="60000"/>
                    <a:lumOff val="40000"/>
                  </a:schemeClr>
                </a:solidFill>
                <a:ea typeface="楷体_GB2312" pitchFamily="49" charset="-122"/>
                <a:cs typeface="Times New Roman" panose="02020603050405020304" pitchFamily="18" charset="0"/>
              </a:rPr>
              <a:t>offset</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p>
          <a:p>
            <a:pPr algn="just" eaLnBrk="1" hangingPunct="1">
              <a:lnSpc>
                <a:spcPts val="1800"/>
              </a:lnSpc>
              <a:spcBef>
                <a:spcPct val="12000"/>
              </a:spcBef>
              <a:buFont typeface="Wingdings" panose="05000000000000000000" pitchFamily="2" charset="2"/>
              <a:buNone/>
              <a:defRPr/>
            </a:pP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pop</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tblptr</a:t>
            </a:r>
            <a:r>
              <a:rPr lang="en-US" altLang="zh-CN" sz="1800" b="1" dirty="0">
                <a:solidFill>
                  <a:schemeClr val="tx2">
                    <a:lumMod val="60000"/>
                    <a:lumOff val="40000"/>
                  </a:schemeClr>
                </a:solidFill>
                <a:ea typeface="楷体_GB2312" pitchFamily="49" charset="-122"/>
                <a:cs typeface="Times New Roman" panose="02020603050405020304" pitchFamily="18" charset="0"/>
              </a:rPr>
              <a:t> ); </a:t>
            </a:r>
            <a:r>
              <a:rPr lang="en-US" altLang="zh-CN" sz="1800" b="1" i="1" dirty="0">
                <a:solidFill>
                  <a:schemeClr val="tx2">
                    <a:lumMod val="60000"/>
                    <a:lumOff val="40000"/>
                  </a:schemeClr>
                </a:solidFill>
                <a:ea typeface="楷体_GB2312" pitchFamily="49" charset="-122"/>
                <a:cs typeface="Times New Roman" panose="02020603050405020304" pitchFamily="18" charset="0"/>
              </a:rPr>
              <a:t>pop</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offset</a:t>
            </a:r>
            <a:r>
              <a:rPr lang="en-US" altLang="zh-CN" sz="1800" b="1" dirty="0">
                <a:solidFill>
                  <a:schemeClr val="tx2">
                    <a:lumMod val="60000"/>
                    <a:lumOff val="40000"/>
                  </a:schemeClr>
                </a:solidFill>
                <a:ea typeface="楷体_GB2312" pitchFamily="49" charset="-122"/>
                <a:cs typeface="Times New Roman" panose="02020603050405020304" pitchFamily="18" charset="0"/>
              </a:rPr>
              <a:t> );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enterproc</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top</a:t>
            </a:r>
            <a:r>
              <a:rPr lang="en-US" altLang="zh-CN" sz="1800" b="1" dirty="0">
                <a:solidFill>
                  <a:schemeClr val="tx2">
                    <a:lumMod val="60000"/>
                    <a:lumOff val="40000"/>
                  </a:schemeClr>
                </a:solidFill>
                <a:ea typeface="楷体_GB2312" pitchFamily="49" charset="-122"/>
                <a:cs typeface="Times New Roman" panose="02020603050405020304" pitchFamily="18" charset="0"/>
              </a:rPr>
              <a:t>(</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tblptr</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dirty="0" err="1">
                <a:solidFill>
                  <a:schemeClr val="tx2">
                    <a:lumMod val="60000"/>
                    <a:lumOff val="40000"/>
                  </a:schemeClr>
                </a:solidFill>
                <a:ea typeface="楷体_GB2312" pitchFamily="49" charset="-122"/>
                <a:cs typeface="Times New Roman" panose="02020603050405020304" pitchFamily="18" charset="0"/>
              </a:rPr>
              <a:t>id.</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lexeme</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a:t>
            </a:r>
            <a:r>
              <a:rPr lang="en-US" altLang="zh-CN" sz="1800" b="1" dirty="0">
                <a:solidFill>
                  <a:schemeClr val="tx2">
                    <a:lumMod val="60000"/>
                    <a:lumOff val="40000"/>
                  </a:schemeClr>
                </a:solidFill>
                <a:ea typeface="楷体_GB2312" pitchFamily="49" charset="-122"/>
                <a:cs typeface="Times New Roman" panose="02020603050405020304" pitchFamily="18" charset="0"/>
              </a:rPr>
              <a:t> ); }</a:t>
            </a:r>
          </a:p>
          <a:p>
            <a:pPr algn="just" eaLnBrk="1" hangingPunct="1">
              <a:lnSpc>
                <a:spcPts val="1800"/>
              </a:lnSpc>
              <a:spcBef>
                <a:spcPct val="12000"/>
              </a:spcBef>
              <a:buFont typeface="Wingdings" panose="05000000000000000000" pitchFamily="2" charset="2"/>
              <a:buNone/>
              <a:defRPr/>
            </a:pPr>
            <a:r>
              <a:rPr lang="en-US" altLang="zh-CN" sz="1800" b="1" i="1" dirty="0" err="1">
                <a:solidFill>
                  <a:schemeClr val="tx1"/>
                </a:solidFill>
                <a:ea typeface="楷体_GB2312" pitchFamily="49" charset="-122"/>
                <a:cs typeface="Times New Roman" panose="02020603050405020304" pitchFamily="18" charset="0"/>
              </a:rPr>
              <a:t>D</a:t>
            </a:r>
            <a:r>
              <a:rPr lang="en-US" altLang="zh-CN" sz="1800" b="1" i="1" baseline="-30000" dirty="0" err="1">
                <a:solidFill>
                  <a:schemeClr val="tx1"/>
                </a:solidFill>
                <a:ea typeface="楷体_GB2312" pitchFamily="49" charset="-122"/>
                <a:cs typeface="Times New Roman" panose="02020603050405020304" pitchFamily="18" charset="0"/>
              </a:rPr>
              <a:t>v</a:t>
            </a:r>
            <a:r>
              <a:rPr lang="en-US" altLang="zh-CN" sz="1800" b="1" dirty="0">
                <a:solidFill>
                  <a:schemeClr val="tx1"/>
                </a:solidFill>
                <a:ea typeface="楷体_GB2312" pitchFamily="49" charset="-122"/>
                <a:cs typeface="Times New Roman" panose="02020603050405020304" pitchFamily="18" charset="0"/>
                <a:sym typeface="Symbol" panose="05050102010706020507" pitchFamily="18" charset="2"/>
              </a:rPr>
              <a:t> </a:t>
            </a:r>
            <a:r>
              <a:rPr lang="en-US" altLang="zh-CN" sz="1800" b="1" dirty="0">
                <a:solidFill>
                  <a:schemeClr val="tx1"/>
                </a:solidFill>
                <a:ea typeface="楷体_GB2312" pitchFamily="49" charset="-122"/>
                <a:cs typeface="Times New Roman" panose="02020603050405020304" pitchFamily="18" charset="0"/>
              </a:rPr>
              <a:t>id: </a:t>
            </a:r>
            <a:r>
              <a:rPr lang="en-US" altLang="zh-CN" sz="1800" b="1" i="1" dirty="0">
                <a:solidFill>
                  <a:schemeClr val="tx1"/>
                </a:solidFill>
                <a:ea typeface="楷体_GB2312" pitchFamily="49" charset="-122"/>
                <a:cs typeface="Times New Roman" panose="02020603050405020304" pitchFamily="18" charset="0"/>
              </a:rPr>
              <a:t>T</a:t>
            </a:r>
            <a:r>
              <a:rPr lang="en-US" altLang="zh-CN" sz="1800" b="1" dirty="0">
                <a:solidFill>
                  <a:schemeClr val="tx1"/>
                </a:solidFill>
                <a:ea typeface="楷体_GB2312" pitchFamily="49" charset="-122"/>
                <a:cs typeface="Times New Roman" panose="02020603050405020304" pitchFamily="18" charset="0"/>
              </a:rPr>
              <a:t> ; </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enter</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top</a:t>
            </a:r>
            <a:r>
              <a:rPr lang="en-US" altLang="zh-CN" sz="1800" b="1" dirty="0">
                <a:solidFill>
                  <a:schemeClr val="tx2">
                    <a:lumMod val="60000"/>
                    <a:lumOff val="40000"/>
                  </a:schemeClr>
                </a:solidFill>
                <a:ea typeface="楷体_GB2312" pitchFamily="49" charset="-122"/>
                <a:cs typeface="Times New Roman" panose="02020603050405020304" pitchFamily="18" charset="0"/>
              </a:rPr>
              <a:t>(</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tblptr</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dirty="0" err="1">
                <a:solidFill>
                  <a:schemeClr val="tx2">
                    <a:lumMod val="60000"/>
                    <a:lumOff val="40000"/>
                  </a:schemeClr>
                </a:solidFill>
                <a:ea typeface="楷体_GB2312" pitchFamily="49" charset="-122"/>
                <a:cs typeface="Times New Roman" panose="02020603050405020304" pitchFamily="18" charset="0"/>
              </a:rPr>
              <a:t>id.</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lexeme</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T.type</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top</a:t>
            </a:r>
            <a:r>
              <a:rPr lang="en-US" altLang="zh-CN" sz="1800" b="1" dirty="0">
                <a:solidFill>
                  <a:schemeClr val="tx2">
                    <a:lumMod val="60000"/>
                    <a:lumOff val="40000"/>
                  </a:schemeClr>
                </a:solidFill>
                <a:ea typeface="楷体_GB2312" pitchFamily="49" charset="-122"/>
                <a:cs typeface="Times New Roman" panose="02020603050405020304" pitchFamily="18" charset="0"/>
              </a:rPr>
              <a:t>(</a:t>
            </a:r>
            <a:r>
              <a:rPr lang="en-US" altLang="zh-CN" sz="1800" b="1" i="1" dirty="0">
                <a:solidFill>
                  <a:schemeClr val="tx2">
                    <a:lumMod val="60000"/>
                    <a:lumOff val="40000"/>
                  </a:schemeClr>
                </a:solidFill>
                <a:ea typeface="楷体_GB2312" pitchFamily="49" charset="-122"/>
                <a:cs typeface="Times New Roman" panose="02020603050405020304" pitchFamily="18" charset="0"/>
              </a:rPr>
              <a:t>offset</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p>
          <a:p>
            <a:pPr algn="just" eaLnBrk="1" hangingPunct="1">
              <a:lnSpc>
                <a:spcPts val="1800"/>
              </a:lnSpc>
              <a:spcBef>
                <a:spcPct val="12000"/>
              </a:spcBef>
              <a:buFont typeface="Wingdings" panose="05000000000000000000" pitchFamily="2" charset="2"/>
              <a:buNone/>
              <a:defRPr/>
            </a:pP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top</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offset</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zh-CN" altLang="en-US"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top</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offset</a:t>
            </a:r>
            <a:r>
              <a:rPr lang="zh-CN" altLang="en-US" sz="1800" b="1" dirty="0">
                <a:solidFill>
                  <a:schemeClr val="tx2">
                    <a:lumMod val="60000"/>
                    <a:lumOff val="40000"/>
                  </a:schemeClr>
                </a:solidFill>
                <a:ea typeface="楷体_GB2312" pitchFamily="49" charset="-122"/>
                <a:cs typeface="Times New Roman" panose="02020603050405020304" pitchFamily="18" charset="0"/>
              </a:rPr>
              <a:t>）</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T.width</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p>
          <a:p>
            <a:pPr algn="just" eaLnBrk="1" hangingPunct="1">
              <a:lnSpc>
                <a:spcPts val="1800"/>
              </a:lnSpc>
              <a:spcBef>
                <a:spcPct val="12000"/>
              </a:spcBef>
              <a:buFont typeface="Wingdings" panose="05000000000000000000" pitchFamily="2" charset="2"/>
              <a:buNone/>
              <a:defRPr/>
            </a:pPr>
            <a:r>
              <a:rPr lang="en-US" altLang="zh-CN" sz="1800" b="1" i="1" dirty="0">
                <a:solidFill>
                  <a:srgbClr val="FF0000"/>
                </a:solidFill>
                <a:ea typeface="楷体_GB2312" pitchFamily="49" charset="-122"/>
                <a:cs typeface="Times New Roman" panose="02020603050405020304" pitchFamily="18" charset="0"/>
              </a:rPr>
              <a:t>N </a:t>
            </a:r>
            <a:r>
              <a:rPr lang="en-US" altLang="zh-CN" sz="1800" b="1" dirty="0">
                <a:solidFill>
                  <a:srgbClr val="FF0000"/>
                </a:solidFill>
                <a:ea typeface="楷体_GB2312" pitchFamily="49" charset="-122"/>
                <a:cs typeface="Times New Roman" panose="02020603050405020304" pitchFamily="18" charset="0"/>
                <a:sym typeface="Symbol" panose="05050102010706020507" pitchFamily="18" charset="2"/>
              </a:rPr>
              <a:t></a:t>
            </a:r>
            <a:r>
              <a:rPr lang="en-US" altLang="zh-CN" sz="1800" b="1" dirty="0">
                <a:solidFill>
                  <a:srgbClr val="FF0000"/>
                </a:solidFill>
                <a:ea typeface="楷体_GB2312" pitchFamily="49" charset="-122"/>
                <a:cs typeface="Times New Roman" panose="02020603050405020304" pitchFamily="18" charset="0"/>
              </a:rPr>
              <a:t> </a:t>
            </a:r>
            <a:r>
              <a:rPr lang="en-US" altLang="zh-CN" sz="1800" b="1" dirty="0">
                <a:solidFill>
                  <a:srgbClr val="FF0000"/>
                </a:solidFill>
                <a:ea typeface="楷体_GB2312" pitchFamily="49" charset="-122"/>
                <a:cs typeface="Times New Roman" panose="02020603050405020304" pitchFamily="18" charset="0"/>
                <a:sym typeface="Symbol" panose="05050102010706020507" pitchFamily="18" charset="2"/>
              </a:rPr>
              <a:t></a:t>
            </a:r>
            <a:r>
              <a:rPr lang="en-US" altLang="zh-CN" sz="1800" b="1" dirty="0">
                <a:ea typeface="楷体_GB2312" pitchFamily="49" charset="-122"/>
                <a:cs typeface="Times New Roman" panose="02020603050405020304" pitchFamily="18" charset="0"/>
                <a:sym typeface="Symbol" panose="05050102010706020507" pitchFamily="18" charset="2"/>
              </a:rPr>
              <a:t>	</a:t>
            </a:r>
            <a:r>
              <a:rPr lang="en-US" altLang="zh-CN" sz="1800" b="1" dirty="0">
                <a:solidFill>
                  <a:schemeClr val="tx2">
                    <a:lumMod val="60000"/>
                    <a:lumOff val="40000"/>
                  </a:schemeClr>
                </a:solidFill>
                <a:ea typeface="楷体_GB2312" pitchFamily="49" charset="-122"/>
                <a:cs typeface="Times New Roman" panose="02020603050405020304" pitchFamily="18" charset="0"/>
              </a:rPr>
              <a:t>{</a:t>
            </a:r>
            <a:r>
              <a:rPr lang="en-US" altLang="zh-CN" sz="1800" b="1" i="1" dirty="0">
                <a:solidFill>
                  <a:schemeClr val="tx2">
                    <a:lumMod val="60000"/>
                    <a:lumOff val="40000"/>
                  </a:schemeClr>
                </a:solidFill>
                <a:ea typeface="楷体_GB2312" pitchFamily="49" charset="-122"/>
                <a:cs typeface="Times New Roman" panose="02020603050405020304" pitchFamily="18" charset="0"/>
              </a:rPr>
              <a:t> t </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mktable</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top</a:t>
            </a:r>
            <a:r>
              <a:rPr lang="en-US" altLang="zh-CN" sz="1800" b="1" dirty="0">
                <a:solidFill>
                  <a:schemeClr val="tx2">
                    <a:lumMod val="60000"/>
                    <a:lumOff val="40000"/>
                  </a:schemeClr>
                </a:solidFill>
                <a:ea typeface="楷体_GB2312" pitchFamily="49" charset="-122"/>
                <a:cs typeface="Times New Roman" panose="02020603050405020304" pitchFamily="18" charset="0"/>
              </a:rPr>
              <a:t>(</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tblptr</a:t>
            </a:r>
            <a:r>
              <a:rPr lang="en-US" altLang="zh-CN" sz="1800" b="1" dirty="0">
                <a:solidFill>
                  <a:schemeClr val="tx2">
                    <a:lumMod val="60000"/>
                    <a:lumOff val="40000"/>
                  </a:schemeClr>
                </a:solidFill>
                <a:ea typeface="楷体_GB2312" pitchFamily="49" charset="-122"/>
                <a:cs typeface="Times New Roman" panose="02020603050405020304" pitchFamily="18" charset="0"/>
              </a:rPr>
              <a:t>) ); </a:t>
            </a:r>
            <a:r>
              <a:rPr lang="en-US" altLang="zh-CN" sz="1800" b="1" i="1" dirty="0">
                <a:solidFill>
                  <a:schemeClr val="tx2">
                    <a:lumMod val="60000"/>
                    <a:lumOff val="40000"/>
                  </a:schemeClr>
                </a:solidFill>
                <a:ea typeface="楷体_GB2312" pitchFamily="49" charset="-122"/>
                <a:cs typeface="Times New Roman" panose="02020603050405020304" pitchFamily="18" charset="0"/>
              </a:rPr>
              <a:t>push</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tblptr</a:t>
            </a:r>
            <a:r>
              <a:rPr lang="en-US" altLang="zh-CN" sz="1800" b="1" dirty="0">
                <a:solidFill>
                  <a:schemeClr val="tx2">
                    <a:lumMod val="60000"/>
                    <a:lumOff val="40000"/>
                  </a:schemeClr>
                </a:solidFill>
                <a:ea typeface="楷体_GB2312" pitchFamily="49" charset="-122"/>
                <a:cs typeface="Times New Roman" panose="02020603050405020304" pitchFamily="18" charset="0"/>
              </a:rPr>
              <a:t> ); </a:t>
            </a:r>
            <a:r>
              <a:rPr lang="en-US" altLang="zh-CN" sz="1800" b="1" i="1" dirty="0">
                <a:solidFill>
                  <a:schemeClr val="tx2">
                    <a:lumMod val="60000"/>
                    <a:lumOff val="40000"/>
                  </a:schemeClr>
                </a:solidFill>
                <a:ea typeface="楷体_GB2312" pitchFamily="49" charset="-122"/>
                <a:cs typeface="Times New Roman" panose="02020603050405020304" pitchFamily="18" charset="0"/>
              </a:rPr>
              <a:t>push</a:t>
            </a:r>
            <a:r>
              <a:rPr lang="en-US" altLang="zh-CN" sz="1800" b="1" dirty="0">
                <a:solidFill>
                  <a:schemeClr val="tx2">
                    <a:lumMod val="60000"/>
                    <a:lumOff val="40000"/>
                  </a:schemeClr>
                </a:solidFill>
                <a:ea typeface="楷体_GB2312" pitchFamily="49" charset="-122"/>
                <a:cs typeface="Times New Roman" panose="02020603050405020304" pitchFamily="18" charset="0"/>
              </a:rPr>
              <a:t>( 0, </a:t>
            </a:r>
            <a:r>
              <a:rPr lang="en-US" altLang="zh-CN" sz="1800" b="1" i="1" dirty="0">
                <a:solidFill>
                  <a:schemeClr val="tx2">
                    <a:lumMod val="60000"/>
                    <a:lumOff val="40000"/>
                  </a:schemeClr>
                </a:solidFill>
                <a:ea typeface="楷体_GB2312" pitchFamily="49" charset="-122"/>
                <a:cs typeface="Times New Roman" panose="02020603050405020304" pitchFamily="18" charset="0"/>
              </a:rPr>
              <a:t>offset</a:t>
            </a:r>
            <a:r>
              <a:rPr lang="en-US" altLang="zh-CN" sz="1800" b="1" dirty="0">
                <a:solidFill>
                  <a:schemeClr val="tx2">
                    <a:lumMod val="60000"/>
                    <a:lumOff val="40000"/>
                  </a:schemeClr>
                </a:solidFill>
                <a:ea typeface="楷体_GB2312" pitchFamily="49" charset="-122"/>
                <a:cs typeface="Times New Roman" panose="02020603050405020304" pitchFamily="18" charset="0"/>
              </a:rPr>
              <a:t> ); } </a:t>
            </a:r>
            <a:endParaRPr lang="zh-CN" altLang="en-US" sz="1800" b="1" dirty="0">
              <a:solidFill>
                <a:schemeClr val="tx2">
                  <a:lumMod val="60000"/>
                  <a:lumOff val="40000"/>
                </a:schemeClr>
              </a:solidFill>
              <a:ea typeface="楷体_GB2312" pitchFamily="49" charset="-122"/>
              <a:cs typeface="Times New Roman" panose="02020603050405020304" pitchFamily="18" charset="0"/>
            </a:endParaRPr>
          </a:p>
        </p:txBody>
      </p:sp>
      <p:sp>
        <p:nvSpPr>
          <p:cNvPr id="162820" name="Rectangle 2"/>
          <p:cNvSpPr>
            <a:spLocks noGrp="1" noChangeArrowheads="1"/>
          </p:cNvSpPr>
          <p:nvPr>
            <p:ph type="title"/>
          </p:nvPr>
        </p:nvSpPr>
        <p:spPr>
          <a:xfrm>
            <a:off x="755650" y="268288"/>
            <a:ext cx="7931150" cy="358775"/>
          </a:xfrm>
        </p:spPr>
        <p:txBody>
          <a:bodyPr/>
          <a:lstStyle/>
          <a:p>
            <a:r>
              <a:rPr lang="zh-CN" altLang="en-US" sz="300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例</a:t>
            </a:r>
            <a:endParaRPr lang="zh-CN" altLang="en-US" sz="3000" i="1">
              <a:solidFill>
                <a:schemeClr val="tx1"/>
              </a:solidFill>
              <a:ea typeface="楷体_GB2312"/>
              <a:cs typeface="Times New Roman" panose="02020603050405020304" pitchFamily="18" charset="0"/>
            </a:endParaRPr>
          </a:p>
        </p:txBody>
      </p:sp>
      <p:sp>
        <p:nvSpPr>
          <p:cNvPr id="63" name="Line 103"/>
          <p:cNvSpPr>
            <a:spLocks noChangeShapeType="1"/>
          </p:cNvSpPr>
          <p:nvPr/>
        </p:nvSpPr>
        <p:spPr bwMode="auto">
          <a:xfrm flipH="1" flipV="1">
            <a:off x="6761163" y="2449513"/>
            <a:ext cx="269875" cy="0"/>
          </a:xfrm>
          <a:prstGeom prst="line">
            <a:avLst/>
          </a:prstGeom>
          <a:noFill/>
          <a:ln w="25400">
            <a:solidFill>
              <a:schemeClr val="tx2">
                <a:lumMod val="60000"/>
                <a:lumOff val="40000"/>
              </a:schemeClr>
            </a:solidFill>
            <a:round/>
            <a:headEnd/>
            <a:tailEnd/>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grpSp>
        <p:nvGrpSpPr>
          <p:cNvPr id="162822" name="组合 180241"/>
          <p:cNvGrpSpPr>
            <a:grpSpLocks/>
          </p:cNvGrpSpPr>
          <p:nvPr/>
        </p:nvGrpSpPr>
        <p:grpSpPr bwMode="auto">
          <a:xfrm>
            <a:off x="6678613" y="-92075"/>
            <a:ext cx="2238375" cy="1449388"/>
            <a:chOff x="6678686" y="-92546"/>
            <a:chExt cx="2238896" cy="1449933"/>
          </a:xfrm>
        </p:grpSpPr>
        <p:sp>
          <p:nvSpPr>
            <p:cNvPr id="162954" name="Rectangle 15"/>
            <p:cNvSpPr>
              <a:spLocks noChangeArrowheads="1"/>
            </p:cNvSpPr>
            <p:nvPr/>
          </p:nvSpPr>
          <p:spPr bwMode="auto">
            <a:xfrm>
              <a:off x="7488832" y="-92546"/>
              <a:ext cx="142875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2100" i="1">
                  <a:solidFill>
                    <a:srgbClr val="000000"/>
                  </a:solidFill>
                  <a:ea typeface="宋体" panose="02010600030101010101" pitchFamily="2" charset="-122"/>
                  <a:cs typeface="Times New Roman" panose="02020603050405020304" pitchFamily="18" charset="0"/>
                </a:rPr>
                <a:t>readarrary</a:t>
              </a:r>
            </a:p>
          </p:txBody>
        </p:sp>
        <p:sp>
          <p:nvSpPr>
            <p:cNvPr id="162955" name="Line 17"/>
            <p:cNvSpPr>
              <a:spLocks noChangeShapeType="1"/>
            </p:cNvSpPr>
            <p:nvPr/>
          </p:nvSpPr>
          <p:spPr bwMode="auto">
            <a:xfrm>
              <a:off x="7491461" y="283691"/>
              <a:ext cx="0" cy="59213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2956" name="Line 18"/>
            <p:cNvSpPr>
              <a:spLocks noChangeShapeType="1"/>
            </p:cNvSpPr>
            <p:nvPr/>
          </p:nvSpPr>
          <p:spPr bwMode="auto">
            <a:xfrm>
              <a:off x="8783140" y="283691"/>
              <a:ext cx="1587" cy="62071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2957" name="Line 20"/>
            <p:cNvSpPr>
              <a:spLocks noChangeShapeType="1"/>
            </p:cNvSpPr>
            <p:nvPr/>
          </p:nvSpPr>
          <p:spPr bwMode="auto">
            <a:xfrm flipV="1">
              <a:off x="7493048" y="577380"/>
              <a:ext cx="128587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2958" name="Rectangle 21"/>
            <p:cNvSpPr>
              <a:spLocks noChangeArrowheads="1"/>
            </p:cNvSpPr>
            <p:nvPr/>
          </p:nvSpPr>
          <p:spPr bwMode="auto">
            <a:xfrm>
              <a:off x="7735936" y="210840"/>
              <a:ext cx="1119212"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header</a:t>
              </a:r>
              <a:endParaRPr lang="en-US" altLang="zh-CN" sz="2100" i="1">
                <a:solidFill>
                  <a:srgbClr val="000000"/>
                </a:solidFill>
                <a:ea typeface="宋体" panose="02010600030101010101" pitchFamily="2" charset="-122"/>
                <a:cs typeface="Times New Roman" panose="02020603050405020304" pitchFamily="18" charset="0"/>
              </a:endParaRPr>
            </a:p>
          </p:txBody>
        </p:sp>
        <p:sp>
          <p:nvSpPr>
            <p:cNvPr id="162959" name="Line 22"/>
            <p:cNvSpPr>
              <a:spLocks noChangeShapeType="1"/>
            </p:cNvSpPr>
            <p:nvPr/>
          </p:nvSpPr>
          <p:spPr bwMode="auto">
            <a:xfrm>
              <a:off x="7504162" y="283691"/>
              <a:ext cx="125412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2960" name="Line 24"/>
            <p:cNvSpPr>
              <a:spLocks noChangeShapeType="1"/>
            </p:cNvSpPr>
            <p:nvPr/>
          </p:nvSpPr>
          <p:spPr bwMode="auto">
            <a:xfrm flipH="1">
              <a:off x="7775028" y="286867"/>
              <a:ext cx="0" cy="60325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2961" name="Line 18"/>
            <p:cNvSpPr>
              <a:spLocks noChangeShapeType="1"/>
            </p:cNvSpPr>
            <p:nvPr/>
          </p:nvSpPr>
          <p:spPr bwMode="auto">
            <a:xfrm>
              <a:off x="8495108" y="286345"/>
              <a:ext cx="1587" cy="62071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2962" name="Line 103"/>
            <p:cNvSpPr>
              <a:spLocks noChangeShapeType="1"/>
            </p:cNvSpPr>
            <p:nvPr/>
          </p:nvSpPr>
          <p:spPr bwMode="auto">
            <a:xfrm flipH="1" flipV="1">
              <a:off x="6678686" y="480117"/>
              <a:ext cx="968525"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2963" name="Line 51"/>
            <p:cNvSpPr>
              <a:spLocks noChangeShapeType="1"/>
            </p:cNvSpPr>
            <p:nvPr/>
          </p:nvSpPr>
          <p:spPr bwMode="auto">
            <a:xfrm>
              <a:off x="6684144" y="480116"/>
              <a:ext cx="12946" cy="877271"/>
            </a:xfrm>
            <a:prstGeom prst="line">
              <a:avLst/>
            </a:prstGeom>
            <a:noFill/>
            <a:ln w="25400">
              <a:solidFill>
                <a:srgbClr val="FF0000"/>
              </a:solidFill>
              <a:round/>
              <a:headEnd/>
              <a:tailEnd type="stealth" w="lg" len="lg"/>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sp>
        <p:nvSpPr>
          <p:cNvPr id="94" name="Rectangle 3"/>
          <p:cNvSpPr txBox="1">
            <a:spLocks noChangeArrowheads="1"/>
          </p:cNvSpPr>
          <p:nvPr/>
        </p:nvSpPr>
        <p:spPr bwMode="auto">
          <a:xfrm>
            <a:off x="1296988" y="71438"/>
            <a:ext cx="2482850" cy="2390775"/>
          </a:xfrm>
          <a:prstGeom prst="rect">
            <a:avLst/>
          </a:prstGeom>
          <a:solidFill>
            <a:schemeClr val="accent5">
              <a:lumMod val="60000"/>
              <a:lumOff val="40000"/>
            </a:schemeClr>
          </a:solidFill>
          <a:ln>
            <a:solidFill>
              <a:schemeClr val="tx1"/>
            </a:solidFill>
          </a:ln>
        </p:spPr>
        <p:txBody>
          <a:bodyPr lIns="68580" tIns="34290" rIns="68580" bIns="34290"/>
          <a:lstStyle>
            <a:lvl1pPr marL="271463" indent="-271463">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lgn="just" eaLnBrk="1" hangingPunct="1">
              <a:lnSpc>
                <a:spcPts val="1400"/>
              </a:lnSpc>
              <a:spcBef>
                <a:spcPct val="12000"/>
              </a:spcBef>
              <a:buClr>
                <a:srgbClr val="3333CC"/>
              </a:buClr>
              <a:buFont typeface="Wingdings" panose="05000000000000000000" pitchFamily="2" charset="2"/>
              <a:buNone/>
              <a:defRPr/>
            </a:pPr>
            <a:r>
              <a:rPr lang="en-US" altLang="zh-CN" sz="1800" i="1" dirty="0">
                <a:solidFill>
                  <a:srgbClr val="0000FF"/>
                </a:solidFill>
                <a:latin typeface="Times New Roman" panose="02020603050405020304" pitchFamily="18" charset="0"/>
                <a:ea typeface="楷体_GB2312" pitchFamily="49" charset="-122"/>
              </a:rPr>
              <a:t>program</a:t>
            </a:r>
            <a:r>
              <a:rPr lang="en-US" altLang="zh-CN" sz="1800" dirty="0">
                <a:solidFill>
                  <a:srgbClr val="0000FF"/>
                </a:solidFill>
                <a:latin typeface="Times New Roman" panose="02020603050405020304" pitchFamily="18" charset="0"/>
                <a:ea typeface="楷体_GB2312" pitchFamily="49" charset="-122"/>
              </a:rPr>
              <a:t> </a:t>
            </a:r>
            <a:r>
              <a:rPr lang="en-US" altLang="zh-CN" sz="1800" i="1" dirty="0">
                <a:solidFill>
                  <a:prstClr val="black"/>
                </a:solidFill>
                <a:latin typeface="Times New Roman" panose="02020603050405020304" pitchFamily="18" charset="0"/>
                <a:ea typeface="楷体_GB2312" pitchFamily="49" charset="-122"/>
              </a:rPr>
              <a:t>sort</a:t>
            </a:r>
            <a:r>
              <a:rPr lang="en-US" altLang="zh-CN" sz="1800" dirty="0">
                <a:solidFill>
                  <a:prstClr val="black"/>
                </a:solidFill>
                <a:latin typeface="Times New Roman" panose="02020603050405020304" pitchFamily="18" charset="0"/>
                <a:ea typeface="楷体_GB2312" pitchFamily="49" charset="-122"/>
              </a:rPr>
              <a:t>;</a:t>
            </a:r>
          </a:p>
          <a:p>
            <a:pPr algn="just" eaLnBrk="1" hangingPunct="1">
              <a:lnSpc>
                <a:spcPts val="1400"/>
              </a:lnSpc>
              <a:spcBef>
                <a:spcPct val="12000"/>
              </a:spcBef>
              <a:buClr>
                <a:srgbClr val="3333CC"/>
              </a:buClr>
              <a:buFont typeface="Wingdings" panose="05000000000000000000" pitchFamily="2" charset="2"/>
              <a:buNone/>
              <a:defRPr/>
            </a:pPr>
            <a:r>
              <a:rPr lang="en-US" altLang="zh-CN" sz="1800" dirty="0">
                <a:solidFill>
                  <a:srgbClr val="073E87"/>
                </a:solidFill>
                <a:latin typeface="Times New Roman" panose="02020603050405020304" pitchFamily="18" charset="0"/>
                <a:ea typeface="楷体_GB2312" pitchFamily="49" charset="-122"/>
              </a:rPr>
              <a:t>	</a:t>
            </a:r>
            <a:r>
              <a:rPr lang="en-US" altLang="zh-CN" sz="1800" i="1" dirty="0" err="1">
                <a:solidFill>
                  <a:srgbClr val="0000FF"/>
                </a:solidFill>
                <a:latin typeface="Times New Roman" panose="02020603050405020304" pitchFamily="18" charset="0"/>
                <a:ea typeface="楷体_GB2312" pitchFamily="49" charset="-122"/>
              </a:rPr>
              <a:t>var</a:t>
            </a:r>
            <a:r>
              <a:rPr lang="en-US" altLang="zh-CN" sz="1800" i="1" dirty="0">
                <a:solidFill>
                  <a:srgbClr val="0000FF"/>
                </a:solidFill>
                <a:latin typeface="Times New Roman" panose="02020603050405020304" pitchFamily="18" charset="0"/>
                <a:ea typeface="楷体_GB2312" pitchFamily="49" charset="-122"/>
              </a:rPr>
              <a:t> </a:t>
            </a:r>
            <a:r>
              <a:rPr lang="en-US" altLang="zh-CN" sz="1800" i="1" dirty="0">
                <a:solidFill>
                  <a:prstClr val="black"/>
                </a:solidFill>
                <a:latin typeface="Times New Roman" panose="02020603050405020304" pitchFamily="18" charset="0"/>
                <a:ea typeface="楷体_GB2312" pitchFamily="49" charset="-122"/>
              </a:rPr>
              <a:t>a</a:t>
            </a:r>
            <a:r>
              <a:rPr lang="en-US" altLang="zh-CN" sz="1800" dirty="0">
                <a:solidFill>
                  <a:prstClr val="black"/>
                </a:solidFill>
                <a:latin typeface="Times New Roman" panose="02020603050405020304" pitchFamily="18" charset="0"/>
                <a:ea typeface="楷体_GB2312" pitchFamily="49" charset="-122"/>
              </a:rPr>
              <a:t>:</a:t>
            </a:r>
            <a:r>
              <a:rPr lang="en-US" altLang="zh-CN" sz="1800" i="1" dirty="0">
                <a:solidFill>
                  <a:prstClr val="black"/>
                </a:solidFill>
                <a:latin typeface="Times New Roman" panose="02020603050405020304" pitchFamily="18" charset="0"/>
                <a:ea typeface="楷体_GB2312" pitchFamily="49" charset="-122"/>
              </a:rPr>
              <a:t>int</a:t>
            </a:r>
            <a:r>
              <a:rPr lang="en-US" altLang="zh-CN" sz="1800" dirty="0">
                <a:solidFill>
                  <a:prstClr val="black"/>
                </a:solidFill>
                <a:latin typeface="Times New Roman" panose="02020603050405020304" pitchFamily="18" charset="0"/>
                <a:ea typeface="楷体_GB2312" pitchFamily="49" charset="-122"/>
              </a:rPr>
              <a:t>[11]; </a:t>
            </a:r>
            <a:r>
              <a:rPr lang="en-US" altLang="zh-CN" sz="1800" i="1" dirty="0">
                <a:solidFill>
                  <a:prstClr val="black"/>
                </a:solidFill>
                <a:latin typeface="Times New Roman" panose="02020603050405020304" pitchFamily="18" charset="0"/>
                <a:ea typeface="楷体_GB2312" pitchFamily="49" charset="-122"/>
              </a:rPr>
              <a:t>x</a:t>
            </a:r>
            <a:r>
              <a:rPr lang="en-US" altLang="zh-CN" sz="1800" dirty="0">
                <a:solidFill>
                  <a:prstClr val="black"/>
                </a:solidFill>
                <a:latin typeface="Times New Roman" panose="02020603050405020304" pitchFamily="18" charset="0"/>
                <a:ea typeface="楷体_GB2312" pitchFamily="49" charset="-122"/>
              </a:rPr>
              <a:t>:</a:t>
            </a:r>
            <a:r>
              <a:rPr lang="en-US" altLang="zh-CN" sz="1800" i="1" dirty="0">
                <a:solidFill>
                  <a:prstClr val="black"/>
                </a:solidFill>
                <a:latin typeface="Times New Roman" panose="02020603050405020304" pitchFamily="18" charset="0"/>
                <a:ea typeface="楷体_GB2312" pitchFamily="49" charset="-122"/>
              </a:rPr>
              <a:t>int</a:t>
            </a:r>
            <a:r>
              <a:rPr lang="en-US" altLang="zh-CN" sz="1800" dirty="0">
                <a:solidFill>
                  <a:prstClr val="black"/>
                </a:solidFill>
                <a:latin typeface="Times New Roman" panose="02020603050405020304" pitchFamily="18" charset="0"/>
                <a:ea typeface="楷体_GB2312" pitchFamily="49" charset="-122"/>
              </a:rPr>
              <a:t>;</a:t>
            </a:r>
          </a:p>
          <a:p>
            <a:pPr algn="just" eaLnBrk="1" hangingPunct="1">
              <a:lnSpc>
                <a:spcPts val="1400"/>
              </a:lnSpc>
              <a:spcBef>
                <a:spcPct val="12000"/>
              </a:spcBef>
              <a:buClr>
                <a:srgbClr val="3333CC"/>
              </a:buClr>
              <a:buFont typeface="Wingdings" panose="05000000000000000000" pitchFamily="2" charset="2"/>
              <a:buNone/>
              <a:defRPr/>
            </a:pPr>
            <a:r>
              <a:rPr lang="en-US" altLang="zh-CN" sz="1800" dirty="0">
                <a:solidFill>
                  <a:srgbClr val="073E87"/>
                </a:solidFill>
                <a:latin typeface="Times New Roman" panose="02020603050405020304" pitchFamily="18" charset="0"/>
                <a:ea typeface="楷体_GB2312" pitchFamily="49" charset="-122"/>
              </a:rPr>
              <a:t>   	</a:t>
            </a:r>
            <a:r>
              <a:rPr lang="en-US" altLang="zh-CN" sz="1800" i="1" dirty="0" err="1">
                <a:solidFill>
                  <a:srgbClr val="0000FF"/>
                </a:solidFill>
                <a:latin typeface="Times New Roman" panose="02020603050405020304" pitchFamily="18" charset="0"/>
                <a:ea typeface="楷体_GB2312" pitchFamily="49" charset="-122"/>
              </a:rPr>
              <a:t>proc</a:t>
            </a:r>
            <a:r>
              <a:rPr lang="en-US" altLang="zh-CN" sz="1800" dirty="0">
                <a:solidFill>
                  <a:srgbClr val="0000FF"/>
                </a:solidFill>
                <a:latin typeface="Times New Roman" panose="02020603050405020304" pitchFamily="18" charset="0"/>
                <a:ea typeface="楷体_GB2312" pitchFamily="49" charset="-122"/>
              </a:rPr>
              <a:t> </a:t>
            </a:r>
            <a:r>
              <a:rPr lang="en-US" altLang="zh-CN" sz="1800" i="1" dirty="0" err="1">
                <a:solidFill>
                  <a:prstClr val="black"/>
                </a:solidFill>
                <a:latin typeface="Times New Roman" panose="02020603050405020304" pitchFamily="18" charset="0"/>
                <a:ea typeface="楷体_GB2312" pitchFamily="49" charset="-122"/>
              </a:rPr>
              <a:t>readarray</a:t>
            </a:r>
            <a:r>
              <a:rPr lang="en-US" altLang="zh-CN" sz="1800" dirty="0">
                <a:solidFill>
                  <a:prstClr val="black"/>
                </a:solidFill>
                <a:latin typeface="Times New Roman" panose="02020603050405020304" pitchFamily="18" charset="0"/>
                <a:ea typeface="楷体_GB2312" pitchFamily="49" charset="-122"/>
              </a:rPr>
              <a:t>;</a:t>
            </a:r>
          </a:p>
          <a:p>
            <a:pPr algn="just" eaLnBrk="1" hangingPunct="1">
              <a:lnSpc>
                <a:spcPts val="1400"/>
              </a:lnSpc>
              <a:spcBef>
                <a:spcPct val="12000"/>
              </a:spcBef>
              <a:buClr>
                <a:srgbClr val="3333CC"/>
              </a:buClr>
              <a:buFont typeface="Wingdings" panose="05000000000000000000" pitchFamily="2" charset="2"/>
              <a:buNone/>
              <a:defRPr/>
            </a:pPr>
            <a:r>
              <a:rPr lang="en-US" altLang="zh-CN" sz="1800" dirty="0">
                <a:solidFill>
                  <a:srgbClr val="073E87"/>
                </a:solidFill>
                <a:latin typeface="Times New Roman" panose="02020603050405020304" pitchFamily="18" charset="0"/>
                <a:ea typeface="楷体_GB2312" pitchFamily="49" charset="-122"/>
              </a:rPr>
              <a:t>	   </a:t>
            </a:r>
            <a:r>
              <a:rPr lang="en-US" altLang="zh-CN" sz="1800" i="1" dirty="0" err="1">
                <a:solidFill>
                  <a:srgbClr val="0000FF"/>
                </a:solidFill>
                <a:latin typeface="Times New Roman" panose="02020603050405020304" pitchFamily="18" charset="0"/>
                <a:ea typeface="楷体_GB2312" pitchFamily="49" charset="-122"/>
              </a:rPr>
              <a:t>var</a:t>
            </a:r>
            <a:r>
              <a:rPr lang="en-US" altLang="zh-CN" sz="1800" dirty="0">
                <a:solidFill>
                  <a:srgbClr val="0000FF"/>
                </a:solidFill>
                <a:latin typeface="Times New Roman" panose="02020603050405020304" pitchFamily="18" charset="0"/>
                <a:ea typeface="楷体_GB2312" pitchFamily="49" charset="-122"/>
              </a:rPr>
              <a:t> </a:t>
            </a:r>
            <a:r>
              <a:rPr lang="en-US" altLang="zh-CN" sz="1800" i="1" dirty="0">
                <a:solidFill>
                  <a:prstClr val="black"/>
                </a:solidFill>
                <a:latin typeface="Times New Roman" panose="02020603050405020304" pitchFamily="18" charset="0"/>
                <a:ea typeface="楷体_GB2312" pitchFamily="49" charset="-122"/>
              </a:rPr>
              <a:t>i</a:t>
            </a:r>
            <a:r>
              <a:rPr lang="en-US" altLang="zh-CN" sz="1800" dirty="0">
                <a:solidFill>
                  <a:prstClr val="black"/>
                </a:solidFill>
                <a:latin typeface="Times New Roman" panose="02020603050405020304" pitchFamily="18" charset="0"/>
                <a:ea typeface="楷体_GB2312" pitchFamily="49" charset="-122"/>
              </a:rPr>
              <a:t>:</a:t>
            </a:r>
            <a:r>
              <a:rPr lang="en-US" altLang="zh-CN" sz="1800" i="1" dirty="0">
                <a:solidFill>
                  <a:prstClr val="black"/>
                </a:solidFill>
                <a:latin typeface="Times New Roman" panose="02020603050405020304" pitchFamily="18" charset="0"/>
                <a:ea typeface="楷体_GB2312" pitchFamily="49" charset="-122"/>
              </a:rPr>
              <a:t>int</a:t>
            </a:r>
            <a:r>
              <a:rPr lang="en-US" altLang="zh-CN" sz="1800" dirty="0">
                <a:solidFill>
                  <a:prstClr val="black"/>
                </a:solidFill>
                <a:latin typeface="Times New Roman" panose="02020603050405020304" pitchFamily="18" charset="0"/>
                <a:ea typeface="楷体_GB2312" pitchFamily="49" charset="-122"/>
              </a:rPr>
              <a:t>; {…}</a:t>
            </a:r>
          </a:p>
          <a:p>
            <a:pPr algn="just" eaLnBrk="1" hangingPunct="1">
              <a:lnSpc>
                <a:spcPts val="1400"/>
              </a:lnSpc>
              <a:spcBef>
                <a:spcPct val="12000"/>
              </a:spcBef>
              <a:buClr>
                <a:srgbClr val="3333CC"/>
              </a:buClr>
              <a:buFont typeface="Wingdings" panose="05000000000000000000" pitchFamily="2" charset="2"/>
              <a:buNone/>
              <a:defRPr/>
            </a:pPr>
            <a:r>
              <a:rPr lang="en-US" altLang="zh-CN" sz="1800" dirty="0">
                <a:solidFill>
                  <a:srgbClr val="073E87"/>
                </a:solidFill>
                <a:latin typeface="Times New Roman" panose="02020603050405020304" pitchFamily="18" charset="0"/>
                <a:ea typeface="楷体_GB2312" pitchFamily="49" charset="-122"/>
              </a:rPr>
              <a:t>	</a:t>
            </a:r>
            <a:r>
              <a:rPr lang="en-US" altLang="zh-CN" sz="1800" i="1" dirty="0" err="1">
                <a:solidFill>
                  <a:srgbClr val="0000FF"/>
                </a:solidFill>
                <a:latin typeface="Times New Roman" panose="02020603050405020304" pitchFamily="18" charset="0"/>
                <a:ea typeface="楷体_GB2312" pitchFamily="49" charset="-122"/>
              </a:rPr>
              <a:t>proc</a:t>
            </a:r>
            <a:r>
              <a:rPr lang="en-US" altLang="zh-CN" sz="1800" dirty="0">
                <a:solidFill>
                  <a:srgbClr val="0000FF"/>
                </a:solidFill>
                <a:latin typeface="Times New Roman" panose="02020603050405020304" pitchFamily="18" charset="0"/>
                <a:ea typeface="楷体_GB2312" pitchFamily="49" charset="-122"/>
              </a:rPr>
              <a:t> </a:t>
            </a:r>
            <a:r>
              <a:rPr lang="en-US" altLang="zh-CN" sz="1800" i="1" dirty="0">
                <a:solidFill>
                  <a:prstClr val="black"/>
                </a:solidFill>
                <a:latin typeface="Times New Roman" panose="02020603050405020304" pitchFamily="18" charset="0"/>
                <a:ea typeface="楷体_GB2312" pitchFamily="49" charset="-122"/>
              </a:rPr>
              <a:t>exchange</a:t>
            </a:r>
            <a:r>
              <a:rPr lang="en-US" altLang="zh-CN" sz="1800" dirty="0">
                <a:solidFill>
                  <a:prstClr val="black"/>
                </a:solidFill>
                <a:latin typeface="Times New Roman" panose="02020603050405020304" pitchFamily="18" charset="0"/>
                <a:ea typeface="楷体_GB2312" pitchFamily="49" charset="-122"/>
              </a:rPr>
              <a:t>; {…}</a:t>
            </a:r>
            <a:endParaRPr lang="zh-CN" altLang="en-US" sz="1800" dirty="0">
              <a:solidFill>
                <a:srgbClr val="073E87"/>
              </a:solidFill>
              <a:latin typeface="Times New Roman" panose="02020603050405020304" pitchFamily="18" charset="0"/>
              <a:ea typeface="楷体_GB2312" pitchFamily="49" charset="-122"/>
            </a:endParaRPr>
          </a:p>
          <a:p>
            <a:pPr algn="just" eaLnBrk="1" hangingPunct="1">
              <a:lnSpc>
                <a:spcPts val="1400"/>
              </a:lnSpc>
              <a:spcBef>
                <a:spcPct val="12000"/>
              </a:spcBef>
              <a:buClr>
                <a:srgbClr val="3333CC"/>
              </a:buClr>
              <a:buFont typeface="Wingdings" panose="05000000000000000000" pitchFamily="2" charset="2"/>
              <a:buNone/>
              <a:defRPr/>
            </a:pPr>
            <a:r>
              <a:rPr lang="en-US" altLang="zh-CN" sz="1800" dirty="0">
                <a:solidFill>
                  <a:srgbClr val="073E87"/>
                </a:solidFill>
                <a:latin typeface="Times New Roman" panose="02020603050405020304" pitchFamily="18" charset="0"/>
                <a:ea typeface="楷体_GB2312" pitchFamily="49" charset="-122"/>
              </a:rPr>
              <a:t>	</a:t>
            </a:r>
            <a:r>
              <a:rPr lang="en-US" altLang="zh-CN" sz="1800" i="1" dirty="0" err="1">
                <a:solidFill>
                  <a:srgbClr val="0000FF"/>
                </a:solidFill>
                <a:latin typeface="Times New Roman" panose="02020603050405020304" pitchFamily="18" charset="0"/>
                <a:ea typeface="楷体_GB2312" pitchFamily="49" charset="-122"/>
              </a:rPr>
              <a:t>proc</a:t>
            </a:r>
            <a:r>
              <a:rPr lang="en-US" altLang="zh-CN" sz="1800" dirty="0">
                <a:solidFill>
                  <a:srgbClr val="0000FF"/>
                </a:solidFill>
                <a:latin typeface="Times New Roman" panose="02020603050405020304" pitchFamily="18" charset="0"/>
                <a:ea typeface="楷体_GB2312" pitchFamily="49" charset="-122"/>
              </a:rPr>
              <a:t> </a:t>
            </a:r>
            <a:r>
              <a:rPr lang="en-US" altLang="zh-CN" sz="1800" i="1" dirty="0">
                <a:solidFill>
                  <a:prstClr val="black"/>
                </a:solidFill>
                <a:latin typeface="Times New Roman" panose="02020603050405020304" pitchFamily="18" charset="0"/>
                <a:ea typeface="楷体_GB2312" pitchFamily="49" charset="-122"/>
              </a:rPr>
              <a:t>quicksort</a:t>
            </a:r>
            <a:r>
              <a:rPr lang="en-US" altLang="zh-CN" sz="1800" dirty="0">
                <a:solidFill>
                  <a:prstClr val="black"/>
                </a:solidFill>
                <a:latin typeface="Times New Roman" panose="02020603050405020304" pitchFamily="18" charset="0"/>
                <a:ea typeface="楷体_GB2312" pitchFamily="49" charset="-122"/>
              </a:rPr>
              <a:t>;</a:t>
            </a:r>
          </a:p>
          <a:p>
            <a:pPr algn="just" eaLnBrk="1" hangingPunct="1">
              <a:lnSpc>
                <a:spcPts val="1400"/>
              </a:lnSpc>
              <a:spcBef>
                <a:spcPct val="12000"/>
              </a:spcBef>
              <a:buClr>
                <a:srgbClr val="3333CC"/>
              </a:buClr>
              <a:buFont typeface="Wingdings" panose="05000000000000000000" pitchFamily="2" charset="2"/>
              <a:buNone/>
              <a:defRPr/>
            </a:pPr>
            <a:r>
              <a:rPr lang="en-US" altLang="zh-CN" sz="1800" dirty="0">
                <a:solidFill>
                  <a:srgbClr val="073E87"/>
                </a:solidFill>
                <a:latin typeface="Times New Roman" panose="02020603050405020304" pitchFamily="18" charset="0"/>
                <a:ea typeface="楷体_GB2312" pitchFamily="49" charset="-122"/>
              </a:rPr>
              <a:t>	   </a:t>
            </a:r>
            <a:r>
              <a:rPr lang="en-US" altLang="zh-CN" sz="1800" i="1" dirty="0" err="1">
                <a:solidFill>
                  <a:srgbClr val="0000FF"/>
                </a:solidFill>
                <a:latin typeface="Times New Roman" panose="02020603050405020304" pitchFamily="18" charset="0"/>
                <a:ea typeface="楷体_GB2312" pitchFamily="49" charset="-122"/>
              </a:rPr>
              <a:t>var</a:t>
            </a:r>
            <a:r>
              <a:rPr lang="en-US" altLang="zh-CN" sz="1800" dirty="0">
                <a:solidFill>
                  <a:srgbClr val="0000FF"/>
                </a:solidFill>
                <a:latin typeface="Times New Roman" panose="02020603050405020304" pitchFamily="18" charset="0"/>
                <a:ea typeface="楷体_GB2312" pitchFamily="49" charset="-122"/>
              </a:rPr>
              <a:t> </a:t>
            </a:r>
            <a:r>
              <a:rPr lang="en-US" altLang="zh-CN" sz="1800" i="1" dirty="0">
                <a:solidFill>
                  <a:prstClr val="black"/>
                </a:solidFill>
                <a:latin typeface="Times New Roman" panose="02020603050405020304" pitchFamily="18" charset="0"/>
                <a:ea typeface="楷体_GB2312" pitchFamily="49" charset="-122"/>
              </a:rPr>
              <a:t>k</a:t>
            </a:r>
            <a:r>
              <a:rPr lang="en-US" altLang="zh-CN" sz="1800" dirty="0">
                <a:solidFill>
                  <a:prstClr val="black"/>
                </a:solidFill>
                <a:latin typeface="Times New Roman" panose="02020603050405020304" pitchFamily="18" charset="0"/>
                <a:ea typeface="楷体_GB2312" pitchFamily="49" charset="-122"/>
              </a:rPr>
              <a:t>, </a:t>
            </a:r>
            <a:r>
              <a:rPr lang="en-US" altLang="zh-CN" sz="1800" i="1" dirty="0">
                <a:solidFill>
                  <a:prstClr val="black"/>
                </a:solidFill>
                <a:latin typeface="Times New Roman" panose="02020603050405020304" pitchFamily="18" charset="0"/>
                <a:ea typeface="楷体_GB2312" pitchFamily="49" charset="-122"/>
              </a:rPr>
              <a:t>v</a:t>
            </a:r>
            <a:r>
              <a:rPr lang="en-US" altLang="zh-CN" sz="1800" dirty="0">
                <a:solidFill>
                  <a:prstClr val="black"/>
                </a:solidFill>
                <a:latin typeface="Times New Roman" panose="02020603050405020304" pitchFamily="18" charset="0"/>
                <a:ea typeface="楷体_GB2312" pitchFamily="49" charset="-122"/>
              </a:rPr>
              <a:t>:</a:t>
            </a:r>
            <a:r>
              <a:rPr lang="en-US" altLang="zh-CN" sz="1800" i="1" dirty="0">
                <a:solidFill>
                  <a:prstClr val="black"/>
                </a:solidFill>
                <a:latin typeface="Times New Roman" panose="02020603050405020304" pitchFamily="18" charset="0"/>
                <a:ea typeface="楷体_GB2312" pitchFamily="49" charset="-122"/>
              </a:rPr>
              <a:t>int</a:t>
            </a:r>
            <a:r>
              <a:rPr lang="en-US" altLang="zh-CN" sz="1800" dirty="0">
                <a:solidFill>
                  <a:prstClr val="black"/>
                </a:solidFill>
                <a:latin typeface="Times New Roman" panose="02020603050405020304" pitchFamily="18" charset="0"/>
                <a:ea typeface="楷体_GB2312" pitchFamily="49" charset="-122"/>
              </a:rPr>
              <a:t>;</a:t>
            </a:r>
          </a:p>
          <a:p>
            <a:pPr algn="just" eaLnBrk="1" hangingPunct="1">
              <a:lnSpc>
                <a:spcPts val="1400"/>
              </a:lnSpc>
              <a:spcBef>
                <a:spcPct val="12000"/>
              </a:spcBef>
              <a:buClr>
                <a:srgbClr val="3333CC"/>
              </a:buClr>
              <a:buFont typeface="Wingdings" panose="05000000000000000000" pitchFamily="2" charset="2"/>
              <a:buNone/>
              <a:defRPr/>
            </a:pPr>
            <a:r>
              <a:rPr lang="en-US" altLang="zh-CN" sz="1800" dirty="0">
                <a:solidFill>
                  <a:srgbClr val="073E87"/>
                </a:solidFill>
                <a:latin typeface="Times New Roman" panose="02020603050405020304" pitchFamily="18" charset="0"/>
                <a:ea typeface="楷体_GB2312" pitchFamily="49" charset="-122"/>
              </a:rPr>
              <a:t>	      </a:t>
            </a:r>
            <a:r>
              <a:rPr lang="en-US" altLang="zh-CN" sz="1800" i="1" dirty="0" err="1">
                <a:solidFill>
                  <a:srgbClr val="0000FF"/>
                </a:solidFill>
                <a:latin typeface="Times New Roman" panose="02020603050405020304" pitchFamily="18" charset="0"/>
                <a:ea typeface="楷体_GB2312" pitchFamily="49" charset="-122"/>
              </a:rPr>
              <a:t>func</a:t>
            </a:r>
            <a:r>
              <a:rPr lang="en-US" altLang="zh-CN" sz="1800" dirty="0">
                <a:solidFill>
                  <a:srgbClr val="0000FF"/>
                </a:solidFill>
                <a:latin typeface="Times New Roman" panose="02020603050405020304" pitchFamily="18" charset="0"/>
                <a:ea typeface="楷体_GB2312" pitchFamily="49" charset="-122"/>
              </a:rPr>
              <a:t> </a:t>
            </a:r>
            <a:r>
              <a:rPr lang="en-US" altLang="zh-CN" sz="1800" i="1" dirty="0">
                <a:solidFill>
                  <a:prstClr val="black"/>
                </a:solidFill>
                <a:latin typeface="Times New Roman" panose="02020603050405020304" pitchFamily="18" charset="0"/>
                <a:ea typeface="楷体_GB2312" pitchFamily="49" charset="-122"/>
              </a:rPr>
              <a:t>partition</a:t>
            </a:r>
            <a:r>
              <a:rPr lang="en-US" altLang="zh-CN" sz="1800" dirty="0">
                <a:solidFill>
                  <a:prstClr val="black"/>
                </a:solidFill>
                <a:latin typeface="Times New Roman" panose="02020603050405020304" pitchFamily="18" charset="0"/>
                <a:ea typeface="楷体_GB2312" pitchFamily="49" charset="-122"/>
              </a:rPr>
              <a:t>;</a:t>
            </a:r>
          </a:p>
          <a:p>
            <a:pPr algn="just" eaLnBrk="1" hangingPunct="1">
              <a:lnSpc>
                <a:spcPts val="1400"/>
              </a:lnSpc>
              <a:spcBef>
                <a:spcPct val="12000"/>
              </a:spcBef>
              <a:buClr>
                <a:srgbClr val="3333CC"/>
              </a:buClr>
              <a:buFont typeface="Wingdings" panose="05000000000000000000" pitchFamily="2" charset="2"/>
              <a:buNone/>
              <a:defRPr/>
            </a:pPr>
            <a:r>
              <a:rPr lang="en-US" altLang="zh-CN" sz="1800" dirty="0">
                <a:solidFill>
                  <a:srgbClr val="073E87"/>
                </a:solidFill>
                <a:latin typeface="Times New Roman" panose="02020603050405020304" pitchFamily="18" charset="0"/>
                <a:ea typeface="楷体_GB2312" pitchFamily="49" charset="-122"/>
              </a:rPr>
              <a:t>		</a:t>
            </a:r>
            <a:r>
              <a:rPr lang="en-US" altLang="zh-CN" sz="1800" i="1" dirty="0" err="1">
                <a:solidFill>
                  <a:srgbClr val="0000FF"/>
                </a:solidFill>
                <a:latin typeface="Times New Roman" panose="02020603050405020304" pitchFamily="18" charset="0"/>
                <a:ea typeface="楷体_GB2312" pitchFamily="49" charset="-122"/>
              </a:rPr>
              <a:t>var</a:t>
            </a:r>
            <a:r>
              <a:rPr lang="en-US" altLang="zh-CN" sz="1800" dirty="0">
                <a:solidFill>
                  <a:srgbClr val="0000FF"/>
                </a:solidFill>
                <a:latin typeface="Times New Roman" panose="02020603050405020304" pitchFamily="18" charset="0"/>
                <a:ea typeface="楷体_GB2312" pitchFamily="49" charset="-122"/>
              </a:rPr>
              <a:t> </a:t>
            </a:r>
            <a:r>
              <a:rPr lang="en-US" altLang="zh-CN" sz="1800" i="1" dirty="0" err="1">
                <a:solidFill>
                  <a:prstClr val="black"/>
                </a:solidFill>
                <a:latin typeface="Times New Roman" panose="02020603050405020304" pitchFamily="18" charset="0"/>
                <a:ea typeface="楷体_GB2312" pitchFamily="49" charset="-122"/>
              </a:rPr>
              <a:t>i</a:t>
            </a:r>
            <a:r>
              <a:rPr lang="en-US" altLang="zh-CN" sz="1800" dirty="0">
                <a:solidFill>
                  <a:prstClr val="black"/>
                </a:solidFill>
                <a:latin typeface="Times New Roman" panose="02020603050405020304" pitchFamily="18" charset="0"/>
                <a:ea typeface="楷体_GB2312" pitchFamily="49" charset="-122"/>
              </a:rPr>
              <a:t>, </a:t>
            </a:r>
            <a:r>
              <a:rPr lang="en-US" altLang="zh-CN" sz="1800" i="1" dirty="0">
                <a:solidFill>
                  <a:prstClr val="black"/>
                </a:solidFill>
                <a:latin typeface="Times New Roman" panose="02020603050405020304" pitchFamily="18" charset="0"/>
                <a:ea typeface="楷体_GB2312" pitchFamily="49" charset="-122"/>
              </a:rPr>
              <a:t>j</a:t>
            </a:r>
            <a:r>
              <a:rPr lang="en-US" altLang="zh-CN" sz="1800" dirty="0">
                <a:solidFill>
                  <a:prstClr val="black"/>
                </a:solidFill>
                <a:latin typeface="Times New Roman" panose="02020603050405020304" pitchFamily="18" charset="0"/>
                <a:ea typeface="楷体_GB2312" pitchFamily="49" charset="-122"/>
              </a:rPr>
              <a:t>:</a:t>
            </a:r>
            <a:r>
              <a:rPr lang="en-US" altLang="zh-CN" sz="1800" i="1" dirty="0">
                <a:solidFill>
                  <a:prstClr val="black"/>
                </a:solidFill>
                <a:latin typeface="Times New Roman" panose="02020603050405020304" pitchFamily="18" charset="0"/>
                <a:ea typeface="楷体_GB2312" pitchFamily="49" charset="-122"/>
              </a:rPr>
              <a:t>int</a:t>
            </a:r>
            <a:r>
              <a:rPr lang="en-US" altLang="zh-CN" sz="1800" dirty="0">
                <a:solidFill>
                  <a:prstClr val="black"/>
                </a:solidFill>
                <a:latin typeface="Times New Roman" panose="02020603050405020304" pitchFamily="18" charset="0"/>
                <a:ea typeface="楷体_GB2312" pitchFamily="49" charset="-122"/>
              </a:rPr>
              <a:t>; {…}</a:t>
            </a:r>
          </a:p>
          <a:p>
            <a:pPr algn="just" eaLnBrk="1" hangingPunct="1">
              <a:lnSpc>
                <a:spcPts val="1400"/>
              </a:lnSpc>
              <a:spcBef>
                <a:spcPct val="12000"/>
              </a:spcBef>
              <a:buClr>
                <a:srgbClr val="3333CC"/>
              </a:buClr>
              <a:buFont typeface="Wingdings" panose="05000000000000000000" pitchFamily="2" charset="2"/>
              <a:buNone/>
              <a:defRPr/>
            </a:pPr>
            <a:r>
              <a:rPr lang="en-US" altLang="zh-CN" sz="1800" dirty="0">
                <a:solidFill>
                  <a:prstClr val="black"/>
                </a:solidFill>
                <a:latin typeface="Times New Roman" panose="02020603050405020304" pitchFamily="18" charset="0"/>
                <a:ea typeface="楷体_GB2312" pitchFamily="49" charset="-122"/>
              </a:rPr>
              <a:t>       {…}</a:t>
            </a:r>
          </a:p>
          <a:p>
            <a:pPr algn="just" eaLnBrk="1" hangingPunct="1">
              <a:lnSpc>
                <a:spcPts val="1400"/>
              </a:lnSpc>
              <a:spcBef>
                <a:spcPct val="12000"/>
              </a:spcBef>
              <a:buClr>
                <a:srgbClr val="3333CC"/>
              </a:buClr>
              <a:buFont typeface="Wingdings" panose="05000000000000000000" pitchFamily="2" charset="2"/>
              <a:buNone/>
              <a:defRPr/>
            </a:pPr>
            <a:r>
              <a:rPr lang="en-US" altLang="zh-CN" sz="1800" dirty="0">
                <a:solidFill>
                  <a:prstClr val="black"/>
                </a:solidFill>
                <a:latin typeface="Times New Roman" panose="02020603050405020304" pitchFamily="18" charset="0"/>
                <a:ea typeface="楷体_GB2312" pitchFamily="49" charset="-122"/>
              </a:rPr>
              <a:t>     {…}</a:t>
            </a:r>
          </a:p>
        </p:txBody>
      </p:sp>
      <p:grpSp>
        <p:nvGrpSpPr>
          <p:cNvPr id="162824" name="组合 5"/>
          <p:cNvGrpSpPr>
            <a:grpSpLocks/>
          </p:cNvGrpSpPr>
          <p:nvPr/>
        </p:nvGrpSpPr>
        <p:grpSpPr bwMode="auto">
          <a:xfrm>
            <a:off x="5070475" y="79375"/>
            <a:ext cx="1517650" cy="969963"/>
            <a:chOff x="5069755" y="79300"/>
            <a:chExt cx="1518468" cy="970576"/>
          </a:xfrm>
        </p:grpSpPr>
        <p:sp>
          <p:nvSpPr>
            <p:cNvPr id="162945" name="Rectangle 78"/>
            <p:cNvSpPr>
              <a:spLocks noChangeArrowheads="1"/>
            </p:cNvSpPr>
            <p:nvPr/>
          </p:nvSpPr>
          <p:spPr bwMode="auto">
            <a:xfrm>
              <a:off x="5573811" y="79300"/>
              <a:ext cx="1014412"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header</a:t>
              </a:r>
              <a:r>
                <a:rPr lang="zh-CN" altLang="en-US" sz="2100" i="1">
                  <a:solidFill>
                    <a:srgbClr val="000000"/>
                  </a:solidFill>
                  <a:ea typeface="宋体" panose="02010600030101010101" pitchFamily="2" charset="-122"/>
                  <a:cs typeface="Times New Roman" panose="02020603050405020304" pitchFamily="18" charset="0"/>
                </a:rPr>
                <a:t> </a:t>
              </a:r>
              <a:endParaRPr lang="en-US" altLang="zh-CN" sz="2100">
                <a:solidFill>
                  <a:srgbClr val="000000"/>
                </a:solidFill>
                <a:ea typeface="宋体" panose="02010600030101010101" pitchFamily="2" charset="-122"/>
                <a:cs typeface="Times New Roman" panose="02020603050405020304" pitchFamily="18" charset="0"/>
              </a:endParaRPr>
            </a:p>
          </p:txBody>
        </p:sp>
        <p:sp>
          <p:nvSpPr>
            <p:cNvPr id="162946" name="Line 30"/>
            <p:cNvSpPr>
              <a:spLocks noChangeShapeType="1"/>
            </p:cNvSpPr>
            <p:nvPr/>
          </p:nvSpPr>
          <p:spPr bwMode="auto">
            <a:xfrm>
              <a:off x="5175270" y="149876"/>
              <a:ext cx="0" cy="9000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2947" name="Line 37"/>
            <p:cNvSpPr>
              <a:spLocks noChangeShapeType="1"/>
            </p:cNvSpPr>
            <p:nvPr/>
          </p:nvSpPr>
          <p:spPr bwMode="auto">
            <a:xfrm flipV="1">
              <a:off x="5166098" y="452784"/>
              <a:ext cx="141582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2948" name="Rectangle 39"/>
            <p:cNvSpPr>
              <a:spLocks noChangeArrowheads="1"/>
            </p:cNvSpPr>
            <p:nvPr/>
          </p:nvSpPr>
          <p:spPr bwMode="auto">
            <a:xfrm>
              <a:off x="5069755" y="112637"/>
              <a:ext cx="515938"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1800" i="1">
                  <a:solidFill>
                    <a:srgbClr val="000000"/>
                  </a:solidFill>
                  <a:ea typeface="宋体" panose="02010600030101010101" pitchFamily="2" charset="-122"/>
                  <a:cs typeface="Times New Roman" panose="02020603050405020304" pitchFamily="18" charset="0"/>
                </a:rPr>
                <a:t>nil</a:t>
              </a:r>
              <a:endParaRPr lang="zh-CN" altLang="en-US" sz="1800" i="1">
                <a:solidFill>
                  <a:srgbClr val="000000"/>
                </a:solidFill>
                <a:ea typeface="宋体" panose="02010600030101010101" pitchFamily="2" charset="-122"/>
                <a:cs typeface="Times New Roman" panose="02020603050405020304" pitchFamily="18" charset="0"/>
              </a:endParaRPr>
            </a:p>
          </p:txBody>
        </p:sp>
        <p:sp>
          <p:nvSpPr>
            <p:cNvPr id="162949" name="Line 41"/>
            <p:cNvSpPr>
              <a:spLocks noChangeShapeType="1"/>
            </p:cNvSpPr>
            <p:nvPr/>
          </p:nvSpPr>
          <p:spPr bwMode="auto">
            <a:xfrm>
              <a:off x="5175622" y="165025"/>
              <a:ext cx="140000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2950" name="Line 42"/>
            <p:cNvSpPr>
              <a:spLocks noChangeShapeType="1"/>
            </p:cNvSpPr>
            <p:nvPr/>
          </p:nvSpPr>
          <p:spPr bwMode="auto">
            <a:xfrm>
              <a:off x="5573811" y="180900"/>
              <a:ext cx="0" cy="2825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2951" name="Line 43"/>
            <p:cNvSpPr>
              <a:spLocks noChangeShapeType="1"/>
            </p:cNvSpPr>
            <p:nvPr/>
          </p:nvSpPr>
          <p:spPr bwMode="auto">
            <a:xfrm>
              <a:off x="5573811" y="471412"/>
              <a:ext cx="0" cy="5762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2952" name="Line 44"/>
            <p:cNvSpPr>
              <a:spLocks noChangeShapeType="1"/>
            </p:cNvSpPr>
            <p:nvPr/>
          </p:nvSpPr>
          <p:spPr bwMode="auto">
            <a:xfrm>
              <a:off x="6318882" y="161552"/>
              <a:ext cx="0" cy="8667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2953" name="Line 44"/>
            <p:cNvSpPr>
              <a:spLocks noChangeShapeType="1"/>
            </p:cNvSpPr>
            <p:nvPr/>
          </p:nvSpPr>
          <p:spPr bwMode="auto">
            <a:xfrm>
              <a:off x="6581923" y="164231"/>
              <a:ext cx="0" cy="8667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grpSp>
        <p:nvGrpSpPr>
          <p:cNvPr id="162825" name="组合 180235"/>
          <p:cNvGrpSpPr>
            <a:grpSpLocks/>
          </p:cNvGrpSpPr>
          <p:nvPr/>
        </p:nvGrpSpPr>
        <p:grpSpPr bwMode="auto">
          <a:xfrm>
            <a:off x="3816350" y="-14288"/>
            <a:ext cx="1331913" cy="1649413"/>
            <a:chOff x="3816350" y="-15044"/>
            <a:chExt cx="1331714" cy="1649918"/>
          </a:xfrm>
        </p:grpSpPr>
        <p:sp>
          <p:nvSpPr>
            <p:cNvPr id="162937" name="Line 16"/>
            <p:cNvSpPr>
              <a:spLocks noChangeShapeType="1"/>
            </p:cNvSpPr>
            <p:nvPr/>
          </p:nvSpPr>
          <p:spPr bwMode="auto">
            <a:xfrm>
              <a:off x="3908022" y="337887"/>
              <a:ext cx="0" cy="12969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2938" name="Line 18"/>
            <p:cNvSpPr>
              <a:spLocks noChangeShapeType="1"/>
            </p:cNvSpPr>
            <p:nvPr/>
          </p:nvSpPr>
          <p:spPr bwMode="auto">
            <a:xfrm flipH="1" flipV="1">
              <a:off x="4355976" y="337887"/>
              <a:ext cx="0" cy="12969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2939" name="Line 19"/>
            <p:cNvSpPr>
              <a:spLocks noChangeShapeType="1"/>
            </p:cNvSpPr>
            <p:nvPr/>
          </p:nvSpPr>
          <p:spPr bwMode="auto">
            <a:xfrm>
              <a:off x="4484086" y="337887"/>
              <a:ext cx="0" cy="12954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2940" name="Line 20"/>
            <p:cNvSpPr>
              <a:spLocks noChangeShapeType="1"/>
            </p:cNvSpPr>
            <p:nvPr/>
          </p:nvSpPr>
          <p:spPr bwMode="auto">
            <a:xfrm>
              <a:off x="4491924" y="339502"/>
              <a:ext cx="27947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2941" name="Line 21"/>
            <p:cNvSpPr>
              <a:spLocks noChangeShapeType="1"/>
            </p:cNvSpPr>
            <p:nvPr/>
          </p:nvSpPr>
          <p:spPr bwMode="auto">
            <a:xfrm flipH="1" flipV="1">
              <a:off x="4771399" y="337887"/>
              <a:ext cx="0" cy="12954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2942" name="Text Box 22"/>
            <p:cNvSpPr txBox="1">
              <a:spLocks noChangeArrowheads="1"/>
            </p:cNvSpPr>
            <p:nvPr/>
          </p:nvSpPr>
          <p:spPr bwMode="auto">
            <a:xfrm>
              <a:off x="3816350" y="-15044"/>
              <a:ext cx="75565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eaLnBrk="1" hangingPunct="1">
                <a:spcBef>
                  <a:spcPct val="50000"/>
                </a:spcBef>
              </a:pPr>
              <a:r>
                <a:rPr lang="en-US" altLang="zh-CN" sz="1800" b="0" i="1">
                  <a:solidFill>
                    <a:srgbClr val="000000"/>
                  </a:solidFill>
                  <a:ea typeface="宋体" panose="02010600030101010101" pitchFamily="2" charset="-122"/>
                  <a:cs typeface="Times New Roman" panose="02020603050405020304" pitchFamily="18" charset="0"/>
                </a:rPr>
                <a:t>offset</a:t>
              </a:r>
            </a:p>
          </p:txBody>
        </p:sp>
        <p:sp>
          <p:nvSpPr>
            <p:cNvPr id="162943" name="Text Box 26"/>
            <p:cNvSpPr txBox="1">
              <a:spLocks noChangeArrowheads="1"/>
            </p:cNvSpPr>
            <p:nvPr/>
          </p:nvSpPr>
          <p:spPr bwMode="auto">
            <a:xfrm>
              <a:off x="4390827" y="-3398"/>
              <a:ext cx="757237"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eaLnBrk="1" hangingPunct="1">
                <a:spcBef>
                  <a:spcPct val="50000"/>
                </a:spcBef>
              </a:pPr>
              <a:r>
                <a:rPr lang="en-US" altLang="zh-CN" sz="1800" b="0" i="1">
                  <a:solidFill>
                    <a:srgbClr val="000000"/>
                  </a:solidFill>
                  <a:ea typeface="宋体" panose="02010600030101010101" pitchFamily="2" charset="-122"/>
                  <a:cs typeface="Times New Roman" panose="02020603050405020304" pitchFamily="18" charset="0"/>
                </a:rPr>
                <a:t>tblptr</a:t>
              </a:r>
            </a:p>
          </p:txBody>
        </p:sp>
        <p:sp>
          <p:nvSpPr>
            <p:cNvPr id="162944" name="Line 20"/>
            <p:cNvSpPr>
              <a:spLocks noChangeShapeType="1"/>
            </p:cNvSpPr>
            <p:nvPr/>
          </p:nvSpPr>
          <p:spPr bwMode="auto">
            <a:xfrm flipV="1">
              <a:off x="3908022" y="334865"/>
              <a:ext cx="434883" cy="463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sp>
        <p:nvSpPr>
          <p:cNvPr id="162826" name="Line 20"/>
          <p:cNvSpPr>
            <a:spLocks noChangeShapeType="1"/>
          </p:cNvSpPr>
          <p:nvPr/>
        </p:nvSpPr>
        <p:spPr bwMode="auto">
          <a:xfrm flipV="1">
            <a:off x="1296988" y="268288"/>
            <a:ext cx="1425575"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2827" name="Line 20"/>
          <p:cNvSpPr>
            <a:spLocks noChangeShapeType="1"/>
          </p:cNvSpPr>
          <p:nvPr/>
        </p:nvSpPr>
        <p:spPr bwMode="auto">
          <a:xfrm flipV="1">
            <a:off x="1633538" y="523875"/>
            <a:ext cx="1136650"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nvGrpSpPr>
          <p:cNvPr id="162828" name="组合 180224"/>
          <p:cNvGrpSpPr>
            <a:grpSpLocks/>
          </p:cNvGrpSpPr>
          <p:nvPr/>
        </p:nvGrpSpPr>
        <p:grpSpPr bwMode="auto">
          <a:xfrm>
            <a:off x="4881563" y="1639888"/>
            <a:ext cx="2038350" cy="361950"/>
            <a:chOff x="4880918" y="1639665"/>
            <a:chExt cx="2038349" cy="361950"/>
          </a:xfrm>
        </p:grpSpPr>
        <p:sp>
          <p:nvSpPr>
            <p:cNvPr id="162935" name="Rectangle 25"/>
            <p:cNvSpPr>
              <a:spLocks noChangeArrowheads="1"/>
            </p:cNvSpPr>
            <p:nvPr/>
          </p:nvSpPr>
          <p:spPr bwMode="auto">
            <a:xfrm>
              <a:off x="4880918" y="1639665"/>
              <a:ext cx="2038349"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a                </a:t>
              </a:r>
              <a:r>
                <a:rPr lang="en-US" altLang="zh-CN" sz="1800">
                  <a:solidFill>
                    <a:srgbClr val="000000"/>
                  </a:solidFill>
                  <a:ea typeface="宋体" panose="02010600030101010101" pitchFamily="2" charset="-122"/>
                  <a:cs typeface="Times New Roman" panose="02020603050405020304" pitchFamily="18" charset="0"/>
                </a:rPr>
                <a:t>array  0</a:t>
              </a:r>
            </a:p>
          </p:txBody>
        </p:sp>
        <p:sp>
          <p:nvSpPr>
            <p:cNvPr id="162936" name="Line 8"/>
            <p:cNvSpPr>
              <a:spLocks noChangeShapeType="1"/>
            </p:cNvSpPr>
            <p:nvPr/>
          </p:nvSpPr>
          <p:spPr bwMode="auto">
            <a:xfrm>
              <a:off x="4898381" y="1990502"/>
              <a:ext cx="2020886" cy="158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sp>
        <p:nvSpPr>
          <p:cNvPr id="162829" name="Line 20"/>
          <p:cNvSpPr>
            <a:spLocks noChangeShapeType="1"/>
          </p:cNvSpPr>
          <p:nvPr/>
        </p:nvSpPr>
        <p:spPr bwMode="auto">
          <a:xfrm>
            <a:off x="2982913" y="555625"/>
            <a:ext cx="377825"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nvGrpSpPr>
          <p:cNvPr id="7" name="组合 180236"/>
          <p:cNvGrpSpPr>
            <a:grpSpLocks/>
          </p:cNvGrpSpPr>
          <p:nvPr/>
        </p:nvGrpSpPr>
        <p:grpSpPr bwMode="auto">
          <a:xfrm>
            <a:off x="3913188" y="311150"/>
            <a:ext cx="1266825" cy="315913"/>
            <a:chOff x="3913756" y="310816"/>
            <a:chExt cx="1266106" cy="316804"/>
          </a:xfrm>
        </p:grpSpPr>
        <p:sp>
          <p:nvSpPr>
            <p:cNvPr id="162932" name="Line 20"/>
            <p:cNvSpPr>
              <a:spLocks noChangeShapeType="1"/>
            </p:cNvSpPr>
            <p:nvPr/>
          </p:nvSpPr>
          <p:spPr bwMode="auto">
            <a:xfrm>
              <a:off x="4499992" y="620241"/>
              <a:ext cx="27947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cxnSp>
          <p:nvCxnSpPr>
            <p:cNvPr id="124" name="直接箭头连接符 123"/>
            <p:cNvCxnSpPr/>
            <p:nvPr/>
          </p:nvCxnSpPr>
          <p:spPr>
            <a:xfrm flipV="1">
              <a:off x="4616619" y="310816"/>
              <a:ext cx="563243" cy="165566"/>
            </a:xfrm>
            <a:prstGeom prst="straightConnector1">
              <a:avLst/>
            </a:prstGeom>
            <a:ln w="38100">
              <a:solidFill>
                <a:srgbClr val="FF00FF"/>
              </a:solidFill>
              <a:tailEnd type="triangle"/>
            </a:ln>
          </p:spPr>
          <p:style>
            <a:lnRef idx="1">
              <a:schemeClr val="accent1"/>
            </a:lnRef>
            <a:fillRef idx="0">
              <a:schemeClr val="accent1"/>
            </a:fillRef>
            <a:effectRef idx="0">
              <a:schemeClr val="accent1"/>
            </a:effectRef>
            <a:fontRef idx="minor">
              <a:schemeClr val="tx1"/>
            </a:fontRef>
          </p:style>
        </p:cxnSp>
        <p:sp>
          <p:nvSpPr>
            <p:cNvPr id="151" name="矩形 150"/>
            <p:cNvSpPr/>
            <p:nvPr/>
          </p:nvSpPr>
          <p:spPr>
            <a:xfrm>
              <a:off x="3913756" y="334696"/>
              <a:ext cx="439487" cy="292924"/>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Times New Roman" panose="02020603050405020304" pitchFamily="18" charset="0"/>
                  <a:cs typeface="Times New Roman" panose="02020603050405020304" pitchFamily="18" charset="0"/>
                </a:rPr>
                <a:t>0</a:t>
              </a:r>
              <a:endParaRPr lang="zh-CN" altLang="en-US" dirty="0">
                <a:solidFill>
                  <a:prstClr val="black"/>
                </a:solidFill>
                <a:latin typeface="Times New Roman" panose="02020603050405020304" pitchFamily="18" charset="0"/>
                <a:cs typeface="Times New Roman" panose="02020603050405020304" pitchFamily="18" charset="0"/>
              </a:endParaRPr>
            </a:p>
          </p:txBody>
        </p:sp>
      </p:grpSp>
      <p:grpSp>
        <p:nvGrpSpPr>
          <p:cNvPr id="8" name="组合 180238"/>
          <p:cNvGrpSpPr>
            <a:grpSpLocks/>
          </p:cNvGrpSpPr>
          <p:nvPr/>
        </p:nvGrpSpPr>
        <p:grpSpPr bwMode="auto">
          <a:xfrm>
            <a:off x="3908425" y="636588"/>
            <a:ext cx="990600" cy="769937"/>
            <a:chOff x="3907724" y="637094"/>
            <a:chExt cx="990625" cy="769481"/>
          </a:xfrm>
        </p:grpSpPr>
        <p:sp>
          <p:nvSpPr>
            <p:cNvPr id="162929" name="Line 20"/>
            <p:cNvSpPr>
              <a:spLocks noChangeShapeType="1"/>
            </p:cNvSpPr>
            <p:nvPr/>
          </p:nvSpPr>
          <p:spPr bwMode="auto">
            <a:xfrm>
              <a:off x="4499992" y="926397"/>
              <a:ext cx="27947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cxnSp>
          <p:nvCxnSpPr>
            <p:cNvPr id="133" name="直接箭头连接符 132"/>
            <p:cNvCxnSpPr/>
            <p:nvPr/>
          </p:nvCxnSpPr>
          <p:spPr>
            <a:xfrm>
              <a:off x="4617355" y="771951"/>
              <a:ext cx="280994" cy="634624"/>
            </a:xfrm>
            <a:prstGeom prst="straightConnector1">
              <a:avLst/>
            </a:prstGeom>
            <a:ln w="38100">
              <a:solidFill>
                <a:srgbClr val="FF00FF"/>
              </a:solidFill>
              <a:tailEnd type="triangle"/>
            </a:ln>
          </p:spPr>
          <p:style>
            <a:lnRef idx="1">
              <a:schemeClr val="accent1"/>
            </a:lnRef>
            <a:fillRef idx="0">
              <a:schemeClr val="accent1"/>
            </a:fillRef>
            <a:effectRef idx="0">
              <a:schemeClr val="accent1"/>
            </a:effectRef>
            <a:fontRef idx="minor">
              <a:schemeClr val="tx1"/>
            </a:fontRef>
          </p:style>
        </p:cxnSp>
        <p:sp>
          <p:nvSpPr>
            <p:cNvPr id="153" name="矩形 152"/>
            <p:cNvSpPr/>
            <p:nvPr/>
          </p:nvSpPr>
          <p:spPr>
            <a:xfrm>
              <a:off x="3907724" y="637094"/>
              <a:ext cx="439749" cy="291927"/>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Times New Roman" panose="02020603050405020304" pitchFamily="18" charset="0"/>
                  <a:cs typeface="Times New Roman" panose="02020603050405020304" pitchFamily="18" charset="0"/>
                </a:rPr>
                <a:t>0</a:t>
              </a:r>
              <a:endParaRPr lang="zh-CN" altLang="en-US" dirty="0">
                <a:solidFill>
                  <a:prstClr val="black"/>
                </a:solidFill>
                <a:latin typeface="Times New Roman" panose="02020603050405020304" pitchFamily="18" charset="0"/>
                <a:cs typeface="Times New Roman" panose="02020603050405020304" pitchFamily="18" charset="0"/>
              </a:endParaRPr>
            </a:p>
          </p:txBody>
        </p:sp>
      </p:grpSp>
      <p:sp>
        <p:nvSpPr>
          <p:cNvPr id="180232" name="矩形 180231"/>
          <p:cNvSpPr/>
          <p:nvPr/>
        </p:nvSpPr>
        <p:spPr>
          <a:xfrm>
            <a:off x="3916363" y="622300"/>
            <a:ext cx="439737" cy="293688"/>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Times New Roman" panose="02020603050405020304" pitchFamily="18" charset="0"/>
                <a:cs typeface="Times New Roman" panose="02020603050405020304" pitchFamily="18" charset="0"/>
              </a:rPr>
              <a:t>40</a:t>
            </a:r>
            <a:endParaRPr lang="zh-CN" altLang="en-US" dirty="0">
              <a:solidFill>
                <a:prstClr val="black"/>
              </a:solidFill>
              <a:latin typeface="Times New Roman" panose="02020603050405020304" pitchFamily="18" charset="0"/>
              <a:cs typeface="Times New Roman" panose="02020603050405020304" pitchFamily="18" charset="0"/>
            </a:endParaRPr>
          </a:p>
        </p:txBody>
      </p:sp>
      <p:grpSp>
        <p:nvGrpSpPr>
          <p:cNvPr id="162833" name="组合 180240"/>
          <p:cNvGrpSpPr>
            <a:grpSpLocks/>
          </p:cNvGrpSpPr>
          <p:nvPr/>
        </p:nvGrpSpPr>
        <p:grpSpPr bwMode="auto">
          <a:xfrm>
            <a:off x="4897438" y="1943100"/>
            <a:ext cx="2071687" cy="363538"/>
            <a:chOff x="4897836" y="1942382"/>
            <a:chExt cx="2070694" cy="363537"/>
          </a:xfrm>
        </p:grpSpPr>
        <p:sp>
          <p:nvSpPr>
            <p:cNvPr id="162927" name="Line 7"/>
            <p:cNvSpPr>
              <a:spLocks noChangeShapeType="1"/>
            </p:cNvSpPr>
            <p:nvPr/>
          </p:nvSpPr>
          <p:spPr bwMode="auto">
            <a:xfrm flipV="1">
              <a:off x="4899968" y="2281016"/>
              <a:ext cx="1978025" cy="158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2928" name="Rectangle 26"/>
            <p:cNvSpPr>
              <a:spLocks noChangeArrowheads="1"/>
            </p:cNvSpPr>
            <p:nvPr/>
          </p:nvSpPr>
          <p:spPr bwMode="auto">
            <a:xfrm>
              <a:off x="4897836" y="1942382"/>
              <a:ext cx="2070694"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x                 </a:t>
              </a:r>
              <a:r>
                <a:rPr lang="en-US" altLang="zh-CN" sz="1800">
                  <a:solidFill>
                    <a:srgbClr val="000000"/>
                  </a:solidFill>
                  <a:ea typeface="宋体" panose="02010600030101010101" pitchFamily="2" charset="-122"/>
                  <a:cs typeface="Times New Roman" panose="02020603050405020304" pitchFamily="18" charset="0"/>
                </a:rPr>
                <a:t>int     44</a:t>
              </a:r>
            </a:p>
          </p:txBody>
        </p:sp>
      </p:grpSp>
      <p:sp>
        <p:nvSpPr>
          <p:cNvPr id="162834" name="Line 20"/>
          <p:cNvSpPr>
            <a:spLocks noChangeShapeType="1"/>
          </p:cNvSpPr>
          <p:nvPr/>
        </p:nvSpPr>
        <p:spPr bwMode="auto">
          <a:xfrm>
            <a:off x="1633538" y="700088"/>
            <a:ext cx="1427162"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2835" name="Line 20"/>
          <p:cNvSpPr>
            <a:spLocks noChangeShapeType="1"/>
          </p:cNvSpPr>
          <p:nvPr/>
        </p:nvSpPr>
        <p:spPr bwMode="auto">
          <a:xfrm flipV="1">
            <a:off x="1785938" y="922338"/>
            <a:ext cx="842962"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nvGrpSpPr>
          <p:cNvPr id="162836" name="组合 180243"/>
          <p:cNvGrpSpPr>
            <a:grpSpLocks/>
          </p:cNvGrpSpPr>
          <p:nvPr/>
        </p:nvGrpSpPr>
        <p:grpSpPr bwMode="auto">
          <a:xfrm>
            <a:off x="7504113" y="539750"/>
            <a:ext cx="1239837" cy="361950"/>
            <a:chOff x="7504161" y="539279"/>
            <a:chExt cx="1239492" cy="361950"/>
          </a:xfrm>
        </p:grpSpPr>
        <p:sp>
          <p:nvSpPr>
            <p:cNvPr id="162925" name="Line 19"/>
            <p:cNvSpPr>
              <a:spLocks noChangeShapeType="1"/>
            </p:cNvSpPr>
            <p:nvPr/>
          </p:nvSpPr>
          <p:spPr bwMode="auto">
            <a:xfrm flipV="1">
              <a:off x="7504161" y="875829"/>
              <a:ext cx="122837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2926" name="Rectangle 40"/>
            <p:cNvSpPr>
              <a:spLocks noChangeArrowheads="1"/>
            </p:cNvSpPr>
            <p:nvPr/>
          </p:nvSpPr>
          <p:spPr bwMode="auto">
            <a:xfrm>
              <a:off x="7523211" y="539279"/>
              <a:ext cx="1220442"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i      </a:t>
              </a:r>
              <a:r>
                <a:rPr lang="en-US" altLang="zh-CN" sz="1800">
                  <a:solidFill>
                    <a:srgbClr val="000000"/>
                  </a:solidFill>
                  <a:ea typeface="宋体" panose="02010600030101010101" pitchFamily="2" charset="-122"/>
                  <a:cs typeface="Times New Roman" panose="02020603050405020304" pitchFamily="18" charset="0"/>
                </a:rPr>
                <a:t>int     0</a:t>
              </a:r>
            </a:p>
          </p:txBody>
        </p:sp>
      </p:grpSp>
      <p:sp>
        <p:nvSpPr>
          <p:cNvPr id="162837" name="Line 20"/>
          <p:cNvSpPr>
            <a:spLocks noChangeShapeType="1"/>
          </p:cNvSpPr>
          <p:nvPr/>
        </p:nvSpPr>
        <p:spPr bwMode="auto">
          <a:xfrm flipV="1">
            <a:off x="2773363" y="915988"/>
            <a:ext cx="334962"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78" name="矩形 177"/>
          <p:cNvSpPr/>
          <p:nvPr/>
        </p:nvSpPr>
        <p:spPr>
          <a:xfrm>
            <a:off x="8509000" y="298450"/>
            <a:ext cx="271463" cy="292100"/>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Times New Roman" panose="02020603050405020304" pitchFamily="18" charset="0"/>
                <a:cs typeface="Times New Roman" panose="02020603050405020304" pitchFamily="18" charset="0"/>
              </a:rPr>
              <a:t>4</a:t>
            </a:r>
            <a:endParaRPr lang="zh-CN" altLang="en-US" dirty="0">
              <a:solidFill>
                <a:prstClr val="black"/>
              </a:solidFill>
              <a:latin typeface="Times New Roman" panose="02020603050405020304" pitchFamily="18" charset="0"/>
              <a:cs typeface="Times New Roman" panose="02020603050405020304" pitchFamily="18" charset="0"/>
            </a:endParaRPr>
          </a:p>
        </p:txBody>
      </p:sp>
      <p:grpSp>
        <p:nvGrpSpPr>
          <p:cNvPr id="162839" name="组合 180244"/>
          <p:cNvGrpSpPr>
            <a:grpSpLocks/>
          </p:cNvGrpSpPr>
          <p:nvPr/>
        </p:nvGrpSpPr>
        <p:grpSpPr bwMode="auto">
          <a:xfrm>
            <a:off x="4862513" y="739775"/>
            <a:ext cx="2640012" cy="1817688"/>
            <a:chOff x="4861992" y="739181"/>
            <a:chExt cx="2640954" cy="1818058"/>
          </a:xfrm>
        </p:grpSpPr>
        <p:sp>
          <p:nvSpPr>
            <p:cNvPr id="84" name="Line 95"/>
            <p:cNvSpPr>
              <a:spLocks noChangeShapeType="1"/>
            </p:cNvSpPr>
            <p:nvPr/>
          </p:nvSpPr>
          <p:spPr bwMode="auto">
            <a:xfrm>
              <a:off x="7018586" y="739181"/>
              <a:ext cx="3176" cy="1722789"/>
            </a:xfrm>
            <a:prstGeom prst="line">
              <a:avLst/>
            </a:prstGeom>
            <a:noFill/>
            <a:ln w="25400">
              <a:solidFill>
                <a:schemeClr val="tx2">
                  <a:lumMod val="60000"/>
                  <a:lumOff val="40000"/>
                </a:schemeClr>
              </a:solidFill>
              <a:round/>
              <a:headEnd/>
              <a:tailEnd/>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86" name="Line 43"/>
            <p:cNvSpPr>
              <a:spLocks noChangeShapeType="1"/>
            </p:cNvSpPr>
            <p:nvPr/>
          </p:nvSpPr>
          <p:spPr bwMode="auto">
            <a:xfrm>
              <a:off x="7031291" y="750296"/>
              <a:ext cx="471655" cy="0"/>
            </a:xfrm>
            <a:prstGeom prst="line">
              <a:avLst/>
            </a:prstGeom>
            <a:noFill/>
            <a:ln w="25400">
              <a:solidFill>
                <a:schemeClr val="tx2">
                  <a:lumMod val="60000"/>
                  <a:lumOff val="40000"/>
                </a:schemeClr>
              </a:solidFill>
              <a:round/>
              <a:headEnd/>
              <a:tailEnd type="stealth" w="lg" len="lg"/>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162923" name="Line 6"/>
            <p:cNvSpPr>
              <a:spLocks noChangeShapeType="1"/>
            </p:cNvSpPr>
            <p:nvPr/>
          </p:nvSpPr>
          <p:spPr bwMode="auto">
            <a:xfrm flipV="1">
              <a:off x="4874568" y="2557239"/>
              <a:ext cx="198650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2924" name="Rectangle 28"/>
            <p:cNvSpPr>
              <a:spLocks noChangeArrowheads="1"/>
            </p:cNvSpPr>
            <p:nvPr/>
          </p:nvSpPr>
          <p:spPr bwMode="auto">
            <a:xfrm>
              <a:off x="4861992" y="2192115"/>
              <a:ext cx="1314450"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readarray</a:t>
              </a:r>
            </a:p>
          </p:txBody>
        </p:sp>
      </p:grpSp>
      <p:sp>
        <p:nvSpPr>
          <p:cNvPr id="162840" name="Line 20"/>
          <p:cNvSpPr>
            <a:spLocks noChangeShapeType="1"/>
          </p:cNvSpPr>
          <p:nvPr/>
        </p:nvSpPr>
        <p:spPr bwMode="auto">
          <a:xfrm>
            <a:off x="1619250" y="1131888"/>
            <a:ext cx="1427163"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nvGrpSpPr>
          <p:cNvPr id="162841" name="组合 1"/>
          <p:cNvGrpSpPr>
            <a:grpSpLocks/>
          </p:cNvGrpSpPr>
          <p:nvPr/>
        </p:nvGrpSpPr>
        <p:grpSpPr bwMode="auto">
          <a:xfrm>
            <a:off x="6861175" y="893763"/>
            <a:ext cx="1976438" cy="727075"/>
            <a:chOff x="6861077" y="893664"/>
            <a:chExt cx="1976561" cy="727596"/>
          </a:xfrm>
        </p:grpSpPr>
        <p:sp>
          <p:nvSpPr>
            <p:cNvPr id="162912" name="Rectangle 31"/>
            <p:cNvSpPr>
              <a:spLocks noChangeArrowheads="1"/>
            </p:cNvSpPr>
            <p:nvPr/>
          </p:nvSpPr>
          <p:spPr bwMode="auto">
            <a:xfrm>
              <a:off x="7566050" y="893664"/>
              <a:ext cx="1271588"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2100" i="1">
                  <a:solidFill>
                    <a:srgbClr val="000000"/>
                  </a:solidFill>
                  <a:ea typeface="宋体" panose="02010600030101010101" pitchFamily="2" charset="-122"/>
                  <a:cs typeface="Times New Roman" panose="02020603050405020304" pitchFamily="18" charset="0"/>
                </a:rPr>
                <a:t>exchange</a:t>
              </a:r>
            </a:p>
          </p:txBody>
        </p:sp>
        <p:sp>
          <p:nvSpPr>
            <p:cNvPr id="162913" name="Line 32"/>
            <p:cNvSpPr>
              <a:spLocks noChangeShapeType="1"/>
            </p:cNvSpPr>
            <p:nvPr/>
          </p:nvSpPr>
          <p:spPr bwMode="auto">
            <a:xfrm>
              <a:off x="7486725" y="1298998"/>
              <a:ext cx="0" cy="2921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2914" name="Line 33"/>
            <p:cNvSpPr>
              <a:spLocks noChangeShapeType="1"/>
            </p:cNvSpPr>
            <p:nvPr/>
          </p:nvSpPr>
          <p:spPr bwMode="auto">
            <a:xfrm>
              <a:off x="8718178" y="1298998"/>
              <a:ext cx="0" cy="32226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2915" name="Line 34"/>
            <p:cNvSpPr>
              <a:spLocks noChangeShapeType="1"/>
            </p:cNvSpPr>
            <p:nvPr/>
          </p:nvSpPr>
          <p:spPr bwMode="auto">
            <a:xfrm>
              <a:off x="7488312" y="1608559"/>
              <a:ext cx="119538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2916" name="Rectangle 35"/>
            <p:cNvSpPr>
              <a:spLocks noChangeArrowheads="1"/>
            </p:cNvSpPr>
            <p:nvPr/>
          </p:nvSpPr>
          <p:spPr bwMode="auto">
            <a:xfrm>
              <a:off x="7710066" y="1246610"/>
              <a:ext cx="1078408"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header</a:t>
              </a:r>
              <a:endParaRPr lang="en-US" altLang="zh-CN" sz="2100">
                <a:solidFill>
                  <a:srgbClr val="000000"/>
                </a:solidFill>
                <a:ea typeface="宋体" panose="02010600030101010101" pitchFamily="2" charset="-122"/>
                <a:cs typeface="Times New Roman" panose="02020603050405020304" pitchFamily="18" charset="0"/>
              </a:endParaRPr>
            </a:p>
          </p:txBody>
        </p:sp>
        <p:sp>
          <p:nvSpPr>
            <p:cNvPr id="162917" name="Line 36"/>
            <p:cNvSpPr>
              <a:spLocks noChangeShapeType="1"/>
            </p:cNvSpPr>
            <p:nvPr/>
          </p:nvSpPr>
          <p:spPr bwMode="auto">
            <a:xfrm flipV="1">
              <a:off x="7501013" y="1297409"/>
              <a:ext cx="1217166" cy="158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2918" name="Line 37"/>
            <p:cNvSpPr>
              <a:spLocks noChangeShapeType="1"/>
            </p:cNvSpPr>
            <p:nvPr/>
          </p:nvSpPr>
          <p:spPr bwMode="auto">
            <a:xfrm>
              <a:off x="7710066" y="1313285"/>
              <a:ext cx="0" cy="284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2919" name="Line 33"/>
            <p:cNvSpPr>
              <a:spLocks noChangeShapeType="1"/>
            </p:cNvSpPr>
            <p:nvPr/>
          </p:nvSpPr>
          <p:spPr bwMode="auto">
            <a:xfrm>
              <a:off x="8502154" y="1294235"/>
              <a:ext cx="0" cy="32226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2920" name="Line 51"/>
            <p:cNvSpPr>
              <a:spLocks noChangeShapeType="1"/>
            </p:cNvSpPr>
            <p:nvPr/>
          </p:nvSpPr>
          <p:spPr bwMode="auto">
            <a:xfrm flipH="1">
              <a:off x="6861077" y="1533301"/>
              <a:ext cx="736822" cy="0"/>
            </a:xfrm>
            <a:prstGeom prst="line">
              <a:avLst/>
            </a:prstGeom>
            <a:noFill/>
            <a:ln w="25400">
              <a:solidFill>
                <a:srgbClr val="FF0000"/>
              </a:solidFill>
              <a:round/>
              <a:headEnd/>
              <a:tailEnd type="stealth" w="lg" len="lg"/>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sp>
        <p:nvSpPr>
          <p:cNvPr id="162842" name="Line 20"/>
          <p:cNvSpPr>
            <a:spLocks noChangeShapeType="1"/>
          </p:cNvSpPr>
          <p:nvPr/>
        </p:nvSpPr>
        <p:spPr bwMode="auto">
          <a:xfrm flipV="1">
            <a:off x="3157538" y="1131888"/>
            <a:ext cx="334962"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22" name="矩形 121"/>
          <p:cNvSpPr/>
          <p:nvPr/>
        </p:nvSpPr>
        <p:spPr>
          <a:xfrm>
            <a:off x="8510588" y="1303338"/>
            <a:ext cx="238125" cy="292100"/>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Times New Roman" panose="02020603050405020304" pitchFamily="18" charset="0"/>
                <a:cs typeface="Times New Roman" panose="02020603050405020304" pitchFamily="18" charset="0"/>
              </a:rPr>
              <a:t>0</a:t>
            </a:r>
            <a:endParaRPr lang="zh-CN" altLang="en-US" dirty="0">
              <a:solidFill>
                <a:prstClr val="black"/>
              </a:solidFill>
              <a:latin typeface="Times New Roman" panose="02020603050405020304" pitchFamily="18" charset="0"/>
              <a:cs typeface="Times New Roman" panose="02020603050405020304" pitchFamily="18" charset="0"/>
            </a:endParaRPr>
          </a:p>
        </p:txBody>
      </p:sp>
      <p:grpSp>
        <p:nvGrpSpPr>
          <p:cNvPr id="162844" name="组合 3"/>
          <p:cNvGrpSpPr>
            <a:grpSpLocks/>
          </p:cNvGrpSpPr>
          <p:nvPr/>
        </p:nvGrpSpPr>
        <p:grpSpPr bwMode="auto">
          <a:xfrm>
            <a:off x="4862513" y="1423988"/>
            <a:ext cx="2551112" cy="1428750"/>
            <a:chOff x="4861992" y="1423765"/>
            <a:chExt cx="2551631" cy="1428750"/>
          </a:xfrm>
        </p:grpSpPr>
        <p:sp>
          <p:nvSpPr>
            <p:cNvPr id="162907" name="Line 5"/>
            <p:cNvSpPr>
              <a:spLocks noChangeShapeType="1"/>
            </p:cNvSpPr>
            <p:nvPr/>
          </p:nvSpPr>
          <p:spPr bwMode="auto">
            <a:xfrm>
              <a:off x="4887268" y="2846735"/>
              <a:ext cx="197380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2908" name="Rectangle 39"/>
            <p:cNvSpPr>
              <a:spLocks noChangeArrowheads="1"/>
            </p:cNvSpPr>
            <p:nvPr/>
          </p:nvSpPr>
          <p:spPr bwMode="auto">
            <a:xfrm>
              <a:off x="4861992" y="2488977"/>
              <a:ext cx="1260475"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exchange</a:t>
              </a:r>
            </a:p>
          </p:txBody>
        </p:sp>
        <p:sp>
          <p:nvSpPr>
            <p:cNvPr id="130" name="Line 103"/>
            <p:cNvSpPr>
              <a:spLocks noChangeShapeType="1"/>
            </p:cNvSpPr>
            <p:nvPr/>
          </p:nvSpPr>
          <p:spPr bwMode="auto">
            <a:xfrm flipH="1">
              <a:off x="6753089" y="2738215"/>
              <a:ext cx="374726" cy="0"/>
            </a:xfrm>
            <a:prstGeom prst="line">
              <a:avLst/>
            </a:prstGeom>
            <a:noFill/>
            <a:ln w="25400">
              <a:solidFill>
                <a:schemeClr val="tx2">
                  <a:lumMod val="60000"/>
                  <a:lumOff val="40000"/>
                </a:schemeClr>
              </a:solidFill>
              <a:round/>
              <a:headEnd/>
              <a:tailEnd/>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131" name="Line 95"/>
            <p:cNvSpPr>
              <a:spLocks noChangeShapeType="1"/>
            </p:cNvSpPr>
            <p:nvPr/>
          </p:nvSpPr>
          <p:spPr bwMode="auto">
            <a:xfrm flipH="1">
              <a:off x="7150044" y="1423765"/>
              <a:ext cx="0" cy="1330325"/>
            </a:xfrm>
            <a:prstGeom prst="line">
              <a:avLst/>
            </a:prstGeom>
            <a:noFill/>
            <a:ln w="25400">
              <a:solidFill>
                <a:schemeClr val="tx2">
                  <a:lumMod val="60000"/>
                  <a:lumOff val="40000"/>
                </a:schemeClr>
              </a:solidFill>
              <a:round/>
              <a:headEnd/>
              <a:tailEnd/>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132" name="Line 43"/>
            <p:cNvSpPr>
              <a:spLocks noChangeShapeType="1"/>
            </p:cNvSpPr>
            <p:nvPr/>
          </p:nvSpPr>
          <p:spPr bwMode="auto">
            <a:xfrm flipV="1">
              <a:off x="7129403" y="1436465"/>
              <a:ext cx="284220" cy="0"/>
            </a:xfrm>
            <a:prstGeom prst="line">
              <a:avLst/>
            </a:prstGeom>
            <a:noFill/>
            <a:ln w="25400">
              <a:solidFill>
                <a:schemeClr val="tx2">
                  <a:lumMod val="60000"/>
                  <a:lumOff val="40000"/>
                </a:schemeClr>
              </a:solidFill>
              <a:round/>
              <a:headEnd/>
              <a:tailEnd type="stealth" w="lg" len="lg"/>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grpSp>
      <p:sp>
        <p:nvSpPr>
          <p:cNvPr id="162845" name="Line 20"/>
          <p:cNvSpPr>
            <a:spLocks noChangeShapeType="1"/>
          </p:cNvSpPr>
          <p:nvPr/>
        </p:nvSpPr>
        <p:spPr bwMode="auto">
          <a:xfrm>
            <a:off x="1619250" y="1347788"/>
            <a:ext cx="1427163"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nvGrpSpPr>
          <p:cNvPr id="162846" name="组合 2"/>
          <p:cNvGrpSpPr>
            <a:grpSpLocks/>
          </p:cNvGrpSpPr>
          <p:nvPr/>
        </p:nvGrpSpPr>
        <p:grpSpPr bwMode="auto">
          <a:xfrm>
            <a:off x="6896100" y="1582738"/>
            <a:ext cx="2354263" cy="1533525"/>
            <a:chOff x="6895356" y="1582537"/>
            <a:chExt cx="2355402" cy="1533525"/>
          </a:xfrm>
        </p:grpSpPr>
        <p:sp>
          <p:nvSpPr>
            <p:cNvPr id="162897" name="Line 42"/>
            <p:cNvSpPr>
              <a:spLocks noChangeShapeType="1"/>
            </p:cNvSpPr>
            <p:nvPr/>
          </p:nvSpPr>
          <p:spPr bwMode="auto">
            <a:xfrm>
              <a:off x="7454577" y="1920674"/>
              <a:ext cx="1587" cy="117951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2898" name="Line 43"/>
            <p:cNvSpPr>
              <a:spLocks noChangeShapeType="1"/>
            </p:cNvSpPr>
            <p:nvPr/>
          </p:nvSpPr>
          <p:spPr bwMode="auto">
            <a:xfrm flipH="1">
              <a:off x="9091289" y="1919087"/>
              <a:ext cx="4763" cy="11969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2899" name="Line 47"/>
            <p:cNvSpPr>
              <a:spLocks noChangeShapeType="1"/>
            </p:cNvSpPr>
            <p:nvPr/>
          </p:nvSpPr>
          <p:spPr bwMode="auto">
            <a:xfrm flipV="1">
              <a:off x="7456164" y="2230237"/>
              <a:ext cx="163988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2900" name="Rectangle 48"/>
            <p:cNvSpPr>
              <a:spLocks noChangeArrowheads="1"/>
            </p:cNvSpPr>
            <p:nvPr/>
          </p:nvSpPr>
          <p:spPr bwMode="auto">
            <a:xfrm>
              <a:off x="7946702" y="1868287"/>
              <a:ext cx="1304056"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header  </a:t>
              </a:r>
              <a:endParaRPr lang="en-US" altLang="zh-CN" sz="2100">
                <a:solidFill>
                  <a:srgbClr val="000000"/>
                </a:solidFill>
                <a:ea typeface="宋体" panose="02010600030101010101" pitchFamily="2" charset="-122"/>
                <a:cs typeface="Times New Roman" panose="02020603050405020304" pitchFamily="18" charset="0"/>
              </a:endParaRPr>
            </a:p>
          </p:txBody>
        </p:sp>
        <p:sp>
          <p:nvSpPr>
            <p:cNvPr id="162901" name="Rectangle 49"/>
            <p:cNvSpPr>
              <a:spLocks noChangeArrowheads="1"/>
            </p:cNvSpPr>
            <p:nvPr/>
          </p:nvSpPr>
          <p:spPr bwMode="auto">
            <a:xfrm>
              <a:off x="7666582" y="1582537"/>
              <a:ext cx="1350963"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2100" i="1">
                  <a:solidFill>
                    <a:srgbClr val="000000"/>
                  </a:solidFill>
                  <a:ea typeface="宋体" panose="02010600030101010101" pitchFamily="2" charset="-122"/>
                  <a:cs typeface="Times New Roman" panose="02020603050405020304" pitchFamily="18" charset="0"/>
                </a:rPr>
                <a:t>quicksort</a:t>
              </a:r>
            </a:p>
          </p:txBody>
        </p:sp>
        <p:sp>
          <p:nvSpPr>
            <p:cNvPr id="162902" name="Line 50"/>
            <p:cNvSpPr>
              <a:spLocks noChangeShapeType="1"/>
            </p:cNvSpPr>
            <p:nvPr/>
          </p:nvSpPr>
          <p:spPr bwMode="auto">
            <a:xfrm flipV="1">
              <a:off x="7467277" y="1919087"/>
              <a:ext cx="1639887" cy="15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2903" name="Line 51"/>
            <p:cNvSpPr>
              <a:spLocks noChangeShapeType="1"/>
            </p:cNvSpPr>
            <p:nvPr/>
          </p:nvSpPr>
          <p:spPr bwMode="auto">
            <a:xfrm>
              <a:off x="7832402" y="1934962"/>
              <a:ext cx="1587" cy="2825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2904" name="Line 52"/>
            <p:cNvSpPr>
              <a:spLocks noChangeShapeType="1"/>
            </p:cNvSpPr>
            <p:nvPr/>
          </p:nvSpPr>
          <p:spPr bwMode="auto">
            <a:xfrm>
              <a:off x="8386662" y="2254049"/>
              <a:ext cx="0" cy="86042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2905" name="Line 51"/>
            <p:cNvSpPr>
              <a:spLocks noChangeShapeType="1"/>
            </p:cNvSpPr>
            <p:nvPr/>
          </p:nvSpPr>
          <p:spPr bwMode="auto">
            <a:xfrm flipH="1" flipV="1">
              <a:off x="6895356" y="2122287"/>
              <a:ext cx="821434" cy="438"/>
            </a:xfrm>
            <a:prstGeom prst="line">
              <a:avLst/>
            </a:prstGeom>
            <a:noFill/>
            <a:ln w="25400">
              <a:solidFill>
                <a:srgbClr val="FF0000"/>
              </a:solidFill>
              <a:round/>
              <a:headEnd/>
              <a:tailEnd type="stealth" w="lg" len="lg"/>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2906" name="Line 43"/>
            <p:cNvSpPr>
              <a:spLocks noChangeShapeType="1"/>
            </p:cNvSpPr>
            <p:nvPr/>
          </p:nvSpPr>
          <p:spPr bwMode="auto">
            <a:xfrm flipH="1">
              <a:off x="8746702" y="1903881"/>
              <a:ext cx="4763" cy="11969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sp>
        <p:nvSpPr>
          <p:cNvPr id="162847" name="Line 20"/>
          <p:cNvSpPr>
            <a:spLocks noChangeShapeType="1"/>
          </p:cNvSpPr>
          <p:nvPr/>
        </p:nvSpPr>
        <p:spPr bwMode="auto">
          <a:xfrm flipV="1">
            <a:off x="1785938" y="1563688"/>
            <a:ext cx="1136650"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nvGrpSpPr>
          <p:cNvPr id="162848" name="组合 6"/>
          <p:cNvGrpSpPr>
            <a:grpSpLocks/>
          </p:cNvGrpSpPr>
          <p:nvPr/>
        </p:nvGrpSpPr>
        <p:grpSpPr bwMode="auto">
          <a:xfrm>
            <a:off x="7467600" y="2201863"/>
            <a:ext cx="1676400" cy="361950"/>
            <a:chOff x="7467277" y="2201662"/>
            <a:chExt cx="1676723" cy="361950"/>
          </a:xfrm>
        </p:grpSpPr>
        <p:sp>
          <p:nvSpPr>
            <p:cNvPr id="162895" name="Rectangle 54"/>
            <p:cNvSpPr>
              <a:spLocks noChangeArrowheads="1"/>
            </p:cNvSpPr>
            <p:nvPr/>
          </p:nvSpPr>
          <p:spPr bwMode="auto">
            <a:xfrm>
              <a:off x="7505377" y="2201662"/>
              <a:ext cx="1638623"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k             </a:t>
              </a:r>
              <a:r>
                <a:rPr lang="en-US" altLang="zh-CN" sz="1800">
                  <a:solidFill>
                    <a:srgbClr val="000000"/>
                  </a:solidFill>
                  <a:ea typeface="宋体" panose="02010600030101010101" pitchFamily="2" charset="-122"/>
                  <a:cs typeface="Times New Roman" panose="02020603050405020304" pitchFamily="18" charset="0"/>
                </a:rPr>
                <a:t>int  0</a:t>
              </a:r>
            </a:p>
          </p:txBody>
        </p:sp>
        <p:sp>
          <p:nvSpPr>
            <p:cNvPr id="162896" name="Line 46"/>
            <p:cNvSpPr>
              <a:spLocks noChangeShapeType="1"/>
            </p:cNvSpPr>
            <p:nvPr/>
          </p:nvSpPr>
          <p:spPr bwMode="auto">
            <a:xfrm flipV="1">
              <a:off x="7467277" y="2525512"/>
              <a:ext cx="1639887" cy="15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grpSp>
        <p:nvGrpSpPr>
          <p:cNvPr id="162849" name="组合 7"/>
          <p:cNvGrpSpPr>
            <a:grpSpLocks/>
          </p:cNvGrpSpPr>
          <p:nvPr/>
        </p:nvGrpSpPr>
        <p:grpSpPr bwMode="auto">
          <a:xfrm>
            <a:off x="7467600" y="2486025"/>
            <a:ext cx="1643063" cy="390525"/>
            <a:chOff x="7467277" y="2485824"/>
            <a:chExt cx="1643062" cy="390526"/>
          </a:xfrm>
        </p:grpSpPr>
        <p:sp>
          <p:nvSpPr>
            <p:cNvPr id="162893" name="Rectangle 55"/>
            <p:cNvSpPr>
              <a:spLocks noChangeArrowheads="1"/>
            </p:cNvSpPr>
            <p:nvPr/>
          </p:nvSpPr>
          <p:spPr bwMode="auto">
            <a:xfrm>
              <a:off x="7505376" y="2485824"/>
              <a:ext cx="1585913" cy="3905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v             </a:t>
              </a:r>
              <a:r>
                <a:rPr lang="en-US" altLang="zh-CN" sz="1800">
                  <a:solidFill>
                    <a:srgbClr val="000000"/>
                  </a:solidFill>
                  <a:ea typeface="宋体" panose="02010600030101010101" pitchFamily="2" charset="-122"/>
                  <a:cs typeface="Times New Roman" panose="02020603050405020304" pitchFamily="18" charset="0"/>
                </a:rPr>
                <a:t>int  4</a:t>
              </a:r>
            </a:p>
          </p:txBody>
        </p:sp>
        <p:sp>
          <p:nvSpPr>
            <p:cNvPr id="162894" name="Line 45"/>
            <p:cNvSpPr>
              <a:spLocks noChangeShapeType="1"/>
            </p:cNvSpPr>
            <p:nvPr/>
          </p:nvSpPr>
          <p:spPr bwMode="auto">
            <a:xfrm flipV="1">
              <a:off x="7467277" y="2819199"/>
              <a:ext cx="1643062" cy="15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sp>
        <p:nvSpPr>
          <p:cNvPr id="162850" name="Line 20"/>
          <p:cNvSpPr>
            <a:spLocks noChangeShapeType="1"/>
          </p:cNvSpPr>
          <p:nvPr/>
        </p:nvSpPr>
        <p:spPr bwMode="auto">
          <a:xfrm flipV="1">
            <a:off x="1938338" y="1779588"/>
            <a:ext cx="1136650"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nvGrpSpPr>
          <p:cNvPr id="162851" name="组合 8"/>
          <p:cNvGrpSpPr>
            <a:grpSpLocks/>
          </p:cNvGrpSpPr>
          <p:nvPr/>
        </p:nvGrpSpPr>
        <p:grpSpPr bwMode="auto">
          <a:xfrm>
            <a:off x="7604125" y="3176588"/>
            <a:ext cx="1524000" cy="1260475"/>
            <a:chOff x="7603925" y="3176042"/>
            <a:chExt cx="1523902" cy="1261690"/>
          </a:xfrm>
        </p:grpSpPr>
        <p:sp>
          <p:nvSpPr>
            <p:cNvPr id="162883" name="Line 56"/>
            <p:cNvSpPr>
              <a:spLocks noChangeShapeType="1"/>
            </p:cNvSpPr>
            <p:nvPr/>
          </p:nvSpPr>
          <p:spPr bwMode="auto">
            <a:xfrm flipH="1">
              <a:off x="7603925" y="3513385"/>
              <a:ext cx="0" cy="9032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2884" name="Line 57"/>
            <p:cNvSpPr>
              <a:spLocks noChangeShapeType="1"/>
            </p:cNvSpPr>
            <p:nvPr/>
          </p:nvSpPr>
          <p:spPr bwMode="auto">
            <a:xfrm flipH="1">
              <a:off x="8899449" y="3513385"/>
              <a:ext cx="0" cy="9032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2885" name="Line 60"/>
            <p:cNvSpPr>
              <a:spLocks noChangeShapeType="1"/>
            </p:cNvSpPr>
            <p:nvPr/>
          </p:nvSpPr>
          <p:spPr bwMode="auto">
            <a:xfrm flipV="1">
              <a:off x="7616626" y="3807495"/>
              <a:ext cx="129076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2886" name="Rectangle 61"/>
            <p:cNvSpPr>
              <a:spLocks noChangeArrowheads="1"/>
            </p:cNvSpPr>
            <p:nvPr/>
          </p:nvSpPr>
          <p:spPr bwMode="auto">
            <a:xfrm>
              <a:off x="7891337" y="3460998"/>
              <a:ext cx="1188964"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header  </a:t>
              </a:r>
              <a:endParaRPr lang="en-US" altLang="zh-CN" sz="2100">
                <a:solidFill>
                  <a:srgbClr val="000000"/>
                </a:solidFill>
                <a:ea typeface="宋体" panose="02010600030101010101" pitchFamily="2" charset="-122"/>
                <a:cs typeface="Times New Roman" panose="02020603050405020304" pitchFamily="18" charset="0"/>
              </a:endParaRPr>
            </a:p>
          </p:txBody>
        </p:sp>
        <p:sp>
          <p:nvSpPr>
            <p:cNvPr id="162887" name="Rectangle 62"/>
            <p:cNvSpPr>
              <a:spLocks noChangeArrowheads="1"/>
            </p:cNvSpPr>
            <p:nvPr/>
          </p:nvSpPr>
          <p:spPr bwMode="auto">
            <a:xfrm>
              <a:off x="7776864" y="3176042"/>
              <a:ext cx="1350963"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2100" i="1">
                  <a:solidFill>
                    <a:srgbClr val="000000"/>
                  </a:solidFill>
                  <a:ea typeface="宋体" panose="02010600030101010101" pitchFamily="2" charset="-122"/>
                  <a:cs typeface="Times New Roman" panose="02020603050405020304" pitchFamily="18" charset="0"/>
                </a:rPr>
                <a:t>partition</a:t>
              </a:r>
            </a:p>
          </p:txBody>
        </p:sp>
        <p:sp>
          <p:nvSpPr>
            <p:cNvPr id="162888" name="Line 63"/>
            <p:cNvSpPr>
              <a:spLocks noChangeShapeType="1"/>
            </p:cNvSpPr>
            <p:nvPr/>
          </p:nvSpPr>
          <p:spPr bwMode="auto">
            <a:xfrm>
              <a:off x="7627738" y="3514972"/>
              <a:ext cx="1269999" cy="158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2889" name="Line 64"/>
            <p:cNvSpPr>
              <a:spLocks noChangeShapeType="1"/>
            </p:cNvSpPr>
            <p:nvPr/>
          </p:nvSpPr>
          <p:spPr bwMode="auto">
            <a:xfrm>
              <a:off x="7891337" y="3527673"/>
              <a:ext cx="1587" cy="2825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2890" name="Line 65"/>
            <p:cNvSpPr>
              <a:spLocks noChangeShapeType="1"/>
            </p:cNvSpPr>
            <p:nvPr/>
          </p:nvSpPr>
          <p:spPr bwMode="auto">
            <a:xfrm flipH="1">
              <a:off x="7897687" y="3826123"/>
              <a:ext cx="0" cy="57785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2891" name="Line 57"/>
            <p:cNvSpPr>
              <a:spLocks noChangeShapeType="1"/>
            </p:cNvSpPr>
            <p:nvPr/>
          </p:nvSpPr>
          <p:spPr bwMode="auto">
            <a:xfrm flipH="1">
              <a:off x="8683425" y="3534444"/>
              <a:ext cx="0" cy="9032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2892" name="Line 51"/>
            <p:cNvSpPr>
              <a:spLocks noChangeShapeType="1"/>
            </p:cNvSpPr>
            <p:nvPr/>
          </p:nvSpPr>
          <p:spPr bwMode="auto">
            <a:xfrm flipV="1">
              <a:off x="7666581" y="3201492"/>
              <a:ext cx="1" cy="384689"/>
            </a:xfrm>
            <a:prstGeom prst="line">
              <a:avLst/>
            </a:prstGeom>
            <a:noFill/>
            <a:ln w="25400">
              <a:solidFill>
                <a:srgbClr val="FF0000"/>
              </a:solidFill>
              <a:round/>
              <a:headEnd/>
              <a:tailEnd type="stealth" w="lg" len="lg"/>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sp>
        <p:nvSpPr>
          <p:cNvPr id="162852" name="Line 20"/>
          <p:cNvSpPr>
            <a:spLocks noChangeShapeType="1"/>
          </p:cNvSpPr>
          <p:nvPr/>
        </p:nvSpPr>
        <p:spPr bwMode="auto">
          <a:xfrm flipV="1">
            <a:off x="2138363" y="1995488"/>
            <a:ext cx="1138237"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nvGrpSpPr>
          <p:cNvPr id="162853" name="组合 9"/>
          <p:cNvGrpSpPr>
            <a:grpSpLocks/>
          </p:cNvGrpSpPr>
          <p:nvPr/>
        </p:nvGrpSpPr>
        <p:grpSpPr bwMode="auto">
          <a:xfrm>
            <a:off x="7627938" y="3783013"/>
            <a:ext cx="1303337" cy="363537"/>
            <a:chOff x="7627739" y="3783260"/>
            <a:chExt cx="1303462" cy="363538"/>
          </a:xfrm>
        </p:grpSpPr>
        <p:sp>
          <p:nvSpPr>
            <p:cNvPr id="162881" name="Rectangle 67"/>
            <p:cNvSpPr>
              <a:spLocks noChangeArrowheads="1"/>
            </p:cNvSpPr>
            <p:nvPr/>
          </p:nvSpPr>
          <p:spPr bwMode="auto">
            <a:xfrm>
              <a:off x="7656313" y="3783260"/>
              <a:ext cx="1274888"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i      </a:t>
              </a:r>
              <a:r>
                <a:rPr lang="en-US" altLang="zh-CN" sz="1800">
                  <a:solidFill>
                    <a:srgbClr val="000000"/>
                  </a:solidFill>
                  <a:ea typeface="宋体" panose="02010600030101010101" pitchFamily="2" charset="-122"/>
                  <a:cs typeface="Times New Roman" panose="02020603050405020304" pitchFamily="18" charset="0"/>
                </a:rPr>
                <a:t>int      0</a:t>
              </a:r>
            </a:p>
          </p:txBody>
        </p:sp>
        <p:sp>
          <p:nvSpPr>
            <p:cNvPr id="162882" name="Line 59"/>
            <p:cNvSpPr>
              <a:spLocks noChangeShapeType="1"/>
            </p:cNvSpPr>
            <p:nvPr/>
          </p:nvSpPr>
          <p:spPr bwMode="auto">
            <a:xfrm flipV="1">
              <a:off x="7627739" y="4099596"/>
              <a:ext cx="127965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grpSp>
        <p:nvGrpSpPr>
          <p:cNvPr id="162854" name="组合 11"/>
          <p:cNvGrpSpPr>
            <a:grpSpLocks/>
          </p:cNvGrpSpPr>
          <p:nvPr/>
        </p:nvGrpSpPr>
        <p:grpSpPr bwMode="auto">
          <a:xfrm>
            <a:off x="7629525" y="4092575"/>
            <a:ext cx="1330325" cy="363538"/>
            <a:chOff x="7629325" y="4092823"/>
            <a:chExt cx="1330451" cy="363537"/>
          </a:xfrm>
        </p:grpSpPr>
        <p:sp>
          <p:nvSpPr>
            <p:cNvPr id="162879" name="Rectangle 68"/>
            <p:cNvSpPr>
              <a:spLocks noChangeArrowheads="1"/>
            </p:cNvSpPr>
            <p:nvPr/>
          </p:nvSpPr>
          <p:spPr bwMode="auto">
            <a:xfrm>
              <a:off x="7656314" y="4092823"/>
              <a:ext cx="1303462"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j      </a:t>
              </a:r>
              <a:r>
                <a:rPr lang="en-US" altLang="zh-CN" sz="1800">
                  <a:solidFill>
                    <a:srgbClr val="000000"/>
                  </a:solidFill>
                  <a:ea typeface="宋体" panose="02010600030101010101" pitchFamily="2" charset="-122"/>
                  <a:cs typeface="Times New Roman" panose="02020603050405020304" pitchFamily="18" charset="0"/>
                </a:rPr>
                <a:t>int      4</a:t>
              </a:r>
            </a:p>
          </p:txBody>
        </p:sp>
        <p:sp>
          <p:nvSpPr>
            <p:cNvPr id="162880" name="Line 58"/>
            <p:cNvSpPr>
              <a:spLocks noChangeShapeType="1"/>
            </p:cNvSpPr>
            <p:nvPr/>
          </p:nvSpPr>
          <p:spPr bwMode="auto">
            <a:xfrm>
              <a:off x="7629325" y="4413498"/>
              <a:ext cx="127806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sp>
        <p:nvSpPr>
          <p:cNvPr id="162855" name="Line 20"/>
          <p:cNvSpPr>
            <a:spLocks noChangeShapeType="1"/>
          </p:cNvSpPr>
          <p:nvPr/>
        </p:nvSpPr>
        <p:spPr bwMode="auto">
          <a:xfrm flipV="1">
            <a:off x="3309938" y="1995488"/>
            <a:ext cx="334962"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206" name="矩形 205"/>
          <p:cNvSpPr/>
          <p:nvPr/>
        </p:nvSpPr>
        <p:spPr>
          <a:xfrm>
            <a:off x="8677275" y="3509963"/>
            <a:ext cx="230188" cy="292100"/>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Times New Roman" panose="02020603050405020304" pitchFamily="18" charset="0"/>
                <a:cs typeface="Times New Roman" panose="02020603050405020304" pitchFamily="18" charset="0"/>
              </a:rPr>
              <a:t>8</a:t>
            </a:r>
            <a:endParaRPr lang="zh-CN" altLang="en-US" dirty="0">
              <a:solidFill>
                <a:prstClr val="black"/>
              </a:solidFill>
              <a:latin typeface="Times New Roman" panose="02020603050405020304" pitchFamily="18" charset="0"/>
              <a:cs typeface="Times New Roman" panose="02020603050405020304" pitchFamily="18" charset="0"/>
            </a:endParaRPr>
          </a:p>
        </p:txBody>
      </p:sp>
      <p:grpSp>
        <p:nvGrpSpPr>
          <p:cNvPr id="162857" name="组合 208"/>
          <p:cNvGrpSpPr>
            <a:grpSpLocks/>
          </p:cNvGrpSpPr>
          <p:nvPr/>
        </p:nvGrpSpPr>
        <p:grpSpPr bwMode="auto">
          <a:xfrm>
            <a:off x="7443788" y="2741613"/>
            <a:ext cx="1639887" cy="725487"/>
            <a:chOff x="7443464" y="2741412"/>
            <a:chExt cx="1639888" cy="726359"/>
          </a:xfrm>
        </p:grpSpPr>
        <p:sp>
          <p:nvSpPr>
            <p:cNvPr id="162874" name="Line 44"/>
            <p:cNvSpPr>
              <a:spLocks noChangeShapeType="1"/>
            </p:cNvSpPr>
            <p:nvPr/>
          </p:nvSpPr>
          <p:spPr bwMode="auto">
            <a:xfrm flipV="1">
              <a:off x="7443464" y="3101774"/>
              <a:ext cx="1639888" cy="15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2875" name="Rectangle 69"/>
            <p:cNvSpPr>
              <a:spLocks noChangeArrowheads="1"/>
            </p:cNvSpPr>
            <p:nvPr/>
          </p:nvSpPr>
          <p:spPr bwMode="auto">
            <a:xfrm>
              <a:off x="7451402" y="2741412"/>
              <a:ext cx="1166812" cy="417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partition</a:t>
              </a:r>
            </a:p>
          </p:txBody>
        </p:sp>
        <p:sp>
          <p:nvSpPr>
            <p:cNvPr id="212" name="Line 95"/>
            <p:cNvSpPr>
              <a:spLocks noChangeShapeType="1"/>
            </p:cNvSpPr>
            <p:nvPr/>
          </p:nvSpPr>
          <p:spPr bwMode="auto">
            <a:xfrm flipH="1">
              <a:off x="8837290" y="2954393"/>
              <a:ext cx="0" cy="216160"/>
            </a:xfrm>
            <a:prstGeom prst="line">
              <a:avLst/>
            </a:prstGeom>
            <a:noFill/>
            <a:ln w="25400">
              <a:solidFill>
                <a:schemeClr val="tx2">
                  <a:lumMod val="60000"/>
                  <a:lumOff val="40000"/>
                </a:schemeClr>
              </a:solidFill>
              <a:round/>
              <a:headEnd/>
              <a:tailEnd/>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213" name="Line 43"/>
            <p:cNvSpPr>
              <a:spLocks noChangeShapeType="1"/>
            </p:cNvSpPr>
            <p:nvPr/>
          </p:nvSpPr>
          <p:spPr bwMode="auto">
            <a:xfrm>
              <a:off x="7886376" y="3186446"/>
              <a:ext cx="0" cy="281325"/>
            </a:xfrm>
            <a:prstGeom prst="line">
              <a:avLst/>
            </a:prstGeom>
            <a:noFill/>
            <a:ln w="25400">
              <a:solidFill>
                <a:schemeClr val="tx2">
                  <a:lumMod val="60000"/>
                  <a:lumOff val="40000"/>
                </a:schemeClr>
              </a:solidFill>
              <a:round/>
              <a:headEnd/>
              <a:tailEnd type="stealth" w="lg" len="lg"/>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214" name="Line 103"/>
            <p:cNvSpPr>
              <a:spLocks noChangeShapeType="1"/>
            </p:cNvSpPr>
            <p:nvPr/>
          </p:nvSpPr>
          <p:spPr bwMode="auto">
            <a:xfrm flipH="1" flipV="1">
              <a:off x="7897489" y="3170552"/>
              <a:ext cx="936626" cy="0"/>
            </a:xfrm>
            <a:prstGeom prst="line">
              <a:avLst/>
            </a:prstGeom>
            <a:noFill/>
            <a:ln w="25400">
              <a:solidFill>
                <a:schemeClr val="tx2">
                  <a:lumMod val="60000"/>
                  <a:lumOff val="40000"/>
                </a:schemeClr>
              </a:solidFill>
              <a:round/>
              <a:headEnd/>
              <a:tailEnd/>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grpSp>
      <p:sp>
        <p:nvSpPr>
          <p:cNvPr id="162858" name="Line 20"/>
          <p:cNvSpPr>
            <a:spLocks noChangeShapeType="1"/>
          </p:cNvSpPr>
          <p:nvPr/>
        </p:nvSpPr>
        <p:spPr bwMode="auto">
          <a:xfrm flipV="1">
            <a:off x="1789113" y="2211388"/>
            <a:ext cx="334962"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75" name="矩形 174"/>
          <p:cNvSpPr/>
          <p:nvPr/>
        </p:nvSpPr>
        <p:spPr>
          <a:xfrm>
            <a:off x="8748713" y="1924050"/>
            <a:ext cx="327025" cy="292100"/>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Times New Roman" panose="02020603050405020304" pitchFamily="18" charset="0"/>
                <a:cs typeface="Times New Roman" panose="02020603050405020304" pitchFamily="18" charset="0"/>
              </a:rPr>
              <a:t>8</a:t>
            </a:r>
            <a:endParaRPr lang="zh-CN" altLang="en-US" dirty="0">
              <a:solidFill>
                <a:prstClr val="black"/>
              </a:solidFill>
              <a:latin typeface="Times New Roman" panose="02020603050405020304" pitchFamily="18" charset="0"/>
              <a:cs typeface="Times New Roman" panose="02020603050405020304" pitchFamily="18" charset="0"/>
            </a:endParaRPr>
          </a:p>
        </p:txBody>
      </p:sp>
      <p:grpSp>
        <p:nvGrpSpPr>
          <p:cNvPr id="162860" name="组合 4"/>
          <p:cNvGrpSpPr>
            <a:grpSpLocks/>
          </p:cNvGrpSpPr>
          <p:nvPr/>
        </p:nvGrpSpPr>
        <p:grpSpPr bwMode="auto">
          <a:xfrm>
            <a:off x="4862513" y="2570163"/>
            <a:ext cx="2632075" cy="593725"/>
            <a:chOff x="4861992" y="2569673"/>
            <a:chExt cx="2632273" cy="593992"/>
          </a:xfrm>
        </p:grpSpPr>
        <p:sp>
          <p:nvSpPr>
            <p:cNvPr id="162869" name="Line 4"/>
            <p:cNvSpPr>
              <a:spLocks noChangeShapeType="1"/>
            </p:cNvSpPr>
            <p:nvPr/>
          </p:nvSpPr>
          <p:spPr bwMode="auto">
            <a:xfrm flipV="1">
              <a:off x="4887268" y="3142010"/>
              <a:ext cx="198651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2870" name="Rectangle 72"/>
            <p:cNvSpPr>
              <a:spLocks noChangeArrowheads="1"/>
            </p:cNvSpPr>
            <p:nvPr/>
          </p:nvSpPr>
          <p:spPr bwMode="auto">
            <a:xfrm>
              <a:off x="4861992" y="2774727"/>
              <a:ext cx="1243012" cy="388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quicksort</a:t>
              </a:r>
            </a:p>
          </p:txBody>
        </p:sp>
        <p:sp>
          <p:nvSpPr>
            <p:cNvPr id="182" name="Line 95"/>
            <p:cNvSpPr>
              <a:spLocks noChangeShapeType="1"/>
            </p:cNvSpPr>
            <p:nvPr/>
          </p:nvSpPr>
          <p:spPr bwMode="auto">
            <a:xfrm>
              <a:off x="7248183" y="2569673"/>
              <a:ext cx="0" cy="485993"/>
            </a:xfrm>
            <a:prstGeom prst="line">
              <a:avLst/>
            </a:prstGeom>
            <a:noFill/>
            <a:ln w="25400">
              <a:solidFill>
                <a:schemeClr val="tx2">
                  <a:lumMod val="60000"/>
                  <a:lumOff val="40000"/>
                </a:schemeClr>
              </a:solidFill>
              <a:round/>
              <a:headEnd/>
              <a:tailEnd/>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196" name="Line 43"/>
            <p:cNvSpPr>
              <a:spLocks noChangeShapeType="1"/>
            </p:cNvSpPr>
            <p:nvPr/>
          </p:nvSpPr>
          <p:spPr bwMode="auto">
            <a:xfrm>
              <a:off x="7248183" y="2572849"/>
              <a:ext cx="246082" cy="0"/>
            </a:xfrm>
            <a:prstGeom prst="line">
              <a:avLst/>
            </a:prstGeom>
            <a:noFill/>
            <a:ln w="25400">
              <a:solidFill>
                <a:schemeClr val="tx2">
                  <a:lumMod val="60000"/>
                  <a:lumOff val="40000"/>
                </a:schemeClr>
              </a:solidFill>
              <a:round/>
              <a:headEnd/>
              <a:tailEnd type="stealth" w="lg" len="lg"/>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207" name="Line 103"/>
            <p:cNvSpPr>
              <a:spLocks noChangeShapeType="1"/>
            </p:cNvSpPr>
            <p:nvPr/>
          </p:nvSpPr>
          <p:spPr bwMode="auto">
            <a:xfrm flipH="1" flipV="1">
              <a:off x="6773486" y="3049314"/>
              <a:ext cx="481048" cy="0"/>
            </a:xfrm>
            <a:prstGeom prst="line">
              <a:avLst/>
            </a:prstGeom>
            <a:noFill/>
            <a:ln w="25400">
              <a:solidFill>
                <a:schemeClr val="tx2">
                  <a:lumMod val="60000"/>
                  <a:lumOff val="40000"/>
                </a:schemeClr>
              </a:solidFill>
              <a:round/>
              <a:headEnd/>
              <a:tailEnd/>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grpSp>
      <p:sp>
        <p:nvSpPr>
          <p:cNvPr id="200" name="Line 20"/>
          <p:cNvSpPr>
            <a:spLocks noChangeShapeType="1"/>
          </p:cNvSpPr>
          <p:nvPr/>
        </p:nvSpPr>
        <p:spPr bwMode="auto">
          <a:xfrm flipV="1">
            <a:off x="1692275" y="2427288"/>
            <a:ext cx="333375"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201" name="矩形 200"/>
          <p:cNvSpPr/>
          <p:nvPr/>
        </p:nvSpPr>
        <p:spPr>
          <a:xfrm>
            <a:off x="6508750" y="1385888"/>
            <a:ext cx="409575" cy="307975"/>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600" dirty="0">
                <a:solidFill>
                  <a:prstClr val="black"/>
                </a:solidFill>
                <a:latin typeface="Times New Roman" panose="02020603050405020304" pitchFamily="18" charset="0"/>
                <a:cs typeface="Times New Roman" panose="02020603050405020304" pitchFamily="18" charset="0"/>
              </a:rPr>
              <a:t>48</a:t>
            </a:r>
            <a:endParaRPr lang="zh-CN" altLang="en-US" sz="1600" dirty="0">
              <a:solidFill>
                <a:prstClr val="black"/>
              </a:solidFill>
              <a:latin typeface="Times New Roman" panose="02020603050405020304" pitchFamily="18" charset="0"/>
              <a:cs typeface="Times New Roman" panose="02020603050405020304" pitchFamily="18" charset="0"/>
            </a:endParaRPr>
          </a:p>
        </p:txBody>
      </p:sp>
      <p:grpSp>
        <p:nvGrpSpPr>
          <p:cNvPr id="22" name="组合 10"/>
          <p:cNvGrpSpPr>
            <a:grpSpLocks/>
          </p:cNvGrpSpPr>
          <p:nvPr/>
        </p:nvGrpSpPr>
        <p:grpSpPr bwMode="auto">
          <a:xfrm>
            <a:off x="5122863" y="449263"/>
            <a:ext cx="1452562" cy="935037"/>
            <a:chOff x="5123234" y="448766"/>
            <a:chExt cx="1452390" cy="935311"/>
          </a:xfrm>
        </p:grpSpPr>
        <p:sp>
          <p:nvSpPr>
            <p:cNvPr id="162866" name="Rectangle 100"/>
            <p:cNvSpPr>
              <a:spLocks noChangeArrowheads="1"/>
            </p:cNvSpPr>
            <p:nvPr/>
          </p:nvSpPr>
          <p:spPr bwMode="auto">
            <a:xfrm>
              <a:off x="5123234" y="448766"/>
              <a:ext cx="1168400"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500" i="1">
                  <a:solidFill>
                    <a:srgbClr val="000000"/>
                  </a:solidFill>
                  <a:ea typeface="宋体" panose="02010600030101010101" pitchFamily="2" charset="-122"/>
                  <a:cs typeface="Times New Roman" panose="02020603050405020304" pitchFamily="18" charset="0"/>
                </a:rPr>
                <a:t>sort</a:t>
              </a:r>
            </a:p>
          </p:txBody>
        </p:sp>
        <p:sp>
          <p:nvSpPr>
            <p:cNvPr id="162867" name="Line 36"/>
            <p:cNvSpPr>
              <a:spLocks noChangeShapeType="1"/>
            </p:cNvSpPr>
            <p:nvPr/>
          </p:nvSpPr>
          <p:spPr bwMode="auto">
            <a:xfrm flipV="1">
              <a:off x="5175622" y="757484"/>
              <a:ext cx="140000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204" name="Line 43"/>
            <p:cNvSpPr>
              <a:spLocks noChangeShapeType="1"/>
            </p:cNvSpPr>
            <p:nvPr/>
          </p:nvSpPr>
          <p:spPr bwMode="auto">
            <a:xfrm>
              <a:off x="6443878" y="593270"/>
              <a:ext cx="0" cy="790807"/>
            </a:xfrm>
            <a:prstGeom prst="line">
              <a:avLst/>
            </a:prstGeom>
            <a:noFill/>
            <a:ln w="25400">
              <a:solidFill>
                <a:schemeClr val="tx2">
                  <a:lumMod val="60000"/>
                  <a:lumOff val="40000"/>
                </a:schemeClr>
              </a:solidFill>
              <a:round/>
              <a:headEnd/>
              <a:tailEnd type="stealth" w="lg" len="lg"/>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grpSp>
      <p:sp>
        <p:nvSpPr>
          <p:cNvPr id="205" name="矩形 204"/>
          <p:cNvSpPr/>
          <p:nvPr/>
        </p:nvSpPr>
        <p:spPr>
          <a:xfrm>
            <a:off x="6329363" y="192088"/>
            <a:ext cx="238125" cy="292100"/>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Times New Roman" panose="02020603050405020304" pitchFamily="18" charset="0"/>
                <a:cs typeface="Times New Roman" panose="02020603050405020304" pitchFamily="18" charset="0"/>
              </a:rPr>
              <a:t>0</a:t>
            </a:r>
            <a:endParaRPr lang="zh-CN" altLang="en-US" dirty="0">
              <a:solidFill>
                <a:prstClr val="black"/>
              </a:solidFill>
              <a:latin typeface="Times New Roman" panose="02020603050405020304" pitchFamily="18" charset="0"/>
              <a:cs typeface="Times New Roman" panose="02020603050405020304" pitchFamily="18" charset="0"/>
            </a:endParaRPr>
          </a:p>
        </p:txBody>
      </p:sp>
      <p:sp>
        <p:nvSpPr>
          <p:cNvPr id="159" name="矩形 158"/>
          <p:cNvSpPr/>
          <p:nvPr/>
        </p:nvSpPr>
        <p:spPr>
          <a:xfrm>
            <a:off x="3924300" y="642938"/>
            <a:ext cx="439738" cy="293687"/>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Times New Roman" panose="02020603050405020304" pitchFamily="18" charset="0"/>
                <a:cs typeface="Times New Roman" panose="02020603050405020304" pitchFamily="18" charset="0"/>
              </a:rPr>
              <a:t>48</a:t>
            </a:r>
            <a:endParaRPr lang="zh-CN" altLang="en-US" dirty="0">
              <a:solidFill>
                <a:prstClr val="black"/>
              </a:solidFill>
              <a:latin typeface="Times New Roman" panose="02020603050405020304" pitchFamily="18" charset="0"/>
              <a:cs typeface="Times New Roman" panose="02020603050405020304" pitchFamily="18" charset="0"/>
            </a:endParaRPr>
          </a:p>
        </p:txBody>
      </p:sp>
      <p:sp>
        <p:nvSpPr>
          <p:cNvPr id="2" name="灯片编号占位符 1"/>
          <p:cNvSpPr>
            <a:spLocks noGrp="1"/>
          </p:cNvSpPr>
          <p:nvPr>
            <p:ph type="sldNum" sz="quarter" idx="12"/>
          </p:nvPr>
        </p:nvSpPr>
        <p:spPr/>
        <p:txBody>
          <a:bodyPr/>
          <a:lstStyle/>
          <a:p>
            <a:pPr>
              <a:defRPr/>
            </a:pPr>
            <a:fld id="{64CF1D47-2B30-44A6-81DA-EC28584A641A}" type="slidenum">
              <a:rPr lang="zh-CN" altLang="en-US" smtClean="0"/>
              <a:pPr>
                <a:defRPr/>
              </a:pPr>
              <a:t>30</a:t>
            </a:fld>
            <a:endParaRPr lang="en-US" altLang="zh-CN" dirty="0"/>
          </a:p>
        </p:txBody>
      </p:sp>
    </p:spTree>
    <p:extLst>
      <p:ext uri="{BB962C8B-B14F-4D97-AF65-F5344CB8AC3E}">
        <p14:creationId xmlns:p14="http://schemas.microsoft.com/office/powerpoint/2010/main" val="362572543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200"/>
                                        </p:tgtEl>
                                        <p:attrNameLst>
                                          <p:attrName>style.visibility</p:attrName>
                                        </p:attrNameLst>
                                      </p:cBhvr>
                                      <p:to>
                                        <p:strVal val="visible"/>
                                      </p:to>
                                    </p:set>
                                    <p:anim calcmode="lin" valueType="num">
                                      <p:cBhvr>
                                        <p:cTn id="7" dur="500" fill="hold"/>
                                        <p:tgtEl>
                                          <p:spTgt spid="200"/>
                                        </p:tgtEl>
                                        <p:attrNameLst>
                                          <p:attrName>ppt_w</p:attrName>
                                        </p:attrNameLst>
                                      </p:cBhvr>
                                      <p:tavLst>
                                        <p:tav tm="0">
                                          <p:val>
                                            <p:fltVal val="0"/>
                                          </p:val>
                                        </p:tav>
                                        <p:tav tm="100000">
                                          <p:val>
                                            <p:strVal val="#ppt_w"/>
                                          </p:val>
                                        </p:tav>
                                      </p:tavLst>
                                    </p:anim>
                                    <p:anim calcmode="lin" valueType="num">
                                      <p:cBhvr>
                                        <p:cTn id="8" dur="500" fill="hold"/>
                                        <p:tgtEl>
                                          <p:spTgt spid="200"/>
                                        </p:tgtEl>
                                        <p:attrNameLst>
                                          <p:attrName>ppt_h</p:attrName>
                                        </p:attrNameLst>
                                      </p:cBhvr>
                                      <p:tavLst>
                                        <p:tav tm="0">
                                          <p:val>
                                            <p:fltVal val="0"/>
                                          </p:val>
                                        </p:tav>
                                        <p:tav tm="100000">
                                          <p:val>
                                            <p:strVal val="#ppt_h"/>
                                          </p:val>
                                        </p:tav>
                                      </p:tavLst>
                                    </p:anim>
                                    <p:animEffect transition="in" filter="fade">
                                      <p:cBhvr>
                                        <p:cTn id="9" dur="500"/>
                                        <p:tgtEl>
                                          <p:spTgt spid="200"/>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201"/>
                                        </p:tgtEl>
                                        <p:attrNameLst>
                                          <p:attrName>style.visibility</p:attrName>
                                        </p:attrNameLst>
                                      </p:cBhvr>
                                      <p:to>
                                        <p:strVal val="visible"/>
                                      </p:to>
                                    </p:set>
                                    <p:anim calcmode="lin" valueType="num">
                                      <p:cBhvr>
                                        <p:cTn id="14" dur="500" fill="hold"/>
                                        <p:tgtEl>
                                          <p:spTgt spid="201"/>
                                        </p:tgtEl>
                                        <p:attrNameLst>
                                          <p:attrName>ppt_w</p:attrName>
                                        </p:attrNameLst>
                                      </p:cBhvr>
                                      <p:tavLst>
                                        <p:tav tm="0">
                                          <p:val>
                                            <p:fltVal val="0"/>
                                          </p:val>
                                        </p:tav>
                                        <p:tav tm="100000">
                                          <p:val>
                                            <p:strVal val="#ppt_w"/>
                                          </p:val>
                                        </p:tav>
                                      </p:tavLst>
                                    </p:anim>
                                    <p:anim calcmode="lin" valueType="num">
                                      <p:cBhvr>
                                        <p:cTn id="15" dur="500" fill="hold"/>
                                        <p:tgtEl>
                                          <p:spTgt spid="201"/>
                                        </p:tgtEl>
                                        <p:attrNameLst>
                                          <p:attrName>ppt_h</p:attrName>
                                        </p:attrNameLst>
                                      </p:cBhvr>
                                      <p:tavLst>
                                        <p:tav tm="0">
                                          <p:val>
                                            <p:fltVal val="0"/>
                                          </p:val>
                                        </p:tav>
                                        <p:tav tm="100000">
                                          <p:val>
                                            <p:strVal val="#ppt_h"/>
                                          </p:val>
                                        </p:tav>
                                      </p:tavLst>
                                    </p:anim>
                                    <p:animEffect transition="in" filter="fade">
                                      <p:cBhvr>
                                        <p:cTn id="16" dur="500"/>
                                        <p:tgtEl>
                                          <p:spTgt spid="201"/>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3" presetClass="exit" presetSubtype="32" fill="hold" nodeType="clickEffect">
                                  <p:stCondLst>
                                    <p:cond delay="0"/>
                                  </p:stCondLst>
                                  <p:childTnLst>
                                    <p:anim calcmode="lin" valueType="num">
                                      <p:cBhvr>
                                        <p:cTn id="20" dur="500"/>
                                        <p:tgtEl>
                                          <p:spTgt spid="8"/>
                                        </p:tgtEl>
                                        <p:attrNameLst>
                                          <p:attrName>ppt_w</p:attrName>
                                        </p:attrNameLst>
                                      </p:cBhvr>
                                      <p:tavLst>
                                        <p:tav tm="0">
                                          <p:val>
                                            <p:strVal val="ppt_w"/>
                                          </p:val>
                                        </p:tav>
                                        <p:tav tm="100000">
                                          <p:val>
                                            <p:fltVal val="0"/>
                                          </p:val>
                                        </p:tav>
                                      </p:tavLst>
                                    </p:anim>
                                    <p:anim calcmode="lin" valueType="num">
                                      <p:cBhvr>
                                        <p:cTn id="21" dur="500"/>
                                        <p:tgtEl>
                                          <p:spTgt spid="8"/>
                                        </p:tgtEl>
                                        <p:attrNameLst>
                                          <p:attrName>ppt_h</p:attrName>
                                        </p:attrNameLst>
                                      </p:cBhvr>
                                      <p:tavLst>
                                        <p:tav tm="0">
                                          <p:val>
                                            <p:strVal val="ppt_h"/>
                                          </p:val>
                                        </p:tav>
                                        <p:tav tm="100000">
                                          <p:val>
                                            <p:fltVal val="0"/>
                                          </p:val>
                                        </p:tav>
                                      </p:tavLst>
                                    </p:anim>
                                    <p:animEffect transition="out" filter="fade">
                                      <p:cBhvr>
                                        <p:cTn id="22" dur="500"/>
                                        <p:tgtEl>
                                          <p:spTgt spid="8"/>
                                        </p:tgtEl>
                                      </p:cBhvr>
                                    </p:animEffect>
                                    <p:set>
                                      <p:cBhvr>
                                        <p:cTn id="23" dur="1" fill="hold">
                                          <p:stCondLst>
                                            <p:cond delay="499"/>
                                          </p:stCondLst>
                                        </p:cTn>
                                        <p:tgtEl>
                                          <p:spTgt spid="8"/>
                                        </p:tgtEl>
                                        <p:attrNameLst>
                                          <p:attrName>style.visibility</p:attrName>
                                        </p:attrNameLst>
                                      </p:cBhvr>
                                      <p:to>
                                        <p:strVal val="hidden"/>
                                      </p:to>
                                    </p:set>
                                  </p:childTnLst>
                                </p:cTn>
                              </p:par>
                              <p:par>
                                <p:cTn id="24" presetID="53" presetClass="exit" presetSubtype="0" fill="hold" grpId="1" nodeType="withEffect">
                                  <p:stCondLst>
                                    <p:cond delay="0"/>
                                  </p:stCondLst>
                                  <p:childTnLst>
                                    <p:anim calcmode="lin" valueType="num">
                                      <p:cBhvr>
                                        <p:cTn id="25" dur="500"/>
                                        <p:tgtEl>
                                          <p:spTgt spid="180232"/>
                                        </p:tgtEl>
                                        <p:attrNameLst>
                                          <p:attrName>ppt_w</p:attrName>
                                        </p:attrNameLst>
                                      </p:cBhvr>
                                      <p:tavLst>
                                        <p:tav tm="0">
                                          <p:val>
                                            <p:strVal val="ppt_w"/>
                                          </p:val>
                                        </p:tav>
                                        <p:tav tm="100000">
                                          <p:val>
                                            <p:fltVal val="0"/>
                                          </p:val>
                                        </p:tav>
                                      </p:tavLst>
                                    </p:anim>
                                    <p:anim calcmode="lin" valueType="num">
                                      <p:cBhvr>
                                        <p:cTn id="26" dur="500"/>
                                        <p:tgtEl>
                                          <p:spTgt spid="180232"/>
                                        </p:tgtEl>
                                        <p:attrNameLst>
                                          <p:attrName>ppt_h</p:attrName>
                                        </p:attrNameLst>
                                      </p:cBhvr>
                                      <p:tavLst>
                                        <p:tav tm="0">
                                          <p:val>
                                            <p:strVal val="ppt_h"/>
                                          </p:val>
                                        </p:tav>
                                        <p:tav tm="100000">
                                          <p:val>
                                            <p:fltVal val="0"/>
                                          </p:val>
                                        </p:tav>
                                      </p:tavLst>
                                    </p:anim>
                                    <p:animEffect transition="out" filter="fade">
                                      <p:cBhvr>
                                        <p:cTn id="27" dur="500"/>
                                        <p:tgtEl>
                                          <p:spTgt spid="180232"/>
                                        </p:tgtEl>
                                      </p:cBhvr>
                                    </p:animEffect>
                                    <p:set>
                                      <p:cBhvr>
                                        <p:cTn id="28" dur="1" fill="hold">
                                          <p:stCondLst>
                                            <p:cond delay="499"/>
                                          </p:stCondLst>
                                        </p:cTn>
                                        <p:tgtEl>
                                          <p:spTgt spid="180232"/>
                                        </p:tgtEl>
                                        <p:attrNameLst>
                                          <p:attrName>style.visibility</p:attrName>
                                        </p:attrNameLst>
                                      </p:cBhvr>
                                      <p:to>
                                        <p:strVal val="hidden"/>
                                      </p:to>
                                    </p:set>
                                  </p:childTnLst>
                                </p:cTn>
                              </p:par>
                              <p:par>
                                <p:cTn id="29" presetID="53" presetClass="exit" presetSubtype="0" fill="hold" grpId="0" nodeType="withEffect">
                                  <p:stCondLst>
                                    <p:cond delay="0"/>
                                  </p:stCondLst>
                                  <p:childTnLst>
                                    <p:anim calcmode="lin" valueType="num">
                                      <p:cBhvr>
                                        <p:cTn id="30" dur="500"/>
                                        <p:tgtEl>
                                          <p:spTgt spid="159"/>
                                        </p:tgtEl>
                                        <p:attrNameLst>
                                          <p:attrName>ppt_w</p:attrName>
                                        </p:attrNameLst>
                                      </p:cBhvr>
                                      <p:tavLst>
                                        <p:tav tm="0">
                                          <p:val>
                                            <p:strVal val="ppt_w"/>
                                          </p:val>
                                        </p:tav>
                                        <p:tav tm="100000">
                                          <p:val>
                                            <p:fltVal val="0"/>
                                          </p:val>
                                        </p:tav>
                                      </p:tavLst>
                                    </p:anim>
                                    <p:anim calcmode="lin" valueType="num">
                                      <p:cBhvr>
                                        <p:cTn id="31" dur="500"/>
                                        <p:tgtEl>
                                          <p:spTgt spid="159"/>
                                        </p:tgtEl>
                                        <p:attrNameLst>
                                          <p:attrName>ppt_h</p:attrName>
                                        </p:attrNameLst>
                                      </p:cBhvr>
                                      <p:tavLst>
                                        <p:tav tm="0">
                                          <p:val>
                                            <p:strVal val="ppt_h"/>
                                          </p:val>
                                        </p:tav>
                                        <p:tav tm="100000">
                                          <p:val>
                                            <p:fltVal val="0"/>
                                          </p:val>
                                        </p:tav>
                                      </p:tavLst>
                                    </p:anim>
                                    <p:animEffect transition="out" filter="fade">
                                      <p:cBhvr>
                                        <p:cTn id="32" dur="500"/>
                                        <p:tgtEl>
                                          <p:spTgt spid="159"/>
                                        </p:tgtEl>
                                      </p:cBhvr>
                                    </p:animEffect>
                                    <p:set>
                                      <p:cBhvr>
                                        <p:cTn id="33" dur="1" fill="hold">
                                          <p:stCondLst>
                                            <p:cond delay="499"/>
                                          </p:stCondLst>
                                        </p:cTn>
                                        <p:tgtEl>
                                          <p:spTgt spid="159"/>
                                        </p:tgtEl>
                                        <p:attrNameLst>
                                          <p:attrName>style.visibility</p:attrName>
                                        </p:attrNameLst>
                                      </p:cBhvr>
                                      <p:to>
                                        <p:strVal val="hidden"/>
                                      </p:to>
                                    </p:set>
                                  </p:childTnLst>
                                </p:cTn>
                              </p:par>
                              <p:par>
                                <p:cTn id="34" presetID="53" presetClass="exit" presetSubtype="32" fill="hold" grpId="0" nodeType="withEffect">
                                  <p:stCondLst>
                                    <p:cond delay="0"/>
                                  </p:stCondLst>
                                  <p:childTnLst>
                                    <p:anim calcmode="lin" valueType="num">
                                      <p:cBhvr>
                                        <p:cTn id="35" dur="500"/>
                                        <p:tgtEl>
                                          <p:spTgt spid="180232"/>
                                        </p:tgtEl>
                                        <p:attrNameLst>
                                          <p:attrName>ppt_w</p:attrName>
                                        </p:attrNameLst>
                                      </p:cBhvr>
                                      <p:tavLst>
                                        <p:tav tm="0">
                                          <p:val>
                                            <p:strVal val="ppt_w"/>
                                          </p:val>
                                        </p:tav>
                                        <p:tav tm="100000">
                                          <p:val>
                                            <p:fltVal val="0"/>
                                          </p:val>
                                        </p:tav>
                                      </p:tavLst>
                                    </p:anim>
                                    <p:anim calcmode="lin" valueType="num">
                                      <p:cBhvr>
                                        <p:cTn id="36" dur="500"/>
                                        <p:tgtEl>
                                          <p:spTgt spid="180232"/>
                                        </p:tgtEl>
                                        <p:attrNameLst>
                                          <p:attrName>ppt_h</p:attrName>
                                        </p:attrNameLst>
                                      </p:cBhvr>
                                      <p:tavLst>
                                        <p:tav tm="0">
                                          <p:val>
                                            <p:strVal val="ppt_h"/>
                                          </p:val>
                                        </p:tav>
                                        <p:tav tm="100000">
                                          <p:val>
                                            <p:fltVal val="0"/>
                                          </p:val>
                                        </p:tav>
                                      </p:tavLst>
                                    </p:anim>
                                    <p:animEffect transition="out" filter="fade">
                                      <p:cBhvr>
                                        <p:cTn id="37" dur="500"/>
                                        <p:tgtEl>
                                          <p:spTgt spid="180232"/>
                                        </p:tgtEl>
                                      </p:cBhvr>
                                    </p:animEffect>
                                    <p:set>
                                      <p:cBhvr>
                                        <p:cTn id="38" dur="1" fill="hold">
                                          <p:stCondLst>
                                            <p:cond delay="499"/>
                                          </p:stCondLst>
                                        </p:cTn>
                                        <p:tgtEl>
                                          <p:spTgt spid="180232"/>
                                        </p:tgtEl>
                                        <p:attrNameLst>
                                          <p:attrName>style.visibility</p:attrName>
                                        </p:attrNameLst>
                                      </p:cBhvr>
                                      <p:to>
                                        <p:strVal val="hidden"/>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53" presetClass="entr" presetSubtype="16" fill="hold" nodeType="clickEffect">
                                  <p:stCondLst>
                                    <p:cond delay="0"/>
                                  </p:stCondLst>
                                  <p:childTnLst>
                                    <p:set>
                                      <p:cBhvr>
                                        <p:cTn id="42" dur="1" fill="hold">
                                          <p:stCondLst>
                                            <p:cond delay="0"/>
                                          </p:stCondLst>
                                        </p:cTn>
                                        <p:tgtEl>
                                          <p:spTgt spid="22"/>
                                        </p:tgtEl>
                                        <p:attrNameLst>
                                          <p:attrName>style.visibility</p:attrName>
                                        </p:attrNameLst>
                                      </p:cBhvr>
                                      <p:to>
                                        <p:strVal val="visible"/>
                                      </p:to>
                                    </p:set>
                                    <p:anim calcmode="lin" valueType="num">
                                      <p:cBhvr>
                                        <p:cTn id="43" dur="500" fill="hold"/>
                                        <p:tgtEl>
                                          <p:spTgt spid="22"/>
                                        </p:tgtEl>
                                        <p:attrNameLst>
                                          <p:attrName>ppt_w</p:attrName>
                                        </p:attrNameLst>
                                      </p:cBhvr>
                                      <p:tavLst>
                                        <p:tav tm="0">
                                          <p:val>
                                            <p:fltVal val="0"/>
                                          </p:val>
                                        </p:tav>
                                        <p:tav tm="100000">
                                          <p:val>
                                            <p:strVal val="#ppt_w"/>
                                          </p:val>
                                        </p:tav>
                                      </p:tavLst>
                                    </p:anim>
                                    <p:anim calcmode="lin" valueType="num">
                                      <p:cBhvr>
                                        <p:cTn id="44" dur="500" fill="hold"/>
                                        <p:tgtEl>
                                          <p:spTgt spid="22"/>
                                        </p:tgtEl>
                                        <p:attrNameLst>
                                          <p:attrName>ppt_h</p:attrName>
                                        </p:attrNameLst>
                                      </p:cBhvr>
                                      <p:tavLst>
                                        <p:tav tm="0">
                                          <p:val>
                                            <p:fltVal val="0"/>
                                          </p:val>
                                        </p:tav>
                                        <p:tav tm="100000">
                                          <p:val>
                                            <p:strVal val="#ppt_h"/>
                                          </p:val>
                                        </p:tav>
                                      </p:tavLst>
                                    </p:anim>
                                    <p:animEffect transition="in" filter="fade">
                                      <p:cBhvr>
                                        <p:cTn id="45" dur="500"/>
                                        <p:tgtEl>
                                          <p:spTgt spid="22"/>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53" presetClass="entr" presetSubtype="16" fill="hold" grpId="0" nodeType="clickEffect">
                                  <p:stCondLst>
                                    <p:cond delay="0"/>
                                  </p:stCondLst>
                                  <p:childTnLst>
                                    <p:set>
                                      <p:cBhvr>
                                        <p:cTn id="49" dur="1" fill="hold">
                                          <p:stCondLst>
                                            <p:cond delay="0"/>
                                          </p:stCondLst>
                                        </p:cTn>
                                        <p:tgtEl>
                                          <p:spTgt spid="205"/>
                                        </p:tgtEl>
                                        <p:attrNameLst>
                                          <p:attrName>style.visibility</p:attrName>
                                        </p:attrNameLst>
                                      </p:cBhvr>
                                      <p:to>
                                        <p:strVal val="visible"/>
                                      </p:to>
                                    </p:set>
                                    <p:anim calcmode="lin" valueType="num">
                                      <p:cBhvr>
                                        <p:cTn id="50" dur="500" fill="hold"/>
                                        <p:tgtEl>
                                          <p:spTgt spid="205"/>
                                        </p:tgtEl>
                                        <p:attrNameLst>
                                          <p:attrName>ppt_w</p:attrName>
                                        </p:attrNameLst>
                                      </p:cBhvr>
                                      <p:tavLst>
                                        <p:tav tm="0">
                                          <p:val>
                                            <p:fltVal val="0"/>
                                          </p:val>
                                        </p:tav>
                                        <p:tav tm="100000">
                                          <p:val>
                                            <p:strVal val="#ppt_w"/>
                                          </p:val>
                                        </p:tav>
                                      </p:tavLst>
                                    </p:anim>
                                    <p:anim calcmode="lin" valueType="num">
                                      <p:cBhvr>
                                        <p:cTn id="51" dur="500" fill="hold"/>
                                        <p:tgtEl>
                                          <p:spTgt spid="205"/>
                                        </p:tgtEl>
                                        <p:attrNameLst>
                                          <p:attrName>ppt_h</p:attrName>
                                        </p:attrNameLst>
                                      </p:cBhvr>
                                      <p:tavLst>
                                        <p:tav tm="0">
                                          <p:val>
                                            <p:fltVal val="0"/>
                                          </p:val>
                                        </p:tav>
                                        <p:tav tm="100000">
                                          <p:val>
                                            <p:strVal val="#ppt_h"/>
                                          </p:val>
                                        </p:tav>
                                      </p:tavLst>
                                    </p:anim>
                                    <p:animEffect transition="in" filter="fade">
                                      <p:cBhvr>
                                        <p:cTn id="52" dur="500"/>
                                        <p:tgtEl>
                                          <p:spTgt spid="205"/>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53" presetClass="exit" presetSubtype="32" fill="hold" nodeType="clickEffect">
                                  <p:stCondLst>
                                    <p:cond delay="0"/>
                                  </p:stCondLst>
                                  <p:childTnLst>
                                    <p:anim calcmode="lin" valueType="num">
                                      <p:cBhvr>
                                        <p:cTn id="56" dur="500"/>
                                        <p:tgtEl>
                                          <p:spTgt spid="7"/>
                                        </p:tgtEl>
                                        <p:attrNameLst>
                                          <p:attrName>ppt_w</p:attrName>
                                        </p:attrNameLst>
                                      </p:cBhvr>
                                      <p:tavLst>
                                        <p:tav tm="0">
                                          <p:val>
                                            <p:strVal val="ppt_w"/>
                                          </p:val>
                                        </p:tav>
                                        <p:tav tm="100000">
                                          <p:val>
                                            <p:fltVal val="0"/>
                                          </p:val>
                                        </p:tav>
                                      </p:tavLst>
                                    </p:anim>
                                    <p:anim calcmode="lin" valueType="num">
                                      <p:cBhvr>
                                        <p:cTn id="57" dur="500"/>
                                        <p:tgtEl>
                                          <p:spTgt spid="7"/>
                                        </p:tgtEl>
                                        <p:attrNameLst>
                                          <p:attrName>ppt_h</p:attrName>
                                        </p:attrNameLst>
                                      </p:cBhvr>
                                      <p:tavLst>
                                        <p:tav tm="0">
                                          <p:val>
                                            <p:strVal val="ppt_h"/>
                                          </p:val>
                                        </p:tav>
                                        <p:tav tm="100000">
                                          <p:val>
                                            <p:fltVal val="0"/>
                                          </p:val>
                                        </p:tav>
                                      </p:tavLst>
                                    </p:anim>
                                    <p:animEffect transition="out" filter="fade">
                                      <p:cBhvr>
                                        <p:cTn id="58" dur="500"/>
                                        <p:tgtEl>
                                          <p:spTgt spid="7"/>
                                        </p:tgtEl>
                                      </p:cBhvr>
                                    </p:animEffect>
                                    <p:set>
                                      <p:cBhvr>
                                        <p:cTn id="59" dur="1" fill="hold">
                                          <p:stCondLst>
                                            <p:cond delay="499"/>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0232" grpId="0" animBg="1"/>
      <p:bldP spid="180232" grpId="1" animBg="1"/>
      <p:bldP spid="200" grpId="0" animBg="1"/>
      <p:bldP spid="201" grpId="0" animBg="1"/>
      <p:bldP spid="205" grpId="0" animBg="1"/>
      <p:bldP spid="159"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内容占位符 1"/>
          <p:cNvSpPr>
            <a:spLocks noGrp="1"/>
          </p:cNvSpPr>
          <p:nvPr>
            <p:ph idx="1"/>
          </p:nvPr>
        </p:nvSpPr>
        <p:spPr>
          <a:xfrm>
            <a:off x="2916238" y="1779588"/>
            <a:ext cx="2879725" cy="1223962"/>
          </a:xfrm>
        </p:spPr>
        <p:txBody>
          <a:bodyPr/>
          <a:lstStyle/>
          <a:p>
            <a:pPr marL="0" indent="0">
              <a:buFont typeface="Symbol" panose="05050102010706020507" pitchFamily="18" charset="2"/>
              <a:buNone/>
            </a:pPr>
            <a:r>
              <a:rPr lang="en-US" altLang="zh-CN" sz="4800"/>
              <a:t>The End</a:t>
            </a:r>
            <a:endParaRPr lang="zh-CN" altLang="en-US" sz="4800"/>
          </a:p>
        </p:txBody>
      </p:sp>
      <p:sp>
        <p:nvSpPr>
          <p:cNvPr id="77827" name="标题 2"/>
          <p:cNvSpPr>
            <a:spLocks noGrp="1"/>
          </p:cNvSpPr>
          <p:nvPr>
            <p:ph type="title"/>
          </p:nvPr>
        </p:nvSpPr>
        <p:spPr>
          <a:xfrm>
            <a:off x="755650" y="268288"/>
            <a:ext cx="7931150" cy="358775"/>
          </a:xfrm>
        </p:spPr>
        <p:txBody>
          <a:bodyPr/>
          <a:lstStyle/>
          <a:p>
            <a:endParaRPr lang="zh-CN" altLang="en-US"/>
          </a:p>
        </p:txBody>
      </p:sp>
      <p:sp>
        <p:nvSpPr>
          <p:cNvPr id="77828"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Tx/>
              <a:buNone/>
            </a:pPr>
            <a:fld id="{E50B370A-2D43-4ABD-85E1-20CEEB2CC6E9}" type="slidenum">
              <a:rPr lang="zh-CN" altLang="en-US" sz="1400" smtClean="0">
                <a:solidFill>
                  <a:srgbClr val="073E87"/>
                </a:solidFill>
                <a:latin typeface="Tahoma" panose="020B0604030504040204" pitchFamily="34" charset="0"/>
              </a:rPr>
              <a:pPr>
                <a:spcBef>
                  <a:spcPct val="0"/>
                </a:spcBef>
                <a:buClrTx/>
                <a:buSzTx/>
                <a:buFontTx/>
                <a:buNone/>
              </a:pPr>
              <a:t>31</a:t>
            </a:fld>
            <a:endParaRPr lang="en-US" altLang="zh-CN" sz="1400">
              <a:solidFill>
                <a:srgbClr val="073E87"/>
              </a:solidFill>
              <a:latin typeface="Tahoma" panose="020B0604030504040204" pitchFamily="34" charset="0"/>
            </a:endParaRPr>
          </a:p>
        </p:txBody>
      </p:sp>
    </p:spTree>
    <p:extLst>
      <p:ext uri="{BB962C8B-B14F-4D97-AF65-F5344CB8AC3E}">
        <p14:creationId xmlns:p14="http://schemas.microsoft.com/office/powerpoint/2010/main" val="259483564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内容占位符 1"/>
          <p:cNvSpPr>
            <a:spLocks noGrp="1"/>
          </p:cNvSpPr>
          <p:nvPr>
            <p:ph idx="1"/>
          </p:nvPr>
        </p:nvSpPr>
        <p:spPr>
          <a:xfrm>
            <a:off x="500063" y="857250"/>
            <a:ext cx="8143875" cy="4017963"/>
          </a:xfrm>
        </p:spPr>
        <p:txBody>
          <a:bodyPr/>
          <a:lstStyle/>
          <a:p>
            <a:pPr>
              <a:lnSpc>
                <a:spcPts val="4000"/>
              </a:lnSpc>
              <a:buClrTx/>
              <a:buFont typeface="Wingdings" panose="05000000000000000000" pitchFamily="2" charset="2"/>
              <a:buChar char="Ø"/>
            </a:pPr>
            <a:r>
              <a:rPr lang="zh-CN" altLang="en-US" sz="2600" b="1" dirty="0">
                <a:solidFill>
                  <a:schemeClr val="tx1"/>
                </a:solidFill>
                <a:latin typeface="楷体" panose="02010609060101010101" pitchFamily="49" charset="-122"/>
                <a:ea typeface="楷体" panose="02010609060101010101" pitchFamily="49" charset="-122"/>
              </a:rPr>
              <a:t>在静态存储分配中，编译器为每个过程确定其活动记录在目标程序中的位置</a:t>
            </a:r>
          </a:p>
          <a:p>
            <a:pPr>
              <a:lnSpc>
                <a:spcPts val="4000"/>
              </a:lnSpc>
              <a:buClrTx/>
              <a:buFont typeface="Wingdings" panose="05000000000000000000" pitchFamily="2" charset="2"/>
              <a:buChar char="Ø"/>
            </a:pPr>
            <a:r>
              <a:rPr lang="zh-CN" altLang="en-US" sz="2600" b="1" dirty="0">
                <a:solidFill>
                  <a:schemeClr val="tx1"/>
                </a:solidFill>
                <a:latin typeface="楷体" panose="02010609060101010101" pitchFamily="49" charset="-122"/>
                <a:ea typeface="楷体" panose="02010609060101010101" pitchFamily="49" charset="-122"/>
              </a:rPr>
              <a:t>这样，过程中每个名字的存储位置就确定了</a:t>
            </a:r>
          </a:p>
          <a:p>
            <a:pPr>
              <a:lnSpc>
                <a:spcPts val="4000"/>
              </a:lnSpc>
              <a:buClrTx/>
              <a:buFont typeface="Wingdings" panose="05000000000000000000" pitchFamily="2" charset="2"/>
              <a:buChar char="Ø"/>
            </a:pPr>
            <a:r>
              <a:rPr lang="zh-CN" altLang="en-US" sz="2600" b="1" dirty="0">
                <a:solidFill>
                  <a:schemeClr val="tx1"/>
                </a:solidFill>
                <a:latin typeface="楷体" panose="02010609060101010101" pitchFamily="49" charset="-122"/>
                <a:ea typeface="楷体" panose="02010609060101010101" pitchFamily="49" charset="-122"/>
              </a:rPr>
              <a:t>因此，这些名字的存储地址可以被编译到目标代码中</a:t>
            </a:r>
          </a:p>
          <a:p>
            <a:pPr>
              <a:lnSpc>
                <a:spcPts val="4000"/>
              </a:lnSpc>
              <a:buClrTx/>
              <a:buFont typeface="Wingdings" panose="05000000000000000000" pitchFamily="2" charset="2"/>
              <a:buChar char="Ø"/>
            </a:pPr>
            <a:r>
              <a:rPr lang="zh-CN" altLang="en-US" sz="2600" b="1" dirty="0">
                <a:solidFill>
                  <a:schemeClr val="tx1"/>
                </a:solidFill>
                <a:latin typeface="楷体" panose="02010609060101010101" pitchFamily="49" charset="-122"/>
                <a:ea typeface="楷体" panose="02010609060101010101" pitchFamily="49" charset="-122"/>
              </a:rPr>
              <a:t>过程每次执行时，它的名字都绑定到同样的存储单元</a:t>
            </a:r>
          </a:p>
          <a:p>
            <a:pPr>
              <a:lnSpc>
                <a:spcPts val="4000"/>
              </a:lnSpc>
              <a:buClrTx/>
              <a:buFont typeface="Wingdings" panose="05000000000000000000" pitchFamily="2" charset="2"/>
              <a:buChar char="Ø"/>
            </a:pPr>
            <a:endParaRPr lang="zh-CN" altLang="en-US" sz="3000" b="1" dirty="0">
              <a:solidFill>
                <a:schemeClr val="tx1"/>
              </a:solidFill>
              <a:latin typeface="楷体" panose="02010609060101010101" pitchFamily="49" charset="-122"/>
              <a:ea typeface="楷体" panose="02010609060101010101" pitchFamily="49" charset="-122"/>
            </a:endParaRPr>
          </a:p>
        </p:txBody>
      </p:sp>
      <p:sp>
        <p:nvSpPr>
          <p:cNvPr id="28675" name="标题 2"/>
          <p:cNvSpPr>
            <a:spLocks noGrp="1"/>
          </p:cNvSpPr>
          <p:nvPr>
            <p:ph type="title"/>
          </p:nvPr>
        </p:nvSpPr>
        <p:spPr>
          <a:xfrm>
            <a:off x="755650" y="268288"/>
            <a:ext cx="7931150" cy="358775"/>
          </a:xfrm>
        </p:spPr>
        <p:txBody>
          <a:bodyPr/>
          <a:lstStyle/>
          <a:p>
            <a:r>
              <a:rPr lang="en-US" altLang="zh-CN" sz="3000" dirty="0">
                <a:solidFill>
                  <a:schemeClr val="tx1"/>
                </a:solidFill>
                <a:latin typeface="微软雅黑" panose="020B0503020204020204" pitchFamily="34" charset="-122"/>
                <a:ea typeface="微软雅黑" panose="020B0503020204020204" pitchFamily="34" charset="-122"/>
                <a:cs typeface="楷体_GB2312"/>
              </a:rPr>
              <a:t>2. </a:t>
            </a:r>
            <a:r>
              <a:rPr lang="zh-CN" altLang="en-US" sz="3000" dirty="0">
                <a:solidFill>
                  <a:schemeClr val="tx1"/>
                </a:solidFill>
                <a:latin typeface="微软雅黑" panose="020B0503020204020204" pitchFamily="34" charset="-122"/>
                <a:ea typeface="微软雅黑" panose="020B0503020204020204" pitchFamily="34" charset="-122"/>
                <a:cs typeface="楷体_GB2312"/>
              </a:rPr>
              <a:t>静态存储分配</a:t>
            </a:r>
          </a:p>
        </p:txBody>
      </p:sp>
      <p:sp>
        <p:nvSpPr>
          <p:cNvPr id="2" name="灯片编号占位符 1"/>
          <p:cNvSpPr>
            <a:spLocks noGrp="1"/>
          </p:cNvSpPr>
          <p:nvPr>
            <p:ph type="sldNum" sz="quarter" idx="12"/>
          </p:nvPr>
        </p:nvSpPr>
        <p:spPr/>
        <p:txBody>
          <a:bodyPr/>
          <a:lstStyle/>
          <a:p>
            <a:pPr>
              <a:defRPr/>
            </a:pPr>
            <a:fld id="{64CF1D47-2B30-44A6-81DA-EC28584A641A}" type="slidenum">
              <a:rPr lang="zh-CN" altLang="en-US" smtClean="0"/>
              <a:pPr>
                <a:defRPr/>
              </a:pPr>
              <a:t>32</a:t>
            </a:fld>
            <a:endParaRPr lang="en-US" altLang="zh-CN" dirty="0"/>
          </a:p>
        </p:txBody>
      </p:sp>
    </p:spTree>
    <p:extLst>
      <p:ext uri="{BB962C8B-B14F-4D97-AF65-F5344CB8AC3E}">
        <p14:creationId xmlns:p14="http://schemas.microsoft.com/office/powerpoint/2010/main" val="37404060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内容占位符 1"/>
          <p:cNvSpPr>
            <a:spLocks noGrp="1"/>
          </p:cNvSpPr>
          <p:nvPr>
            <p:ph idx="1"/>
          </p:nvPr>
        </p:nvSpPr>
        <p:spPr>
          <a:xfrm>
            <a:off x="500063" y="857250"/>
            <a:ext cx="8032750" cy="3225800"/>
          </a:xfrm>
        </p:spPr>
        <p:txBody>
          <a:bodyPr/>
          <a:lstStyle/>
          <a:p>
            <a:pPr>
              <a:lnSpc>
                <a:spcPts val="4000"/>
              </a:lnSpc>
              <a:buClrTx/>
              <a:buFont typeface="Wingdings" panose="05000000000000000000" pitchFamily="2" charset="2"/>
              <a:buChar char="Ø"/>
            </a:pPr>
            <a:r>
              <a:rPr lang="zh-CN" altLang="en-US" sz="2800" b="1" dirty="0">
                <a:solidFill>
                  <a:schemeClr val="tx1"/>
                </a:solidFill>
                <a:latin typeface="楷体" panose="02010609060101010101" pitchFamily="49" charset="-122"/>
                <a:ea typeface="楷体" panose="02010609060101010101" pitchFamily="49" charset="-122"/>
              </a:rPr>
              <a:t>适合静态存储分配的语言必须满足以下条件</a:t>
            </a:r>
            <a:endParaRPr lang="en-US" altLang="zh-CN" sz="2800" b="1" dirty="0">
              <a:solidFill>
                <a:schemeClr val="tx1"/>
              </a:solidFill>
              <a:latin typeface="楷体" panose="02010609060101010101" pitchFamily="49" charset="-122"/>
              <a:ea typeface="楷体" panose="02010609060101010101" pitchFamily="49" charset="-122"/>
            </a:endParaRPr>
          </a:p>
          <a:p>
            <a:pPr lvl="1">
              <a:lnSpc>
                <a:spcPts val="4000"/>
              </a:lnSpc>
              <a:buClrTx/>
              <a:buFont typeface="Wingdings" panose="05000000000000000000" pitchFamily="2" charset="2"/>
              <a:buChar char="Ø"/>
            </a:pPr>
            <a:r>
              <a:rPr lang="zh-CN" altLang="en-US" sz="2500" b="1" dirty="0">
                <a:solidFill>
                  <a:schemeClr val="tx1"/>
                </a:solidFill>
                <a:latin typeface="楷体" panose="02010609060101010101" pitchFamily="49" charset="-122"/>
                <a:ea typeface="楷体" panose="02010609060101010101" pitchFamily="49" charset="-122"/>
              </a:rPr>
              <a:t>数组上下界必须是常数</a:t>
            </a:r>
            <a:endParaRPr lang="en-US" altLang="zh-CN" sz="2500" b="1" dirty="0">
              <a:solidFill>
                <a:schemeClr val="tx1"/>
              </a:solidFill>
              <a:latin typeface="楷体" panose="02010609060101010101" pitchFamily="49" charset="-122"/>
              <a:ea typeface="楷体" panose="02010609060101010101" pitchFamily="49" charset="-122"/>
            </a:endParaRPr>
          </a:p>
          <a:p>
            <a:pPr lvl="1">
              <a:lnSpc>
                <a:spcPts val="4000"/>
              </a:lnSpc>
              <a:buClrTx/>
              <a:buFont typeface="Wingdings" panose="05000000000000000000" pitchFamily="2" charset="2"/>
              <a:buChar char="Ø"/>
            </a:pPr>
            <a:r>
              <a:rPr lang="zh-CN" altLang="en-US" sz="2500" b="1" dirty="0">
                <a:solidFill>
                  <a:schemeClr val="tx1"/>
                </a:solidFill>
                <a:latin typeface="楷体" panose="02010609060101010101" pitchFamily="49" charset="-122"/>
                <a:ea typeface="楷体" panose="02010609060101010101" pitchFamily="49" charset="-122"/>
              </a:rPr>
              <a:t>不允许过程的递归调用</a:t>
            </a:r>
            <a:endParaRPr lang="en-US" altLang="zh-CN" sz="2500" b="1" dirty="0">
              <a:solidFill>
                <a:schemeClr val="tx1"/>
              </a:solidFill>
              <a:latin typeface="楷体" panose="02010609060101010101" pitchFamily="49" charset="-122"/>
              <a:ea typeface="楷体" panose="02010609060101010101" pitchFamily="49" charset="-122"/>
            </a:endParaRPr>
          </a:p>
          <a:p>
            <a:pPr lvl="1">
              <a:lnSpc>
                <a:spcPts val="4000"/>
              </a:lnSpc>
              <a:buClrTx/>
              <a:buFont typeface="Wingdings" panose="05000000000000000000" pitchFamily="2" charset="2"/>
              <a:buChar char="Ø"/>
            </a:pPr>
            <a:r>
              <a:rPr lang="zh-CN" altLang="en-US" sz="2500" b="1" dirty="0">
                <a:solidFill>
                  <a:schemeClr val="tx1"/>
                </a:solidFill>
                <a:latin typeface="楷体" panose="02010609060101010101" pitchFamily="49" charset="-122"/>
                <a:ea typeface="楷体" panose="02010609060101010101" pitchFamily="49" charset="-122"/>
              </a:rPr>
              <a:t>不允许动态建立数据实体</a:t>
            </a:r>
            <a:endParaRPr lang="en-US" altLang="zh-CN" sz="2500" b="1" dirty="0">
              <a:solidFill>
                <a:schemeClr val="tx1"/>
              </a:solidFill>
              <a:latin typeface="楷体" panose="02010609060101010101" pitchFamily="49" charset="-122"/>
              <a:ea typeface="楷体" panose="02010609060101010101" pitchFamily="49" charset="-122"/>
            </a:endParaRPr>
          </a:p>
          <a:p>
            <a:pPr>
              <a:lnSpc>
                <a:spcPts val="4000"/>
              </a:lnSpc>
              <a:buClrTx/>
              <a:buFont typeface="Wingdings" panose="05000000000000000000" pitchFamily="2" charset="2"/>
              <a:buChar char="Ø"/>
            </a:pPr>
            <a:r>
              <a:rPr lang="zh-CN" altLang="en-US" sz="2800" b="1" dirty="0">
                <a:solidFill>
                  <a:schemeClr val="tx1"/>
                </a:solidFill>
                <a:latin typeface="楷体" panose="02010609060101010101" pitchFamily="49" charset="-122"/>
                <a:ea typeface="楷体" panose="02010609060101010101" pitchFamily="49" charset="-122"/>
              </a:rPr>
              <a:t>满足这些条件的语言有</a:t>
            </a:r>
            <a:r>
              <a:rPr lang="en-US" altLang="zh-CN" sz="2800" b="1" dirty="0">
                <a:solidFill>
                  <a:schemeClr val="tx1"/>
                </a:solidFill>
                <a:ea typeface="楷体" panose="02010609060101010101" pitchFamily="49" charset="-122"/>
                <a:cs typeface="Times New Roman" panose="02020603050405020304" pitchFamily="18" charset="0"/>
              </a:rPr>
              <a:t>BASIC</a:t>
            </a:r>
            <a:r>
              <a:rPr lang="zh-CN" altLang="en-US" sz="2800" b="1" dirty="0">
                <a:solidFill>
                  <a:schemeClr val="tx1"/>
                </a:solidFill>
                <a:latin typeface="楷体" panose="02010609060101010101" pitchFamily="49" charset="-122"/>
                <a:ea typeface="楷体" panose="02010609060101010101" pitchFamily="49" charset="-122"/>
              </a:rPr>
              <a:t>和</a:t>
            </a:r>
            <a:r>
              <a:rPr lang="en-US" altLang="zh-CN" sz="2800" b="1" dirty="0">
                <a:solidFill>
                  <a:schemeClr val="tx1"/>
                </a:solidFill>
                <a:ea typeface="楷体" panose="02010609060101010101" pitchFamily="49" charset="-122"/>
              </a:rPr>
              <a:t>FORTRAN</a:t>
            </a:r>
            <a:r>
              <a:rPr lang="zh-CN" altLang="en-US" sz="2800" b="1" dirty="0">
                <a:solidFill>
                  <a:schemeClr val="tx1"/>
                </a:solidFill>
                <a:latin typeface="楷体" panose="02010609060101010101" pitchFamily="49" charset="-122"/>
                <a:ea typeface="楷体" panose="02010609060101010101" pitchFamily="49" charset="-122"/>
              </a:rPr>
              <a:t>等</a:t>
            </a:r>
            <a:endParaRPr lang="en-US" altLang="zh-CN" sz="2800" b="1" dirty="0">
              <a:solidFill>
                <a:schemeClr val="tx1"/>
              </a:solidFill>
              <a:latin typeface="楷体" panose="02010609060101010101" pitchFamily="49" charset="-122"/>
              <a:ea typeface="楷体" panose="02010609060101010101" pitchFamily="49" charset="-122"/>
            </a:endParaRPr>
          </a:p>
        </p:txBody>
      </p:sp>
      <p:sp>
        <p:nvSpPr>
          <p:cNvPr id="30723" name="标题 2"/>
          <p:cNvSpPr>
            <a:spLocks noGrp="1"/>
          </p:cNvSpPr>
          <p:nvPr>
            <p:ph type="title"/>
          </p:nvPr>
        </p:nvSpPr>
        <p:spPr>
          <a:xfrm>
            <a:off x="755650" y="268288"/>
            <a:ext cx="7931150" cy="358775"/>
          </a:xfrm>
        </p:spPr>
        <p:txBody>
          <a:bodyPr/>
          <a:lstStyle/>
          <a:p>
            <a:r>
              <a:rPr lang="zh-CN" altLang="en-US" sz="3000">
                <a:solidFill>
                  <a:schemeClr val="tx1"/>
                </a:solidFill>
                <a:latin typeface="微软雅黑" panose="020B0503020204020204" pitchFamily="34" charset="-122"/>
                <a:ea typeface="微软雅黑" panose="020B0503020204020204" pitchFamily="34" charset="-122"/>
                <a:cs typeface="楷体_GB2312"/>
              </a:rPr>
              <a:t>静态存储分配的限制条件</a:t>
            </a:r>
          </a:p>
        </p:txBody>
      </p:sp>
      <p:sp>
        <p:nvSpPr>
          <p:cNvPr id="2" name="灯片编号占位符 1"/>
          <p:cNvSpPr>
            <a:spLocks noGrp="1"/>
          </p:cNvSpPr>
          <p:nvPr>
            <p:ph type="sldNum" sz="quarter" idx="12"/>
          </p:nvPr>
        </p:nvSpPr>
        <p:spPr/>
        <p:txBody>
          <a:bodyPr/>
          <a:lstStyle/>
          <a:p>
            <a:pPr>
              <a:defRPr/>
            </a:pPr>
            <a:fld id="{64CF1D47-2B30-44A6-81DA-EC28584A641A}" type="slidenum">
              <a:rPr lang="zh-CN" altLang="en-US" smtClean="0"/>
              <a:pPr>
                <a:defRPr/>
              </a:pPr>
              <a:t>33</a:t>
            </a:fld>
            <a:endParaRPr lang="en-US" altLang="zh-CN" dirty="0"/>
          </a:p>
        </p:txBody>
      </p:sp>
    </p:spTree>
    <p:extLst>
      <p:ext uri="{BB962C8B-B14F-4D97-AF65-F5344CB8AC3E}">
        <p14:creationId xmlns:p14="http://schemas.microsoft.com/office/powerpoint/2010/main" val="10842630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nodeType="clickEffect">
                                  <p:stCondLst>
                                    <p:cond delay="0"/>
                                  </p:stCondLst>
                                  <p:childTnLst>
                                    <p:set>
                                      <p:cBhvr>
                                        <p:cTn id="6" dur="1" fill="hold">
                                          <p:stCondLst>
                                            <p:cond delay="0"/>
                                          </p:stCondLst>
                                        </p:cTn>
                                        <p:tgtEl>
                                          <p:spTgt spid="18434">
                                            <p:txEl>
                                              <p:pRg st="4" end="4"/>
                                            </p:txEl>
                                          </p:spTgt>
                                        </p:tgtEl>
                                        <p:attrNameLst>
                                          <p:attrName>style.visibility</p:attrName>
                                        </p:attrNameLst>
                                      </p:cBhvr>
                                      <p:to>
                                        <p:strVal val="visible"/>
                                      </p:to>
                                    </p:set>
                                    <p:anim calcmode="lin" valueType="num">
                                      <p:cBhvr>
                                        <p:cTn id="7" dur="500" fill="hold"/>
                                        <p:tgtEl>
                                          <p:spTgt spid="18434">
                                            <p:txEl>
                                              <p:pRg st="4" end="4"/>
                                            </p:txEl>
                                          </p:spTgt>
                                        </p:tgtEl>
                                        <p:attrNameLst>
                                          <p:attrName>ppt_w</p:attrName>
                                        </p:attrNameLst>
                                      </p:cBhvr>
                                      <p:tavLst>
                                        <p:tav tm="0">
                                          <p:val>
                                            <p:fltVal val="0"/>
                                          </p:val>
                                        </p:tav>
                                        <p:tav tm="100000">
                                          <p:val>
                                            <p:strVal val="#ppt_w"/>
                                          </p:val>
                                        </p:tav>
                                      </p:tavLst>
                                    </p:anim>
                                    <p:anim calcmode="lin" valueType="num">
                                      <p:cBhvr>
                                        <p:cTn id="8" dur="500" fill="hold"/>
                                        <p:tgtEl>
                                          <p:spTgt spid="18434">
                                            <p:txEl>
                                              <p:pRg st="4" end="4"/>
                                            </p:txEl>
                                          </p:spTgt>
                                        </p:tgtEl>
                                        <p:attrNameLst>
                                          <p:attrName>ppt_h</p:attrName>
                                        </p:attrNameLst>
                                      </p:cBhvr>
                                      <p:tavLst>
                                        <p:tav tm="0">
                                          <p:val>
                                            <p:fltVal val="0"/>
                                          </p:val>
                                        </p:tav>
                                        <p:tav tm="100000">
                                          <p:val>
                                            <p:strVal val="#ppt_h"/>
                                          </p:val>
                                        </p:tav>
                                      </p:tavLst>
                                    </p:anim>
                                    <p:animEffect transition="in" filter="fade">
                                      <p:cBhvr>
                                        <p:cTn id="9" dur="500"/>
                                        <p:tgtEl>
                                          <p:spTgt spid="1843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内容占位符 1"/>
          <p:cNvSpPr>
            <a:spLocks noGrp="1"/>
          </p:cNvSpPr>
          <p:nvPr>
            <p:ph idx="1"/>
          </p:nvPr>
        </p:nvSpPr>
        <p:spPr>
          <a:xfrm>
            <a:off x="500063" y="857250"/>
            <a:ext cx="8032750" cy="3225800"/>
          </a:xfrm>
        </p:spPr>
        <p:txBody>
          <a:bodyPr/>
          <a:lstStyle/>
          <a:p>
            <a:pPr>
              <a:lnSpc>
                <a:spcPts val="4000"/>
              </a:lnSpc>
              <a:buClrTx/>
              <a:buFont typeface="Wingdings" panose="05000000000000000000" pitchFamily="2" charset="2"/>
              <a:buChar char="Ø"/>
            </a:pPr>
            <a:r>
              <a:rPr lang="zh-CN" altLang="en-US" sz="3000" b="1">
                <a:solidFill>
                  <a:schemeClr val="tx1"/>
                </a:solidFill>
                <a:latin typeface="楷体" panose="02010609060101010101" pitchFamily="49" charset="-122"/>
                <a:ea typeface="楷体" panose="02010609060101010101" pitchFamily="49" charset="-122"/>
              </a:rPr>
              <a:t>顺序分配法</a:t>
            </a:r>
            <a:endParaRPr lang="en-US" altLang="zh-CN" sz="3000" b="1">
              <a:solidFill>
                <a:schemeClr val="tx1"/>
              </a:solidFill>
              <a:latin typeface="楷体" panose="02010609060101010101" pitchFamily="49" charset="-122"/>
              <a:ea typeface="楷体" panose="02010609060101010101" pitchFamily="49" charset="-122"/>
            </a:endParaRPr>
          </a:p>
          <a:p>
            <a:pPr>
              <a:lnSpc>
                <a:spcPts val="4000"/>
              </a:lnSpc>
              <a:buClrTx/>
              <a:buFont typeface="Wingdings" panose="05000000000000000000" pitchFamily="2" charset="2"/>
              <a:buChar char="Ø"/>
            </a:pPr>
            <a:r>
              <a:rPr lang="zh-CN" altLang="en-US" sz="3000" b="1">
                <a:solidFill>
                  <a:schemeClr val="tx1"/>
                </a:solidFill>
                <a:latin typeface="楷体" panose="02010609060101010101" pitchFamily="49" charset="-122"/>
                <a:ea typeface="楷体" panose="02010609060101010101" pitchFamily="49" charset="-122"/>
              </a:rPr>
              <a:t>层次分配法</a:t>
            </a:r>
            <a:endParaRPr lang="zh-CN" altLang="en-US" sz="3000" b="1">
              <a:solidFill>
                <a:schemeClr val="tx1"/>
              </a:solidFill>
            </a:endParaRPr>
          </a:p>
        </p:txBody>
      </p:sp>
      <p:sp>
        <p:nvSpPr>
          <p:cNvPr id="32771" name="标题 2"/>
          <p:cNvSpPr>
            <a:spLocks noGrp="1"/>
          </p:cNvSpPr>
          <p:nvPr>
            <p:ph type="title"/>
          </p:nvPr>
        </p:nvSpPr>
        <p:spPr>
          <a:xfrm>
            <a:off x="755650" y="268288"/>
            <a:ext cx="7931150" cy="358775"/>
          </a:xfrm>
        </p:spPr>
        <p:txBody>
          <a:bodyPr/>
          <a:lstStyle/>
          <a:p>
            <a:r>
              <a:rPr lang="zh-CN" altLang="en-US" sz="3000">
                <a:solidFill>
                  <a:schemeClr val="tx1"/>
                </a:solidFill>
                <a:latin typeface="微软雅黑" panose="020B0503020204020204" pitchFamily="34" charset="-122"/>
                <a:ea typeface="微软雅黑" panose="020B0503020204020204" pitchFamily="34" charset="-122"/>
                <a:cs typeface="楷体_GB2312"/>
              </a:rPr>
              <a:t>常用的静态存储分配方法</a:t>
            </a:r>
          </a:p>
        </p:txBody>
      </p:sp>
      <p:sp>
        <p:nvSpPr>
          <p:cNvPr id="2" name="灯片编号占位符 1"/>
          <p:cNvSpPr>
            <a:spLocks noGrp="1"/>
          </p:cNvSpPr>
          <p:nvPr>
            <p:ph type="sldNum" sz="quarter" idx="12"/>
          </p:nvPr>
        </p:nvSpPr>
        <p:spPr/>
        <p:txBody>
          <a:bodyPr/>
          <a:lstStyle/>
          <a:p>
            <a:pPr>
              <a:defRPr/>
            </a:pPr>
            <a:fld id="{64CF1D47-2B30-44A6-81DA-EC28584A641A}" type="slidenum">
              <a:rPr lang="zh-CN" altLang="en-US" smtClean="0"/>
              <a:pPr>
                <a:defRPr/>
              </a:pPr>
              <a:t>34</a:t>
            </a:fld>
            <a:endParaRPr lang="en-US" altLang="zh-CN" dirty="0"/>
          </a:p>
        </p:txBody>
      </p:sp>
    </p:spTree>
    <p:extLst>
      <p:ext uri="{BB962C8B-B14F-4D97-AF65-F5344CB8AC3E}">
        <p14:creationId xmlns:p14="http://schemas.microsoft.com/office/powerpoint/2010/main" val="166916764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6866" name="Rectangle 18"/>
          <p:cNvSpPr>
            <a:spLocks noGrp="1" noChangeArrowheads="1"/>
          </p:cNvSpPr>
          <p:nvPr>
            <p:ph idx="1"/>
          </p:nvPr>
        </p:nvSpPr>
        <p:spPr>
          <a:xfrm>
            <a:off x="142875" y="785813"/>
            <a:ext cx="7272338" cy="642937"/>
          </a:xfrm>
        </p:spPr>
        <p:txBody>
          <a:bodyPr/>
          <a:lstStyle/>
          <a:p>
            <a:pPr lvl="1" eaLnBrk="1" hangingPunct="1">
              <a:buClrTx/>
              <a:buFont typeface="Wingdings" panose="05000000000000000000" pitchFamily="2" charset="2"/>
              <a:buChar char="Ø"/>
            </a:pPr>
            <a:r>
              <a:rPr lang="zh-CN" altLang="en-US" sz="2500" b="1" dirty="0">
                <a:solidFill>
                  <a:schemeClr val="tx1"/>
                </a:solidFill>
                <a:ea typeface="楷体" panose="02010609060101010101" pitchFamily="49" charset="-122"/>
                <a:cs typeface="Times New Roman" panose="02020603050405020304" pitchFamily="18" charset="0"/>
              </a:rPr>
              <a:t>按照过程出现的先后顺序逐段分配存储空间</a:t>
            </a:r>
          </a:p>
          <a:p>
            <a:pPr lvl="1" eaLnBrk="1" hangingPunct="1">
              <a:buClrTx/>
              <a:buFont typeface="Wingdings" panose="05000000000000000000" pitchFamily="2" charset="2"/>
              <a:buChar char="Ø"/>
            </a:pPr>
            <a:r>
              <a:rPr lang="zh-CN" altLang="en-US" sz="2500" b="1" dirty="0">
                <a:solidFill>
                  <a:schemeClr val="tx1"/>
                </a:solidFill>
                <a:ea typeface="楷体" panose="02010609060101010101" pitchFamily="49" charset="-122"/>
                <a:cs typeface="Times New Roman" panose="02020603050405020304" pitchFamily="18" charset="0"/>
              </a:rPr>
              <a:t>各过程的活动记录占用互不相交的存储空间</a:t>
            </a:r>
            <a:r>
              <a:rPr lang="en-US" altLang="zh-CN" sz="2500" b="1" dirty="0">
                <a:solidFill>
                  <a:schemeClr val="tx1"/>
                </a:solidFill>
                <a:ea typeface="楷体" panose="02010609060101010101" pitchFamily="49" charset="-122"/>
                <a:cs typeface="Times New Roman" panose="02020603050405020304" pitchFamily="18" charset="0"/>
              </a:rPr>
              <a:t> </a:t>
            </a:r>
            <a:endParaRPr lang="zh-CN" altLang="en-US" sz="2500" b="1" dirty="0">
              <a:solidFill>
                <a:schemeClr val="tx1"/>
              </a:solidFill>
              <a:ea typeface="楷体" panose="02010609060101010101" pitchFamily="49" charset="-122"/>
              <a:cs typeface="Times New Roman" panose="02020603050405020304" pitchFamily="18" charset="0"/>
            </a:endParaRPr>
          </a:p>
        </p:txBody>
      </p:sp>
      <p:sp>
        <p:nvSpPr>
          <p:cNvPr id="34819" name="Rectangle 2"/>
          <p:cNvSpPr>
            <a:spLocks noGrp="1" noChangeArrowheads="1"/>
          </p:cNvSpPr>
          <p:nvPr>
            <p:ph type="title"/>
          </p:nvPr>
        </p:nvSpPr>
        <p:spPr>
          <a:xfrm>
            <a:off x="755650" y="268288"/>
            <a:ext cx="7931150" cy="358775"/>
          </a:xfrm>
        </p:spPr>
        <p:txBody>
          <a:bodyPr/>
          <a:lstStyle/>
          <a:p>
            <a:pPr eaLnBrk="1" hangingPunct="1"/>
            <a:r>
              <a:rPr lang="zh-CN" altLang="en-US" sz="3000">
                <a:solidFill>
                  <a:schemeClr val="tx1"/>
                </a:solidFill>
                <a:latin typeface="微软雅黑" panose="020B0503020204020204" pitchFamily="34" charset="-122"/>
                <a:ea typeface="微软雅黑" panose="020B0503020204020204" pitchFamily="34" charset="-122"/>
              </a:rPr>
              <a:t>顺序分配法</a:t>
            </a:r>
            <a:endParaRPr lang="zh-CN" altLang="en-US" sz="300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2" name="Group 4"/>
          <p:cNvGrpSpPr>
            <a:grpSpLocks/>
          </p:cNvGrpSpPr>
          <p:nvPr/>
        </p:nvGrpSpPr>
        <p:grpSpPr bwMode="auto">
          <a:xfrm>
            <a:off x="1655763" y="1881188"/>
            <a:ext cx="2857500" cy="2084387"/>
            <a:chOff x="192" y="2016"/>
            <a:chExt cx="2400" cy="1750"/>
          </a:xfrm>
        </p:grpSpPr>
        <p:sp>
          <p:nvSpPr>
            <p:cNvPr id="34825" name="Text Box 5"/>
            <p:cNvSpPr txBox="1">
              <a:spLocks noChangeArrowheads="1"/>
            </p:cNvSpPr>
            <p:nvPr/>
          </p:nvSpPr>
          <p:spPr bwMode="auto">
            <a:xfrm>
              <a:off x="960" y="2016"/>
              <a:ext cx="57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spcBef>
                  <a:spcPct val="50000"/>
                </a:spcBef>
              </a:pPr>
              <a:r>
                <a:rPr kumimoji="1" lang="zh-CN" altLang="en-US" sz="1800">
                  <a:solidFill>
                    <a:prstClr val="black"/>
                  </a:solidFill>
                  <a:ea typeface="楷体" panose="02010609060101010101" pitchFamily="49" charset="-122"/>
                  <a:cs typeface="Times New Roman" panose="02020603050405020304" pitchFamily="18" charset="0"/>
                </a:rPr>
                <a:t>1/22</a:t>
              </a:r>
            </a:p>
          </p:txBody>
        </p:sp>
        <p:sp>
          <p:nvSpPr>
            <p:cNvPr id="34826" name="Text Box 6"/>
            <p:cNvSpPr txBox="1">
              <a:spLocks noChangeArrowheads="1"/>
            </p:cNvSpPr>
            <p:nvPr/>
          </p:nvSpPr>
          <p:spPr bwMode="auto">
            <a:xfrm>
              <a:off x="624" y="2638"/>
              <a:ext cx="577"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spcBef>
                  <a:spcPct val="50000"/>
                </a:spcBef>
              </a:pPr>
              <a:r>
                <a:rPr kumimoji="1" lang="zh-CN" altLang="en-US" sz="1800">
                  <a:solidFill>
                    <a:prstClr val="black"/>
                  </a:solidFill>
                  <a:ea typeface="楷体" panose="02010609060101010101" pitchFamily="49" charset="-122"/>
                  <a:cs typeface="Times New Roman" panose="02020603050405020304" pitchFamily="18" charset="0"/>
                </a:rPr>
                <a:t>2/15</a:t>
              </a:r>
            </a:p>
          </p:txBody>
        </p:sp>
        <p:sp>
          <p:nvSpPr>
            <p:cNvPr id="34827" name="Text Box 7"/>
            <p:cNvSpPr txBox="1">
              <a:spLocks noChangeArrowheads="1"/>
            </p:cNvSpPr>
            <p:nvPr/>
          </p:nvSpPr>
          <p:spPr bwMode="auto">
            <a:xfrm>
              <a:off x="1488" y="2688"/>
              <a:ext cx="624"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spcBef>
                  <a:spcPct val="50000"/>
                </a:spcBef>
              </a:pPr>
              <a:r>
                <a:rPr kumimoji="1" lang="zh-CN" altLang="en-US" sz="1800">
                  <a:solidFill>
                    <a:prstClr val="black"/>
                  </a:solidFill>
                  <a:ea typeface="楷体" panose="02010609060101010101" pitchFamily="49" charset="-122"/>
                  <a:cs typeface="Times New Roman" panose="02020603050405020304" pitchFamily="18" charset="0"/>
                </a:rPr>
                <a:t>3/18</a:t>
              </a:r>
            </a:p>
          </p:txBody>
        </p:sp>
        <p:sp>
          <p:nvSpPr>
            <p:cNvPr id="34828" name="Text Box 8"/>
            <p:cNvSpPr txBox="1">
              <a:spLocks noChangeArrowheads="1"/>
            </p:cNvSpPr>
            <p:nvPr/>
          </p:nvSpPr>
          <p:spPr bwMode="auto">
            <a:xfrm>
              <a:off x="192" y="3456"/>
              <a:ext cx="528"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spcBef>
                  <a:spcPct val="50000"/>
                </a:spcBef>
              </a:pPr>
              <a:r>
                <a:rPr kumimoji="1" lang="zh-CN" altLang="en-US" sz="1800">
                  <a:solidFill>
                    <a:prstClr val="black"/>
                  </a:solidFill>
                  <a:ea typeface="楷体" panose="02010609060101010101" pitchFamily="49" charset="-122"/>
                  <a:cs typeface="Times New Roman" panose="02020603050405020304" pitchFamily="18" charset="0"/>
                </a:rPr>
                <a:t>4/17</a:t>
              </a:r>
            </a:p>
          </p:txBody>
        </p:sp>
        <p:sp>
          <p:nvSpPr>
            <p:cNvPr id="34829" name="Text Box 9"/>
            <p:cNvSpPr txBox="1">
              <a:spLocks noChangeArrowheads="1"/>
            </p:cNvSpPr>
            <p:nvPr/>
          </p:nvSpPr>
          <p:spPr bwMode="auto">
            <a:xfrm>
              <a:off x="1104" y="3408"/>
              <a:ext cx="57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spcBef>
                  <a:spcPct val="50000"/>
                </a:spcBef>
              </a:pPr>
              <a:r>
                <a:rPr kumimoji="1" lang="zh-CN" altLang="en-US" sz="1800">
                  <a:solidFill>
                    <a:prstClr val="black"/>
                  </a:solidFill>
                  <a:ea typeface="楷体" panose="02010609060101010101" pitchFamily="49" charset="-122"/>
                  <a:cs typeface="Times New Roman" panose="02020603050405020304" pitchFamily="18" charset="0"/>
                </a:rPr>
                <a:t>6/10</a:t>
              </a:r>
            </a:p>
          </p:txBody>
        </p:sp>
        <p:sp>
          <p:nvSpPr>
            <p:cNvPr id="34830" name="Text Box 10"/>
            <p:cNvSpPr txBox="1">
              <a:spLocks noChangeArrowheads="1"/>
            </p:cNvSpPr>
            <p:nvPr/>
          </p:nvSpPr>
          <p:spPr bwMode="auto">
            <a:xfrm>
              <a:off x="2064" y="3456"/>
              <a:ext cx="528"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spcBef>
                  <a:spcPct val="50000"/>
                </a:spcBef>
              </a:pPr>
              <a:r>
                <a:rPr kumimoji="1" lang="zh-CN" altLang="en-US" sz="1800">
                  <a:solidFill>
                    <a:prstClr val="black"/>
                  </a:solidFill>
                  <a:ea typeface="楷体" panose="02010609060101010101" pitchFamily="49" charset="-122"/>
                  <a:cs typeface="Times New Roman" panose="02020603050405020304" pitchFamily="18" charset="0"/>
                </a:rPr>
                <a:t>5/23</a:t>
              </a:r>
            </a:p>
          </p:txBody>
        </p:sp>
        <p:sp>
          <p:nvSpPr>
            <p:cNvPr id="34831" name="Line 11"/>
            <p:cNvSpPr>
              <a:spLocks noChangeShapeType="1"/>
            </p:cNvSpPr>
            <p:nvPr/>
          </p:nvSpPr>
          <p:spPr bwMode="auto">
            <a:xfrm flipH="1">
              <a:off x="816" y="2256"/>
              <a:ext cx="288" cy="48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1100">
                <a:solidFill>
                  <a:prstClr val="black"/>
                </a:solidFill>
                <a:latin typeface="Times New Roman" panose="02020603050405020304" pitchFamily="18" charset="0"/>
                <a:ea typeface="楷体_GB2312"/>
              </a:endParaRPr>
            </a:p>
          </p:txBody>
        </p:sp>
        <p:sp>
          <p:nvSpPr>
            <p:cNvPr id="34832" name="Line 12"/>
            <p:cNvSpPr>
              <a:spLocks noChangeShapeType="1"/>
            </p:cNvSpPr>
            <p:nvPr/>
          </p:nvSpPr>
          <p:spPr bwMode="auto">
            <a:xfrm flipH="1">
              <a:off x="1296" y="2928"/>
              <a:ext cx="336" cy="57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1100">
                <a:solidFill>
                  <a:prstClr val="black"/>
                </a:solidFill>
                <a:latin typeface="Times New Roman" panose="02020603050405020304" pitchFamily="18" charset="0"/>
                <a:ea typeface="楷体_GB2312"/>
              </a:endParaRPr>
            </a:p>
          </p:txBody>
        </p:sp>
        <p:sp>
          <p:nvSpPr>
            <p:cNvPr id="34833" name="Line 13"/>
            <p:cNvSpPr>
              <a:spLocks noChangeShapeType="1"/>
            </p:cNvSpPr>
            <p:nvPr/>
          </p:nvSpPr>
          <p:spPr bwMode="auto">
            <a:xfrm>
              <a:off x="1680" y="2928"/>
              <a:ext cx="576" cy="57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1100">
                <a:solidFill>
                  <a:prstClr val="black"/>
                </a:solidFill>
                <a:latin typeface="Times New Roman" panose="02020603050405020304" pitchFamily="18" charset="0"/>
                <a:ea typeface="楷体_GB2312"/>
              </a:endParaRPr>
            </a:p>
          </p:txBody>
        </p:sp>
        <p:sp>
          <p:nvSpPr>
            <p:cNvPr id="34834" name="Line 14"/>
            <p:cNvSpPr>
              <a:spLocks noChangeShapeType="1"/>
            </p:cNvSpPr>
            <p:nvPr/>
          </p:nvSpPr>
          <p:spPr bwMode="auto">
            <a:xfrm>
              <a:off x="1152" y="2256"/>
              <a:ext cx="528" cy="48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1100">
                <a:solidFill>
                  <a:prstClr val="black"/>
                </a:solidFill>
                <a:latin typeface="Times New Roman" panose="02020603050405020304" pitchFamily="18" charset="0"/>
                <a:ea typeface="楷体_GB2312"/>
              </a:endParaRPr>
            </a:p>
          </p:txBody>
        </p:sp>
        <p:sp>
          <p:nvSpPr>
            <p:cNvPr id="34835" name="Line 15"/>
            <p:cNvSpPr>
              <a:spLocks noChangeShapeType="1"/>
            </p:cNvSpPr>
            <p:nvPr/>
          </p:nvSpPr>
          <p:spPr bwMode="auto">
            <a:xfrm flipH="1">
              <a:off x="384" y="2928"/>
              <a:ext cx="384" cy="57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1100">
                <a:solidFill>
                  <a:prstClr val="black"/>
                </a:solidFill>
                <a:latin typeface="Times New Roman" panose="02020603050405020304" pitchFamily="18" charset="0"/>
                <a:ea typeface="楷体_GB2312"/>
              </a:endParaRPr>
            </a:p>
          </p:txBody>
        </p:sp>
        <p:sp>
          <p:nvSpPr>
            <p:cNvPr id="34836" name="Line 16"/>
            <p:cNvSpPr>
              <a:spLocks noChangeShapeType="1"/>
            </p:cNvSpPr>
            <p:nvPr/>
          </p:nvSpPr>
          <p:spPr bwMode="auto">
            <a:xfrm>
              <a:off x="768" y="2880"/>
              <a:ext cx="528" cy="57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1100">
                <a:solidFill>
                  <a:prstClr val="black"/>
                </a:solidFill>
                <a:latin typeface="Times New Roman" panose="02020603050405020304" pitchFamily="18" charset="0"/>
                <a:ea typeface="楷体_GB2312"/>
              </a:endParaRPr>
            </a:p>
          </p:txBody>
        </p:sp>
      </p:grpSp>
      <p:sp>
        <p:nvSpPr>
          <p:cNvPr id="846867" name="Text Box 19"/>
          <p:cNvSpPr txBox="1">
            <a:spLocks noChangeArrowheads="1"/>
          </p:cNvSpPr>
          <p:nvPr/>
        </p:nvSpPr>
        <p:spPr bwMode="auto">
          <a:xfrm>
            <a:off x="1500188" y="3979863"/>
            <a:ext cx="2894012" cy="377825"/>
          </a:xfrm>
          <a:prstGeom prst="rect">
            <a:avLst/>
          </a:prstGeom>
          <a:solidFill>
            <a:schemeClr val="accent2">
              <a:lumMod val="40000"/>
              <a:lumOff val="60000"/>
            </a:schemeClr>
          </a:solidFill>
          <a:ln>
            <a:solidFill>
              <a:schemeClr val="tx1"/>
            </a:solidFill>
          </a:ln>
        </p:spPr>
        <p:txBody>
          <a:bodyPr lIns="68580" tIns="34290" rIns="68580" bIns="34290">
            <a:spAutoFit/>
          </a:bodyPr>
          <a:lstStyle>
            <a:lvl1pPr eaLnBrk="0" hangingPunct="0">
              <a:defRPr sz="1100" b="1">
                <a:solidFill>
                  <a:schemeClr val="tx1"/>
                </a:solidFill>
                <a:latin typeface="Times New Roman" panose="02020603050405020304" pitchFamily="18" charset="0"/>
                <a:ea typeface="楷体_GB2312"/>
                <a:cs typeface="楷体_GB2312"/>
              </a:defRPr>
            </a:lvl1pPr>
            <a:lvl2pPr marL="742950" indent="-285750" eaLnBrk="0" hangingPunct="0">
              <a:defRPr sz="1100" b="1">
                <a:solidFill>
                  <a:schemeClr val="tx1"/>
                </a:solidFill>
                <a:latin typeface="Times New Roman" panose="02020603050405020304" pitchFamily="18" charset="0"/>
                <a:ea typeface="楷体_GB2312"/>
                <a:cs typeface="楷体_GB2312"/>
              </a:defRPr>
            </a:lvl2pPr>
            <a:lvl3pPr marL="1143000" indent="-228600" eaLnBrk="0" hangingPunct="0">
              <a:defRPr sz="1100" b="1">
                <a:solidFill>
                  <a:schemeClr val="tx1"/>
                </a:solidFill>
                <a:latin typeface="Times New Roman" panose="02020603050405020304" pitchFamily="18" charset="0"/>
                <a:ea typeface="楷体_GB2312"/>
                <a:cs typeface="楷体_GB2312"/>
              </a:defRPr>
            </a:lvl3pPr>
            <a:lvl4pPr marL="1600200" indent="-228600" eaLnBrk="0" hangingPunct="0">
              <a:defRPr sz="1100" b="1">
                <a:solidFill>
                  <a:schemeClr val="tx1"/>
                </a:solidFill>
                <a:latin typeface="Times New Roman" panose="02020603050405020304" pitchFamily="18" charset="0"/>
                <a:ea typeface="楷体_GB2312"/>
                <a:cs typeface="楷体_GB2312"/>
              </a:defRPr>
            </a:lvl4pPr>
            <a:lvl5pPr marL="2057400" indent="-228600" eaLnBrk="0" hangingPunct="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spcBef>
                <a:spcPct val="50000"/>
              </a:spcBef>
              <a:defRPr/>
            </a:pPr>
            <a:r>
              <a:rPr lang="zh-CN" altLang="en-US" sz="2000" dirty="0">
                <a:solidFill>
                  <a:prstClr val="black"/>
                </a:solidFill>
                <a:ea typeface="楷体" panose="02010609060101010101" pitchFamily="49" charset="-122"/>
                <a:cs typeface="Times New Roman" panose="02020603050405020304" pitchFamily="18" charset="0"/>
              </a:rPr>
              <a:t>过程编号</a:t>
            </a:r>
            <a:r>
              <a:rPr lang="en-US" altLang="zh-CN" sz="2000" dirty="0">
                <a:solidFill>
                  <a:prstClr val="black"/>
                </a:solidFill>
                <a:ea typeface="楷体" panose="02010609060101010101" pitchFamily="49" charset="-122"/>
                <a:cs typeface="Times New Roman" panose="02020603050405020304" pitchFamily="18" charset="0"/>
              </a:rPr>
              <a:t>/</a:t>
            </a:r>
            <a:r>
              <a:rPr lang="zh-CN" altLang="en-US" sz="2000" dirty="0">
                <a:solidFill>
                  <a:prstClr val="black"/>
                </a:solidFill>
                <a:ea typeface="楷体" panose="02010609060101010101" pitchFamily="49" charset="-122"/>
                <a:cs typeface="Times New Roman" panose="02020603050405020304" pitchFamily="18" charset="0"/>
              </a:rPr>
              <a:t>所需存储空间</a:t>
            </a:r>
          </a:p>
        </p:txBody>
      </p:sp>
      <p:sp>
        <p:nvSpPr>
          <p:cNvPr id="846868" name="Text Box 20"/>
          <p:cNvSpPr txBox="1">
            <a:spLocks noChangeArrowheads="1"/>
          </p:cNvSpPr>
          <p:nvPr/>
        </p:nvSpPr>
        <p:spPr bwMode="auto">
          <a:xfrm>
            <a:off x="5178425" y="1662113"/>
            <a:ext cx="2751138" cy="2709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68580" tIns="34290" rIns="68580" bIns="34290">
            <a:spAutoFit/>
          </a:bodyPr>
          <a:lstStyle>
            <a:lvl1pPr marL="342900" indent="-342900">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nSpc>
                <a:spcPts val="2600"/>
              </a:lnSpc>
            </a:pPr>
            <a:r>
              <a:rPr lang="zh-CN" altLang="en-US" sz="1500" b="0">
                <a:solidFill>
                  <a:prstClr val="black"/>
                </a:solidFill>
                <a:ea typeface="楷体" panose="02010609060101010101" pitchFamily="49" charset="-122"/>
                <a:cs typeface="Times New Roman" panose="02020603050405020304" pitchFamily="18" charset="0"/>
              </a:rPr>
              <a:t>    </a:t>
            </a:r>
            <a:r>
              <a:rPr lang="zh-CN" altLang="en-US" sz="2000">
                <a:solidFill>
                  <a:prstClr val="black"/>
                </a:solidFill>
                <a:ea typeface="楷体" panose="02010609060101010101" pitchFamily="49" charset="-122"/>
                <a:cs typeface="Times New Roman" panose="02020603050405020304" pitchFamily="18" charset="0"/>
              </a:rPr>
              <a:t>过程       存储</a:t>
            </a:r>
            <a:r>
              <a:rPr kumimoji="1" lang="zh-CN" altLang="en-US" sz="2000">
                <a:solidFill>
                  <a:prstClr val="black"/>
                </a:solidFill>
                <a:ea typeface="楷体" panose="02010609060101010101" pitchFamily="49" charset="-122"/>
                <a:cs typeface="Times New Roman" panose="02020603050405020304" pitchFamily="18" charset="0"/>
              </a:rPr>
              <a:t>区域</a:t>
            </a:r>
          </a:p>
          <a:p>
            <a:pPr>
              <a:lnSpc>
                <a:spcPts val="2600"/>
              </a:lnSpc>
            </a:pPr>
            <a:r>
              <a:rPr kumimoji="1" lang="zh-CN" altLang="en-US" sz="2000">
                <a:solidFill>
                  <a:prstClr val="black"/>
                </a:solidFill>
                <a:ea typeface="楷体" panose="02010609060101010101" pitchFamily="49" charset="-122"/>
                <a:cs typeface="Times New Roman" panose="02020603050405020304" pitchFamily="18" charset="0"/>
              </a:rPr>
              <a:t>       </a:t>
            </a:r>
            <a:r>
              <a:rPr kumimoji="1" lang="en-US" altLang="zh-CN" sz="2000">
                <a:solidFill>
                  <a:prstClr val="black"/>
                </a:solidFill>
                <a:ea typeface="楷体" panose="02010609060101010101" pitchFamily="49" charset="-122"/>
                <a:cs typeface="Times New Roman" panose="02020603050405020304" pitchFamily="18" charset="0"/>
              </a:rPr>
              <a:t>1              0~21</a:t>
            </a:r>
          </a:p>
          <a:p>
            <a:pPr>
              <a:lnSpc>
                <a:spcPts val="2600"/>
              </a:lnSpc>
            </a:pPr>
            <a:r>
              <a:rPr kumimoji="1" lang="en-US" altLang="zh-CN" sz="2000">
                <a:solidFill>
                  <a:prstClr val="black"/>
                </a:solidFill>
                <a:ea typeface="楷体" panose="02010609060101010101" pitchFamily="49" charset="-122"/>
                <a:cs typeface="Times New Roman" panose="02020603050405020304" pitchFamily="18" charset="0"/>
              </a:rPr>
              <a:t>       2            22~36</a:t>
            </a:r>
          </a:p>
          <a:p>
            <a:pPr>
              <a:lnSpc>
                <a:spcPts val="2600"/>
              </a:lnSpc>
            </a:pPr>
            <a:r>
              <a:rPr kumimoji="1" lang="zh-CN" altLang="en-US" sz="2000">
                <a:solidFill>
                  <a:prstClr val="black"/>
                </a:solidFill>
                <a:ea typeface="楷体" panose="02010609060101010101" pitchFamily="49" charset="-122"/>
                <a:cs typeface="Times New Roman" panose="02020603050405020304" pitchFamily="18" charset="0"/>
              </a:rPr>
              <a:t>       </a:t>
            </a:r>
            <a:r>
              <a:rPr kumimoji="1" lang="en-US" altLang="zh-CN" sz="2000">
                <a:solidFill>
                  <a:prstClr val="black"/>
                </a:solidFill>
                <a:ea typeface="楷体" panose="02010609060101010101" pitchFamily="49" charset="-122"/>
                <a:cs typeface="Times New Roman" panose="02020603050405020304" pitchFamily="18" charset="0"/>
              </a:rPr>
              <a:t>3            37~54</a:t>
            </a:r>
          </a:p>
          <a:p>
            <a:pPr>
              <a:lnSpc>
                <a:spcPts val="2600"/>
              </a:lnSpc>
            </a:pPr>
            <a:r>
              <a:rPr kumimoji="1" lang="zh-CN" altLang="en-US" sz="2000">
                <a:solidFill>
                  <a:prstClr val="black"/>
                </a:solidFill>
                <a:ea typeface="楷体" panose="02010609060101010101" pitchFamily="49" charset="-122"/>
                <a:cs typeface="Times New Roman" panose="02020603050405020304" pitchFamily="18" charset="0"/>
              </a:rPr>
              <a:t>       </a:t>
            </a:r>
            <a:r>
              <a:rPr kumimoji="1" lang="en-US" altLang="zh-CN" sz="2000">
                <a:solidFill>
                  <a:prstClr val="black"/>
                </a:solidFill>
                <a:ea typeface="楷体" panose="02010609060101010101" pitchFamily="49" charset="-122"/>
                <a:cs typeface="Times New Roman" panose="02020603050405020304" pitchFamily="18" charset="0"/>
              </a:rPr>
              <a:t>4            55~71</a:t>
            </a:r>
          </a:p>
          <a:p>
            <a:pPr>
              <a:lnSpc>
                <a:spcPts val="2600"/>
              </a:lnSpc>
            </a:pPr>
            <a:r>
              <a:rPr kumimoji="1" lang="zh-CN" altLang="en-US" sz="2000">
                <a:solidFill>
                  <a:prstClr val="black"/>
                </a:solidFill>
                <a:ea typeface="楷体" panose="02010609060101010101" pitchFamily="49" charset="-122"/>
                <a:cs typeface="Times New Roman" panose="02020603050405020304" pitchFamily="18" charset="0"/>
              </a:rPr>
              <a:t>       </a:t>
            </a:r>
            <a:r>
              <a:rPr kumimoji="1" lang="en-US" altLang="zh-CN" sz="2000">
                <a:solidFill>
                  <a:prstClr val="black"/>
                </a:solidFill>
                <a:ea typeface="楷体" panose="02010609060101010101" pitchFamily="49" charset="-122"/>
                <a:cs typeface="Times New Roman" panose="02020603050405020304" pitchFamily="18" charset="0"/>
              </a:rPr>
              <a:t>5            72~94</a:t>
            </a:r>
          </a:p>
          <a:p>
            <a:pPr>
              <a:lnSpc>
                <a:spcPts val="2600"/>
              </a:lnSpc>
            </a:pPr>
            <a:r>
              <a:rPr kumimoji="1" lang="zh-CN" altLang="en-US" sz="2000">
                <a:solidFill>
                  <a:prstClr val="black"/>
                </a:solidFill>
                <a:ea typeface="楷体" panose="02010609060101010101" pitchFamily="49" charset="-122"/>
                <a:cs typeface="Times New Roman" panose="02020603050405020304" pitchFamily="18" charset="0"/>
              </a:rPr>
              <a:t>       </a:t>
            </a:r>
            <a:r>
              <a:rPr kumimoji="1" lang="en-US" altLang="zh-CN" sz="2000">
                <a:solidFill>
                  <a:prstClr val="black"/>
                </a:solidFill>
                <a:ea typeface="楷体" panose="02010609060101010101" pitchFamily="49" charset="-122"/>
                <a:cs typeface="Times New Roman" panose="02020603050405020304" pitchFamily="18" charset="0"/>
              </a:rPr>
              <a:t>6            95~104</a:t>
            </a:r>
          </a:p>
          <a:p>
            <a:pPr>
              <a:lnSpc>
                <a:spcPts val="2600"/>
              </a:lnSpc>
            </a:pPr>
            <a:r>
              <a:rPr lang="zh-CN" altLang="en-US" sz="2000">
                <a:solidFill>
                  <a:prstClr val="black"/>
                </a:solidFill>
                <a:ea typeface="楷体" panose="02010609060101010101" pitchFamily="49" charset="-122"/>
                <a:cs typeface="Times New Roman" panose="02020603050405020304" pitchFamily="18" charset="0"/>
              </a:rPr>
              <a:t>共需要</a:t>
            </a:r>
            <a:r>
              <a:rPr lang="en-US" altLang="zh-CN" sz="2000">
                <a:solidFill>
                  <a:prstClr val="black"/>
                </a:solidFill>
                <a:ea typeface="楷体" panose="02010609060101010101" pitchFamily="49" charset="-122"/>
                <a:cs typeface="Times New Roman" panose="02020603050405020304" pitchFamily="18" charset="0"/>
              </a:rPr>
              <a:t>105</a:t>
            </a:r>
            <a:r>
              <a:rPr lang="zh-CN" altLang="en-US" sz="2000">
                <a:solidFill>
                  <a:prstClr val="black"/>
                </a:solidFill>
                <a:ea typeface="楷体" panose="02010609060101010101" pitchFamily="49" charset="-122"/>
                <a:cs typeface="Times New Roman" panose="02020603050405020304" pitchFamily="18" charset="0"/>
              </a:rPr>
              <a:t>个存储单元</a:t>
            </a:r>
          </a:p>
        </p:txBody>
      </p:sp>
      <p:sp>
        <p:nvSpPr>
          <p:cNvPr id="846870" name="Rectangle 22"/>
          <p:cNvSpPr>
            <a:spLocks noChangeArrowheads="1"/>
          </p:cNvSpPr>
          <p:nvPr/>
        </p:nvSpPr>
        <p:spPr bwMode="auto">
          <a:xfrm>
            <a:off x="4429125" y="4357688"/>
            <a:ext cx="4556125" cy="684212"/>
          </a:xfrm>
          <a:prstGeom prst="rect">
            <a:avLst/>
          </a:prstGeom>
          <a:solidFill>
            <a:schemeClr val="accent5">
              <a:lumMod val="60000"/>
              <a:lumOff val="40000"/>
            </a:schemeClr>
          </a:solidFill>
          <a:ln w="9525">
            <a:solidFill>
              <a:schemeClr val="tx1"/>
            </a:solidFill>
            <a:miter lim="800000"/>
            <a:headEnd/>
            <a:tailEnd/>
          </a:ln>
        </p:spPr>
        <p:txBody>
          <a:bodyPr lIns="68580" tIns="34290" rIns="68580" bIns="34290">
            <a:spAutoFit/>
          </a:bodyPr>
          <a:lstStyle/>
          <a:p>
            <a:pPr eaLnBrk="1" hangingPunct="1">
              <a:defRPr/>
            </a:pPr>
            <a:r>
              <a:rPr lang="zh-CN" altLang="en-US" sz="2000" dirty="0">
                <a:solidFill>
                  <a:srgbClr val="0000FF"/>
                </a:solidFill>
                <a:latin typeface="Times New Roman" panose="02020603050405020304" pitchFamily="18" charset="0"/>
                <a:ea typeface="楷体" pitchFamily="49" charset="-122"/>
                <a:cs typeface="Times New Roman" pitchFamily="18" charset="0"/>
              </a:rPr>
              <a:t>优点：处理上简单</a:t>
            </a:r>
          </a:p>
          <a:p>
            <a:pPr eaLnBrk="1" hangingPunct="1">
              <a:defRPr/>
            </a:pPr>
            <a:r>
              <a:rPr lang="zh-CN" altLang="en-US" sz="2000" dirty="0">
                <a:solidFill>
                  <a:srgbClr val="0000FF"/>
                </a:solidFill>
                <a:latin typeface="Times New Roman" panose="02020603050405020304" pitchFamily="18" charset="0"/>
                <a:ea typeface="楷体" pitchFamily="49" charset="-122"/>
                <a:cs typeface="Times New Roman" pitchFamily="18" charset="0"/>
              </a:rPr>
              <a:t>缺点：对内存空间的使用不够经济合理</a:t>
            </a:r>
          </a:p>
        </p:txBody>
      </p:sp>
      <p:sp>
        <p:nvSpPr>
          <p:cNvPr id="846871" name="AutoShape 23"/>
          <p:cNvSpPr>
            <a:spLocks noChangeArrowheads="1"/>
          </p:cNvSpPr>
          <p:nvPr/>
        </p:nvSpPr>
        <p:spPr bwMode="auto">
          <a:xfrm>
            <a:off x="571500" y="4479925"/>
            <a:ext cx="3429000" cy="539750"/>
          </a:xfrm>
          <a:prstGeom prst="cloudCallout">
            <a:avLst>
              <a:gd name="adj1" fmla="val 50148"/>
              <a:gd name="adj2" fmla="val -68648"/>
            </a:avLst>
          </a:prstGeom>
          <a:solidFill>
            <a:schemeClr val="tx2">
              <a:lumMod val="60000"/>
              <a:lumOff val="40000"/>
            </a:schemeClr>
          </a:solidFill>
          <a:ln w="9525">
            <a:solidFill>
              <a:schemeClr val="tx1"/>
            </a:solidFill>
            <a:round/>
            <a:headEnd/>
            <a:tailEnd/>
          </a:ln>
        </p:spPr>
        <p:txBody>
          <a:bodyPr lIns="68580" tIns="34290" rIns="68580" bIns="34290"/>
          <a:lstStyle/>
          <a:p>
            <a:pPr eaLnBrk="1" hangingPunct="1">
              <a:defRPr/>
            </a:pPr>
            <a:r>
              <a:rPr kumimoji="1" lang="zh-CN" altLang="en-US" sz="2000" dirty="0">
                <a:solidFill>
                  <a:prstClr val="white"/>
                </a:solidFill>
                <a:latin typeface="Times New Roman" panose="02020603050405020304" pitchFamily="18" charset="0"/>
                <a:ea typeface="楷体" pitchFamily="49" charset="-122"/>
                <a:cs typeface="Times New Roman" pitchFamily="18" charset="0"/>
              </a:rPr>
              <a:t>能用更少的空间么？</a:t>
            </a:r>
          </a:p>
        </p:txBody>
      </p:sp>
      <p:sp>
        <p:nvSpPr>
          <p:cNvPr id="3" name="灯片编号占位符 2"/>
          <p:cNvSpPr>
            <a:spLocks noGrp="1"/>
          </p:cNvSpPr>
          <p:nvPr>
            <p:ph type="sldNum" sz="quarter" idx="12"/>
          </p:nvPr>
        </p:nvSpPr>
        <p:spPr/>
        <p:txBody>
          <a:bodyPr/>
          <a:lstStyle/>
          <a:p>
            <a:pPr>
              <a:defRPr/>
            </a:pPr>
            <a:fld id="{64CF1D47-2B30-44A6-81DA-EC28584A641A}" type="slidenum">
              <a:rPr lang="zh-CN" altLang="en-US" smtClean="0"/>
              <a:pPr>
                <a:defRPr/>
              </a:pPr>
              <a:t>35</a:t>
            </a:fld>
            <a:endParaRPr lang="en-US" altLang="zh-CN" dirty="0"/>
          </a:p>
        </p:txBody>
      </p:sp>
    </p:spTree>
    <p:extLst>
      <p:ext uri="{BB962C8B-B14F-4D97-AF65-F5344CB8AC3E}">
        <p14:creationId xmlns:p14="http://schemas.microsoft.com/office/powerpoint/2010/main" val="103048100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par>
                                <p:cTn id="10" presetID="53" presetClass="entr" presetSubtype="0" fill="hold" grpId="0" nodeType="withEffect">
                                  <p:stCondLst>
                                    <p:cond delay="0"/>
                                  </p:stCondLst>
                                  <p:childTnLst>
                                    <p:set>
                                      <p:cBhvr>
                                        <p:cTn id="11" dur="1" fill="hold">
                                          <p:stCondLst>
                                            <p:cond delay="0"/>
                                          </p:stCondLst>
                                        </p:cTn>
                                        <p:tgtEl>
                                          <p:spTgt spid="846867"/>
                                        </p:tgtEl>
                                        <p:attrNameLst>
                                          <p:attrName>style.visibility</p:attrName>
                                        </p:attrNameLst>
                                      </p:cBhvr>
                                      <p:to>
                                        <p:strVal val="visible"/>
                                      </p:to>
                                    </p:set>
                                    <p:anim calcmode="lin" valueType="num">
                                      <p:cBhvr>
                                        <p:cTn id="12" dur="500" fill="hold"/>
                                        <p:tgtEl>
                                          <p:spTgt spid="846867"/>
                                        </p:tgtEl>
                                        <p:attrNameLst>
                                          <p:attrName>ppt_w</p:attrName>
                                        </p:attrNameLst>
                                      </p:cBhvr>
                                      <p:tavLst>
                                        <p:tav tm="0">
                                          <p:val>
                                            <p:fltVal val="0"/>
                                          </p:val>
                                        </p:tav>
                                        <p:tav tm="100000">
                                          <p:val>
                                            <p:strVal val="#ppt_w"/>
                                          </p:val>
                                        </p:tav>
                                      </p:tavLst>
                                    </p:anim>
                                    <p:anim calcmode="lin" valueType="num">
                                      <p:cBhvr>
                                        <p:cTn id="13" dur="500" fill="hold"/>
                                        <p:tgtEl>
                                          <p:spTgt spid="846867"/>
                                        </p:tgtEl>
                                        <p:attrNameLst>
                                          <p:attrName>ppt_h</p:attrName>
                                        </p:attrNameLst>
                                      </p:cBhvr>
                                      <p:tavLst>
                                        <p:tav tm="0">
                                          <p:val>
                                            <p:fltVal val="0"/>
                                          </p:val>
                                        </p:tav>
                                        <p:tav tm="100000">
                                          <p:val>
                                            <p:strVal val="#ppt_h"/>
                                          </p:val>
                                        </p:tav>
                                      </p:tavLst>
                                    </p:anim>
                                    <p:animEffect transition="in" filter="fade">
                                      <p:cBhvr>
                                        <p:cTn id="14" dur="500"/>
                                        <p:tgtEl>
                                          <p:spTgt spid="846867"/>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53" presetClass="entr" presetSubtype="0" fill="hold" nodeType="clickEffect">
                                  <p:stCondLst>
                                    <p:cond delay="0"/>
                                  </p:stCondLst>
                                  <p:childTnLst>
                                    <p:set>
                                      <p:cBhvr>
                                        <p:cTn id="18" dur="1" fill="hold">
                                          <p:stCondLst>
                                            <p:cond delay="0"/>
                                          </p:stCondLst>
                                        </p:cTn>
                                        <p:tgtEl>
                                          <p:spTgt spid="846866">
                                            <p:txEl>
                                              <p:pRg st="0" end="0"/>
                                            </p:txEl>
                                          </p:spTgt>
                                        </p:tgtEl>
                                        <p:attrNameLst>
                                          <p:attrName>style.visibility</p:attrName>
                                        </p:attrNameLst>
                                      </p:cBhvr>
                                      <p:to>
                                        <p:strVal val="visible"/>
                                      </p:to>
                                    </p:set>
                                    <p:anim calcmode="lin" valueType="num">
                                      <p:cBhvr>
                                        <p:cTn id="19" dur="500" fill="hold"/>
                                        <p:tgtEl>
                                          <p:spTgt spid="846866">
                                            <p:txEl>
                                              <p:pRg st="0" end="0"/>
                                            </p:txEl>
                                          </p:spTgt>
                                        </p:tgtEl>
                                        <p:attrNameLst>
                                          <p:attrName>ppt_w</p:attrName>
                                        </p:attrNameLst>
                                      </p:cBhvr>
                                      <p:tavLst>
                                        <p:tav tm="0">
                                          <p:val>
                                            <p:fltVal val="0"/>
                                          </p:val>
                                        </p:tav>
                                        <p:tav tm="100000">
                                          <p:val>
                                            <p:strVal val="#ppt_w"/>
                                          </p:val>
                                        </p:tav>
                                      </p:tavLst>
                                    </p:anim>
                                    <p:anim calcmode="lin" valueType="num">
                                      <p:cBhvr>
                                        <p:cTn id="20" dur="500" fill="hold"/>
                                        <p:tgtEl>
                                          <p:spTgt spid="846866">
                                            <p:txEl>
                                              <p:pRg st="0" end="0"/>
                                            </p:txEl>
                                          </p:spTgt>
                                        </p:tgtEl>
                                        <p:attrNameLst>
                                          <p:attrName>ppt_h</p:attrName>
                                        </p:attrNameLst>
                                      </p:cBhvr>
                                      <p:tavLst>
                                        <p:tav tm="0">
                                          <p:val>
                                            <p:fltVal val="0"/>
                                          </p:val>
                                        </p:tav>
                                        <p:tav tm="100000">
                                          <p:val>
                                            <p:strVal val="#ppt_h"/>
                                          </p:val>
                                        </p:tav>
                                      </p:tavLst>
                                    </p:anim>
                                    <p:animEffect transition="in" filter="fade">
                                      <p:cBhvr>
                                        <p:cTn id="21" dur="500"/>
                                        <p:tgtEl>
                                          <p:spTgt spid="846866">
                                            <p:txEl>
                                              <p:pRg st="0" end="0"/>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53" presetClass="entr" presetSubtype="0" fill="hold" nodeType="clickEffect">
                                  <p:stCondLst>
                                    <p:cond delay="0"/>
                                  </p:stCondLst>
                                  <p:childTnLst>
                                    <p:set>
                                      <p:cBhvr>
                                        <p:cTn id="25" dur="1" fill="hold">
                                          <p:stCondLst>
                                            <p:cond delay="0"/>
                                          </p:stCondLst>
                                        </p:cTn>
                                        <p:tgtEl>
                                          <p:spTgt spid="846866">
                                            <p:txEl>
                                              <p:pRg st="1" end="1"/>
                                            </p:txEl>
                                          </p:spTgt>
                                        </p:tgtEl>
                                        <p:attrNameLst>
                                          <p:attrName>style.visibility</p:attrName>
                                        </p:attrNameLst>
                                      </p:cBhvr>
                                      <p:to>
                                        <p:strVal val="visible"/>
                                      </p:to>
                                    </p:set>
                                    <p:anim calcmode="lin" valueType="num">
                                      <p:cBhvr>
                                        <p:cTn id="26" dur="500" fill="hold"/>
                                        <p:tgtEl>
                                          <p:spTgt spid="846866">
                                            <p:txEl>
                                              <p:pRg st="1" end="1"/>
                                            </p:txEl>
                                          </p:spTgt>
                                        </p:tgtEl>
                                        <p:attrNameLst>
                                          <p:attrName>ppt_w</p:attrName>
                                        </p:attrNameLst>
                                      </p:cBhvr>
                                      <p:tavLst>
                                        <p:tav tm="0">
                                          <p:val>
                                            <p:fltVal val="0"/>
                                          </p:val>
                                        </p:tav>
                                        <p:tav tm="100000">
                                          <p:val>
                                            <p:strVal val="#ppt_w"/>
                                          </p:val>
                                        </p:tav>
                                      </p:tavLst>
                                    </p:anim>
                                    <p:anim calcmode="lin" valueType="num">
                                      <p:cBhvr>
                                        <p:cTn id="27" dur="500" fill="hold"/>
                                        <p:tgtEl>
                                          <p:spTgt spid="846866">
                                            <p:txEl>
                                              <p:pRg st="1" end="1"/>
                                            </p:txEl>
                                          </p:spTgt>
                                        </p:tgtEl>
                                        <p:attrNameLst>
                                          <p:attrName>ppt_h</p:attrName>
                                        </p:attrNameLst>
                                      </p:cBhvr>
                                      <p:tavLst>
                                        <p:tav tm="0">
                                          <p:val>
                                            <p:fltVal val="0"/>
                                          </p:val>
                                        </p:tav>
                                        <p:tav tm="100000">
                                          <p:val>
                                            <p:strVal val="#ppt_h"/>
                                          </p:val>
                                        </p:tav>
                                      </p:tavLst>
                                    </p:anim>
                                    <p:animEffect transition="in" filter="fade">
                                      <p:cBhvr>
                                        <p:cTn id="28" dur="500"/>
                                        <p:tgtEl>
                                          <p:spTgt spid="846866">
                                            <p:txEl>
                                              <p:pRg st="1" end="1"/>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53" presetClass="entr" presetSubtype="0" fill="hold" grpId="0" nodeType="clickEffect">
                                  <p:stCondLst>
                                    <p:cond delay="0"/>
                                  </p:stCondLst>
                                  <p:childTnLst>
                                    <p:set>
                                      <p:cBhvr>
                                        <p:cTn id="32" dur="1" fill="hold">
                                          <p:stCondLst>
                                            <p:cond delay="0"/>
                                          </p:stCondLst>
                                        </p:cTn>
                                        <p:tgtEl>
                                          <p:spTgt spid="846868">
                                            <p:txEl>
                                              <p:pRg st="0" end="0"/>
                                            </p:txEl>
                                          </p:spTgt>
                                        </p:tgtEl>
                                        <p:attrNameLst>
                                          <p:attrName>style.visibility</p:attrName>
                                        </p:attrNameLst>
                                      </p:cBhvr>
                                      <p:to>
                                        <p:strVal val="visible"/>
                                      </p:to>
                                    </p:set>
                                    <p:anim calcmode="lin" valueType="num">
                                      <p:cBhvr>
                                        <p:cTn id="33" dur="500" fill="hold"/>
                                        <p:tgtEl>
                                          <p:spTgt spid="846868">
                                            <p:txEl>
                                              <p:pRg st="0" end="0"/>
                                            </p:txEl>
                                          </p:spTgt>
                                        </p:tgtEl>
                                        <p:attrNameLst>
                                          <p:attrName>ppt_w</p:attrName>
                                        </p:attrNameLst>
                                      </p:cBhvr>
                                      <p:tavLst>
                                        <p:tav tm="0">
                                          <p:val>
                                            <p:fltVal val="0"/>
                                          </p:val>
                                        </p:tav>
                                        <p:tav tm="100000">
                                          <p:val>
                                            <p:strVal val="#ppt_w"/>
                                          </p:val>
                                        </p:tav>
                                      </p:tavLst>
                                    </p:anim>
                                    <p:anim calcmode="lin" valueType="num">
                                      <p:cBhvr>
                                        <p:cTn id="34" dur="500" fill="hold"/>
                                        <p:tgtEl>
                                          <p:spTgt spid="846868">
                                            <p:txEl>
                                              <p:pRg st="0" end="0"/>
                                            </p:txEl>
                                          </p:spTgt>
                                        </p:tgtEl>
                                        <p:attrNameLst>
                                          <p:attrName>ppt_h</p:attrName>
                                        </p:attrNameLst>
                                      </p:cBhvr>
                                      <p:tavLst>
                                        <p:tav tm="0">
                                          <p:val>
                                            <p:fltVal val="0"/>
                                          </p:val>
                                        </p:tav>
                                        <p:tav tm="100000">
                                          <p:val>
                                            <p:strVal val="#ppt_h"/>
                                          </p:val>
                                        </p:tav>
                                      </p:tavLst>
                                    </p:anim>
                                    <p:animEffect transition="in" filter="fade">
                                      <p:cBhvr>
                                        <p:cTn id="35" dur="500"/>
                                        <p:tgtEl>
                                          <p:spTgt spid="846868">
                                            <p:txEl>
                                              <p:pRg st="0" end="0"/>
                                            </p:txEl>
                                          </p:spTgt>
                                        </p:tgtEl>
                                      </p:cBhvr>
                                    </p:animEffect>
                                  </p:childTnLst>
                                </p:cTn>
                              </p:par>
                              <p:par>
                                <p:cTn id="36" presetID="53" presetClass="entr" presetSubtype="0" fill="hold" grpId="0" nodeType="withEffect">
                                  <p:stCondLst>
                                    <p:cond delay="0"/>
                                  </p:stCondLst>
                                  <p:childTnLst>
                                    <p:set>
                                      <p:cBhvr>
                                        <p:cTn id="37" dur="1" fill="hold">
                                          <p:stCondLst>
                                            <p:cond delay="0"/>
                                          </p:stCondLst>
                                        </p:cTn>
                                        <p:tgtEl>
                                          <p:spTgt spid="846868">
                                            <p:txEl>
                                              <p:pRg st="1" end="1"/>
                                            </p:txEl>
                                          </p:spTgt>
                                        </p:tgtEl>
                                        <p:attrNameLst>
                                          <p:attrName>style.visibility</p:attrName>
                                        </p:attrNameLst>
                                      </p:cBhvr>
                                      <p:to>
                                        <p:strVal val="visible"/>
                                      </p:to>
                                    </p:set>
                                    <p:anim calcmode="lin" valueType="num">
                                      <p:cBhvr>
                                        <p:cTn id="38" dur="500" fill="hold"/>
                                        <p:tgtEl>
                                          <p:spTgt spid="846868">
                                            <p:txEl>
                                              <p:pRg st="1" end="1"/>
                                            </p:txEl>
                                          </p:spTgt>
                                        </p:tgtEl>
                                        <p:attrNameLst>
                                          <p:attrName>ppt_w</p:attrName>
                                        </p:attrNameLst>
                                      </p:cBhvr>
                                      <p:tavLst>
                                        <p:tav tm="0">
                                          <p:val>
                                            <p:fltVal val="0"/>
                                          </p:val>
                                        </p:tav>
                                        <p:tav tm="100000">
                                          <p:val>
                                            <p:strVal val="#ppt_w"/>
                                          </p:val>
                                        </p:tav>
                                      </p:tavLst>
                                    </p:anim>
                                    <p:anim calcmode="lin" valueType="num">
                                      <p:cBhvr>
                                        <p:cTn id="39" dur="500" fill="hold"/>
                                        <p:tgtEl>
                                          <p:spTgt spid="846868">
                                            <p:txEl>
                                              <p:pRg st="1" end="1"/>
                                            </p:txEl>
                                          </p:spTgt>
                                        </p:tgtEl>
                                        <p:attrNameLst>
                                          <p:attrName>ppt_h</p:attrName>
                                        </p:attrNameLst>
                                      </p:cBhvr>
                                      <p:tavLst>
                                        <p:tav tm="0">
                                          <p:val>
                                            <p:fltVal val="0"/>
                                          </p:val>
                                        </p:tav>
                                        <p:tav tm="100000">
                                          <p:val>
                                            <p:strVal val="#ppt_h"/>
                                          </p:val>
                                        </p:tav>
                                      </p:tavLst>
                                    </p:anim>
                                    <p:animEffect transition="in" filter="fade">
                                      <p:cBhvr>
                                        <p:cTn id="40" dur="500"/>
                                        <p:tgtEl>
                                          <p:spTgt spid="846868">
                                            <p:txEl>
                                              <p:pRg st="1" end="1"/>
                                            </p:txEl>
                                          </p:spTgt>
                                        </p:tgtEl>
                                      </p:cBhvr>
                                    </p:animEffect>
                                  </p:childTnLst>
                                </p:cTn>
                              </p:par>
                              <p:par>
                                <p:cTn id="41" presetID="53" presetClass="entr" presetSubtype="0" fill="hold" grpId="0" nodeType="withEffect">
                                  <p:stCondLst>
                                    <p:cond delay="0"/>
                                  </p:stCondLst>
                                  <p:childTnLst>
                                    <p:set>
                                      <p:cBhvr>
                                        <p:cTn id="42" dur="1" fill="hold">
                                          <p:stCondLst>
                                            <p:cond delay="0"/>
                                          </p:stCondLst>
                                        </p:cTn>
                                        <p:tgtEl>
                                          <p:spTgt spid="846868">
                                            <p:txEl>
                                              <p:pRg st="2" end="2"/>
                                            </p:txEl>
                                          </p:spTgt>
                                        </p:tgtEl>
                                        <p:attrNameLst>
                                          <p:attrName>style.visibility</p:attrName>
                                        </p:attrNameLst>
                                      </p:cBhvr>
                                      <p:to>
                                        <p:strVal val="visible"/>
                                      </p:to>
                                    </p:set>
                                    <p:anim calcmode="lin" valueType="num">
                                      <p:cBhvr>
                                        <p:cTn id="43" dur="500" fill="hold"/>
                                        <p:tgtEl>
                                          <p:spTgt spid="846868">
                                            <p:txEl>
                                              <p:pRg st="2" end="2"/>
                                            </p:txEl>
                                          </p:spTgt>
                                        </p:tgtEl>
                                        <p:attrNameLst>
                                          <p:attrName>ppt_w</p:attrName>
                                        </p:attrNameLst>
                                      </p:cBhvr>
                                      <p:tavLst>
                                        <p:tav tm="0">
                                          <p:val>
                                            <p:fltVal val="0"/>
                                          </p:val>
                                        </p:tav>
                                        <p:tav tm="100000">
                                          <p:val>
                                            <p:strVal val="#ppt_w"/>
                                          </p:val>
                                        </p:tav>
                                      </p:tavLst>
                                    </p:anim>
                                    <p:anim calcmode="lin" valueType="num">
                                      <p:cBhvr>
                                        <p:cTn id="44" dur="500" fill="hold"/>
                                        <p:tgtEl>
                                          <p:spTgt spid="846868">
                                            <p:txEl>
                                              <p:pRg st="2" end="2"/>
                                            </p:txEl>
                                          </p:spTgt>
                                        </p:tgtEl>
                                        <p:attrNameLst>
                                          <p:attrName>ppt_h</p:attrName>
                                        </p:attrNameLst>
                                      </p:cBhvr>
                                      <p:tavLst>
                                        <p:tav tm="0">
                                          <p:val>
                                            <p:fltVal val="0"/>
                                          </p:val>
                                        </p:tav>
                                        <p:tav tm="100000">
                                          <p:val>
                                            <p:strVal val="#ppt_h"/>
                                          </p:val>
                                        </p:tav>
                                      </p:tavLst>
                                    </p:anim>
                                    <p:animEffect transition="in" filter="fade">
                                      <p:cBhvr>
                                        <p:cTn id="45" dur="500"/>
                                        <p:tgtEl>
                                          <p:spTgt spid="846868">
                                            <p:txEl>
                                              <p:pRg st="2" end="2"/>
                                            </p:txEl>
                                          </p:spTgt>
                                        </p:tgtEl>
                                      </p:cBhvr>
                                    </p:animEffect>
                                  </p:childTnLst>
                                </p:cTn>
                              </p:par>
                              <p:par>
                                <p:cTn id="46" presetID="53" presetClass="entr" presetSubtype="0" fill="hold" grpId="0" nodeType="withEffect">
                                  <p:stCondLst>
                                    <p:cond delay="0"/>
                                  </p:stCondLst>
                                  <p:childTnLst>
                                    <p:set>
                                      <p:cBhvr>
                                        <p:cTn id="47" dur="1" fill="hold">
                                          <p:stCondLst>
                                            <p:cond delay="0"/>
                                          </p:stCondLst>
                                        </p:cTn>
                                        <p:tgtEl>
                                          <p:spTgt spid="846868">
                                            <p:txEl>
                                              <p:pRg st="3" end="3"/>
                                            </p:txEl>
                                          </p:spTgt>
                                        </p:tgtEl>
                                        <p:attrNameLst>
                                          <p:attrName>style.visibility</p:attrName>
                                        </p:attrNameLst>
                                      </p:cBhvr>
                                      <p:to>
                                        <p:strVal val="visible"/>
                                      </p:to>
                                    </p:set>
                                    <p:anim calcmode="lin" valueType="num">
                                      <p:cBhvr>
                                        <p:cTn id="48" dur="500" fill="hold"/>
                                        <p:tgtEl>
                                          <p:spTgt spid="846868">
                                            <p:txEl>
                                              <p:pRg st="3" end="3"/>
                                            </p:txEl>
                                          </p:spTgt>
                                        </p:tgtEl>
                                        <p:attrNameLst>
                                          <p:attrName>ppt_w</p:attrName>
                                        </p:attrNameLst>
                                      </p:cBhvr>
                                      <p:tavLst>
                                        <p:tav tm="0">
                                          <p:val>
                                            <p:fltVal val="0"/>
                                          </p:val>
                                        </p:tav>
                                        <p:tav tm="100000">
                                          <p:val>
                                            <p:strVal val="#ppt_w"/>
                                          </p:val>
                                        </p:tav>
                                      </p:tavLst>
                                    </p:anim>
                                    <p:anim calcmode="lin" valueType="num">
                                      <p:cBhvr>
                                        <p:cTn id="49" dur="500" fill="hold"/>
                                        <p:tgtEl>
                                          <p:spTgt spid="846868">
                                            <p:txEl>
                                              <p:pRg st="3" end="3"/>
                                            </p:txEl>
                                          </p:spTgt>
                                        </p:tgtEl>
                                        <p:attrNameLst>
                                          <p:attrName>ppt_h</p:attrName>
                                        </p:attrNameLst>
                                      </p:cBhvr>
                                      <p:tavLst>
                                        <p:tav tm="0">
                                          <p:val>
                                            <p:fltVal val="0"/>
                                          </p:val>
                                        </p:tav>
                                        <p:tav tm="100000">
                                          <p:val>
                                            <p:strVal val="#ppt_h"/>
                                          </p:val>
                                        </p:tav>
                                      </p:tavLst>
                                    </p:anim>
                                    <p:animEffect transition="in" filter="fade">
                                      <p:cBhvr>
                                        <p:cTn id="50" dur="500"/>
                                        <p:tgtEl>
                                          <p:spTgt spid="846868">
                                            <p:txEl>
                                              <p:pRg st="3" end="3"/>
                                            </p:txEl>
                                          </p:spTgt>
                                        </p:tgtEl>
                                      </p:cBhvr>
                                    </p:animEffect>
                                  </p:childTnLst>
                                </p:cTn>
                              </p:par>
                              <p:par>
                                <p:cTn id="51" presetID="53" presetClass="entr" presetSubtype="0" fill="hold" grpId="0" nodeType="withEffect">
                                  <p:stCondLst>
                                    <p:cond delay="0"/>
                                  </p:stCondLst>
                                  <p:childTnLst>
                                    <p:set>
                                      <p:cBhvr>
                                        <p:cTn id="52" dur="1" fill="hold">
                                          <p:stCondLst>
                                            <p:cond delay="0"/>
                                          </p:stCondLst>
                                        </p:cTn>
                                        <p:tgtEl>
                                          <p:spTgt spid="846868">
                                            <p:txEl>
                                              <p:pRg st="4" end="4"/>
                                            </p:txEl>
                                          </p:spTgt>
                                        </p:tgtEl>
                                        <p:attrNameLst>
                                          <p:attrName>style.visibility</p:attrName>
                                        </p:attrNameLst>
                                      </p:cBhvr>
                                      <p:to>
                                        <p:strVal val="visible"/>
                                      </p:to>
                                    </p:set>
                                    <p:anim calcmode="lin" valueType="num">
                                      <p:cBhvr>
                                        <p:cTn id="53" dur="500" fill="hold"/>
                                        <p:tgtEl>
                                          <p:spTgt spid="846868">
                                            <p:txEl>
                                              <p:pRg st="4" end="4"/>
                                            </p:txEl>
                                          </p:spTgt>
                                        </p:tgtEl>
                                        <p:attrNameLst>
                                          <p:attrName>ppt_w</p:attrName>
                                        </p:attrNameLst>
                                      </p:cBhvr>
                                      <p:tavLst>
                                        <p:tav tm="0">
                                          <p:val>
                                            <p:fltVal val="0"/>
                                          </p:val>
                                        </p:tav>
                                        <p:tav tm="100000">
                                          <p:val>
                                            <p:strVal val="#ppt_w"/>
                                          </p:val>
                                        </p:tav>
                                      </p:tavLst>
                                    </p:anim>
                                    <p:anim calcmode="lin" valueType="num">
                                      <p:cBhvr>
                                        <p:cTn id="54" dur="500" fill="hold"/>
                                        <p:tgtEl>
                                          <p:spTgt spid="846868">
                                            <p:txEl>
                                              <p:pRg st="4" end="4"/>
                                            </p:txEl>
                                          </p:spTgt>
                                        </p:tgtEl>
                                        <p:attrNameLst>
                                          <p:attrName>ppt_h</p:attrName>
                                        </p:attrNameLst>
                                      </p:cBhvr>
                                      <p:tavLst>
                                        <p:tav tm="0">
                                          <p:val>
                                            <p:fltVal val="0"/>
                                          </p:val>
                                        </p:tav>
                                        <p:tav tm="100000">
                                          <p:val>
                                            <p:strVal val="#ppt_h"/>
                                          </p:val>
                                        </p:tav>
                                      </p:tavLst>
                                    </p:anim>
                                    <p:animEffect transition="in" filter="fade">
                                      <p:cBhvr>
                                        <p:cTn id="55" dur="500"/>
                                        <p:tgtEl>
                                          <p:spTgt spid="846868">
                                            <p:txEl>
                                              <p:pRg st="4" end="4"/>
                                            </p:txEl>
                                          </p:spTgt>
                                        </p:tgtEl>
                                      </p:cBhvr>
                                    </p:animEffect>
                                  </p:childTnLst>
                                </p:cTn>
                              </p:par>
                              <p:par>
                                <p:cTn id="56" presetID="53" presetClass="entr" presetSubtype="0" fill="hold" grpId="0" nodeType="withEffect">
                                  <p:stCondLst>
                                    <p:cond delay="0"/>
                                  </p:stCondLst>
                                  <p:childTnLst>
                                    <p:set>
                                      <p:cBhvr>
                                        <p:cTn id="57" dur="1" fill="hold">
                                          <p:stCondLst>
                                            <p:cond delay="0"/>
                                          </p:stCondLst>
                                        </p:cTn>
                                        <p:tgtEl>
                                          <p:spTgt spid="846868">
                                            <p:txEl>
                                              <p:pRg st="5" end="5"/>
                                            </p:txEl>
                                          </p:spTgt>
                                        </p:tgtEl>
                                        <p:attrNameLst>
                                          <p:attrName>style.visibility</p:attrName>
                                        </p:attrNameLst>
                                      </p:cBhvr>
                                      <p:to>
                                        <p:strVal val="visible"/>
                                      </p:to>
                                    </p:set>
                                    <p:anim calcmode="lin" valueType="num">
                                      <p:cBhvr>
                                        <p:cTn id="58" dur="500" fill="hold"/>
                                        <p:tgtEl>
                                          <p:spTgt spid="846868">
                                            <p:txEl>
                                              <p:pRg st="5" end="5"/>
                                            </p:txEl>
                                          </p:spTgt>
                                        </p:tgtEl>
                                        <p:attrNameLst>
                                          <p:attrName>ppt_w</p:attrName>
                                        </p:attrNameLst>
                                      </p:cBhvr>
                                      <p:tavLst>
                                        <p:tav tm="0">
                                          <p:val>
                                            <p:fltVal val="0"/>
                                          </p:val>
                                        </p:tav>
                                        <p:tav tm="100000">
                                          <p:val>
                                            <p:strVal val="#ppt_w"/>
                                          </p:val>
                                        </p:tav>
                                      </p:tavLst>
                                    </p:anim>
                                    <p:anim calcmode="lin" valueType="num">
                                      <p:cBhvr>
                                        <p:cTn id="59" dur="500" fill="hold"/>
                                        <p:tgtEl>
                                          <p:spTgt spid="846868">
                                            <p:txEl>
                                              <p:pRg st="5" end="5"/>
                                            </p:txEl>
                                          </p:spTgt>
                                        </p:tgtEl>
                                        <p:attrNameLst>
                                          <p:attrName>ppt_h</p:attrName>
                                        </p:attrNameLst>
                                      </p:cBhvr>
                                      <p:tavLst>
                                        <p:tav tm="0">
                                          <p:val>
                                            <p:fltVal val="0"/>
                                          </p:val>
                                        </p:tav>
                                        <p:tav tm="100000">
                                          <p:val>
                                            <p:strVal val="#ppt_h"/>
                                          </p:val>
                                        </p:tav>
                                      </p:tavLst>
                                    </p:anim>
                                    <p:animEffect transition="in" filter="fade">
                                      <p:cBhvr>
                                        <p:cTn id="60" dur="500"/>
                                        <p:tgtEl>
                                          <p:spTgt spid="846868">
                                            <p:txEl>
                                              <p:pRg st="5" end="5"/>
                                            </p:txEl>
                                          </p:spTgt>
                                        </p:tgtEl>
                                      </p:cBhvr>
                                    </p:animEffect>
                                  </p:childTnLst>
                                </p:cTn>
                              </p:par>
                              <p:par>
                                <p:cTn id="61" presetID="53" presetClass="entr" presetSubtype="0" fill="hold" grpId="0" nodeType="withEffect">
                                  <p:stCondLst>
                                    <p:cond delay="0"/>
                                  </p:stCondLst>
                                  <p:childTnLst>
                                    <p:set>
                                      <p:cBhvr>
                                        <p:cTn id="62" dur="1" fill="hold">
                                          <p:stCondLst>
                                            <p:cond delay="0"/>
                                          </p:stCondLst>
                                        </p:cTn>
                                        <p:tgtEl>
                                          <p:spTgt spid="846868">
                                            <p:txEl>
                                              <p:pRg st="6" end="6"/>
                                            </p:txEl>
                                          </p:spTgt>
                                        </p:tgtEl>
                                        <p:attrNameLst>
                                          <p:attrName>style.visibility</p:attrName>
                                        </p:attrNameLst>
                                      </p:cBhvr>
                                      <p:to>
                                        <p:strVal val="visible"/>
                                      </p:to>
                                    </p:set>
                                    <p:anim calcmode="lin" valueType="num">
                                      <p:cBhvr>
                                        <p:cTn id="63" dur="500" fill="hold"/>
                                        <p:tgtEl>
                                          <p:spTgt spid="846868">
                                            <p:txEl>
                                              <p:pRg st="6" end="6"/>
                                            </p:txEl>
                                          </p:spTgt>
                                        </p:tgtEl>
                                        <p:attrNameLst>
                                          <p:attrName>ppt_w</p:attrName>
                                        </p:attrNameLst>
                                      </p:cBhvr>
                                      <p:tavLst>
                                        <p:tav tm="0">
                                          <p:val>
                                            <p:fltVal val="0"/>
                                          </p:val>
                                        </p:tav>
                                        <p:tav tm="100000">
                                          <p:val>
                                            <p:strVal val="#ppt_w"/>
                                          </p:val>
                                        </p:tav>
                                      </p:tavLst>
                                    </p:anim>
                                    <p:anim calcmode="lin" valueType="num">
                                      <p:cBhvr>
                                        <p:cTn id="64" dur="500" fill="hold"/>
                                        <p:tgtEl>
                                          <p:spTgt spid="846868">
                                            <p:txEl>
                                              <p:pRg st="6" end="6"/>
                                            </p:txEl>
                                          </p:spTgt>
                                        </p:tgtEl>
                                        <p:attrNameLst>
                                          <p:attrName>ppt_h</p:attrName>
                                        </p:attrNameLst>
                                      </p:cBhvr>
                                      <p:tavLst>
                                        <p:tav tm="0">
                                          <p:val>
                                            <p:fltVal val="0"/>
                                          </p:val>
                                        </p:tav>
                                        <p:tav tm="100000">
                                          <p:val>
                                            <p:strVal val="#ppt_h"/>
                                          </p:val>
                                        </p:tav>
                                      </p:tavLst>
                                    </p:anim>
                                    <p:animEffect transition="in" filter="fade">
                                      <p:cBhvr>
                                        <p:cTn id="65" dur="500"/>
                                        <p:tgtEl>
                                          <p:spTgt spid="846868">
                                            <p:txEl>
                                              <p:pRg st="6" end="6"/>
                                            </p:txEl>
                                          </p:spTgt>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53" presetClass="entr" presetSubtype="0" fill="hold" nodeType="clickEffect">
                                  <p:stCondLst>
                                    <p:cond delay="0"/>
                                  </p:stCondLst>
                                  <p:childTnLst>
                                    <p:set>
                                      <p:cBhvr>
                                        <p:cTn id="69" dur="1" fill="hold">
                                          <p:stCondLst>
                                            <p:cond delay="0"/>
                                          </p:stCondLst>
                                        </p:cTn>
                                        <p:tgtEl>
                                          <p:spTgt spid="846868">
                                            <p:txEl>
                                              <p:pRg st="7" end="7"/>
                                            </p:txEl>
                                          </p:spTgt>
                                        </p:tgtEl>
                                        <p:attrNameLst>
                                          <p:attrName>style.visibility</p:attrName>
                                        </p:attrNameLst>
                                      </p:cBhvr>
                                      <p:to>
                                        <p:strVal val="visible"/>
                                      </p:to>
                                    </p:set>
                                    <p:anim calcmode="lin" valueType="num">
                                      <p:cBhvr>
                                        <p:cTn id="70" dur="500" fill="hold"/>
                                        <p:tgtEl>
                                          <p:spTgt spid="846868">
                                            <p:txEl>
                                              <p:pRg st="7" end="7"/>
                                            </p:txEl>
                                          </p:spTgt>
                                        </p:tgtEl>
                                        <p:attrNameLst>
                                          <p:attrName>ppt_w</p:attrName>
                                        </p:attrNameLst>
                                      </p:cBhvr>
                                      <p:tavLst>
                                        <p:tav tm="0">
                                          <p:val>
                                            <p:fltVal val="0"/>
                                          </p:val>
                                        </p:tav>
                                        <p:tav tm="100000">
                                          <p:val>
                                            <p:strVal val="#ppt_w"/>
                                          </p:val>
                                        </p:tav>
                                      </p:tavLst>
                                    </p:anim>
                                    <p:anim calcmode="lin" valueType="num">
                                      <p:cBhvr>
                                        <p:cTn id="71" dur="500" fill="hold"/>
                                        <p:tgtEl>
                                          <p:spTgt spid="846868">
                                            <p:txEl>
                                              <p:pRg st="7" end="7"/>
                                            </p:txEl>
                                          </p:spTgt>
                                        </p:tgtEl>
                                        <p:attrNameLst>
                                          <p:attrName>ppt_h</p:attrName>
                                        </p:attrNameLst>
                                      </p:cBhvr>
                                      <p:tavLst>
                                        <p:tav tm="0">
                                          <p:val>
                                            <p:fltVal val="0"/>
                                          </p:val>
                                        </p:tav>
                                        <p:tav tm="100000">
                                          <p:val>
                                            <p:strVal val="#ppt_h"/>
                                          </p:val>
                                        </p:tav>
                                      </p:tavLst>
                                    </p:anim>
                                    <p:animEffect transition="in" filter="fade">
                                      <p:cBhvr>
                                        <p:cTn id="72" dur="500"/>
                                        <p:tgtEl>
                                          <p:spTgt spid="846868">
                                            <p:txEl>
                                              <p:pRg st="7" end="7"/>
                                            </p:txEl>
                                          </p:spTgt>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53" presetClass="entr" presetSubtype="0" fill="hold" grpId="0" nodeType="clickEffect">
                                  <p:stCondLst>
                                    <p:cond delay="0"/>
                                  </p:stCondLst>
                                  <p:childTnLst>
                                    <p:set>
                                      <p:cBhvr>
                                        <p:cTn id="76" dur="1" fill="hold">
                                          <p:stCondLst>
                                            <p:cond delay="0"/>
                                          </p:stCondLst>
                                        </p:cTn>
                                        <p:tgtEl>
                                          <p:spTgt spid="846870"/>
                                        </p:tgtEl>
                                        <p:attrNameLst>
                                          <p:attrName>style.visibility</p:attrName>
                                        </p:attrNameLst>
                                      </p:cBhvr>
                                      <p:to>
                                        <p:strVal val="visible"/>
                                      </p:to>
                                    </p:set>
                                    <p:anim calcmode="lin" valueType="num">
                                      <p:cBhvr>
                                        <p:cTn id="77" dur="500" fill="hold"/>
                                        <p:tgtEl>
                                          <p:spTgt spid="846870"/>
                                        </p:tgtEl>
                                        <p:attrNameLst>
                                          <p:attrName>ppt_w</p:attrName>
                                        </p:attrNameLst>
                                      </p:cBhvr>
                                      <p:tavLst>
                                        <p:tav tm="0">
                                          <p:val>
                                            <p:fltVal val="0"/>
                                          </p:val>
                                        </p:tav>
                                        <p:tav tm="100000">
                                          <p:val>
                                            <p:strVal val="#ppt_w"/>
                                          </p:val>
                                        </p:tav>
                                      </p:tavLst>
                                    </p:anim>
                                    <p:anim calcmode="lin" valueType="num">
                                      <p:cBhvr>
                                        <p:cTn id="78" dur="500" fill="hold"/>
                                        <p:tgtEl>
                                          <p:spTgt spid="846870"/>
                                        </p:tgtEl>
                                        <p:attrNameLst>
                                          <p:attrName>ppt_h</p:attrName>
                                        </p:attrNameLst>
                                      </p:cBhvr>
                                      <p:tavLst>
                                        <p:tav tm="0">
                                          <p:val>
                                            <p:fltVal val="0"/>
                                          </p:val>
                                        </p:tav>
                                        <p:tav tm="100000">
                                          <p:val>
                                            <p:strVal val="#ppt_h"/>
                                          </p:val>
                                        </p:tav>
                                      </p:tavLst>
                                    </p:anim>
                                    <p:animEffect transition="in" filter="fade">
                                      <p:cBhvr>
                                        <p:cTn id="79" dur="500"/>
                                        <p:tgtEl>
                                          <p:spTgt spid="846870"/>
                                        </p:tgtEl>
                                      </p:cBhvr>
                                    </p:animEffect>
                                  </p:childTnLst>
                                </p:cTn>
                              </p:par>
                            </p:childTnLst>
                          </p:cTn>
                        </p:par>
                      </p:childTnLst>
                    </p:cTn>
                  </p:par>
                  <p:par>
                    <p:cTn id="80" fill="hold" nodeType="clickPar">
                      <p:stCondLst>
                        <p:cond delay="indefinite"/>
                      </p:stCondLst>
                      <p:childTnLst>
                        <p:par>
                          <p:cTn id="81" fill="hold" nodeType="withGroup">
                            <p:stCondLst>
                              <p:cond delay="0"/>
                            </p:stCondLst>
                            <p:childTnLst>
                              <p:par>
                                <p:cTn id="82" presetID="53" presetClass="entr" presetSubtype="0" fill="hold" grpId="0" nodeType="clickEffect">
                                  <p:stCondLst>
                                    <p:cond delay="0"/>
                                  </p:stCondLst>
                                  <p:childTnLst>
                                    <p:set>
                                      <p:cBhvr>
                                        <p:cTn id="83" dur="1" fill="hold">
                                          <p:stCondLst>
                                            <p:cond delay="0"/>
                                          </p:stCondLst>
                                        </p:cTn>
                                        <p:tgtEl>
                                          <p:spTgt spid="846871"/>
                                        </p:tgtEl>
                                        <p:attrNameLst>
                                          <p:attrName>style.visibility</p:attrName>
                                        </p:attrNameLst>
                                      </p:cBhvr>
                                      <p:to>
                                        <p:strVal val="visible"/>
                                      </p:to>
                                    </p:set>
                                    <p:anim calcmode="lin" valueType="num">
                                      <p:cBhvr>
                                        <p:cTn id="84" dur="500" fill="hold"/>
                                        <p:tgtEl>
                                          <p:spTgt spid="846871"/>
                                        </p:tgtEl>
                                        <p:attrNameLst>
                                          <p:attrName>ppt_w</p:attrName>
                                        </p:attrNameLst>
                                      </p:cBhvr>
                                      <p:tavLst>
                                        <p:tav tm="0">
                                          <p:val>
                                            <p:fltVal val="0"/>
                                          </p:val>
                                        </p:tav>
                                        <p:tav tm="100000">
                                          <p:val>
                                            <p:strVal val="#ppt_w"/>
                                          </p:val>
                                        </p:tav>
                                      </p:tavLst>
                                    </p:anim>
                                    <p:anim calcmode="lin" valueType="num">
                                      <p:cBhvr>
                                        <p:cTn id="85" dur="500" fill="hold"/>
                                        <p:tgtEl>
                                          <p:spTgt spid="846871"/>
                                        </p:tgtEl>
                                        <p:attrNameLst>
                                          <p:attrName>ppt_h</p:attrName>
                                        </p:attrNameLst>
                                      </p:cBhvr>
                                      <p:tavLst>
                                        <p:tav tm="0">
                                          <p:val>
                                            <p:fltVal val="0"/>
                                          </p:val>
                                        </p:tav>
                                        <p:tav tm="100000">
                                          <p:val>
                                            <p:strVal val="#ppt_h"/>
                                          </p:val>
                                        </p:tav>
                                      </p:tavLst>
                                    </p:anim>
                                    <p:animEffect transition="in" filter="fade">
                                      <p:cBhvr>
                                        <p:cTn id="86" dur="500"/>
                                        <p:tgtEl>
                                          <p:spTgt spid="8468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6867" grpId="0" animBg="1" autoUpdateAnimBg="0"/>
      <p:bldP spid="846868" grpId="0" build="p" autoUpdateAnimBg="0"/>
      <p:bldP spid="846870" grpId="0" animBg="1"/>
      <p:bldP spid="846871"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6866" name="Rectangle 18"/>
          <p:cNvSpPr>
            <a:spLocks noGrp="1" noChangeArrowheads="1"/>
          </p:cNvSpPr>
          <p:nvPr>
            <p:ph idx="1"/>
          </p:nvPr>
        </p:nvSpPr>
        <p:spPr>
          <a:xfrm>
            <a:off x="142875" y="774700"/>
            <a:ext cx="8272463" cy="3225800"/>
          </a:xfrm>
        </p:spPr>
        <p:txBody>
          <a:bodyPr/>
          <a:lstStyle/>
          <a:p>
            <a:pPr marL="575072" lvl="1" indent="-272654" eaLnBrk="1" hangingPunct="1">
              <a:buClrTx/>
              <a:buFont typeface="Wingdings" pitchFamily="2" charset="2"/>
              <a:buChar char="Ø"/>
              <a:defRPr/>
            </a:pPr>
            <a:r>
              <a:rPr lang="zh-CN" altLang="en-US" sz="2500" b="1" dirty="0">
                <a:solidFill>
                  <a:schemeClr val="tx1"/>
                </a:solidFill>
                <a:ea typeface="楷体" pitchFamily="49" charset="-122"/>
                <a:cs typeface="Times New Roman" pitchFamily="18" charset="0"/>
              </a:rPr>
              <a:t>通过对过程间的调用关系进行分析，凡属无相互调用关系的并列过程，尽量使其局部数据</a:t>
            </a:r>
            <a:r>
              <a:rPr lang="zh-CN" altLang="en-US" sz="2500" b="1" dirty="0">
                <a:solidFill>
                  <a:schemeClr val="tx2">
                    <a:lumMod val="60000"/>
                    <a:lumOff val="40000"/>
                  </a:schemeClr>
                </a:solidFill>
                <a:ea typeface="楷体" pitchFamily="49" charset="-122"/>
                <a:cs typeface="Times New Roman" pitchFamily="18" charset="0"/>
              </a:rPr>
              <a:t>共享</a:t>
            </a:r>
            <a:r>
              <a:rPr lang="zh-CN" altLang="en-US" sz="2500" b="1" dirty="0">
                <a:solidFill>
                  <a:schemeClr val="tx1"/>
                </a:solidFill>
                <a:ea typeface="楷体" pitchFamily="49" charset="-122"/>
                <a:cs typeface="Times New Roman" pitchFamily="18" charset="0"/>
              </a:rPr>
              <a:t>存储空间</a:t>
            </a:r>
          </a:p>
        </p:txBody>
      </p:sp>
      <p:sp>
        <p:nvSpPr>
          <p:cNvPr id="36867" name="Rectangle 2"/>
          <p:cNvSpPr>
            <a:spLocks noGrp="1" noChangeArrowheads="1"/>
          </p:cNvSpPr>
          <p:nvPr>
            <p:ph type="title"/>
          </p:nvPr>
        </p:nvSpPr>
        <p:spPr>
          <a:xfrm>
            <a:off x="755650" y="268288"/>
            <a:ext cx="7931150" cy="358775"/>
          </a:xfrm>
        </p:spPr>
        <p:txBody>
          <a:bodyPr/>
          <a:lstStyle/>
          <a:p>
            <a:pPr eaLnBrk="1" hangingPunct="1"/>
            <a:r>
              <a:rPr lang="zh-CN" altLang="en-US" sz="3000">
                <a:solidFill>
                  <a:schemeClr val="tx1"/>
                </a:solidFill>
                <a:latin typeface="微软雅黑" panose="020B0503020204020204" pitchFamily="34" charset="-122"/>
                <a:ea typeface="微软雅黑" panose="020B0503020204020204" pitchFamily="34" charset="-122"/>
              </a:rPr>
              <a:t>层次分配法</a:t>
            </a:r>
            <a:endParaRPr lang="zh-CN" altLang="en-US" sz="300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1" name="Rectangle 24"/>
          <p:cNvSpPr>
            <a:spLocks noChangeArrowheads="1"/>
          </p:cNvSpPr>
          <p:nvPr/>
        </p:nvSpPr>
        <p:spPr bwMode="auto">
          <a:xfrm>
            <a:off x="5216525" y="4227513"/>
            <a:ext cx="1000125" cy="771525"/>
          </a:xfrm>
          <a:prstGeom prst="rect">
            <a:avLst/>
          </a:prstGeom>
          <a:solidFill>
            <a:schemeClr val="accent2">
              <a:lumMod val="40000"/>
              <a:lumOff val="60000"/>
            </a:schemeClr>
          </a:solidFill>
          <a:ln w="9525">
            <a:solidFill>
              <a:schemeClr val="tx1"/>
            </a:solidFill>
            <a:miter lim="800000"/>
            <a:headEnd/>
            <a:tailEnd/>
          </a:ln>
        </p:spPr>
        <p:txBody>
          <a:bodyPr wrap="none" lIns="68580" tIns="34290" rIns="68580" bIns="34290" anchor="ctr"/>
          <a:lstStyle/>
          <a:p>
            <a:pPr algn="ctr" eaLnBrk="1" hangingPunct="1">
              <a:defRPr/>
            </a:pPr>
            <a:r>
              <a:rPr lang="zh-CN" altLang="en-US" sz="2000" dirty="0">
                <a:solidFill>
                  <a:prstClr val="black"/>
                </a:solidFill>
                <a:latin typeface="Times New Roman" panose="02020603050405020304" pitchFamily="18" charset="0"/>
                <a:ea typeface="楷体" pitchFamily="49" charset="-122"/>
                <a:cs typeface="Times New Roman" pitchFamily="18" charset="0"/>
              </a:rPr>
              <a:t>过程 </a:t>
            </a:r>
            <a:r>
              <a:rPr lang="en-US" altLang="zh-CN" sz="2000" dirty="0">
                <a:solidFill>
                  <a:prstClr val="black"/>
                </a:solidFill>
                <a:latin typeface="Times New Roman" panose="02020603050405020304" pitchFamily="18" charset="0"/>
                <a:ea typeface="楷体" pitchFamily="49" charset="-122"/>
                <a:cs typeface="Times New Roman" pitchFamily="18" charset="0"/>
              </a:rPr>
              <a:t>4</a:t>
            </a:r>
          </a:p>
          <a:p>
            <a:pPr algn="ctr" eaLnBrk="1" hangingPunct="1">
              <a:defRPr/>
            </a:pPr>
            <a:r>
              <a:rPr kumimoji="1" lang="en-US" altLang="zh-CN" sz="2000" dirty="0">
                <a:solidFill>
                  <a:prstClr val="black"/>
                </a:solidFill>
                <a:latin typeface="Times New Roman" panose="02020603050405020304" pitchFamily="18" charset="0"/>
                <a:ea typeface="微软雅黑" pitchFamily="34" charset="-122"/>
                <a:cs typeface="Times New Roman" pitchFamily="18" charset="0"/>
              </a:rPr>
              <a:t>( </a:t>
            </a:r>
            <a:r>
              <a:rPr lang="en-US" altLang="zh-CN" sz="2000" dirty="0">
                <a:solidFill>
                  <a:prstClr val="black"/>
                </a:solidFill>
                <a:latin typeface="Times New Roman" panose="02020603050405020304" pitchFamily="18" charset="0"/>
                <a:ea typeface="楷体" pitchFamily="49" charset="-122"/>
                <a:cs typeface="Times New Roman" pitchFamily="18" charset="0"/>
              </a:rPr>
              <a:t>0~16</a:t>
            </a:r>
            <a:r>
              <a:rPr kumimoji="1" lang="en-US" altLang="zh-CN" sz="2000" dirty="0">
                <a:solidFill>
                  <a:prstClr val="black"/>
                </a:solidFill>
                <a:latin typeface="Times New Roman" panose="02020603050405020304" pitchFamily="18" charset="0"/>
                <a:ea typeface="微软雅黑" pitchFamily="34" charset="-122"/>
                <a:cs typeface="Times New Roman" pitchFamily="18" charset="0"/>
              </a:rPr>
              <a:t> )</a:t>
            </a:r>
            <a:endParaRPr lang="zh-CN" altLang="en-US" sz="2000" dirty="0">
              <a:solidFill>
                <a:prstClr val="black"/>
              </a:solidFill>
              <a:latin typeface="Times New Roman" panose="02020603050405020304" pitchFamily="18" charset="0"/>
              <a:ea typeface="楷体" pitchFamily="49" charset="-122"/>
              <a:cs typeface="Times New Roman" pitchFamily="18" charset="0"/>
            </a:endParaRPr>
          </a:p>
        </p:txBody>
      </p:sp>
      <p:sp>
        <p:nvSpPr>
          <p:cNvPr id="22" name="Rectangle 25"/>
          <p:cNvSpPr>
            <a:spLocks noChangeArrowheads="1"/>
          </p:cNvSpPr>
          <p:nvPr/>
        </p:nvSpPr>
        <p:spPr bwMode="auto">
          <a:xfrm>
            <a:off x="5216525" y="3524250"/>
            <a:ext cx="1000125" cy="703263"/>
          </a:xfrm>
          <a:prstGeom prst="rect">
            <a:avLst/>
          </a:prstGeom>
          <a:solidFill>
            <a:schemeClr val="accent2">
              <a:lumMod val="40000"/>
              <a:lumOff val="60000"/>
            </a:schemeClr>
          </a:solidFill>
          <a:ln w="9525">
            <a:solidFill>
              <a:schemeClr val="tx1"/>
            </a:solidFill>
            <a:miter lim="800000"/>
            <a:headEnd/>
            <a:tailEnd/>
          </a:ln>
        </p:spPr>
        <p:txBody>
          <a:bodyPr wrap="none" lIns="68580" tIns="34290" rIns="68580" bIns="34290" anchor="ctr"/>
          <a:lstStyle/>
          <a:p>
            <a:pPr algn="ctr" eaLnBrk="1" hangingPunct="1">
              <a:defRPr/>
            </a:pPr>
            <a:r>
              <a:rPr lang="zh-CN" altLang="en-US" sz="2000" dirty="0">
                <a:solidFill>
                  <a:prstClr val="black"/>
                </a:solidFill>
                <a:latin typeface="Times New Roman" panose="02020603050405020304" pitchFamily="18" charset="0"/>
                <a:ea typeface="楷体" pitchFamily="49" charset="-122"/>
                <a:cs typeface="Times New Roman" pitchFamily="18" charset="0"/>
              </a:rPr>
              <a:t>过程 </a:t>
            </a:r>
            <a:r>
              <a:rPr lang="en-US" altLang="zh-CN" sz="2000" dirty="0">
                <a:solidFill>
                  <a:prstClr val="black"/>
                </a:solidFill>
                <a:latin typeface="Times New Roman" panose="02020603050405020304" pitchFamily="18" charset="0"/>
                <a:ea typeface="楷体" pitchFamily="49" charset="-122"/>
                <a:cs typeface="Times New Roman" pitchFamily="18" charset="0"/>
              </a:rPr>
              <a:t>2</a:t>
            </a:r>
            <a:endParaRPr lang="zh-CN" altLang="en-US" sz="2000" dirty="0">
              <a:solidFill>
                <a:prstClr val="black"/>
              </a:solidFill>
              <a:latin typeface="Times New Roman" panose="02020603050405020304" pitchFamily="18" charset="0"/>
              <a:ea typeface="楷体" pitchFamily="49" charset="-122"/>
              <a:cs typeface="Times New Roman" pitchFamily="18" charset="0"/>
            </a:endParaRPr>
          </a:p>
          <a:p>
            <a:pPr algn="ctr" eaLnBrk="1" hangingPunct="1">
              <a:defRPr/>
            </a:pPr>
            <a:r>
              <a:rPr kumimoji="1" lang="en-US" altLang="zh-CN" sz="2000" dirty="0">
                <a:solidFill>
                  <a:prstClr val="black"/>
                </a:solidFill>
                <a:latin typeface="Times New Roman" panose="02020603050405020304" pitchFamily="18" charset="0"/>
                <a:ea typeface="微软雅黑" pitchFamily="34" charset="-122"/>
                <a:cs typeface="Times New Roman" pitchFamily="18" charset="0"/>
              </a:rPr>
              <a:t>( </a:t>
            </a:r>
            <a:r>
              <a:rPr lang="en-US" altLang="zh-CN" sz="2000" dirty="0">
                <a:solidFill>
                  <a:prstClr val="black"/>
                </a:solidFill>
                <a:latin typeface="Times New Roman" panose="02020603050405020304" pitchFamily="18" charset="0"/>
                <a:ea typeface="楷体" pitchFamily="49" charset="-122"/>
                <a:cs typeface="Times New Roman" pitchFamily="18" charset="0"/>
              </a:rPr>
              <a:t>17~31</a:t>
            </a:r>
            <a:r>
              <a:rPr kumimoji="1" lang="en-US" altLang="zh-CN" sz="2000" dirty="0">
                <a:solidFill>
                  <a:prstClr val="black"/>
                </a:solidFill>
                <a:latin typeface="Times New Roman" panose="02020603050405020304" pitchFamily="18" charset="0"/>
                <a:ea typeface="微软雅黑" pitchFamily="34" charset="-122"/>
                <a:cs typeface="Times New Roman" pitchFamily="18" charset="0"/>
              </a:rPr>
              <a:t> )</a:t>
            </a:r>
            <a:endParaRPr lang="zh-CN" altLang="en-US" sz="2000" dirty="0">
              <a:solidFill>
                <a:prstClr val="black"/>
              </a:solidFill>
              <a:latin typeface="Times New Roman" panose="02020603050405020304" pitchFamily="18" charset="0"/>
              <a:ea typeface="楷体" pitchFamily="49" charset="-122"/>
              <a:cs typeface="Times New Roman" pitchFamily="18" charset="0"/>
            </a:endParaRPr>
          </a:p>
        </p:txBody>
      </p:sp>
      <p:sp>
        <p:nvSpPr>
          <p:cNvPr id="23" name="Rectangle 26"/>
          <p:cNvSpPr>
            <a:spLocks noChangeArrowheads="1"/>
          </p:cNvSpPr>
          <p:nvPr/>
        </p:nvSpPr>
        <p:spPr bwMode="auto">
          <a:xfrm>
            <a:off x="6288088" y="4325938"/>
            <a:ext cx="881062" cy="676275"/>
          </a:xfrm>
          <a:prstGeom prst="rect">
            <a:avLst/>
          </a:prstGeom>
          <a:solidFill>
            <a:schemeClr val="accent2">
              <a:lumMod val="40000"/>
              <a:lumOff val="60000"/>
            </a:schemeClr>
          </a:solidFill>
          <a:ln w="9525">
            <a:solidFill>
              <a:schemeClr val="tx1"/>
            </a:solidFill>
            <a:miter lim="800000"/>
            <a:headEnd/>
            <a:tailEnd/>
          </a:ln>
        </p:spPr>
        <p:txBody>
          <a:bodyPr wrap="none" lIns="68580" tIns="34290" rIns="68580" bIns="34290" anchor="ctr"/>
          <a:lstStyle/>
          <a:p>
            <a:pPr algn="ctr" eaLnBrk="1" hangingPunct="1">
              <a:defRPr/>
            </a:pPr>
            <a:r>
              <a:rPr lang="zh-CN" altLang="en-US" sz="2000" dirty="0">
                <a:solidFill>
                  <a:prstClr val="black"/>
                </a:solidFill>
                <a:latin typeface="Times New Roman" panose="02020603050405020304" pitchFamily="18" charset="0"/>
                <a:ea typeface="楷体" pitchFamily="49" charset="-122"/>
                <a:cs typeface="Times New Roman" pitchFamily="18" charset="0"/>
              </a:rPr>
              <a:t>过程 </a:t>
            </a:r>
            <a:r>
              <a:rPr lang="en-US" altLang="zh-CN" sz="2000" dirty="0">
                <a:solidFill>
                  <a:prstClr val="black"/>
                </a:solidFill>
                <a:latin typeface="Times New Roman" panose="02020603050405020304" pitchFamily="18" charset="0"/>
                <a:ea typeface="楷体" pitchFamily="49" charset="-122"/>
                <a:cs typeface="Times New Roman" pitchFamily="18" charset="0"/>
              </a:rPr>
              <a:t>6</a:t>
            </a:r>
            <a:endParaRPr lang="zh-CN" altLang="en-US" sz="2000" dirty="0">
              <a:solidFill>
                <a:prstClr val="black"/>
              </a:solidFill>
              <a:latin typeface="Times New Roman" panose="02020603050405020304" pitchFamily="18" charset="0"/>
              <a:ea typeface="楷体" pitchFamily="49" charset="-122"/>
              <a:cs typeface="Times New Roman" pitchFamily="18" charset="0"/>
            </a:endParaRPr>
          </a:p>
          <a:p>
            <a:pPr algn="ctr" eaLnBrk="1" hangingPunct="1">
              <a:defRPr/>
            </a:pPr>
            <a:r>
              <a:rPr kumimoji="1" lang="en-US" altLang="zh-CN" sz="2000" dirty="0">
                <a:solidFill>
                  <a:prstClr val="black"/>
                </a:solidFill>
                <a:latin typeface="Times New Roman" panose="02020603050405020304" pitchFamily="18" charset="0"/>
                <a:ea typeface="微软雅黑" pitchFamily="34" charset="-122"/>
                <a:cs typeface="Times New Roman" pitchFamily="18" charset="0"/>
              </a:rPr>
              <a:t>( </a:t>
            </a:r>
            <a:r>
              <a:rPr lang="en-US" altLang="zh-CN" sz="2000" dirty="0">
                <a:solidFill>
                  <a:prstClr val="black"/>
                </a:solidFill>
                <a:latin typeface="Times New Roman" panose="02020603050405020304" pitchFamily="18" charset="0"/>
                <a:ea typeface="楷体" pitchFamily="49" charset="-122"/>
                <a:cs typeface="Times New Roman" pitchFamily="18" charset="0"/>
              </a:rPr>
              <a:t>0~9</a:t>
            </a:r>
            <a:r>
              <a:rPr kumimoji="1" lang="en-US" altLang="zh-CN" sz="2000" dirty="0">
                <a:solidFill>
                  <a:prstClr val="black"/>
                </a:solidFill>
                <a:latin typeface="Times New Roman" panose="02020603050405020304" pitchFamily="18" charset="0"/>
                <a:ea typeface="微软雅黑" pitchFamily="34" charset="-122"/>
                <a:cs typeface="Times New Roman" pitchFamily="18" charset="0"/>
              </a:rPr>
              <a:t> )</a:t>
            </a:r>
            <a:endParaRPr lang="zh-CN" altLang="en-US" sz="2000" dirty="0">
              <a:solidFill>
                <a:prstClr val="black"/>
              </a:solidFill>
              <a:latin typeface="Times New Roman" panose="02020603050405020304" pitchFamily="18" charset="0"/>
              <a:ea typeface="楷体" pitchFamily="49" charset="-122"/>
              <a:cs typeface="Times New Roman" pitchFamily="18" charset="0"/>
            </a:endParaRPr>
          </a:p>
        </p:txBody>
      </p:sp>
      <p:sp>
        <p:nvSpPr>
          <p:cNvPr id="24" name="Rectangle 27"/>
          <p:cNvSpPr>
            <a:spLocks noChangeArrowheads="1"/>
          </p:cNvSpPr>
          <p:nvPr/>
        </p:nvSpPr>
        <p:spPr bwMode="auto">
          <a:xfrm>
            <a:off x="7264400" y="4064000"/>
            <a:ext cx="979488" cy="935038"/>
          </a:xfrm>
          <a:prstGeom prst="rect">
            <a:avLst/>
          </a:prstGeom>
          <a:solidFill>
            <a:schemeClr val="accent2">
              <a:lumMod val="40000"/>
              <a:lumOff val="60000"/>
            </a:schemeClr>
          </a:solidFill>
          <a:ln w="9525">
            <a:solidFill>
              <a:schemeClr val="tx1"/>
            </a:solidFill>
            <a:miter lim="800000"/>
            <a:headEnd/>
            <a:tailEnd/>
          </a:ln>
        </p:spPr>
        <p:txBody>
          <a:bodyPr wrap="none" lIns="68580" tIns="34290" rIns="68580" bIns="34290" anchor="ctr"/>
          <a:lstStyle/>
          <a:p>
            <a:pPr algn="ctr" eaLnBrk="1" hangingPunct="1">
              <a:defRPr/>
            </a:pPr>
            <a:r>
              <a:rPr lang="zh-CN" altLang="en-US" sz="2000" dirty="0">
                <a:solidFill>
                  <a:prstClr val="black"/>
                </a:solidFill>
                <a:latin typeface="Times New Roman" panose="02020603050405020304" pitchFamily="18" charset="0"/>
                <a:ea typeface="楷体" pitchFamily="49" charset="-122"/>
                <a:cs typeface="Times New Roman" pitchFamily="18" charset="0"/>
              </a:rPr>
              <a:t>过程 </a:t>
            </a:r>
            <a:r>
              <a:rPr lang="en-US" altLang="zh-CN" sz="2000" dirty="0">
                <a:solidFill>
                  <a:prstClr val="black"/>
                </a:solidFill>
                <a:latin typeface="Times New Roman" panose="02020603050405020304" pitchFamily="18" charset="0"/>
                <a:ea typeface="楷体" pitchFamily="49" charset="-122"/>
                <a:cs typeface="Times New Roman" pitchFamily="18" charset="0"/>
              </a:rPr>
              <a:t>5</a:t>
            </a:r>
            <a:endParaRPr lang="zh-CN" altLang="en-US" sz="2000" dirty="0">
              <a:solidFill>
                <a:prstClr val="black"/>
              </a:solidFill>
              <a:latin typeface="Times New Roman" panose="02020603050405020304" pitchFamily="18" charset="0"/>
              <a:ea typeface="楷体" pitchFamily="49" charset="-122"/>
              <a:cs typeface="Times New Roman" pitchFamily="18" charset="0"/>
            </a:endParaRPr>
          </a:p>
          <a:p>
            <a:pPr algn="ctr" eaLnBrk="1" hangingPunct="1">
              <a:defRPr/>
            </a:pPr>
            <a:r>
              <a:rPr kumimoji="1" lang="en-US" altLang="zh-CN" sz="2000" dirty="0">
                <a:solidFill>
                  <a:prstClr val="black"/>
                </a:solidFill>
                <a:latin typeface="Times New Roman" panose="02020603050405020304" pitchFamily="18" charset="0"/>
                <a:ea typeface="微软雅黑" pitchFamily="34" charset="-122"/>
                <a:cs typeface="Times New Roman" pitchFamily="18" charset="0"/>
              </a:rPr>
              <a:t>( </a:t>
            </a:r>
            <a:r>
              <a:rPr lang="en-US" altLang="zh-CN" sz="2000" dirty="0">
                <a:solidFill>
                  <a:prstClr val="black"/>
                </a:solidFill>
                <a:latin typeface="Times New Roman" panose="02020603050405020304" pitchFamily="18" charset="0"/>
                <a:ea typeface="楷体" pitchFamily="49" charset="-122"/>
                <a:cs typeface="Times New Roman" pitchFamily="18" charset="0"/>
              </a:rPr>
              <a:t>0~22</a:t>
            </a:r>
            <a:r>
              <a:rPr kumimoji="1" lang="en-US" altLang="zh-CN" sz="2000" dirty="0">
                <a:solidFill>
                  <a:prstClr val="black"/>
                </a:solidFill>
                <a:latin typeface="Times New Roman" panose="02020603050405020304" pitchFamily="18" charset="0"/>
                <a:ea typeface="微软雅黑" pitchFamily="34" charset="-122"/>
                <a:cs typeface="Times New Roman" pitchFamily="18" charset="0"/>
              </a:rPr>
              <a:t> )</a:t>
            </a:r>
            <a:endParaRPr lang="zh-CN" altLang="en-US" sz="2000" dirty="0">
              <a:solidFill>
                <a:prstClr val="black"/>
              </a:solidFill>
              <a:latin typeface="Times New Roman" panose="02020603050405020304" pitchFamily="18" charset="0"/>
              <a:ea typeface="楷体" pitchFamily="49" charset="-122"/>
              <a:cs typeface="Times New Roman" pitchFamily="18" charset="0"/>
            </a:endParaRPr>
          </a:p>
        </p:txBody>
      </p:sp>
      <p:sp>
        <p:nvSpPr>
          <p:cNvPr id="25" name="Rectangle 28"/>
          <p:cNvSpPr>
            <a:spLocks noChangeArrowheads="1"/>
          </p:cNvSpPr>
          <p:nvPr/>
        </p:nvSpPr>
        <p:spPr bwMode="auto">
          <a:xfrm>
            <a:off x="7264400" y="3295650"/>
            <a:ext cx="979488" cy="768350"/>
          </a:xfrm>
          <a:prstGeom prst="rect">
            <a:avLst/>
          </a:prstGeom>
          <a:solidFill>
            <a:schemeClr val="accent2">
              <a:lumMod val="40000"/>
              <a:lumOff val="60000"/>
            </a:schemeClr>
          </a:solidFill>
          <a:ln w="9525">
            <a:solidFill>
              <a:schemeClr val="tx1"/>
            </a:solidFill>
            <a:miter lim="800000"/>
            <a:headEnd/>
            <a:tailEnd/>
          </a:ln>
        </p:spPr>
        <p:txBody>
          <a:bodyPr wrap="none" lIns="68580" tIns="34290" rIns="68580" bIns="34290" anchor="ctr"/>
          <a:lstStyle/>
          <a:p>
            <a:pPr algn="ctr" eaLnBrk="1" hangingPunct="1">
              <a:defRPr/>
            </a:pPr>
            <a:r>
              <a:rPr lang="zh-CN" altLang="en-US" sz="2000" dirty="0">
                <a:solidFill>
                  <a:prstClr val="black"/>
                </a:solidFill>
                <a:latin typeface="Times New Roman" panose="02020603050405020304" pitchFamily="18" charset="0"/>
                <a:ea typeface="楷体" pitchFamily="49" charset="-122"/>
                <a:cs typeface="Times New Roman" pitchFamily="18" charset="0"/>
              </a:rPr>
              <a:t>过程 </a:t>
            </a:r>
            <a:r>
              <a:rPr lang="en-US" altLang="zh-CN" sz="2000" dirty="0">
                <a:solidFill>
                  <a:prstClr val="black"/>
                </a:solidFill>
                <a:latin typeface="Times New Roman" panose="02020603050405020304" pitchFamily="18" charset="0"/>
                <a:ea typeface="楷体" pitchFamily="49" charset="-122"/>
                <a:cs typeface="Times New Roman" pitchFamily="18" charset="0"/>
              </a:rPr>
              <a:t>3</a:t>
            </a:r>
            <a:endParaRPr lang="zh-CN" altLang="en-US" sz="2000" dirty="0">
              <a:solidFill>
                <a:prstClr val="black"/>
              </a:solidFill>
              <a:latin typeface="Times New Roman" panose="02020603050405020304" pitchFamily="18" charset="0"/>
              <a:ea typeface="楷体" pitchFamily="49" charset="-122"/>
              <a:cs typeface="Times New Roman" pitchFamily="18" charset="0"/>
            </a:endParaRPr>
          </a:p>
          <a:p>
            <a:pPr algn="ctr" eaLnBrk="1" hangingPunct="1">
              <a:defRPr/>
            </a:pPr>
            <a:r>
              <a:rPr kumimoji="1" lang="en-US" altLang="zh-CN" sz="2000" dirty="0">
                <a:solidFill>
                  <a:prstClr val="black"/>
                </a:solidFill>
                <a:latin typeface="Times New Roman" panose="02020603050405020304" pitchFamily="18" charset="0"/>
                <a:ea typeface="微软雅黑" pitchFamily="34" charset="-122"/>
                <a:cs typeface="Times New Roman" pitchFamily="18" charset="0"/>
              </a:rPr>
              <a:t>( </a:t>
            </a:r>
            <a:r>
              <a:rPr lang="en-US" altLang="zh-CN" sz="2000" dirty="0">
                <a:solidFill>
                  <a:prstClr val="black"/>
                </a:solidFill>
                <a:latin typeface="Times New Roman" panose="02020603050405020304" pitchFamily="18" charset="0"/>
                <a:ea typeface="楷体" pitchFamily="49" charset="-122"/>
                <a:cs typeface="Times New Roman" pitchFamily="18" charset="0"/>
              </a:rPr>
              <a:t>23~40</a:t>
            </a:r>
            <a:r>
              <a:rPr kumimoji="1" lang="en-US" altLang="zh-CN" sz="2000" dirty="0">
                <a:solidFill>
                  <a:prstClr val="black"/>
                </a:solidFill>
                <a:latin typeface="Times New Roman" panose="02020603050405020304" pitchFamily="18" charset="0"/>
                <a:ea typeface="微软雅黑" pitchFamily="34" charset="-122"/>
                <a:cs typeface="Times New Roman" pitchFamily="18" charset="0"/>
              </a:rPr>
              <a:t> )</a:t>
            </a:r>
            <a:endParaRPr lang="zh-CN" altLang="en-US" sz="2000" dirty="0">
              <a:solidFill>
                <a:prstClr val="black"/>
              </a:solidFill>
              <a:latin typeface="Times New Roman" panose="02020603050405020304" pitchFamily="18" charset="0"/>
              <a:ea typeface="楷体" pitchFamily="49" charset="-122"/>
              <a:cs typeface="Times New Roman" pitchFamily="18" charset="0"/>
            </a:endParaRPr>
          </a:p>
        </p:txBody>
      </p:sp>
      <p:sp>
        <p:nvSpPr>
          <p:cNvPr id="26" name="Rectangle 29"/>
          <p:cNvSpPr>
            <a:spLocks noChangeArrowheads="1"/>
          </p:cNvSpPr>
          <p:nvPr/>
        </p:nvSpPr>
        <p:spPr bwMode="auto">
          <a:xfrm>
            <a:off x="7264400" y="2582863"/>
            <a:ext cx="979488" cy="715962"/>
          </a:xfrm>
          <a:prstGeom prst="rect">
            <a:avLst/>
          </a:prstGeom>
          <a:solidFill>
            <a:schemeClr val="accent2">
              <a:lumMod val="40000"/>
              <a:lumOff val="60000"/>
            </a:schemeClr>
          </a:solidFill>
          <a:ln w="9525">
            <a:solidFill>
              <a:schemeClr val="tx1"/>
            </a:solidFill>
            <a:miter lim="800000"/>
            <a:headEnd/>
            <a:tailEnd/>
          </a:ln>
        </p:spPr>
        <p:txBody>
          <a:bodyPr wrap="none" lIns="68580" tIns="34290" rIns="68580" bIns="34290" anchor="ctr"/>
          <a:lstStyle/>
          <a:p>
            <a:pPr algn="ctr" eaLnBrk="1" hangingPunct="1">
              <a:defRPr/>
            </a:pPr>
            <a:r>
              <a:rPr lang="zh-CN" altLang="en-US" sz="2000" dirty="0">
                <a:solidFill>
                  <a:prstClr val="black"/>
                </a:solidFill>
                <a:latin typeface="Times New Roman" panose="02020603050405020304" pitchFamily="18" charset="0"/>
                <a:ea typeface="楷体" pitchFamily="49" charset="-122"/>
                <a:cs typeface="Times New Roman" pitchFamily="18" charset="0"/>
              </a:rPr>
              <a:t>过程 </a:t>
            </a:r>
            <a:r>
              <a:rPr lang="en-US" altLang="zh-CN" sz="2000" dirty="0">
                <a:solidFill>
                  <a:prstClr val="black"/>
                </a:solidFill>
                <a:latin typeface="Times New Roman" panose="02020603050405020304" pitchFamily="18" charset="0"/>
                <a:ea typeface="楷体" pitchFamily="49" charset="-122"/>
                <a:cs typeface="Times New Roman" pitchFamily="18" charset="0"/>
              </a:rPr>
              <a:t>1</a:t>
            </a:r>
            <a:endParaRPr lang="zh-CN" altLang="en-US" sz="2000" dirty="0">
              <a:solidFill>
                <a:prstClr val="black"/>
              </a:solidFill>
              <a:latin typeface="Times New Roman" panose="02020603050405020304" pitchFamily="18" charset="0"/>
              <a:ea typeface="楷体" pitchFamily="49" charset="-122"/>
              <a:cs typeface="Times New Roman" pitchFamily="18" charset="0"/>
            </a:endParaRPr>
          </a:p>
          <a:p>
            <a:pPr algn="ctr" eaLnBrk="1" hangingPunct="1">
              <a:defRPr/>
            </a:pPr>
            <a:r>
              <a:rPr kumimoji="1" lang="en-US" altLang="zh-CN" sz="2000" dirty="0">
                <a:solidFill>
                  <a:prstClr val="black"/>
                </a:solidFill>
                <a:latin typeface="Times New Roman" panose="02020603050405020304" pitchFamily="18" charset="0"/>
                <a:ea typeface="微软雅黑" pitchFamily="34" charset="-122"/>
                <a:cs typeface="Times New Roman" pitchFamily="18" charset="0"/>
              </a:rPr>
              <a:t>( </a:t>
            </a:r>
            <a:r>
              <a:rPr lang="en-US" altLang="zh-CN" sz="2000" dirty="0">
                <a:solidFill>
                  <a:prstClr val="black"/>
                </a:solidFill>
                <a:latin typeface="Times New Roman" panose="02020603050405020304" pitchFamily="18" charset="0"/>
                <a:ea typeface="楷体" pitchFamily="49" charset="-122"/>
                <a:cs typeface="Times New Roman" pitchFamily="18" charset="0"/>
              </a:rPr>
              <a:t>41~62</a:t>
            </a:r>
            <a:r>
              <a:rPr kumimoji="1" lang="en-US" altLang="zh-CN" sz="2000" dirty="0">
                <a:solidFill>
                  <a:prstClr val="black"/>
                </a:solidFill>
                <a:latin typeface="Times New Roman" panose="02020603050405020304" pitchFamily="18" charset="0"/>
                <a:ea typeface="微软雅黑" pitchFamily="34" charset="-122"/>
                <a:cs typeface="Times New Roman" pitchFamily="18" charset="0"/>
              </a:rPr>
              <a:t> )</a:t>
            </a:r>
            <a:endParaRPr lang="zh-CN" altLang="en-US" sz="2000" dirty="0">
              <a:solidFill>
                <a:prstClr val="black"/>
              </a:solidFill>
              <a:latin typeface="Times New Roman" panose="02020603050405020304" pitchFamily="18" charset="0"/>
              <a:ea typeface="楷体" pitchFamily="49" charset="-122"/>
              <a:cs typeface="Times New Roman" pitchFamily="18" charset="0"/>
            </a:endParaRPr>
          </a:p>
        </p:txBody>
      </p:sp>
      <p:sp>
        <p:nvSpPr>
          <p:cNvPr id="27" name="AutoShape 30"/>
          <p:cNvSpPr>
            <a:spLocks/>
          </p:cNvSpPr>
          <p:nvPr/>
        </p:nvSpPr>
        <p:spPr bwMode="auto">
          <a:xfrm>
            <a:off x="5599113" y="2084388"/>
            <a:ext cx="1474787" cy="642937"/>
          </a:xfrm>
          <a:prstGeom prst="borderCallout2">
            <a:avLst>
              <a:gd name="adj1" fmla="val 17602"/>
              <a:gd name="adj2" fmla="val 105287"/>
              <a:gd name="adj3" fmla="val 17602"/>
              <a:gd name="adj4" fmla="val 115088"/>
              <a:gd name="adj5" fmla="val 68949"/>
              <a:gd name="adj6" fmla="val 142736"/>
            </a:avLst>
          </a:prstGeom>
          <a:solidFill>
            <a:schemeClr val="accent5">
              <a:lumMod val="60000"/>
              <a:lumOff val="40000"/>
            </a:schemeClr>
          </a:solidFill>
          <a:ln w="9525">
            <a:solidFill>
              <a:schemeClr val="tx1"/>
            </a:solidFill>
            <a:miter lim="800000"/>
            <a:headEnd/>
            <a:tailEnd/>
          </a:ln>
        </p:spPr>
        <p:txBody>
          <a:bodyPr lIns="68580" tIns="34290" rIns="68580" bIns="34290"/>
          <a:lstStyle/>
          <a:p>
            <a:pPr algn="ctr" eaLnBrk="1" hangingPunct="1">
              <a:defRPr/>
            </a:pPr>
            <a:r>
              <a:rPr lang="zh-CN" altLang="en-US" sz="2000" dirty="0">
                <a:solidFill>
                  <a:srgbClr val="000000"/>
                </a:solidFill>
                <a:latin typeface="Times New Roman" panose="02020603050405020304" pitchFamily="18" charset="0"/>
                <a:ea typeface="楷体" pitchFamily="49" charset="-122"/>
                <a:cs typeface="Times New Roman" pitchFamily="18" charset="0"/>
              </a:rPr>
              <a:t>共需要</a:t>
            </a:r>
            <a:r>
              <a:rPr lang="en-US" altLang="zh-CN" sz="2000" dirty="0">
                <a:solidFill>
                  <a:srgbClr val="000000"/>
                </a:solidFill>
                <a:latin typeface="Times New Roman" panose="02020603050405020304" pitchFamily="18" charset="0"/>
                <a:ea typeface="楷体" pitchFamily="49" charset="-122"/>
                <a:cs typeface="Times New Roman" pitchFamily="18" charset="0"/>
              </a:rPr>
              <a:t>63</a:t>
            </a:r>
            <a:r>
              <a:rPr lang="zh-CN" altLang="en-US" sz="2000" dirty="0">
                <a:solidFill>
                  <a:srgbClr val="000000"/>
                </a:solidFill>
                <a:latin typeface="Times New Roman" panose="02020603050405020304" pitchFamily="18" charset="0"/>
                <a:ea typeface="楷体" pitchFamily="49" charset="-122"/>
                <a:cs typeface="Times New Roman" pitchFamily="18" charset="0"/>
              </a:rPr>
              <a:t>个存储单元</a:t>
            </a:r>
          </a:p>
        </p:txBody>
      </p:sp>
      <p:sp>
        <p:nvSpPr>
          <p:cNvPr id="28" name="Line 32"/>
          <p:cNvSpPr>
            <a:spLocks noChangeShapeType="1"/>
          </p:cNvSpPr>
          <p:nvPr/>
        </p:nvSpPr>
        <p:spPr bwMode="auto">
          <a:xfrm flipV="1">
            <a:off x="5002213" y="3670300"/>
            <a:ext cx="0" cy="1349375"/>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nvGrpSpPr>
          <p:cNvPr id="2" name="组合 1"/>
          <p:cNvGrpSpPr>
            <a:grpSpLocks/>
          </p:cNvGrpSpPr>
          <p:nvPr/>
        </p:nvGrpSpPr>
        <p:grpSpPr bwMode="auto">
          <a:xfrm>
            <a:off x="2987675" y="2211388"/>
            <a:ext cx="1614488" cy="1463675"/>
            <a:chOff x="2987675" y="1827213"/>
            <a:chExt cx="1614488" cy="1463675"/>
          </a:xfrm>
        </p:grpSpPr>
        <p:sp>
          <p:nvSpPr>
            <p:cNvPr id="29" name="Line 21"/>
            <p:cNvSpPr>
              <a:spLocks noChangeShapeType="1"/>
            </p:cNvSpPr>
            <p:nvPr/>
          </p:nvSpPr>
          <p:spPr bwMode="auto">
            <a:xfrm>
              <a:off x="2987675" y="1827213"/>
              <a:ext cx="1257300" cy="571500"/>
            </a:xfrm>
            <a:prstGeom prst="line">
              <a:avLst/>
            </a:prstGeom>
            <a:noFill/>
            <a:ln w="25400">
              <a:solidFill>
                <a:schemeClr val="tx2">
                  <a:lumMod val="60000"/>
                  <a:lumOff val="40000"/>
                </a:schemeClr>
              </a:solidFill>
              <a:prstDash val="sysDash"/>
              <a:round/>
              <a:headEnd type="none" w="sm" len="sm"/>
              <a:tailEnd type="none" w="sm" len="sm"/>
            </a:ln>
          </p:spPr>
          <p:txBody>
            <a:bodyPr lIns="68580" tIns="34290" rIns="68580" bIns="34290"/>
            <a:lstStyle/>
            <a:p>
              <a:pPr eaLnBrk="1" hangingPunct="1">
                <a:defRPr/>
              </a:pPr>
              <a:endParaRPr lang="zh-CN" altLang="en-US" sz="1100">
                <a:solidFill>
                  <a:prstClr val="black"/>
                </a:solidFill>
                <a:latin typeface="Times New Roman" panose="02020603050405020304" pitchFamily="18" charset="0"/>
                <a:ea typeface="楷体_GB2312"/>
              </a:endParaRPr>
            </a:p>
          </p:txBody>
        </p:sp>
        <p:sp>
          <p:nvSpPr>
            <p:cNvPr id="30" name="Text Box 22"/>
            <p:cNvSpPr txBox="1">
              <a:spLocks noChangeArrowheads="1"/>
            </p:cNvSpPr>
            <p:nvPr/>
          </p:nvSpPr>
          <p:spPr bwMode="auto">
            <a:xfrm>
              <a:off x="4030663" y="2355850"/>
              <a:ext cx="571500" cy="347663"/>
            </a:xfrm>
            <a:prstGeom prst="rect">
              <a:avLst/>
            </a:prstGeom>
            <a:noFill/>
            <a:ln w="12700">
              <a:noFill/>
              <a:miter lim="800000"/>
              <a:headEnd type="none" w="sm" len="sm"/>
              <a:tailEnd type="none" w="sm" len="sm"/>
            </a:ln>
          </p:spPr>
          <p:txBody>
            <a:bodyPr lIns="68580" tIns="34290" rIns="68580" bIns="34290">
              <a:spAutoFit/>
            </a:bodyPr>
            <a:lstStyle/>
            <a:p>
              <a:pPr>
                <a:spcBef>
                  <a:spcPct val="50000"/>
                </a:spcBef>
                <a:defRPr/>
              </a:pPr>
              <a:r>
                <a:rPr kumimoji="1" lang="zh-CN" altLang="en-US" dirty="0">
                  <a:solidFill>
                    <a:srgbClr val="073E87">
                      <a:lumMod val="60000"/>
                      <a:lumOff val="40000"/>
                    </a:srgbClr>
                  </a:solidFill>
                  <a:latin typeface="Times New Roman" panose="02020603050405020304" pitchFamily="18" charset="0"/>
                  <a:ea typeface="楷体" pitchFamily="49" charset="-122"/>
                  <a:cs typeface="Times New Roman" pitchFamily="18" charset="0"/>
                </a:rPr>
                <a:t>7/80</a:t>
              </a:r>
            </a:p>
          </p:txBody>
        </p:sp>
        <p:sp>
          <p:nvSpPr>
            <p:cNvPr id="31" name="Line 23"/>
            <p:cNvSpPr>
              <a:spLocks noChangeShapeType="1"/>
            </p:cNvSpPr>
            <p:nvPr/>
          </p:nvSpPr>
          <p:spPr bwMode="auto">
            <a:xfrm>
              <a:off x="4337050" y="2643188"/>
              <a:ext cx="0" cy="647700"/>
            </a:xfrm>
            <a:prstGeom prst="line">
              <a:avLst/>
            </a:prstGeom>
            <a:noFill/>
            <a:ln w="25400">
              <a:solidFill>
                <a:schemeClr val="tx2">
                  <a:lumMod val="60000"/>
                  <a:lumOff val="40000"/>
                </a:schemeClr>
              </a:solidFill>
              <a:prstDash val="sysDash"/>
              <a:round/>
              <a:headEnd type="none" w="sm" len="sm"/>
              <a:tailEnd type="none" w="sm" len="sm"/>
            </a:ln>
          </p:spPr>
          <p:txBody>
            <a:bodyPr lIns="68580" tIns="34290" rIns="68580" bIns="34290"/>
            <a:lstStyle/>
            <a:p>
              <a:pPr eaLnBrk="1" hangingPunct="1">
                <a:defRPr/>
              </a:pPr>
              <a:endParaRPr lang="zh-CN" altLang="en-US" sz="1100">
                <a:solidFill>
                  <a:prstClr val="black"/>
                </a:solidFill>
                <a:latin typeface="Times New Roman" panose="02020603050405020304" pitchFamily="18" charset="0"/>
                <a:ea typeface="楷体_GB2312"/>
              </a:endParaRPr>
            </a:p>
          </p:txBody>
        </p:sp>
      </p:grpSp>
      <p:sp>
        <p:nvSpPr>
          <p:cNvPr id="32" name="AutoShape 31"/>
          <p:cNvSpPr>
            <a:spLocks noChangeArrowheads="1"/>
          </p:cNvSpPr>
          <p:nvPr/>
        </p:nvSpPr>
        <p:spPr bwMode="auto">
          <a:xfrm>
            <a:off x="3348038" y="1798638"/>
            <a:ext cx="2024062" cy="485775"/>
          </a:xfrm>
          <a:prstGeom prst="cloudCallout">
            <a:avLst>
              <a:gd name="adj1" fmla="val -20218"/>
              <a:gd name="adj2" fmla="val 112225"/>
            </a:avLst>
          </a:prstGeom>
          <a:solidFill>
            <a:schemeClr val="tx2">
              <a:lumMod val="60000"/>
              <a:lumOff val="40000"/>
            </a:schemeClr>
          </a:solidFill>
          <a:ln w="9525">
            <a:solidFill>
              <a:schemeClr val="tx1"/>
            </a:solidFill>
            <a:round/>
            <a:headEnd/>
            <a:tailEnd/>
          </a:ln>
        </p:spPr>
        <p:txBody>
          <a:bodyPr lIns="68580" tIns="34290" rIns="68580" bIns="34290"/>
          <a:lstStyle/>
          <a:p>
            <a:pPr algn="ctr" eaLnBrk="1" hangingPunct="1">
              <a:defRPr/>
            </a:pPr>
            <a:r>
              <a:rPr kumimoji="1" lang="zh-CN" altLang="en-US" sz="2000" dirty="0">
                <a:solidFill>
                  <a:prstClr val="white"/>
                </a:solidFill>
                <a:latin typeface="Times New Roman" panose="02020603050405020304" pitchFamily="18" charset="0"/>
                <a:ea typeface="楷体" pitchFamily="49" charset="-122"/>
                <a:cs typeface="Times New Roman" pitchFamily="18" charset="0"/>
              </a:rPr>
              <a:t>如何分配？</a:t>
            </a:r>
          </a:p>
        </p:txBody>
      </p:sp>
      <p:grpSp>
        <p:nvGrpSpPr>
          <p:cNvPr id="36878" name="Group 4"/>
          <p:cNvGrpSpPr>
            <a:grpSpLocks/>
          </p:cNvGrpSpPr>
          <p:nvPr/>
        </p:nvGrpSpPr>
        <p:grpSpPr bwMode="auto">
          <a:xfrm>
            <a:off x="1655763" y="1881188"/>
            <a:ext cx="2857500" cy="2084387"/>
            <a:chOff x="192" y="2016"/>
            <a:chExt cx="2400" cy="1750"/>
          </a:xfrm>
        </p:grpSpPr>
        <p:sp>
          <p:nvSpPr>
            <p:cNvPr id="36880" name="Text Box 5"/>
            <p:cNvSpPr txBox="1">
              <a:spLocks noChangeArrowheads="1"/>
            </p:cNvSpPr>
            <p:nvPr/>
          </p:nvSpPr>
          <p:spPr bwMode="auto">
            <a:xfrm>
              <a:off x="960" y="2016"/>
              <a:ext cx="57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spcBef>
                  <a:spcPct val="50000"/>
                </a:spcBef>
              </a:pPr>
              <a:r>
                <a:rPr kumimoji="1" lang="zh-CN" altLang="en-US" sz="1800">
                  <a:solidFill>
                    <a:prstClr val="black"/>
                  </a:solidFill>
                  <a:ea typeface="楷体" panose="02010609060101010101" pitchFamily="49" charset="-122"/>
                  <a:cs typeface="Times New Roman" panose="02020603050405020304" pitchFamily="18" charset="0"/>
                </a:rPr>
                <a:t>1/22</a:t>
              </a:r>
            </a:p>
          </p:txBody>
        </p:sp>
        <p:sp>
          <p:nvSpPr>
            <p:cNvPr id="36881" name="Text Box 6"/>
            <p:cNvSpPr txBox="1">
              <a:spLocks noChangeArrowheads="1"/>
            </p:cNvSpPr>
            <p:nvPr/>
          </p:nvSpPr>
          <p:spPr bwMode="auto">
            <a:xfrm>
              <a:off x="624" y="2638"/>
              <a:ext cx="577"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spcBef>
                  <a:spcPct val="50000"/>
                </a:spcBef>
              </a:pPr>
              <a:r>
                <a:rPr kumimoji="1" lang="zh-CN" altLang="en-US" sz="1800">
                  <a:solidFill>
                    <a:prstClr val="black"/>
                  </a:solidFill>
                  <a:ea typeface="楷体" panose="02010609060101010101" pitchFamily="49" charset="-122"/>
                  <a:cs typeface="Times New Roman" panose="02020603050405020304" pitchFamily="18" charset="0"/>
                </a:rPr>
                <a:t>2/15</a:t>
              </a:r>
            </a:p>
          </p:txBody>
        </p:sp>
        <p:sp>
          <p:nvSpPr>
            <p:cNvPr id="36882" name="Text Box 7"/>
            <p:cNvSpPr txBox="1">
              <a:spLocks noChangeArrowheads="1"/>
            </p:cNvSpPr>
            <p:nvPr/>
          </p:nvSpPr>
          <p:spPr bwMode="auto">
            <a:xfrm>
              <a:off x="1488" y="2688"/>
              <a:ext cx="624"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spcBef>
                  <a:spcPct val="50000"/>
                </a:spcBef>
              </a:pPr>
              <a:r>
                <a:rPr kumimoji="1" lang="zh-CN" altLang="en-US" sz="1800">
                  <a:solidFill>
                    <a:prstClr val="black"/>
                  </a:solidFill>
                  <a:ea typeface="楷体" panose="02010609060101010101" pitchFamily="49" charset="-122"/>
                  <a:cs typeface="Times New Roman" panose="02020603050405020304" pitchFamily="18" charset="0"/>
                </a:rPr>
                <a:t>3/18</a:t>
              </a:r>
            </a:p>
          </p:txBody>
        </p:sp>
        <p:sp>
          <p:nvSpPr>
            <p:cNvPr id="36883" name="Text Box 8"/>
            <p:cNvSpPr txBox="1">
              <a:spLocks noChangeArrowheads="1"/>
            </p:cNvSpPr>
            <p:nvPr/>
          </p:nvSpPr>
          <p:spPr bwMode="auto">
            <a:xfrm>
              <a:off x="192" y="3456"/>
              <a:ext cx="528"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spcBef>
                  <a:spcPct val="50000"/>
                </a:spcBef>
              </a:pPr>
              <a:r>
                <a:rPr kumimoji="1" lang="zh-CN" altLang="en-US" sz="1800">
                  <a:solidFill>
                    <a:prstClr val="black"/>
                  </a:solidFill>
                  <a:ea typeface="楷体" panose="02010609060101010101" pitchFamily="49" charset="-122"/>
                  <a:cs typeface="Times New Roman" panose="02020603050405020304" pitchFamily="18" charset="0"/>
                </a:rPr>
                <a:t>4/17</a:t>
              </a:r>
            </a:p>
          </p:txBody>
        </p:sp>
        <p:sp>
          <p:nvSpPr>
            <p:cNvPr id="36884" name="Text Box 9"/>
            <p:cNvSpPr txBox="1">
              <a:spLocks noChangeArrowheads="1"/>
            </p:cNvSpPr>
            <p:nvPr/>
          </p:nvSpPr>
          <p:spPr bwMode="auto">
            <a:xfrm>
              <a:off x="1104" y="3408"/>
              <a:ext cx="57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spcBef>
                  <a:spcPct val="50000"/>
                </a:spcBef>
              </a:pPr>
              <a:r>
                <a:rPr kumimoji="1" lang="zh-CN" altLang="en-US" sz="1800">
                  <a:solidFill>
                    <a:prstClr val="black"/>
                  </a:solidFill>
                  <a:ea typeface="楷体" panose="02010609060101010101" pitchFamily="49" charset="-122"/>
                  <a:cs typeface="Times New Roman" panose="02020603050405020304" pitchFamily="18" charset="0"/>
                </a:rPr>
                <a:t>6/10</a:t>
              </a:r>
            </a:p>
          </p:txBody>
        </p:sp>
        <p:sp>
          <p:nvSpPr>
            <p:cNvPr id="36885" name="Text Box 10"/>
            <p:cNvSpPr txBox="1">
              <a:spLocks noChangeArrowheads="1"/>
            </p:cNvSpPr>
            <p:nvPr/>
          </p:nvSpPr>
          <p:spPr bwMode="auto">
            <a:xfrm>
              <a:off x="2064" y="3456"/>
              <a:ext cx="528"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spcBef>
                  <a:spcPct val="50000"/>
                </a:spcBef>
              </a:pPr>
              <a:r>
                <a:rPr kumimoji="1" lang="zh-CN" altLang="en-US" sz="1800">
                  <a:solidFill>
                    <a:prstClr val="black"/>
                  </a:solidFill>
                  <a:ea typeface="楷体" panose="02010609060101010101" pitchFamily="49" charset="-122"/>
                  <a:cs typeface="Times New Roman" panose="02020603050405020304" pitchFamily="18" charset="0"/>
                </a:rPr>
                <a:t>5/23</a:t>
              </a:r>
            </a:p>
          </p:txBody>
        </p:sp>
        <p:sp>
          <p:nvSpPr>
            <p:cNvPr id="36886" name="Line 11"/>
            <p:cNvSpPr>
              <a:spLocks noChangeShapeType="1"/>
            </p:cNvSpPr>
            <p:nvPr/>
          </p:nvSpPr>
          <p:spPr bwMode="auto">
            <a:xfrm flipH="1">
              <a:off x="816" y="2256"/>
              <a:ext cx="288" cy="48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1100">
                <a:solidFill>
                  <a:prstClr val="black"/>
                </a:solidFill>
                <a:latin typeface="Times New Roman" panose="02020603050405020304" pitchFamily="18" charset="0"/>
                <a:ea typeface="楷体_GB2312"/>
              </a:endParaRPr>
            </a:p>
          </p:txBody>
        </p:sp>
        <p:sp>
          <p:nvSpPr>
            <p:cNvPr id="36887" name="Line 12"/>
            <p:cNvSpPr>
              <a:spLocks noChangeShapeType="1"/>
            </p:cNvSpPr>
            <p:nvPr/>
          </p:nvSpPr>
          <p:spPr bwMode="auto">
            <a:xfrm flipH="1">
              <a:off x="1296" y="2928"/>
              <a:ext cx="336" cy="57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1100">
                <a:solidFill>
                  <a:prstClr val="black"/>
                </a:solidFill>
                <a:latin typeface="Times New Roman" panose="02020603050405020304" pitchFamily="18" charset="0"/>
                <a:ea typeface="楷体_GB2312"/>
              </a:endParaRPr>
            </a:p>
          </p:txBody>
        </p:sp>
        <p:sp>
          <p:nvSpPr>
            <p:cNvPr id="36888" name="Line 13"/>
            <p:cNvSpPr>
              <a:spLocks noChangeShapeType="1"/>
            </p:cNvSpPr>
            <p:nvPr/>
          </p:nvSpPr>
          <p:spPr bwMode="auto">
            <a:xfrm>
              <a:off x="1680" y="2928"/>
              <a:ext cx="576" cy="57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1100">
                <a:solidFill>
                  <a:prstClr val="black"/>
                </a:solidFill>
                <a:latin typeface="Times New Roman" panose="02020603050405020304" pitchFamily="18" charset="0"/>
                <a:ea typeface="楷体_GB2312"/>
              </a:endParaRPr>
            </a:p>
          </p:txBody>
        </p:sp>
        <p:sp>
          <p:nvSpPr>
            <p:cNvPr id="36889" name="Line 14"/>
            <p:cNvSpPr>
              <a:spLocks noChangeShapeType="1"/>
            </p:cNvSpPr>
            <p:nvPr/>
          </p:nvSpPr>
          <p:spPr bwMode="auto">
            <a:xfrm>
              <a:off x="1152" y="2256"/>
              <a:ext cx="528" cy="48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1100">
                <a:solidFill>
                  <a:prstClr val="black"/>
                </a:solidFill>
                <a:latin typeface="Times New Roman" panose="02020603050405020304" pitchFamily="18" charset="0"/>
                <a:ea typeface="楷体_GB2312"/>
              </a:endParaRPr>
            </a:p>
          </p:txBody>
        </p:sp>
        <p:sp>
          <p:nvSpPr>
            <p:cNvPr id="36890" name="Line 15"/>
            <p:cNvSpPr>
              <a:spLocks noChangeShapeType="1"/>
            </p:cNvSpPr>
            <p:nvPr/>
          </p:nvSpPr>
          <p:spPr bwMode="auto">
            <a:xfrm flipH="1">
              <a:off x="384" y="2928"/>
              <a:ext cx="384" cy="57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1100">
                <a:solidFill>
                  <a:prstClr val="black"/>
                </a:solidFill>
                <a:latin typeface="Times New Roman" panose="02020603050405020304" pitchFamily="18" charset="0"/>
                <a:ea typeface="楷体_GB2312"/>
              </a:endParaRPr>
            </a:p>
          </p:txBody>
        </p:sp>
        <p:sp>
          <p:nvSpPr>
            <p:cNvPr id="36891" name="Line 16"/>
            <p:cNvSpPr>
              <a:spLocks noChangeShapeType="1"/>
            </p:cNvSpPr>
            <p:nvPr/>
          </p:nvSpPr>
          <p:spPr bwMode="auto">
            <a:xfrm>
              <a:off x="768" y="2880"/>
              <a:ext cx="528" cy="57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1100">
                <a:solidFill>
                  <a:prstClr val="black"/>
                </a:solidFill>
                <a:latin typeface="Times New Roman" panose="02020603050405020304" pitchFamily="18" charset="0"/>
                <a:ea typeface="楷体_GB2312"/>
              </a:endParaRPr>
            </a:p>
          </p:txBody>
        </p:sp>
      </p:grpSp>
      <p:sp>
        <p:nvSpPr>
          <p:cNvPr id="47" name="Text Box 19"/>
          <p:cNvSpPr txBox="1">
            <a:spLocks noChangeArrowheads="1"/>
          </p:cNvSpPr>
          <p:nvPr/>
        </p:nvSpPr>
        <p:spPr bwMode="auto">
          <a:xfrm>
            <a:off x="1500188" y="3979863"/>
            <a:ext cx="2894012" cy="377825"/>
          </a:xfrm>
          <a:prstGeom prst="rect">
            <a:avLst/>
          </a:prstGeom>
          <a:solidFill>
            <a:schemeClr val="accent2">
              <a:lumMod val="40000"/>
              <a:lumOff val="60000"/>
            </a:schemeClr>
          </a:solidFill>
          <a:ln>
            <a:solidFill>
              <a:schemeClr val="tx1"/>
            </a:solidFill>
          </a:ln>
        </p:spPr>
        <p:txBody>
          <a:bodyPr lIns="68580" tIns="34290" rIns="68580" bIns="34290">
            <a:spAutoFit/>
          </a:bodyPr>
          <a:lstStyle>
            <a:lvl1pPr eaLnBrk="0" hangingPunct="0">
              <a:defRPr sz="1100" b="1">
                <a:solidFill>
                  <a:schemeClr val="tx1"/>
                </a:solidFill>
                <a:latin typeface="Times New Roman" panose="02020603050405020304" pitchFamily="18" charset="0"/>
                <a:ea typeface="楷体_GB2312"/>
                <a:cs typeface="楷体_GB2312"/>
              </a:defRPr>
            </a:lvl1pPr>
            <a:lvl2pPr marL="742950" indent="-285750" eaLnBrk="0" hangingPunct="0">
              <a:defRPr sz="1100" b="1">
                <a:solidFill>
                  <a:schemeClr val="tx1"/>
                </a:solidFill>
                <a:latin typeface="Times New Roman" panose="02020603050405020304" pitchFamily="18" charset="0"/>
                <a:ea typeface="楷体_GB2312"/>
                <a:cs typeface="楷体_GB2312"/>
              </a:defRPr>
            </a:lvl2pPr>
            <a:lvl3pPr marL="1143000" indent="-228600" eaLnBrk="0" hangingPunct="0">
              <a:defRPr sz="1100" b="1">
                <a:solidFill>
                  <a:schemeClr val="tx1"/>
                </a:solidFill>
                <a:latin typeface="Times New Roman" panose="02020603050405020304" pitchFamily="18" charset="0"/>
                <a:ea typeface="楷体_GB2312"/>
                <a:cs typeface="楷体_GB2312"/>
              </a:defRPr>
            </a:lvl3pPr>
            <a:lvl4pPr marL="1600200" indent="-228600" eaLnBrk="0" hangingPunct="0">
              <a:defRPr sz="1100" b="1">
                <a:solidFill>
                  <a:schemeClr val="tx1"/>
                </a:solidFill>
                <a:latin typeface="Times New Roman" panose="02020603050405020304" pitchFamily="18" charset="0"/>
                <a:ea typeface="楷体_GB2312"/>
                <a:cs typeface="楷体_GB2312"/>
              </a:defRPr>
            </a:lvl4pPr>
            <a:lvl5pPr marL="2057400" indent="-228600" eaLnBrk="0" hangingPunct="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spcBef>
                <a:spcPct val="50000"/>
              </a:spcBef>
              <a:defRPr/>
            </a:pPr>
            <a:r>
              <a:rPr lang="zh-CN" altLang="en-US" sz="2000" dirty="0">
                <a:solidFill>
                  <a:prstClr val="black"/>
                </a:solidFill>
                <a:ea typeface="楷体" panose="02010609060101010101" pitchFamily="49" charset="-122"/>
                <a:cs typeface="Times New Roman" panose="02020603050405020304" pitchFamily="18" charset="0"/>
              </a:rPr>
              <a:t>过程编号</a:t>
            </a:r>
            <a:r>
              <a:rPr lang="en-US" altLang="zh-CN" sz="2000" dirty="0">
                <a:solidFill>
                  <a:prstClr val="black"/>
                </a:solidFill>
                <a:ea typeface="楷体" panose="02010609060101010101" pitchFamily="49" charset="-122"/>
                <a:cs typeface="Times New Roman" panose="02020603050405020304" pitchFamily="18" charset="0"/>
              </a:rPr>
              <a:t>/</a:t>
            </a:r>
            <a:r>
              <a:rPr lang="zh-CN" altLang="en-US" sz="2000" dirty="0">
                <a:solidFill>
                  <a:prstClr val="black"/>
                </a:solidFill>
                <a:ea typeface="楷体" panose="02010609060101010101" pitchFamily="49" charset="-122"/>
                <a:cs typeface="Times New Roman" panose="02020603050405020304" pitchFamily="18" charset="0"/>
              </a:rPr>
              <a:t>所需存储空间</a:t>
            </a:r>
          </a:p>
        </p:txBody>
      </p:sp>
      <p:sp>
        <p:nvSpPr>
          <p:cNvPr id="3" name="灯片编号占位符 2"/>
          <p:cNvSpPr>
            <a:spLocks noGrp="1"/>
          </p:cNvSpPr>
          <p:nvPr>
            <p:ph type="sldNum" sz="quarter" idx="12"/>
          </p:nvPr>
        </p:nvSpPr>
        <p:spPr/>
        <p:txBody>
          <a:bodyPr/>
          <a:lstStyle/>
          <a:p>
            <a:pPr>
              <a:defRPr/>
            </a:pPr>
            <a:fld id="{64CF1D47-2B30-44A6-81DA-EC28584A641A}" type="slidenum">
              <a:rPr lang="zh-CN" altLang="en-US" smtClean="0"/>
              <a:pPr>
                <a:defRPr/>
              </a:pPr>
              <a:t>36</a:t>
            </a:fld>
            <a:endParaRPr lang="en-US" altLang="zh-CN" dirty="0"/>
          </a:p>
        </p:txBody>
      </p:sp>
    </p:spTree>
    <p:extLst>
      <p:ext uri="{BB962C8B-B14F-4D97-AF65-F5344CB8AC3E}">
        <p14:creationId xmlns:p14="http://schemas.microsoft.com/office/powerpoint/2010/main" val="357816677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0" fill="hold" nodeType="withEffect">
                                  <p:stCondLst>
                                    <p:cond delay="0"/>
                                  </p:stCondLst>
                                  <p:childTnLst>
                                    <p:set>
                                      <p:cBhvr>
                                        <p:cTn id="6" dur="1" fill="hold">
                                          <p:stCondLst>
                                            <p:cond delay="0"/>
                                          </p:stCondLst>
                                        </p:cTn>
                                        <p:tgtEl>
                                          <p:spTgt spid="846866">
                                            <p:txEl>
                                              <p:pRg st="0" end="0"/>
                                            </p:txEl>
                                          </p:spTgt>
                                        </p:tgtEl>
                                        <p:attrNameLst>
                                          <p:attrName>style.visibility</p:attrName>
                                        </p:attrNameLst>
                                      </p:cBhvr>
                                      <p:to>
                                        <p:strVal val="visible"/>
                                      </p:to>
                                    </p:set>
                                    <p:anim calcmode="lin" valueType="num">
                                      <p:cBhvr>
                                        <p:cTn id="7" dur="500" fill="hold"/>
                                        <p:tgtEl>
                                          <p:spTgt spid="846866">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846866">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846866">
                                            <p:txEl>
                                              <p:pRg st="0" end="0"/>
                                            </p:txEl>
                                          </p:spTgt>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0" fill="hold" grpId="0" nodeType="clickEffect">
                                  <p:stCondLst>
                                    <p:cond delay="0"/>
                                  </p:stCondLst>
                                  <p:childTnLst>
                                    <p:set>
                                      <p:cBhvr>
                                        <p:cTn id="13" dur="1" fill="hold">
                                          <p:stCondLst>
                                            <p:cond delay="0"/>
                                          </p:stCondLst>
                                        </p:cTn>
                                        <p:tgtEl>
                                          <p:spTgt spid="21"/>
                                        </p:tgtEl>
                                        <p:attrNameLst>
                                          <p:attrName>style.visibility</p:attrName>
                                        </p:attrNameLst>
                                      </p:cBhvr>
                                      <p:to>
                                        <p:strVal val="visible"/>
                                      </p:to>
                                    </p:set>
                                    <p:anim calcmode="lin" valueType="num">
                                      <p:cBhvr>
                                        <p:cTn id="14" dur="500" fill="hold"/>
                                        <p:tgtEl>
                                          <p:spTgt spid="21"/>
                                        </p:tgtEl>
                                        <p:attrNameLst>
                                          <p:attrName>ppt_w</p:attrName>
                                        </p:attrNameLst>
                                      </p:cBhvr>
                                      <p:tavLst>
                                        <p:tav tm="0">
                                          <p:val>
                                            <p:fltVal val="0"/>
                                          </p:val>
                                        </p:tav>
                                        <p:tav tm="100000">
                                          <p:val>
                                            <p:strVal val="#ppt_w"/>
                                          </p:val>
                                        </p:tav>
                                      </p:tavLst>
                                    </p:anim>
                                    <p:anim calcmode="lin" valueType="num">
                                      <p:cBhvr>
                                        <p:cTn id="15" dur="500" fill="hold"/>
                                        <p:tgtEl>
                                          <p:spTgt spid="21"/>
                                        </p:tgtEl>
                                        <p:attrNameLst>
                                          <p:attrName>ppt_h</p:attrName>
                                        </p:attrNameLst>
                                      </p:cBhvr>
                                      <p:tavLst>
                                        <p:tav tm="0">
                                          <p:val>
                                            <p:fltVal val="0"/>
                                          </p:val>
                                        </p:tav>
                                        <p:tav tm="100000">
                                          <p:val>
                                            <p:strVal val="#ppt_h"/>
                                          </p:val>
                                        </p:tav>
                                      </p:tavLst>
                                    </p:anim>
                                    <p:animEffect transition="in" filter="fade">
                                      <p:cBhvr>
                                        <p:cTn id="16" dur="500"/>
                                        <p:tgtEl>
                                          <p:spTgt spid="21"/>
                                        </p:tgtEl>
                                      </p:cBhvr>
                                    </p:animEffect>
                                  </p:childTnLst>
                                </p:cTn>
                              </p:par>
                              <p:par>
                                <p:cTn id="17" presetID="53" presetClass="entr" presetSubtype="0" fill="hold" grpId="0" nodeType="withEffect">
                                  <p:stCondLst>
                                    <p:cond delay="0"/>
                                  </p:stCondLst>
                                  <p:childTnLst>
                                    <p:set>
                                      <p:cBhvr>
                                        <p:cTn id="18" dur="1" fill="hold">
                                          <p:stCondLst>
                                            <p:cond delay="0"/>
                                          </p:stCondLst>
                                        </p:cTn>
                                        <p:tgtEl>
                                          <p:spTgt spid="23"/>
                                        </p:tgtEl>
                                        <p:attrNameLst>
                                          <p:attrName>style.visibility</p:attrName>
                                        </p:attrNameLst>
                                      </p:cBhvr>
                                      <p:to>
                                        <p:strVal val="visible"/>
                                      </p:to>
                                    </p:set>
                                    <p:anim calcmode="lin" valueType="num">
                                      <p:cBhvr>
                                        <p:cTn id="19" dur="500" fill="hold"/>
                                        <p:tgtEl>
                                          <p:spTgt spid="23"/>
                                        </p:tgtEl>
                                        <p:attrNameLst>
                                          <p:attrName>ppt_w</p:attrName>
                                        </p:attrNameLst>
                                      </p:cBhvr>
                                      <p:tavLst>
                                        <p:tav tm="0">
                                          <p:val>
                                            <p:fltVal val="0"/>
                                          </p:val>
                                        </p:tav>
                                        <p:tav tm="100000">
                                          <p:val>
                                            <p:strVal val="#ppt_w"/>
                                          </p:val>
                                        </p:tav>
                                      </p:tavLst>
                                    </p:anim>
                                    <p:anim calcmode="lin" valueType="num">
                                      <p:cBhvr>
                                        <p:cTn id="20" dur="500" fill="hold"/>
                                        <p:tgtEl>
                                          <p:spTgt spid="23"/>
                                        </p:tgtEl>
                                        <p:attrNameLst>
                                          <p:attrName>ppt_h</p:attrName>
                                        </p:attrNameLst>
                                      </p:cBhvr>
                                      <p:tavLst>
                                        <p:tav tm="0">
                                          <p:val>
                                            <p:fltVal val="0"/>
                                          </p:val>
                                        </p:tav>
                                        <p:tav tm="100000">
                                          <p:val>
                                            <p:strVal val="#ppt_h"/>
                                          </p:val>
                                        </p:tav>
                                      </p:tavLst>
                                    </p:anim>
                                    <p:animEffect transition="in" filter="fade">
                                      <p:cBhvr>
                                        <p:cTn id="21" dur="500"/>
                                        <p:tgtEl>
                                          <p:spTgt spid="23"/>
                                        </p:tgtEl>
                                      </p:cBhvr>
                                    </p:animEffect>
                                  </p:childTnLst>
                                </p:cTn>
                              </p:par>
                              <p:par>
                                <p:cTn id="22" presetID="53" presetClass="entr" presetSubtype="0" fill="hold" grpId="0" nodeType="withEffect">
                                  <p:stCondLst>
                                    <p:cond delay="0"/>
                                  </p:stCondLst>
                                  <p:childTnLst>
                                    <p:set>
                                      <p:cBhvr>
                                        <p:cTn id="23" dur="1" fill="hold">
                                          <p:stCondLst>
                                            <p:cond delay="0"/>
                                          </p:stCondLst>
                                        </p:cTn>
                                        <p:tgtEl>
                                          <p:spTgt spid="24"/>
                                        </p:tgtEl>
                                        <p:attrNameLst>
                                          <p:attrName>style.visibility</p:attrName>
                                        </p:attrNameLst>
                                      </p:cBhvr>
                                      <p:to>
                                        <p:strVal val="visible"/>
                                      </p:to>
                                    </p:set>
                                    <p:anim calcmode="lin" valueType="num">
                                      <p:cBhvr>
                                        <p:cTn id="24" dur="500" fill="hold"/>
                                        <p:tgtEl>
                                          <p:spTgt spid="24"/>
                                        </p:tgtEl>
                                        <p:attrNameLst>
                                          <p:attrName>ppt_w</p:attrName>
                                        </p:attrNameLst>
                                      </p:cBhvr>
                                      <p:tavLst>
                                        <p:tav tm="0">
                                          <p:val>
                                            <p:fltVal val="0"/>
                                          </p:val>
                                        </p:tav>
                                        <p:tav tm="100000">
                                          <p:val>
                                            <p:strVal val="#ppt_w"/>
                                          </p:val>
                                        </p:tav>
                                      </p:tavLst>
                                    </p:anim>
                                    <p:anim calcmode="lin" valueType="num">
                                      <p:cBhvr>
                                        <p:cTn id="25" dur="500" fill="hold"/>
                                        <p:tgtEl>
                                          <p:spTgt spid="24"/>
                                        </p:tgtEl>
                                        <p:attrNameLst>
                                          <p:attrName>ppt_h</p:attrName>
                                        </p:attrNameLst>
                                      </p:cBhvr>
                                      <p:tavLst>
                                        <p:tav tm="0">
                                          <p:val>
                                            <p:fltVal val="0"/>
                                          </p:val>
                                        </p:tav>
                                        <p:tav tm="100000">
                                          <p:val>
                                            <p:strVal val="#ppt_h"/>
                                          </p:val>
                                        </p:tav>
                                      </p:tavLst>
                                    </p:anim>
                                    <p:animEffect transition="in" filter="fade">
                                      <p:cBhvr>
                                        <p:cTn id="26" dur="500"/>
                                        <p:tgtEl>
                                          <p:spTgt spid="24"/>
                                        </p:tgtEl>
                                      </p:cBhvr>
                                    </p:animEffect>
                                  </p:childTnLst>
                                </p:cTn>
                              </p:par>
                            </p:childTnLst>
                          </p:cTn>
                        </p:par>
                        <p:par>
                          <p:cTn id="27" fill="hold" nodeType="afterGroup">
                            <p:stCondLst>
                              <p:cond delay="500"/>
                            </p:stCondLst>
                            <p:childTnLst>
                              <p:par>
                                <p:cTn id="28" presetID="53" presetClass="entr" presetSubtype="0" fill="hold" grpId="0" nodeType="afterEffect">
                                  <p:stCondLst>
                                    <p:cond delay="0"/>
                                  </p:stCondLst>
                                  <p:childTnLst>
                                    <p:set>
                                      <p:cBhvr>
                                        <p:cTn id="29" dur="1" fill="hold">
                                          <p:stCondLst>
                                            <p:cond delay="0"/>
                                          </p:stCondLst>
                                        </p:cTn>
                                        <p:tgtEl>
                                          <p:spTgt spid="28"/>
                                        </p:tgtEl>
                                        <p:attrNameLst>
                                          <p:attrName>style.visibility</p:attrName>
                                        </p:attrNameLst>
                                      </p:cBhvr>
                                      <p:to>
                                        <p:strVal val="visible"/>
                                      </p:to>
                                    </p:set>
                                    <p:anim calcmode="lin" valueType="num">
                                      <p:cBhvr>
                                        <p:cTn id="30" dur="500" fill="hold"/>
                                        <p:tgtEl>
                                          <p:spTgt spid="28"/>
                                        </p:tgtEl>
                                        <p:attrNameLst>
                                          <p:attrName>ppt_w</p:attrName>
                                        </p:attrNameLst>
                                      </p:cBhvr>
                                      <p:tavLst>
                                        <p:tav tm="0">
                                          <p:val>
                                            <p:fltVal val="0"/>
                                          </p:val>
                                        </p:tav>
                                        <p:tav tm="100000">
                                          <p:val>
                                            <p:strVal val="#ppt_w"/>
                                          </p:val>
                                        </p:tav>
                                      </p:tavLst>
                                    </p:anim>
                                    <p:anim calcmode="lin" valueType="num">
                                      <p:cBhvr>
                                        <p:cTn id="31" dur="500" fill="hold"/>
                                        <p:tgtEl>
                                          <p:spTgt spid="28"/>
                                        </p:tgtEl>
                                        <p:attrNameLst>
                                          <p:attrName>ppt_h</p:attrName>
                                        </p:attrNameLst>
                                      </p:cBhvr>
                                      <p:tavLst>
                                        <p:tav tm="0">
                                          <p:val>
                                            <p:fltVal val="0"/>
                                          </p:val>
                                        </p:tav>
                                        <p:tav tm="100000">
                                          <p:val>
                                            <p:strVal val="#ppt_h"/>
                                          </p:val>
                                        </p:tav>
                                      </p:tavLst>
                                    </p:anim>
                                    <p:animEffect transition="in" filter="fade">
                                      <p:cBhvr>
                                        <p:cTn id="32" dur="500"/>
                                        <p:tgtEl>
                                          <p:spTgt spid="2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53" presetClass="entr" presetSubtype="0" fill="hold" grpId="0" nodeType="clickEffect">
                                  <p:stCondLst>
                                    <p:cond delay="0"/>
                                  </p:stCondLst>
                                  <p:childTnLst>
                                    <p:set>
                                      <p:cBhvr>
                                        <p:cTn id="36" dur="1" fill="hold">
                                          <p:stCondLst>
                                            <p:cond delay="0"/>
                                          </p:stCondLst>
                                        </p:cTn>
                                        <p:tgtEl>
                                          <p:spTgt spid="22"/>
                                        </p:tgtEl>
                                        <p:attrNameLst>
                                          <p:attrName>style.visibility</p:attrName>
                                        </p:attrNameLst>
                                      </p:cBhvr>
                                      <p:to>
                                        <p:strVal val="visible"/>
                                      </p:to>
                                    </p:set>
                                    <p:anim calcmode="lin" valueType="num">
                                      <p:cBhvr>
                                        <p:cTn id="37" dur="500" fill="hold"/>
                                        <p:tgtEl>
                                          <p:spTgt spid="22"/>
                                        </p:tgtEl>
                                        <p:attrNameLst>
                                          <p:attrName>ppt_w</p:attrName>
                                        </p:attrNameLst>
                                      </p:cBhvr>
                                      <p:tavLst>
                                        <p:tav tm="0">
                                          <p:val>
                                            <p:fltVal val="0"/>
                                          </p:val>
                                        </p:tav>
                                        <p:tav tm="100000">
                                          <p:val>
                                            <p:strVal val="#ppt_w"/>
                                          </p:val>
                                        </p:tav>
                                      </p:tavLst>
                                    </p:anim>
                                    <p:anim calcmode="lin" valueType="num">
                                      <p:cBhvr>
                                        <p:cTn id="38" dur="500" fill="hold"/>
                                        <p:tgtEl>
                                          <p:spTgt spid="22"/>
                                        </p:tgtEl>
                                        <p:attrNameLst>
                                          <p:attrName>ppt_h</p:attrName>
                                        </p:attrNameLst>
                                      </p:cBhvr>
                                      <p:tavLst>
                                        <p:tav tm="0">
                                          <p:val>
                                            <p:fltVal val="0"/>
                                          </p:val>
                                        </p:tav>
                                        <p:tav tm="100000">
                                          <p:val>
                                            <p:strVal val="#ppt_h"/>
                                          </p:val>
                                        </p:tav>
                                      </p:tavLst>
                                    </p:anim>
                                    <p:animEffect transition="in" filter="fade">
                                      <p:cBhvr>
                                        <p:cTn id="39" dur="500"/>
                                        <p:tgtEl>
                                          <p:spTgt spid="22"/>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53" presetClass="entr" presetSubtype="0" fill="hold" grpId="0" nodeType="clickEffect">
                                  <p:stCondLst>
                                    <p:cond delay="0"/>
                                  </p:stCondLst>
                                  <p:childTnLst>
                                    <p:set>
                                      <p:cBhvr>
                                        <p:cTn id="43" dur="1" fill="hold">
                                          <p:stCondLst>
                                            <p:cond delay="0"/>
                                          </p:stCondLst>
                                        </p:cTn>
                                        <p:tgtEl>
                                          <p:spTgt spid="25"/>
                                        </p:tgtEl>
                                        <p:attrNameLst>
                                          <p:attrName>style.visibility</p:attrName>
                                        </p:attrNameLst>
                                      </p:cBhvr>
                                      <p:to>
                                        <p:strVal val="visible"/>
                                      </p:to>
                                    </p:set>
                                    <p:anim calcmode="lin" valueType="num">
                                      <p:cBhvr>
                                        <p:cTn id="44" dur="500" fill="hold"/>
                                        <p:tgtEl>
                                          <p:spTgt spid="25"/>
                                        </p:tgtEl>
                                        <p:attrNameLst>
                                          <p:attrName>ppt_w</p:attrName>
                                        </p:attrNameLst>
                                      </p:cBhvr>
                                      <p:tavLst>
                                        <p:tav tm="0">
                                          <p:val>
                                            <p:fltVal val="0"/>
                                          </p:val>
                                        </p:tav>
                                        <p:tav tm="100000">
                                          <p:val>
                                            <p:strVal val="#ppt_w"/>
                                          </p:val>
                                        </p:tav>
                                      </p:tavLst>
                                    </p:anim>
                                    <p:anim calcmode="lin" valueType="num">
                                      <p:cBhvr>
                                        <p:cTn id="45" dur="500" fill="hold"/>
                                        <p:tgtEl>
                                          <p:spTgt spid="25"/>
                                        </p:tgtEl>
                                        <p:attrNameLst>
                                          <p:attrName>ppt_h</p:attrName>
                                        </p:attrNameLst>
                                      </p:cBhvr>
                                      <p:tavLst>
                                        <p:tav tm="0">
                                          <p:val>
                                            <p:fltVal val="0"/>
                                          </p:val>
                                        </p:tav>
                                        <p:tav tm="100000">
                                          <p:val>
                                            <p:strVal val="#ppt_h"/>
                                          </p:val>
                                        </p:tav>
                                      </p:tavLst>
                                    </p:anim>
                                    <p:animEffect transition="in" filter="fade">
                                      <p:cBhvr>
                                        <p:cTn id="46" dur="500"/>
                                        <p:tgtEl>
                                          <p:spTgt spid="25"/>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53" presetClass="entr" presetSubtype="0" fill="hold" grpId="0" nodeType="clickEffect">
                                  <p:stCondLst>
                                    <p:cond delay="0"/>
                                  </p:stCondLst>
                                  <p:childTnLst>
                                    <p:set>
                                      <p:cBhvr>
                                        <p:cTn id="50" dur="1" fill="hold">
                                          <p:stCondLst>
                                            <p:cond delay="0"/>
                                          </p:stCondLst>
                                        </p:cTn>
                                        <p:tgtEl>
                                          <p:spTgt spid="26"/>
                                        </p:tgtEl>
                                        <p:attrNameLst>
                                          <p:attrName>style.visibility</p:attrName>
                                        </p:attrNameLst>
                                      </p:cBhvr>
                                      <p:to>
                                        <p:strVal val="visible"/>
                                      </p:to>
                                    </p:set>
                                    <p:anim calcmode="lin" valueType="num">
                                      <p:cBhvr>
                                        <p:cTn id="51" dur="500" fill="hold"/>
                                        <p:tgtEl>
                                          <p:spTgt spid="26"/>
                                        </p:tgtEl>
                                        <p:attrNameLst>
                                          <p:attrName>ppt_w</p:attrName>
                                        </p:attrNameLst>
                                      </p:cBhvr>
                                      <p:tavLst>
                                        <p:tav tm="0">
                                          <p:val>
                                            <p:fltVal val="0"/>
                                          </p:val>
                                        </p:tav>
                                        <p:tav tm="100000">
                                          <p:val>
                                            <p:strVal val="#ppt_w"/>
                                          </p:val>
                                        </p:tav>
                                      </p:tavLst>
                                    </p:anim>
                                    <p:anim calcmode="lin" valueType="num">
                                      <p:cBhvr>
                                        <p:cTn id="52" dur="500" fill="hold"/>
                                        <p:tgtEl>
                                          <p:spTgt spid="26"/>
                                        </p:tgtEl>
                                        <p:attrNameLst>
                                          <p:attrName>ppt_h</p:attrName>
                                        </p:attrNameLst>
                                      </p:cBhvr>
                                      <p:tavLst>
                                        <p:tav tm="0">
                                          <p:val>
                                            <p:fltVal val="0"/>
                                          </p:val>
                                        </p:tav>
                                        <p:tav tm="100000">
                                          <p:val>
                                            <p:strVal val="#ppt_h"/>
                                          </p:val>
                                        </p:tav>
                                      </p:tavLst>
                                    </p:anim>
                                    <p:animEffect transition="in" filter="fade">
                                      <p:cBhvr>
                                        <p:cTn id="53" dur="500"/>
                                        <p:tgtEl>
                                          <p:spTgt spid="26"/>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53" presetClass="entr" presetSubtype="0" fill="hold" grpId="0" nodeType="clickEffect">
                                  <p:stCondLst>
                                    <p:cond delay="0"/>
                                  </p:stCondLst>
                                  <p:childTnLst>
                                    <p:set>
                                      <p:cBhvr>
                                        <p:cTn id="57" dur="1" fill="hold">
                                          <p:stCondLst>
                                            <p:cond delay="0"/>
                                          </p:stCondLst>
                                        </p:cTn>
                                        <p:tgtEl>
                                          <p:spTgt spid="27"/>
                                        </p:tgtEl>
                                        <p:attrNameLst>
                                          <p:attrName>style.visibility</p:attrName>
                                        </p:attrNameLst>
                                      </p:cBhvr>
                                      <p:to>
                                        <p:strVal val="visible"/>
                                      </p:to>
                                    </p:set>
                                    <p:anim calcmode="lin" valueType="num">
                                      <p:cBhvr>
                                        <p:cTn id="58" dur="500" fill="hold"/>
                                        <p:tgtEl>
                                          <p:spTgt spid="27"/>
                                        </p:tgtEl>
                                        <p:attrNameLst>
                                          <p:attrName>ppt_w</p:attrName>
                                        </p:attrNameLst>
                                      </p:cBhvr>
                                      <p:tavLst>
                                        <p:tav tm="0">
                                          <p:val>
                                            <p:fltVal val="0"/>
                                          </p:val>
                                        </p:tav>
                                        <p:tav tm="100000">
                                          <p:val>
                                            <p:strVal val="#ppt_w"/>
                                          </p:val>
                                        </p:tav>
                                      </p:tavLst>
                                    </p:anim>
                                    <p:anim calcmode="lin" valueType="num">
                                      <p:cBhvr>
                                        <p:cTn id="59" dur="500" fill="hold"/>
                                        <p:tgtEl>
                                          <p:spTgt spid="27"/>
                                        </p:tgtEl>
                                        <p:attrNameLst>
                                          <p:attrName>ppt_h</p:attrName>
                                        </p:attrNameLst>
                                      </p:cBhvr>
                                      <p:tavLst>
                                        <p:tav tm="0">
                                          <p:val>
                                            <p:fltVal val="0"/>
                                          </p:val>
                                        </p:tav>
                                        <p:tav tm="100000">
                                          <p:val>
                                            <p:strVal val="#ppt_h"/>
                                          </p:val>
                                        </p:tav>
                                      </p:tavLst>
                                    </p:anim>
                                    <p:animEffect transition="in" filter="fade">
                                      <p:cBhvr>
                                        <p:cTn id="60" dur="500"/>
                                        <p:tgtEl>
                                          <p:spTgt spid="27"/>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53" presetClass="entr" presetSubtype="16" fill="hold" nodeType="clickEffect">
                                  <p:stCondLst>
                                    <p:cond delay="0"/>
                                  </p:stCondLst>
                                  <p:childTnLst>
                                    <p:set>
                                      <p:cBhvr>
                                        <p:cTn id="64" dur="1" fill="hold">
                                          <p:stCondLst>
                                            <p:cond delay="0"/>
                                          </p:stCondLst>
                                        </p:cTn>
                                        <p:tgtEl>
                                          <p:spTgt spid="2"/>
                                        </p:tgtEl>
                                        <p:attrNameLst>
                                          <p:attrName>style.visibility</p:attrName>
                                        </p:attrNameLst>
                                      </p:cBhvr>
                                      <p:to>
                                        <p:strVal val="visible"/>
                                      </p:to>
                                    </p:set>
                                    <p:anim calcmode="lin" valueType="num">
                                      <p:cBhvr>
                                        <p:cTn id="65" dur="500" fill="hold"/>
                                        <p:tgtEl>
                                          <p:spTgt spid="2"/>
                                        </p:tgtEl>
                                        <p:attrNameLst>
                                          <p:attrName>ppt_w</p:attrName>
                                        </p:attrNameLst>
                                      </p:cBhvr>
                                      <p:tavLst>
                                        <p:tav tm="0">
                                          <p:val>
                                            <p:fltVal val="0"/>
                                          </p:val>
                                        </p:tav>
                                        <p:tav tm="100000">
                                          <p:val>
                                            <p:strVal val="#ppt_w"/>
                                          </p:val>
                                        </p:tav>
                                      </p:tavLst>
                                    </p:anim>
                                    <p:anim calcmode="lin" valueType="num">
                                      <p:cBhvr>
                                        <p:cTn id="66" dur="500" fill="hold"/>
                                        <p:tgtEl>
                                          <p:spTgt spid="2"/>
                                        </p:tgtEl>
                                        <p:attrNameLst>
                                          <p:attrName>ppt_h</p:attrName>
                                        </p:attrNameLst>
                                      </p:cBhvr>
                                      <p:tavLst>
                                        <p:tav tm="0">
                                          <p:val>
                                            <p:fltVal val="0"/>
                                          </p:val>
                                        </p:tav>
                                        <p:tav tm="100000">
                                          <p:val>
                                            <p:strVal val="#ppt_h"/>
                                          </p:val>
                                        </p:tav>
                                      </p:tavLst>
                                    </p:anim>
                                    <p:animEffect transition="in" filter="fade">
                                      <p:cBhvr>
                                        <p:cTn id="67" dur="500"/>
                                        <p:tgtEl>
                                          <p:spTgt spid="2"/>
                                        </p:tgtEl>
                                      </p:cBhvr>
                                    </p:animEffect>
                                  </p:childTnLst>
                                </p:cTn>
                              </p:par>
                              <p:par>
                                <p:cTn id="68" presetID="53" presetClass="entr" presetSubtype="0" fill="hold" grpId="0" nodeType="withEffect">
                                  <p:stCondLst>
                                    <p:cond delay="0"/>
                                  </p:stCondLst>
                                  <p:childTnLst>
                                    <p:set>
                                      <p:cBhvr>
                                        <p:cTn id="69" dur="1" fill="hold">
                                          <p:stCondLst>
                                            <p:cond delay="0"/>
                                          </p:stCondLst>
                                        </p:cTn>
                                        <p:tgtEl>
                                          <p:spTgt spid="32"/>
                                        </p:tgtEl>
                                        <p:attrNameLst>
                                          <p:attrName>style.visibility</p:attrName>
                                        </p:attrNameLst>
                                      </p:cBhvr>
                                      <p:to>
                                        <p:strVal val="visible"/>
                                      </p:to>
                                    </p:set>
                                    <p:anim calcmode="lin" valueType="num">
                                      <p:cBhvr>
                                        <p:cTn id="70" dur="500" fill="hold"/>
                                        <p:tgtEl>
                                          <p:spTgt spid="32"/>
                                        </p:tgtEl>
                                        <p:attrNameLst>
                                          <p:attrName>ppt_w</p:attrName>
                                        </p:attrNameLst>
                                      </p:cBhvr>
                                      <p:tavLst>
                                        <p:tav tm="0">
                                          <p:val>
                                            <p:fltVal val="0"/>
                                          </p:val>
                                        </p:tav>
                                        <p:tav tm="100000">
                                          <p:val>
                                            <p:strVal val="#ppt_w"/>
                                          </p:val>
                                        </p:tav>
                                      </p:tavLst>
                                    </p:anim>
                                    <p:anim calcmode="lin" valueType="num">
                                      <p:cBhvr>
                                        <p:cTn id="71" dur="500" fill="hold"/>
                                        <p:tgtEl>
                                          <p:spTgt spid="32"/>
                                        </p:tgtEl>
                                        <p:attrNameLst>
                                          <p:attrName>ppt_h</p:attrName>
                                        </p:attrNameLst>
                                      </p:cBhvr>
                                      <p:tavLst>
                                        <p:tav tm="0">
                                          <p:val>
                                            <p:fltVal val="0"/>
                                          </p:val>
                                        </p:tav>
                                        <p:tav tm="100000">
                                          <p:val>
                                            <p:strVal val="#ppt_h"/>
                                          </p:val>
                                        </p:tav>
                                      </p:tavLst>
                                    </p:anim>
                                    <p:animEffect transition="in" filter="fade">
                                      <p:cBhvr>
                                        <p:cTn id="72"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3" grpId="0" animBg="1"/>
      <p:bldP spid="24" grpId="0" animBg="1"/>
      <p:bldP spid="25" grpId="0" animBg="1"/>
      <p:bldP spid="26" grpId="0" animBg="1"/>
      <p:bldP spid="27" grpId="0" animBg="1"/>
      <p:bldP spid="28" grpId="0" animBg="1"/>
      <p:bldP spid="32"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9" name="Rectangle 3"/>
          <p:cNvSpPr>
            <a:spLocks noGrp="1" noChangeArrowheads="1"/>
          </p:cNvSpPr>
          <p:nvPr>
            <p:ph idx="1"/>
          </p:nvPr>
        </p:nvSpPr>
        <p:spPr>
          <a:xfrm>
            <a:off x="500063" y="785813"/>
            <a:ext cx="6915150" cy="3225800"/>
          </a:xfrm>
        </p:spPr>
        <p:txBody>
          <a:bodyPr/>
          <a:lstStyle/>
          <a:p>
            <a:pPr>
              <a:lnSpc>
                <a:spcPct val="90000"/>
              </a:lnSpc>
              <a:buClrTx/>
              <a:buFont typeface="Wingdings" panose="05000000000000000000" pitchFamily="2" charset="2"/>
              <a:buChar char="Ø"/>
            </a:pPr>
            <a:r>
              <a:rPr lang="en-US" altLang="zh-CN" sz="2500" b="1" i="1">
                <a:solidFill>
                  <a:schemeClr val="tx1"/>
                </a:solidFill>
                <a:cs typeface="Times New Roman" panose="02020603050405020304" pitchFamily="18" charset="0"/>
              </a:rPr>
              <a:t> </a:t>
            </a:r>
            <a:r>
              <a:rPr lang="en-US" altLang="zh-CN" sz="2500" b="1" i="1">
                <a:solidFill>
                  <a:srgbClr val="2D83F4"/>
                </a:solidFill>
                <a:cs typeface="Times New Roman" panose="02020603050405020304" pitchFamily="18" charset="0"/>
              </a:rPr>
              <a:t>B</a:t>
            </a:r>
            <a:r>
              <a:rPr lang="en-US" altLang="zh-CN" sz="2500" b="1">
                <a:solidFill>
                  <a:srgbClr val="2D83F4"/>
                </a:solidFill>
                <a:cs typeface="Times New Roman" panose="02020603050405020304" pitchFamily="18" charset="0"/>
              </a:rPr>
              <a:t>[</a:t>
            </a:r>
            <a:r>
              <a:rPr lang="en-US" altLang="zh-CN" sz="2500" b="1" i="1">
                <a:solidFill>
                  <a:srgbClr val="2D83F4"/>
                </a:solidFill>
                <a:cs typeface="Times New Roman" panose="02020603050405020304" pitchFamily="18" charset="0"/>
              </a:rPr>
              <a:t>n</a:t>
            </a:r>
            <a:r>
              <a:rPr lang="en-US" altLang="zh-CN" sz="2500" b="1">
                <a:solidFill>
                  <a:srgbClr val="2D83F4"/>
                </a:solidFill>
                <a:cs typeface="Times New Roman" panose="02020603050405020304" pitchFamily="18" charset="0"/>
              </a:rPr>
              <a:t>][</a:t>
            </a:r>
            <a:r>
              <a:rPr lang="en-US" altLang="zh-CN" sz="2500" b="1" i="1">
                <a:solidFill>
                  <a:srgbClr val="2D83F4"/>
                </a:solidFill>
                <a:cs typeface="Times New Roman" panose="02020603050405020304" pitchFamily="18" charset="0"/>
              </a:rPr>
              <a:t>n</a:t>
            </a:r>
            <a:r>
              <a:rPr lang="en-US" altLang="zh-CN" sz="2500" b="1">
                <a:solidFill>
                  <a:srgbClr val="2D83F4"/>
                </a:solidFill>
                <a:cs typeface="Times New Roman" panose="02020603050405020304" pitchFamily="18" charset="0"/>
              </a:rPr>
              <a:t>]</a:t>
            </a:r>
            <a:r>
              <a:rPr lang="zh-CN" altLang="en-US" sz="2500" b="1">
                <a:solidFill>
                  <a:schemeClr val="tx1"/>
                </a:solidFill>
                <a:cs typeface="Times New Roman" panose="02020603050405020304" pitchFamily="18" charset="0"/>
              </a:rPr>
              <a:t>：过程调用关系矩阵</a:t>
            </a:r>
            <a:endParaRPr lang="en-US" altLang="zh-CN" sz="2500" b="1">
              <a:solidFill>
                <a:schemeClr val="tx1"/>
              </a:solidFill>
              <a:cs typeface="Times New Roman" panose="02020603050405020304" pitchFamily="18" charset="0"/>
            </a:endParaRPr>
          </a:p>
          <a:p>
            <a:pPr lvl="1">
              <a:lnSpc>
                <a:spcPct val="90000"/>
              </a:lnSpc>
              <a:buClrTx/>
              <a:buFont typeface="Wingdings" panose="05000000000000000000" pitchFamily="2" charset="2"/>
              <a:buChar char="Ø"/>
            </a:pPr>
            <a:r>
              <a:rPr lang="en-US" altLang="zh-CN" sz="2500" b="1" i="1">
                <a:solidFill>
                  <a:schemeClr val="tx1"/>
                </a:solidFill>
                <a:cs typeface="Times New Roman" panose="02020603050405020304" pitchFamily="18" charset="0"/>
              </a:rPr>
              <a:t>B</a:t>
            </a:r>
            <a:r>
              <a:rPr lang="en-US" altLang="zh-CN" sz="2500" b="1">
                <a:solidFill>
                  <a:schemeClr val="tx1"/>
                </a:solidFill>
                <a:cs typeface="Times New Roman" panose="02020603050405020304" pitchFamily="18" charset="0"/>
              </a:rPr>
              <a:t>[ </a:t>
            </a:r>
            <a:r>
              <a:rPr lang="en-US" altLang="zh-CN" sz="2500" b="1" i="1">
                <a:solidFill>
                  <a:schemeClr val="tx1"/>
                </a:solidFill>
                <a:cs typeface="Times New Roman" panose="02020603050405020304" pitchFamily="18" charset="0"/>
              </a:rPr>
              <a:t>i </a:t>
            </a:r>
            <a:r>
              <a:rPr lang="en-US" altLang="zh-CN" sz="2500" b="1">
                <a:solidFill>
                  <a:schemeClr val="tx1"/>
                </a:solidFill>
                <a:cs typeface="Times New Roman" panose="02020603050405020304" pitchFamily="18" charset="0"/>
              </a:rPr>
              <a:t>][ </a:t>
            </a:r>
            <a:r>
              <a:rPr lang="en-US" altLang="zh-CN" sz="2500" b="1" i="1">
                <a:solidFill>
                  <a:schemeClr val="tx1"/>
                </a:solidFill>
                <a:cs typeface="Times New Roman" panose="02020603050405020304" pitchFamily="18" charset="0"/>
              </a:rPr>
              <a:t>j </a:t>
            </a:r>
            <a:r>
              <a:rPr lang="en-US" altLang="zh-CN" sz="2500" b="1">
                <a:solidFill>
                  <a:schemeClr val="tx1"/>
                </a:solidFill>
                <a:cs typeface="Times New Roman" panose="02020603050405020304" pitchFamily="18" charset="0"/>
              </a:rPr>
              <a:t>]=1</a:t>
            </a:r>
            <a:r>
              <a:rPr lang="zh-CN" altLang="en-US" sz="2500" b="1">
                <a:solidFill>
                  <a:schemeClr val="tx1"/>
                </a:solidFill>
                <a:cs typeface="Times New Roman" panose="02020603050405020304" pitchFamily="18" charset="0"/>
              </a:rPr>
              <a:t>： 表示第</a:t>
            </a:r>
            <a:r>
              <a:rPr lang="en-US" altLang="zh-CN" sz="2500" b="1" i="1">
                <a:solidFill>
                  <a:schemeClr val="tx1"/>
                </a:solidFill>
                <a:cs typeface="Times New Roman" panose="02020603050405020304" pitchFamily="18" charset="0"/>
              </a:rPr>
              <a:t>i</a:t>
            </a:r>
            <a:r>
              <a:rPr lang="zh-CN" altLang="en-US" sz="2500" b="1">
                <a:solidFill>
                  <a:schemeClr val="tx1"/>
                </a:solidFill>
                <a:cs typeface="Times New Roman" panose="02020603050405020304" pitchFamily="18" charset="0"/>
              </a:rPr>
              <a:t>个过程调用第</a:t>
            </a:r>
            <a:r>
              <a:rPr lang="en-US" altLang="zh-CN" sz="2500" b="1" i="1">
                <a:solidFill>
                  <a:schemeClr val="tx1"/>
                </a:solidFill>
                <a:cs typeface="Times New Roman" panose="02020603050405020304" pitchFamily="18" charset="0"/>
              </a:rPr>
              <a:t>j</a:t>
            </a:r>
            <a:r>
              <a:rPr lang="zh-CN" altLang="en-US" sz="2500" b="1">
                <a:solidFill>
                  <a:schemeClr val="tx1"/>
                </a:solidFill>
                <a:cs typeface="Times New Roman" panose="02020603050405020304" pitchFamily="18" charset="0"/>
              </a:rPr>
              <a:t>个过程</a:t>
            </a:r>
            <a:endParaRPr lang="zh-CN" altLang="en-US" sz="2500" b="1" i="1">
              <a:solidFill>
                <a:schemeClr val="tx1"/>
              </a:solidFill>
              <a:cs typeface="Times New Roman" panose="02020603050405020304" pitchFamily="18" charset="0"/>
            </a:endParaRPr>
          </a:p>
          <a:p>
            <a:pPr lvl="1">
              <a:lnSpc>
                <a:spcPct val="90000"/>
              </a:lnSpc>
              <a:buClrTx/>
              <a:buFont typeface="Wingdings" panose="05000000000000000000" pitchFamily="2" charset="2"/>
              <a:buChar char="Ø"/>
            </a:pPr>
            <a:r>
              <a:rPr lang="en-US" altLang="zh-CN" sz="2500" b="1" i="1">
                <a:solidFill>
                  <a:schemeClr val="tx1"/>
                </a:solidFill>
                <a:cs typeface="Times New Roman" panose="02020603050405020304" pitchFamily="18" charset="0"/>
              </a:rPr>
              <a:t>B</a:t>
            </a:r>
            <a:r>
              <a:rPr lang="en-US" altLang="zh-CN" sz="2500" b="1">
                <a:solidFill>
                  <a:schemeClr val="tx1"/>
                </a:solidFill>
                <a:cs typeface="Times New Roman" panose="02020603050405020304" pitchFamily="18" charset="0"/>
              </a:rPr>
              <a:t>[ </a:t>
            </a:r>
            <a:r>
              <a:rPr lang="en-US" altLang="zh-CN" sz="2500" b="1" i="1">
                <a:solidFill>
                  <a:schemeClr val="tx1"/>
                </a:solidFill>
                <a:cs typeface="Times New Roman" panose="02020603050405020304" pitchFamily="18" charset="0"/>
              </a:rPr>
              <a:t>i </a:t>
            </a:r>
            <a:r>
              <a:rPr lang="en-US" altLang="zh-CN" sz="2500" b="1">
                <a:solidFill>
                  <a:schemeClr val="tx1"/>
                </a:solidFill>
                <a:cs typeface="Times New Roman" panose="02020603050405020304" pitchFamily="18" charset="0"/>
              </a:rPr>
              <a:t>][ </a:t>
            </a:r>
            <a:r>
              <a:rPr lang="en-US" altLang="zh-CN" sz="2500" b="1" i="1">
                <a:solidFill>
                  <a:schemeClr val="tx1"/>
                </a:solidFill>
                <a:cs typeface="Times New Roman" panose="02020603050405020304" pitchFamily="18" charset="0"/>
              </a:rPr>
              <a:t>j </a:t>
            </a:r>
            <a:r>
              <a:rPr lang="en-US" altLang="zh-CN" sz="2500" b="1">
                <a:solidFill>
                  <a:schemeClr val="tx1"/>
                </a:solidFill>
                <a:cs typeface="Times New Roman" panose="02020603050405020304" pitchFamily="18" charset="0"/>
              </a:rPr>
              <a:t>]=0</a:t>
            </a:r>
            <a:r>
              <a:rPr lang="zh-CN" altLang="en-US" sz="2500" b="1">
                <a:solidFill>
                  <a:schemeClr val="tx1"/>
                </a:solidFill>
                <a:cs typeface="Times New Roman" panose="02020603050405020304" pitchFamily="18" charset="0"/>
              </a:rPr>
              <a:t> ：表示第</a:t>
            </a:r>
            <a:r>
              <a:rPr lang="en-US" altLang="zh-CN" sz="2500" b="1" i="1">
                <a:solidFill>
                  <a:schemeClr val="tx1"/>
                </a:solidFill>
                <a:cs typeface="Times New Roman" panose="02020603050405020304" pitchFamily="18" charset="0"/>
              </a:rPr>
              <a:t>i</a:t>
            </a:r>
            <a:r>
              <a:rPr lang="zh-CN" altLang="en-US" sz="2500" b="1">
                <a:solidFill>
                  <a:schemeClr val="tx1"/>
                </a:solidFill>
                <a:cs typeface="Times New Roman" panose="02020603050405020304" pitchFamily="18" charset="0"/>
              </a:rPr>
              <a:t>个过程不调用第</a:t>
            </a:r>
            <a:r>
              <a:rPr lang="en-US" altLang="zh-CN" sz="2500" b="1" i="1">
                <a:solidFill>
                  <a:schemeClr val="tx1"/>
                </a:solidFill>
                <a:cs typeface="Times New Roman" panose="02020603050405020304" pitchFamily="18" charset="0"/>
              </a:rPr>
              <a:t>j</a:t>
            </a:r>
            <a:r>
              <a:rPr lang="zh-CN" altLang="en-US" sz="2500" b="1">
                <a:solidFill>
                  <a:schemeClr val="tx1"/>
                </a:solidFill>
                <a:cs typeface="Times New Roman" panose="02020603050405020304" pitchFamily="18" charset="0"/>
              </a:rPr>
              <a:t>个过程</a:t>
            </a:r>
            <a:endParaRPr lang="zh-CN" altLang="en-US" sz="2500" b="1" i="1">
              <a:solidFill>
                <a:schemeClr val="tx1"/>
              </a:solidFill>
              <a:cs typeface="Times New Roman" panose="02020603050405020304" pitchFamily="18" charset="0"/>
            </a:endParaRPr>
          </a:p>
          <a:p>
            <a:pPr>
              <a:lnSpc>
                <a:spcPct val="90000"/>
              </a:lnSpc>
            </a:pPr>
            <a:endParaRPr lang="en-US" altLang="zh-CN" sz="2500" b="1">
              <a:solidFill>
                <a:schemeClr val="tx1"/>
              </a:solidFill>
              <a:latin typeface="楷体_GB2312"/>
              <a:cs typeface="Times New Roman" panose="02020603050405020304" pitchFamily="18" charset="0"/>
            </a:endParaRPr>
          </a:p>
          <a:p>
            <a:pPr>
              <a:lnSpc>
                <a:spcPct val="90000"/>
              </a:lnSpc>
            </a:pPr>
            <a:endParaRPr lang="en-US" altLang="zh-CN" sz="2500" b="1">
              <a:solidFill>
                <a:schemeClr val="tx1"/>
              </a:solidFill>
              <a:latin typeface="楷体_GB2312"/>
              <a:cs typeface="Times New Roman" panose="02020603050405020304" pitchFamily="18" charset="0"/>
            </a:endParaRPr>
          </a:p>
          <a:p>
            <a:pPr>
              <a:lnSpc>
                <a:spcPct val="90000"/>
              </a:lnSpc>
            </a:pPr>
            <a:endParaRPr lang="en-US" altLang="zh-CN" sz="2500" b="1">
              <a:solidFill>
                <a:schemeClr val="tx1"/>
              </a:solidFill>
              <a:latin typeface="楷体_GB2312"/>
              <a:cs typeface="Times New Roman" panose="02020603050405020304" pitchFamily="18" charset="0"/>
            </a:endParaRPr>
          </a:p>
          <a:p>
            <a:pPr>
              <a:lnSpc>
                <a:spcPct val="90000"/>
              </a:lnSpc>
              <a:buFont typeface="Symbol" panose="05050102010706020507" pitchFamily="18" charset="2"/>
              <a:buNone/>
            </a:pPr>
            <a:endParaRPr lang="en-US" altLang="zh-CN" sz="2500" b="1">
              <a:solidFill>
                <a:schemeClr val="tx1"/>
              </a:solidFill>
              <a:latin typeface="楷体_GB2312"/>
              <a:cs typeface="Times New Roman" panose="02020603050405020304" pitchFamily="18" charset="0"/>
            </a:endParaRPr>
          </a:p>
          <a:p>
            <a:pPr>
              <a:lnSpc>
                <a:spcPct val="90000"/>
              </a:lnSpc>
            </a:pPr>
            <a:endParaRPr lang="zh-CN" altLang="en-US" sz="2500" b="1">
              <a:solidFill>
                <a:schemeClr val="tx1"/>
              </a:solidFill>
              <a:latin typeface="楷体_GB2312"/>
              <a:cs typeface="Times New Roman" panose="02020603050405020304" pitchFamily="18" charset="0"/>
            </a:endParaRPr>
          </a:p>
          <a:p>
            <a:pPr>
              <a:lnSpc>
                <a:spcPct val="90000"/>
              </a:lnSpc>
              <a:buClrTx/>
              <a:buFont typeface="Wingdings" panose="05000000000000000000" pitchFamily="2" charset="2"/>
              <a:buChar char="Ø"/>
            </a:pPr>
            <a:r>
              <a:rPr lang="en-US" altLang="zh-CN" sz="2500" b="1" i="1">
                <a:solidFill>
                  <a:schemeClr val="tx1"/>
                </a:solidFill>
                <a:cs typeface="Times New Roman" panose="02020603050405020304" pitchFamily="18" charset="0"/>
              </a:rPr>
              <a:t> </a:t>
            </a:r>
            <a:r>
              <a:rPr lang="en-US" altLang="zh-CN" sz="2500" b="1" i="1">
                <a:solidFill>
                  <a:srgbClr val="2D83F4"/>
                </a:solidFill>
                <a:cs typeface="Times New Roman" panose="02020603050405020304" pitchFamily="18" charset="0"/>
              </a:rPr>
              <a:t>Units</a:t>
            </a:r>
            <a:r>
              <a:rPr lang="en-US" altLang="zh-CN" sz="2500" b="1">
                <a:solidFill>
                  <a:srgbClr val="2D83F4"/>
                </a:solidFill>
                <a:cs typeface="Times New Roman" panose="02020603050405020304" pitchFamily="18" charset="0"/>
              </a:rPr>
              <a:t>[</a:t>
            </a:r>
            <a:r>
              <a:rPr lang="en-US" altLang="zh-CN" sz="2500" b="1" i="1">
                <a:solidFill>
                  <a:srgbClr val="2D83F4"/>
                </a:solidFill>
                <a:cs typeface="Times New Roman" panose="02020603050405020304" pitchFamily="18" charset="0"/>
              </a:rPr>
              <a:t>n</a:t>
            </a:r>
            <a:r>
              <a:rPr lang="en-US" altLang="zh-CN" sz="2500" b="1">
                <a:solidFill>
                  <a:srgbClr val="2D83F4"/>
                </a:solidFill>
                <a:cs typeface="Times New Roman" panose="02020603050405020304" pitchFamily="18" charset="0"/>
              </a:rPr>
              <a:t>]</a:t>
            </a:r>
            <a:r>
              <a:rPr lang="zh-CN" altLang="en-US" sz="2500" b="1">
                <a:solidFill>
                  <a:schemeClr val="tx1"/>
                </a:solidFill>
                <a:cs typeface="Times New Roman" panose="02020603050405020304" pitchFamily="18" charset="0"/>
              </a:rPr>
              <a:t>：过程所需内存量矩阵</a:t>
            </a:r>
            <a:r>
              <a:rPr lang="en-US" altLang="zh-CN" sz="2500" b="1">
                <a:solidFill>
                  <a:schemeClr val="tx1"/>
                </a:solidFill>
                <a:cs typeface="Times New Roman" panose="02020603050405020304" pitchFamily="18" charset="0"/>
              </a:rPr>
              <a:t>  </a:t>
            </a:r>
            <a:endParaRPr lang="en-US" altLang="zh-CN" sz="2500" b="1">
              <a:solidFill>
                <a:schemeClr val="tx1"/>
              </a:solidFill>
              <a:latin typeface="楷体_GB2312"/>
              <a:cs typeface="Times New Roman" panose="02020603050405020304" pitchFamily="18" charset="0"/>
            </a:endParaRPr>
          </a:p>
        </p:txBody>
      </p:sp>
      <p:sp>
        <p:nvSpPr>
          <p:cNvPr id="38915" name="Rectangle 2"/>
          <p:cNvSpPr>
            <a:spLocks noGrp="1" noChangeArrowheads="1"/>
          </p:cNvSpPr>
          <p:nvPr>
            <p:ph type="title"/>
          </p:nvPr>
        </p:nvSpPr>
        <p:spPr>
          <a:xfrm>
            <a:off x="755650" y="268288"/>
            <a:ext cx="7931150" cy="358775"/>
          </a:xfrm>
        </p:spPr>
        <p:txBody>
          <a:bodyPr/>
          <a:lstStyle/>
          <a:p>
            <a:r>
              <a:rPr lang="zh-CN" altLang="en-US" sz="300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层次分配算法</a:t>
            </a:r>
            <a:endParaRPr lang="en-US" altLang="zh-CN" sz="300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30725" name="Picture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6625" y="2000250"/>
            <a:ext cx="2921000" cy="217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组合 39"/>
          <p:cNvGrpSpPr>
            <a:grpSpLocks/>
          </p:cNvGrpSpPr>
          <p:nvPr/>
        </p:nvGrpSpPr>
        <p:grpSpPr bwMode="auto">
          <a:xfrm>
            <a:off x="5286375" y="2071688"/>
            <a:ext cx="3571875" cy="2532062"/>
            <a:chOff x="5214942" y="2143122"/>
            <a:chExt cx="3571900" cy="2531462"/>
          </a:xfrm>
        </p:grpSpPr>
        <p:sp>
          <p:nvSpPr>
            <p:cNvPr id="36" name="Rectangle 4"/>
            <p:cNvSpPr>
              <a:spLocks noChangeArrowheads="1"/>
            </p:cNvSpPr>
            <p:nvPr/>
          </p:nvSpPr>
          <p:spPr bwMode="auto">
            <a:xfrm>
              <a:off x="5214942" y="2143122"/>
              <a:ext cx="3571900" cy="2499720"/>
            </a:xfrm>
            <a:prstGeom prst="rect">
              <a:avLst/>
            </a:prstGeom>
            <a:solidFill>
              <a:schemeClr val="accent2">
                <a:lumMod val="40000"/>
                <a:lumOff val="60000"/>
              </a:schemeClr>
            </a:solidFill>
            <a:ln w="12700">
              <a:solidFill>
                <a:schemeClr val="tx1"/>
              </a:solidFill>
              <a:miter lim="800000"/>
              <a:headEnd/>
              <a:tailEnd/>
            </a:ln>
          </p:spPr>
          <p:txBody>
            <a:bodyPr/>
            <a:lstStyle/>
            <a:p>
              <a:pPr eaLnBrk="1" hangingPunct="1">
                <a:defRPr/>
              </a:pPr>
              <a:endParaRPr lang="zh-CN" altLang="en-US" b="0" dirty="0">
                <a:solidFill>
                  <a:prstClr val="black"/>
                </a:solidFill>
                <a:latin typeface="楷体" pitchFamily="49" charset="-122"/>
                <a:ea typeface="楷体" pitchFamily="49" charset="-122"/>
                <a:cs typeface="Times New Roman" pitchFamily="18" charset="0"/>
              </a:endParaRPr>
            </a:p>
          </p:txBody>
        </p:sp>
        <p:sp>
          <p:nvSpPr>
            <p:cNvPr id="38919" name="Text Box 19"/>
            <p:cNvSpPr txBox="1">
              <a:spLocks noChangeArrowheads="1"/>
            </p:cNvSpPr>
            <p:nvPr/>
          </p:nvSpPr>
          <p:spPr bwMode="auto">
            <a:xfrm>
              <a:off x="5214942" y="2143122"/>
              <a:ext cx="3571900" cy="2531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68580" tIns="34290" rIns="68580" bIns="34290">
              <a:spAutoFit/>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spcBef>
                  <a:spcPct val="50000"/>
                </a:spcBef>
              </a:pPr>
              <a:r>
                <a:rPr lang="en-US" altLang="zh-CN" sz="2000">
                  <a:solidFill>
                    <a:prstClr val="black"/>
                  </a:solidFill>
                  <a:ea typeface="楷体" panose="02010609060101010101" pitchFamily="49" charset="-122"/>
                  <a:cs typeface="Times New Roman" panose="02020603050405020304" pitchFamily="18" charset="0"/>
                </a:rPr>
                <a:t>        1      2      3      4      5       6</a:t>
              </a:r>
            </a:p>
            <a:p>
              <a:pPr>
                <a:lnSpc>
                  <a:spcPts val="1600"/>
                </a:lnSpc>
                <a:spcBef>
                  <a:spcPct val="50000"/>
                </a:spcBef>
              </a:pPr>
              <a:r>
                <a:rPr lang="en-US" altLang="zh-CN" sz="2000">
                  <a:solidFill>
                    <a:prstClr val="black"/>
                  </a:solidFill>
                  <a:ea typeface="楷体" panose="02010609060101010101" pitchFamily="49" charset="-122"/>
                  <a:cs typeface="Times New Roman" panose="02020603050405020304" pitchFamily="18" charset="0"/>
                </a:rPr>
                <a:t> 1     0      1      1      0      0       0</a:t>
              </a:r>
            </a:p>
            <a:p>
              <a:pPr>
                <a:lnSpc>
                  <a:spcPts val="1600"/>
                </a:lnSpc>
                <a:spcBef>
                  <a:spcPct val="50000"/>
                </a:spcBef>
              </a:pPr>
              <a:r>
                <a:rPr lang="en-US" altLang="zh-CN" sz="2000">
                  <a:solidFill>
                    <a:prstClr val="black"/>
                  </a:solidFill>
                  <a:ea typeface="楷体" panose="02010609060101010101" pitchFamily="49" charset="-122"/>
                  <a:cs typeface="Times New Roman" panose="02020603050405020304" pitchFamily="18" charset="0"/>
                </a:rPr>
                <a:t> 2     0      0      0      1      0       1</a:t>
              </a:r>
            </a:p>
            <a:p>
              <a:pPr>
                <a:lnSpc>
                  <a:spcPts val="1600"/>
                </a:lnSpc>
                <a:spcBef>
                  <a:spcPct val="50000"/>
                </a:spcBef>
              </a:pPr>
              <a:r>
                <a:rPr lang="en-US" altLang="zh-CN" sz="2000">
                  <a:solidFill>
                    <a:prstClr val="black"/>
                  </a:solidFill>
                  <a:ea typeface="楷体" panose="02010609060101010101" pitchFamily="49" charset="-122"/>
                  <a:cs typeface="Times New Roman" panose="02020603050405020304" pitchFamily="18" charset="0"/>
                </a:rPr>
                <a:t> 3     0      0      0      0      1       1</a:t>
              </a:r>
            </a:p>
            <a:p>
              <a:pPr>
                <a:lnSpc>
                  <a:spcPts val="1600"/>
                </a:lnSpc>
                <a:spcBef>
                  <a:spcPct val="50000"/>
                </a:spcBef>
              </a:pPr>
              <a:r>
                <a:rPr lang="en-US" altLang="zh-CN" sz="2000">
                  <a:solidFill>
                    <a:prstClr val="black"/>
                  </a:solidFill>
                  <a:ea typeface="楷体" panose="02010609060101010101" pitchFamily="49" charset="-122"/>
                  <a:cs typeface="Times New Roman" panose="02020603050405020304" pitchFamily="18" charset="0"/>
                </a:rPr>
                <a:t> 4     0      0      0      0      0       0</a:t>
              </a:r>
            </a:p>
            <a:p>
              <a:pPr>
                <a:lnSpc>
                  <a:spcPts val="1600"/>
                </a:lnSpc>
                <a:spcBef>
                  <a:spcPct val="50000"/>
                </a:spcBef>
              </a:pPr>
              <a:r>
                <a:rPr lang="en-US" altLang="zh-CN" sz="2000">
                  <a:solidFill>
                    <a:prstClr val="black"/>
                  </a:solidFill>
                  <a:ea typeface="楷体" panose="02010609060101010101" pitchFamily="49" charset="-122"/>
                  <a:cs typeface="Times New Roman" panose="02020603050405020304" pitchFamily="18" charset="0"/>
                </a:rPr>
                <a:t> 5     0      0      0      0      0       0</a:t>
              </a:r>
            </a:p>
            <a:p>
              <a:pPr>
                <a:lnSpc>
                  <a:spcPts val="1600"/>
                </a:lnSpc>
                <a:spcBef>
                  <a:spcPct val="50000"/>
                </a:spcBef>
              </a:pPr>
              <a:r>
                <a:rPr lang="en-US" altLang="zh-CN" sz="2000">
                  <a:solidFill>
                    <a:prstClr val="black"/>
                  </a:solidFill>
                  <a:ea typeface="楷体" panose="02010609060101010101" pitchFamily="49" charset="-122"/>
                  <a:cs typeface="Times New Roman" panose="02020603050405020304" pitchFamily="18" charset="0"/>
                </a:rPr>
                <a:t> 6     0      0      0      0      0       0</a:t>
              </a:r>
              <a:endParaRPr lang="zh-CN" altLang="en-US" sz="2000">
                <a:solidFill>
                  <a:prstClr val="black"/>
                </a:solidFill>
                <a:ea typeface="楷体" panose="02010609060101010101" pitchFamily="49" charset="-122"/>
                <a:cs typeface="Times New Roman" panose="02020603050405020304" pitchFamily="18" charset="0"/>
              </a:endParaRPr>
            </a:p>
          </p:txBody>
        </p:sp>
        <p:sp>
          <p:nvSpPr>
            <p:cNvPr id="38920" name="Line 13"/>
            <p:cNvSpPr>
              <a:spLocks noChangeShapeType="1"/>
            </p:cNvSpPr>
            <p:nvPr/>
          </p:nvSpPr>
          <p:spPr bwMode="auto">
            <a:xfrm>
              <a:off x="5214942" y="2500312"/>
              <a:ext cx="35640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100">
                <a:solidFill>
                  <a:prstClr val="black"/>
                </a:solidFill>
                <a:latin typeface="Times New Roman" panose="02020603050405020304" pitchFamily="18" charset="0"/>
                <a:ea typeface="楷体_GB2312"/>
              </a:endParaRPr>
            </a:p>
          </p:txBody>
        </p:sp>
        <p:sp>
          <p:nvSpPr>
            <p:cNvPr id="38921" name="Line 13"/>
            <p:cNvSpPr>
              <a:spLocks noChangeShapeType="1"/>
            </p:cNvSpPr>
            <p:nvPr/>
          </p:nvSpPr>
          <p:spPr bwMode="auto">
            <a:xfrm flipH="1">
              <a:off x="5572132" y="2143122"/>
              <a:ext cx="0" cy="24840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100">
                <a:solidFill>
                  <a:prstClr val="black"/>
                </a:solidFill>
                <a:latin typeface="Times New Roman" panose="02020603050405020304" pitchFamily="18" charset="0"/>
                <a:ea typeface="楷体_GB2312"/>
              </a:endParaRPr>
            </a:p>
          </p:txBody>
        </p:sp>
      </p:grpSp>
      <p:sp>
        <p:nvSpPr>
          <p:cNvPr id="3" name="灯片编号占位符 2"/>
          <p:cNvSpPr>
            <a:spLocks noGrp="1"/>
          </p:cNvSpPr>
          <p:nvPr>
            <p:ph type="sldNum" sz="quarter" idx="12"/>
          </p:nvPr>
        </p:nvSpPr>
        <p:spPr/>
        <p:txBody>
          <a:bodyPr/>
          <a:lstStyle/>
          <a:p>
            <a:pPr>
              <a:defRPr/>
            </a:pPr>
            <a:fld id="{64CF1D47-2B30-44A6-81DA-EC28584A641A}" type="slidenum">
              <a:rPr lang="zh-CN" altLang="en-US" smtClean="0"/>
              <a:pPr>
                <a:defRPr/>
              </a:pPr>
              <a:t>37</a:t>
            </a:fld>
            <a:endParaRPr lang="en-US" altLang="zh-CN" dirty="0"/>
          </a:p>
        </p:txBody>
      </p:sp>
    </p:spTree>
    <p:extLst>
      <p:ext uri="{BB962C8B-B14F-4D97-AF65-F5344CB8AC3E}">
        <p14:creationId xmlns:p14="http://schemas.microsoft.com/office/powerpoint/2010/main" val="366122226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nodeType="clickEffect">
                                  <p:stCondLst>
                                    <p:cond delay="0"/>
                                  </p:stCondLst>
                                  <p:childTnLst>
                                    <p:set>
                                      <p:cBhvr>
                                        <p:cTn id="6" dur="1" fill="hold">
                                          <p:stCondLst>
                                            <p:cond delay="0"/>
                                          </p:stCondLst>
                                        </p:cTn>
                                        <p:tgtEl>
                                          <p:spTgt spid="30725"/>
                                        </p:tgtEl>
                                        <p:attrNameLst>
                                          <p:attrName>style.visibility</p:attrName>
                                        </p:attrNameLst>
                                      </p:cBhvr>
                                      <p:to>
                                        <p:strVal val="visible"/>
                                      </p:to>
                                    </p:set>
                                    <p:anim calcmode="lin" valueType="num">
                                      <p:cBhvr>
                                        <p:cTn id="7" dur="500" fill="hold"/>
                                        <p:tgtEl>
                                          <p:spTgt spid="30725"/>
                                        </p:tgtEl>
                                        <p:attrNameLst>
                                          <p:attrName>ppt_w</p:attrName>
                                        </p:attrNameLst>
                                      </p:cBhvr>
                                      <p:tavLst>
                                        <p:tav tm="0">
                                          <p:val>
                                            <p:fltVal val="0"/>
                                          </p:val>
                                        </p:tav>
                                        <p:tav tm="100000">
                                          <p:val>
                                            <p:strVal val="#ppt_w"/>
                                          </p:val>
                                        </p:tav>
                                      </p:tavLst>
                                    </p:anim>
                                    <p:anim calcmode="lin" valueType="num">
                                      <p:cBhvr>
                                        <p:cTn id="8" dur="500" fill="hold"/>
                                        <p:tgtEl>
                                          <p:spTgt spid="30725"/>
                                        </p:tgtEl>
                                        <p:attrNameLst>
                                          <p:attrName>ppt_h</p:attrName>
                                        </p:attrNameLst>
                                      </p:cBhvr>
                                      <p:tavLst>
                                        <p:tav tm="0">
                                          <p:val>
                                            <p:fltVal val="0"/>
                                          </p:val>
                                        </p:tav>
                                        <p:tav tm="100000">
                                          <p:val>
                                            <p:strVal val="#ppt_h"/>
                                          </p:val>
                                        </p:tav>
                                      </p:tavLst>
                                    </p:anim>
                                    <p:animEffect transition="in" filter="fade">
                                      <p:cBhvr>
                                        <p:cTn id="9" dur="500"/>
                                        <p:tgtEl>
                                          <p:spTgt spid="30725"/>
                                        </p:tgtEl>
                                      </p:cBhvr>
                                    </p:animEffect>
                                  </p:childTnLst>
                                </p:cTn>
                              </p:par>
                              <p:par>
                                <p:cTn id="10" presetID="53" presetClass="entr" presetSubtype="0" fill="hold" nodeType="with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fill="hold"/>
                                        <p:tgtEl>
                                          <p:spTgt spid="2"/>
                                        </p:tgtEl>
                                        <p:attrNameLst>
                                          <p:attrName>ppt_w</p:attrName>
                                        </p:attrNameLst>
                                      </p:cBhvr>
                                      <p:tavLst>
                                        <p:tav tm="0">
                                          <p:val>
                                            <p:fltVal val="0"/>
                                          </p:val>
                                        </p:tav>
                                        <p:tav tm="100000">
                                          <p:val>
                                            <p:strVal val="#ppt_w"/>
                                          </p:val>
                                        </p:tav>
                                      </p:tavLst>
                                    </p:anim>
                                    <p:anim calcmode="lin" valueType="num">
                                      <p:cBhvr>
                                        <p:cTn id="13" dur="500" fill="hold"/>
                                        <p:tgtEl>
                                          <p:spTgt spid="2"/>
                                        </p:tgtEl>
                                        <p:attrNameLst>
                                          <p:attrName>ppt_h</p:attrName>
                                        </p:attrNameLst>
                                      </p:cBhvr>
                                      <p:tavLst>
                                        <p:tav tm="0">
                                          <p:val>
                                            <p:fltVal val="0"/>
                                          </p:val>
                                        </p:tav>
                                        <p:tav tm="100000">
                                          <p:val>
                                            <p:strVal val="#ppt_h"/>
                                          </p:val>
                                        </p:tav>
                                      </p:tavLst>
                                    </p:anim>
                                    <p:animEffect transition="in" filter="fade">
                                      <p:cBhvr>
                                        <p:cTn id="14" dur="500"/>
                                        <p:tgtEl>
                                          <p:spTgt spid="2"/>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53" presetClass="entr" presetSubtype="0" fill="hold" nodeType="clickEffect">
                                  <p:stCondLst>
                                    <p:cond delay="0"/>
                                  </p:stCondLst>
                                  <p:childTnLst>
                                    <p:set>
                                      <p:cBhvr>
                                        <p:cTn id="18" dur="1" fill="hold">
                                          <p:stCondLst>
                                            <p:cond delay="0"/>
                                          </p:stCondLst>
                                        </p:cTn>
                                        <p:tgtEl>
                                          <p:spTgt spid="249859">
                                            <p:txEl>
                                              <p:pRg st="8" end="8"/>
                                            </p:txEl>
                                          </p:spTgt>
                                        </p:tgtEl>
                                        <p:attrNameLst>
                                          <p:attrName>style.visibility</p:attrName>
                                        </p:attrNameLst>
                                      </p:cBhvr>
                                      <p:to>
                                        <p:strVal val="visible"/>
                                      </p:to>
                                    </p:set>
                                    <p:anim calcmode="lin" valueType="num">
                                      <p:cBhvr>
                                        <p:cTn id="19" dur="500" fill="hold"/>
                                        <p:tgtEl>
                                          <p:spTgt spid="249859">
                                            <p:txEl>
                                              <p:pRg st="8" end="8"/>
                                            </p:txEl>
                                          </p:spTgt>
                                        </p:tgtEl>
                                        <p:attrNameLst>
                                          <p:attrName>ppt_w</p:attrName>
                                        </p:attrNameLst>
                                      </p:cBhvr>
                                      <p:tavLst>
                                        <p:tav tm="0">
                                          <p:val>
                                            <p:fltVal val="0"/>
                                          </p:val>
                                        </p:tav>
                                        <p:tav tm="100000">
                                          <p:val>
                                            <p:strVal val="#ppt_w"/>
                                          </p:val>
                                        </p:tav>
                                      </p:tavLst>
                                    </p:anim>
                                    <p:anim calcmode="lin" valueType="num">
                                      <p:cBhvr>
                                        <p:cTn id="20" dur="500" fill="hold"/>
                                        <p:tgtEl>
                                          <p:spTgt spid="249859">
                                            <p:txEl>
                                              <p:pRg st="8" end="8"/>
                                            </p:txEl>
                                          </p:spTgt>
                                        </p:tgtEl>
                                        <p:attrNameLst>
                                          <p:attrName>ppt_h</p:attrName>
                                        </p:attrNameLst>
                                      </p:cBhvr>
                                      <p:tavLst>
                                        <p:tav tm="0">
                                          <p:val>
                                            <p:fltVal val="0"/>
                                          </p:val>
                                        </p:tav>
                                        <p:tav tm="100000">
                                          <p:val>
                                            <p:strVal val="#ppt_h"/>
                                          </p:val>
                                        </p:tav>
                                      </p:tavLst>
                                    </p:anim>
                                    <p:animEffect transition="in" filter="fade">
                                      <p:cBhvr>
                                        <p:cTn id="21" dur="500"/>
                                        <p:tgtEl>
                                          <p:spTgt spid="249859">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_rels/theme4.xml.rels><?xml version="1.0" encoding="UTF-8" standalone="yes"?>
<Relationships xmlns="http://schemas.openxmlformats.org/package/2006/relationships"><Relationship Id="rId1" Type="http://schemas.openxmlformats.org/officeDocument/2006/relationships/image" Target="../media/image1.jpeg"/></Relationships>
</file>

<file path=ppt/theme/_rels/theme5.xml.rels><?xml version="1.0" encoding="UTF-8" standalone="yes"?>
<Relationships xmlns="http://schemas.openxmlformats.org/package/2006/relationships"><Relationship Id="rId1" Type="http://schemas.openxmlformats.org/officeDocument/2006/relationships/image" Target="../media/image1.jpeg"/></Relationships>
</file>

<file path=ppt/theme/_rels/theme6.xml.rels><?xml version="1.0" encoding="UTF-8" standalone="yes"?>
<Relationships xmlns="http://schemas.openxmlformats.org/package/2006/relationships"><Relationship Id="rId1" Type="http://schemas.openxmlformats.org/officeDocument/2006/relationships/image" Target="../media/image1.jpeg"/></Relationships>
</file>

<file path=ppt/theme/_rels/theme7.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自定义设计方案">
  <a:themeElements>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自定义设计方案">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2_波形">
  <a:themeElements>
    <a:clrScheme name="波形">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波形">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波形">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lnDef>
      <a:spPr bwMode="auto">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objectDefaults>
  <a:extraClrSchemeLst/>
</a:theme>
</file>

<file path=ppt/theme/theme3.xml><?xml version="1.0" encoding="utf-8"?>
<a:theme xmlns:a="http://schemas.openxmlformats.org/drawingml/2006/main" name="1_自定义设计方案">
  <a:themeElements>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自定义设计方案">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3_波形">
  <a:themeElements>
    <a:clrScheme name="波形">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波形">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波形">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ppt/theme/theme5.xml><?xml version="1.0" encoding="utf-8"?>
<a:theme xmlns:a="http://schemas.openxmlformats.org/drawingml/2006/main" name="9_波形">
  <a:themeElements>
    <a:clrScheme name="波形">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波形">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波形">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ppt/theme/theme6.xml><?xml version="1.0" encoding="utf-8"?>
<a:theme xmlns:a="http://schemas.openxmlformats.org/drawingml/2006/main" name="4_波形">
  <a:themeElements>
    <a:clrScheme name="波形">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波形">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波形">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ppt/theme/theme7.xml><?xml version="1.0" encoding="utf-8"?>
<a:theme xmlns:a="http://schemas.openxmlformats.org/drawingml/2006/main" name="1_波形">
  <a:themeElements>
    <a:clrScheme name="波形">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波形">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波形">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ppt/theme/theme8.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20353</TotalTime>
  <Words>5182</Words>
  <Application>Microsoft Office PowerPoint</Application>
  <PresentationFormat>全屏显示(16:9)</PresentationFormat>
  <Paragraphs>882</Paragraphs>
  <Slides>37</Slides>
  <Notes>37</Notes>
  <HiddenSlides>0</HiddenSlides>
  <MMClips>0</MMClips>
  <ScaleCrop>false</ScaleCrop>
  <HeadingPairs>
    <vt:vector size="6" baseType="variant">
      <vt:variant>
        <vt:lpstr>已用的字体</vt:lpstr>
      </vt:variant>
      <vt:variant>
        <vt:i4>12</vt:i4>
      </vt:variant>
      <vt:variant>
        <vt:lpstr>主题</vt:lpstr>
      </vt:variant>
      <vt:variant>
        <vt:i4>7</vt:i4>
      </vt:variant>
      <vt:variant>
        <vt:lpstr>幻灯片标题</vt:lpstr>
      </vt:variant>
      <vt:variant>
        <vt:i4>37</vt:i4>
      </vt:variant>
    </vt:vector>
  </HeadingPairs>
  <TitlesOfParts>
    <vt:vector size="56" baseType="lpstr">
      <vt:lpstr>华文楷体</vt:lpstr>
      <vt:lpstr>楷体</vt:lpstr>
      <vt:lpstr>楷体_GB2312</vt:lpstr>
      <vt:lpstr>宋体</vt:lpstr>
      <vt:lpstr>微软雅黑</vt:lpstr>
      <vt:lpstr>Arial</vt:lpstr>
      <vt:lpstr>Calibri</vt:lpstr>
      <vt:lpstr>Candara</vt:lpstr>
      <vt:lpstr>Symbol</vt:lpstr>
      <vt:lpstr>Tahoma</vt:lpstr>
      <vt:lpstr>Times New Roman</vt:lpstr>
      <vt:lpstr>Wingdings</vt:lpstr>
      <vt:lpstr>自定义设计方案</vt:lpstr>
      <vt:lpstr>2_波形</vt:lpstr>
      <vt:lpstr>1_自定义设计方案</vt:lpstr>
      <vt:lpstr>3_波形</vt:lpstr>
      <vt:lpstr>9_波形</vt:lpstr>
      <vt:lpstr>4_波形</vt:lpstr>
      <vt:lpstr>1_波形</vt:lpstr>
      <vt:lpstr>PowerPoint 演示文稿</vt:lpstr>
      <vt:lpstr>主要内容</vt:lpstr>
      <vt:lpstr>5. 非局部数据的访问</vt:lpstr>
      <vt:lpstr>支持过程嵌套声明的语言</vt:lpstr>
      <vt:lpstr>不支持过程嵌套声明的语言</vt:lpstr>
      <vt:lpstr>无过程嵌套声明时的数据访问</vt:lpstr>
      <vt:lpstr>有过程嵌套声明时的数据访问</vt:lpstr>
      <vt:lpstr>例</vt:lpstr>
      <vt:lpstr>例</vt:lpstr>
      <vt:lpstr>访问链 (Access Links)</vt:lpstr>
      <vt:lpstr>PowerPoint 演示文稿</vt:lpstr>
      <vt:lpstr>PowerPoint 演示文稿</vt:lpstr>
      <vt:lpstr>PowerPoint 演示文稿</vt:lpstr>
      <vt:lpstr>PowerPoint 演示文稿</vt:lpstr>
      <vt:lpstr>访问链的建立</vt:lpstr>
      <vt:lpstr>访问链的建立</vt:lpstr>
      <vt:lpstr>访问链的建立</vt:lpstr>
      <vt:lpstr>6. 符号表</vt:lpstr>
      <vt:lpstr>例</vt:lpstr>
      <vt:lpstr>根据符号表进行数据访问</vt:lpstr>
      <vt:lpstr>根据符号表构造访问链</vt:lpstr>
      <vt:lpstr>标识符的基本处理方法</vt:lpstr>
      <vt:lpstr>7. 符号表的建立</vt:lpstr>
      <vt:lpstr>嵌套过程声明语句的SDT</vt:lpstr>
      <vt:lpstr>例</vt:lpstr>
      <vt:lpstr>例</vt:lpstr>
      <vt:lpstr>例</vt:lpstr>
      <vt:lpstr>例</vt:lpstr>
      <vt:lpstr>例</vt:lpstr>
      <vt:lpstr>例</vt:lpstr>
      <vt:lpstr>PowerPoint 演示文稿</vt:lpstr>
      <vt:lpstr>2. 静态存储分配</vt:lpstr>
      <vt:lpstr>静态存储分配的限制条件</vt:lpstr>
      <vt:lpstr>常用的静态存储分配方法</vt:lpstr>
      <vt:lpstr>顺序分配法</vt:lpstr>
      <vt:lpstr>层次分配法</vt:lpstr>
      <vt:lpstr>层次分配算法</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第五章 语法制导翻译</dc:title>
  <dc:creator>chenyin</dc:creator>
  <cp:lastModifiedBy>凌 妙根</cp:lastModifiedBy>
  <cp:revision>1083</cp:revision>
  <cp:lastPrinted>2017-07-25T08:07:27Z</cp:lastPrinted>
  <dcterms:modified xsi:type="dcterms:W3CDTF">2024-12-15T16:13:59Z</dcterms:modified>
</cp:coreProperties>
</file>