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60" r:id="rId1"/>
  </p:sldMasterIdLst>
  <p:notesMasterIdLst>
    <p:notesMasterId r:id="rId14"/>
  </p:notesMasterIdLst>
  <p:sldIdLst>
    <p:sldId id="938" r:id="rId2"/>
    <p:sldId id="941" r:id="rId3"/>
    <p:sldId id="943" r:id="rId4"/>
    <p:sldId id="942" r:id="rId5"/>
    <p:sldId id="944" r:id="rId6"/>
    <p:sldId id="945" r:id="rId7"/>
    <p:sldId id="946" r:id="rId8"/>
    <p:sldId id="935" r:id="rId9"/>
    <p:sldId id="936" r:id="rId10"/>
    <p:sldId id="937" r:id="rId11"/>
    <p:sldId id="939" r:id="rId12"/>
    <p:sldId id="940" r:id="rId13"/>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D4E79"/>
    <a:srgbClr val="0432FF"/>
    <a:srgbClr val="FF0000"/>
    <a:srgbClr val="FF40FF"/>
    <a:srgbClr val="5188BF"/>
    <a:srgbClr val="00FA00"/>
    <a:srgbClr val="FCBE01"/>
    <a:srgbClr val="FFE8CB"/>
    <a:srgbClr val="FFF4E7"/>
    <a:srgbClr val="F2E7D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A5BF4F6-5040-46B2-9AB8-00DCD2047FDB}" v="322" dt="2024-04-24T03:25:22.544"/>
    <p1510:client id="{D3E220F0-6441-F84E-82DB-7CDE45938386}" v="151" dt="2024-04-23T12:22:52.900"/>
  </p1510:revLst>
</p1510:revInfo>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无样式，无网格">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2838BEF-8BB2-4498-84A7-C5851F593DF1}" styleName="中度样式 4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0257" autoAdjust="0"/>
    <p:restoredTop sz="93826" autoAdjust="0"/>
  </p:normalViewPr>
  <p:slideViewPr>
    <p:cSldViewPr snapToGrid="0">
      <p:cViewPr varScale="1">
        <p:scale>
          <a:sx n="108" d="100"/>
          <a:sy n="108" d="100"/>
        </p:scale>
        <p:origin x="1407" y="48"/>
      </p:cViewPr>
      <p:guideLst/>
    </p:cSldViewPr>
  </p:slideViewPr>
  <p:notesTextViewPr>
    <p:cViewPr>
      <p:scale>
        <a:sx n="150" d="100"/>
        <a:sy n="150" d="100"/>
      </p:scale>
      <p:origin x="0" y="0"/>
    </p:cViewPr>
  </p:notesTextViewPr>
  <p:sorterViewPr>
    <p:cViewPr>
      <p:scale>
        <a:sx n="100" d="100"/>
        <a:sy n="100" d="100"/>
      </p:scale>
      <p:origin x="0" y="0"/>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6/11/relationships/changesInfo" Target="changesInfos/changesInfo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考 张" userId="87b8017596393203" providerId="LiveId" clId="{4286B989-1018-4EE8-A5B3-53EB2396C42D}"/>
    <pc:docChg chg="custSel addSld delSld modSld sldOrd delMainMaster modMainMaster">
      <pc:chgData name="考 张" userId="87b8017596393203" providerId="LiveId" clId="{4286B989-1018-4EE8-A5B3-53EB2396C42D}" dt="2024-03-13T05:32:09.296" v="223" actId="478"/>
      <pc:docMkLst>
        <pc:docMk/>
      </pc:docMkLst>
      <pc:sldChg chg="del">
        <pc:chgData name="考 张" userId="87b8017596393203" providerId="LiveId" clId="{4286B989-1018-4EE8-A5B3-53EB2396C42D}" dt="2024-03-13T05:14:12.171" v="0" actId="47"/>
        <pc:sldMkLst>
          <pc:docMk/>
          <pc:sldMk cId="0" sldId="516"/>
        </pc:sldMkLst>
      </pc:sldChg>
      <pc:sldChg chg="del">
        <pc:chgData name="考 张" userId="87b8017596393203" providerId="LiveId" clId="{4286B989-1018-4EE8-A5B3-53EB2396C42D}" dt="2024-03-13T05:14:12.171" v="0" actId="47"/>
        <pc:sldMkLst>
          <pc:docMk/>
          <pc:sldMk cId="0" sldId="539"/>
        </pc:sldMkLst>
      </pc:sldChg>
      <pc:sldChg chg="del">
        <pc:chgData name="考 张" userId="87b8017596393203" providerId="LiveId" clId="{4286B989-1018-4EE8-A5B3-53EB2396C42D}" dt="2024-03-13T05:14:12.171" v="0" actId="47"/>
        <pc:sldMkLst>
          <pc:docMk/>
          <pc:sldMk cId="3764137132" sldId="581"/>
        </pc:sldMkLst>
      </pc:sldChg>
      <pc:sldChg chg="del">
        <pc:chgData name="考 张" userId="87b8017596393203" providerId="LiveId" clId="{4286B989-1018-4EE8-A5B3-53EB2396C42D}" dt="2024-03-13T05:14:12.171" v="0" actId="47"/>
        <pc:sldMkLst>
          <pc:docMk/>
          <pc:sldMk cId="301622194" sldId="582"/>
        </pc:sldMkLst>
      </pc:sldChg>
      <pc:sldChg chg="del">
        <pc:chgData name="考 张" userId="87b8017596393203" providerId="LiveId" clId="{4286B989-1018-4EE8-A5B3-53EB2396C42D}" dt="2024-03-13T05:14:17.033" v="1" actId="47"/>
        <pc:sldMkLst>
          <pc:docMk/>
          <pc:sldMk cId="1099694217" sldId="583"/>
        </pc:sldMkLst>
      </pc:sldChg>
      <pc:sldChg chg="del">
        <pc:chgData name="考 张" userId="87b8017596393203" providerId="LiveId" clId="{4286B989-1018-4EE8-A5B3-53EB2396C42D}" dt="2024-03-13T05:14:17.033" v="1" actId="47"/>
        <pc:sldMkLst>
          <pc:docMk/>
          <pc:sldMk cId="1154101134" sldId="584"/>
        </pc:sldMkLst>
      </pc:sldChg>
      <pc:sldChg chg="del">
        <pc:chgData name="考 张" userId="87b8017596393203" providerId="LiveId" clId="{4286B989-1018-4EE8-A5B3-53EB2396C42D}" dt="2024-03-13T05:14:12.171" v="0" actId="47"/>
        <pc:sldMkLst>
          <pc:docMk/>
          <pc:sldMk cId="0" sldId="585"/>
        </pc:sldMkLst>
      </pc:sldChg>
      <pc:sldChg chg="del">
        <pc:chgData name="考 张" userId="87b8017596393203" providerId="LiveId" clId="{4286B989-1018-4EE8-A5B3-53EB2396C42D}" dt="2024-03-13T05:14:12.171" v="0" actId="47"/>
        <pc:sldMkLst>
          <pc:docMk/>
          <pc:sldMk cId="0" sldId="586"/>
        </pc:sldMkLst>
      </pc:sldChg>
      <pc:sldChg chg="del">
        <pc:chgData name="考 张" userId="87b8017596393203" providerId="LiveId" clId="{4286B989-1018-4EE8-A5B3-53EB2396C42D}" dt="2024-03-13T05:14:17.033" v="1" actId="47"/>
        <pc:sldMkLst>
          <pc:docMk/>
          <pc:sldMk cId="2800628860" sldId="587"/>
        </pc:sldMkLst>
      </pc:sldChg>
      <pc:sldChg chg="del">
        <pc:chgData name="考 张" userId="87b8017596393203" providerId="LiveId" clId="{4286B989-1018-4EE8-A5B3-53EB2396C42D}" dt="2024-03-13T05:14:12.171" v="0" actId="47"/>
        <pc:sldMkLst>
          <pc:docMk/>
          <pc:sldMk cId="0" sldId="588"/>
        </pc:sldMkLst>
      </pc:sldChg>
      <pc:sldChg chg="del">
        <pc:chgData name="考 张" userId="87b8017596393203" providerId="LiveId" clId="{4286B989-1018-4EE8-A5B3-53EB2396C42D}" dt="2024-03-13T05:14:12.171" v="0" actId="47"/>
        <pc:sldMkLst>
          <pc:docMk/>
          <pc:sldMk cId="0" sldId="589"/>
        </pc:sldMkLst>
      </pc:sldChg>
      <pc:sldChg chg="del">
        <pc:chgData name="考 张" userId="87b8017596393203" providerId="LiveId" clId="{4286B989-1018-4EE8-A5B3-53EB2396C42D}" dt="2024-03-13T05:14:12.171" v="0" actId="47"/>
        <pc:sldMkLst>
          <pc:docMk/>
          <pc:sldMk cId="0" sldId="590"/>
        </pc:sldMkLst>
      </pc:sldChg>
      <pc:sldChg chg="del">
        <pc:chgData name="考 张" userId="87b8017596393203" providerId="LiveId" clId="{4286B989-1018-4EE8-A5B3-53EB2396C42D}" dt="2024-03-13T05:14:12.171" v="0" actId="47"/>
        <pc:sldMkLst>
          <pc:docMk/>
          <pc:sldMk cId="0" sldId="592"/>
        </pc:sldMkLst>
      </pc:sldChg>
      <pc:sldChg chg="del">
        <pc:chgData name="考 张" userId="87b8017596393203" providerId="LiveId" clId="{4286B989-1018-4EE8-A5B3-53EB2396C42D}" dt="2024-03-13T05:14:12.171" v="0" actId="47"/>
        <pc:sldMkLst>
          <pc:docMk/>
          <pc:sldMk cId="0" sldId="593"/>
        </pc:sldMkLst>
      </pc:sldChg>
      <pc:sldChg chg="del">
        <pc:chgData name="考 张" userId="87b8017596393203" providerId="LiveId" clId="{4286B989-1018-4EE8-A5B3-53EB2396C42D}" dt="2024-03-13T05:14:12.171" v="0" actId="47"/>
        <pc:sldMkLst>
          <pc:docMk/>
          <pc:sldMk cId="0" sldId="594"/>
        </pc:sldMkLst>
      </pc:sldChg>
      <pc:sldChg chg="del">
        <pc:chgData name="考 张" userId="87b8017596393203" providerId="LiveId" clId="{4286B989-1018-4EE8-A5B3-53EB2396C42D}" dt="2024-03-13T05:14:12.171" v="0" actId="47"/>
        <pc:sldMkLst>
          <pc:docMk/>
          <pc:sldMk cId="0" sldId="623"/>
        </pc:sldMkLst>
      </pc:sldChg>
      <pc:sldChg chg="del">
        <pc:chgData name="考 张" userId="87b8017596393203" providerId="LiveId" clId="{4286B989-1018-4EE8-A5B3-53EB2396C42D}" dt="2024-03-13T05:14:17.033" v="1" actId="47"/>
        <pc:sldMkLst>
          <pc:docMk/>
          <pc:sldMk cId="0" sldId="625"/>
        </pc:sldMkLst>
      </pc:sldChg>
      <pc:sldChg chg="del">
        <pc:chgData name="考 张" userId="87b8017596393203" providerId="LiveId" clId="{4286B989-1018-4EE8-A5B3-53EB2396C42D}" dt="2024-03-13T05:14:12.171" v="0" actId="47"/>
        <pc:sldMkLst>
          <pc:docMk/>
          <pc:sldMk cId="0" sldId="629"/>
        </pc:sldMkLst>
      </pc:sldChg>
      <pc:sldChg chg="del">
        <pc:chgData name="考 张" userId="87b8017596393203" providerId="LiveId" clId="{4286B989-1018-4EE8-A5B3-53EB2396C42D}" dt="2024-03-13T05:14:12.171" v="0" actId="47"/>
        <pc:sldMkLst>
          <pc:docMk/>
          <pc:sldMk cId="0" sldId="630"/>
        </pc:sldMkLst>
      </pc:sldChg>
      <pc:sldChg chg="del">
        <pc:chgData name="考 张" userId="87b8017596393203" providerId="LiveId" clId="{4286B989-1018-4EE8-A5B3-53EB2396C42D}" dt="2024-03-13T05:14:12.171" v="0" actId="47"/>
        <pc:sldMkLst>
          <pc:docMk/>
          <pc:sldMk cId="0" sldId="631"/>
        </pc:sldMkLst>
      </pc:sldChg>
      <pc:sldChg chg="del">
        <pc:chgData name="考 张" userId="87b8017596393203" providerId="LiveId" clId="{4286B989-1018-4EE8-A5B3-53EB2396C42D}" dt="2024-03-13T05:14:12.171" v="0" actId="47"/>
        <pc:sldMkLst>
          <pc:docMk/>
          <pc:sldMk cId="0" sldId="633"/>
        </pc:sldMkLst>
      </pc:sldChg>
      <pc:sldChg chg="del">
        <pc:chgData name="考 张" userId="87b8017596393203" providerId="LiveId" clId="{4286B989-1018-4EE8-A5B3-53EB2396C42D}" dt="2024-03-13T05:14:12.171" v="0" actId="47"/>
        <pc:sldMkLst>
          <pc:docMk/>
          <pc:sldMk cId="0" sldId="634"/>
        </pc:sldMkLst>
      </pc:sldChg>
      <pc:sldChg chg="del">
        <pc:chgData name="考 张" userId="87b8017596393203" providerId="LiveId" clId="{4286B989-1018-4EE8-A5B3-53EB2396C42D}" dt="2024-03-13T05:14:12.171" v="0" actId="47"/>
        <pc:sldMkLst>
          <pc:docMk/>
          <pc:sldMk cId="0" sldId="635"/>
        </pc:sldMkLst>
      </pc:sldChg>
      <pc:sldChg chg="del">
        <pc:chgData name="考 张" userId="87b8017596393203" providerId="LiveId" clId="{4286B989-1018-4EE8-A5B3-53EB2396C42D}" dt="2024-03-13T05:14:12.171" v="0" actId="47"/>
        <pc:sldMkLst>
          <pc:docMk/>
          <pc:sldMk cId="0" sldId="636"/>
        </pc:sldMkLst>
      </pc:sldChg>
      <pc:sldChg chg="del">
        <pc:chgData name="考 张" userId="87b8017596393203" providerId="LiveId" clId="{4286B989-1018-4EE8-A5B3-53EB2396C42D}" dt="2024-03-13T05:14:12.171" v="0" actId="47"/>
        <pc:sldMkLst>
          <pc:docMk/>
          <pc:sldMk cId="330978171" sldId="639"/>
        </pc:sldMkLst>
      </pc:sldChg>
      <pc:sldChg chg="del">
        <pc:chgData name="考 张" userId="87b8017596393203" providerId="LiveId" clId="{4286B989-1018-4EE8-A5B3-53EB2396C42D}" dt="2024-03-13T05:14:12.171" v="0" actId="47"/>
        <pc:sldMkLst>
          <pc:docMk/>
          <pc:sldMk cId="0" sldId="641"/>
        </pc:sldMkLst>
      </pc:sldChg>
      <pc:sldChg chg="del">
        <pc:chgData name="考 张" userId="87b8017596393203" providerId="LiveId" clId="{4286B989-1018-4EE8-A5B3-53EB2396C42D}" dt="2024-03-13T05:14:12.171" v="0" actId="47"/>
        <pc:sldMkLst>
          <pc:docMk/>
          <pc:sldMk cId="0" sldId="642"/>
        </pc:sldMkLst>
      </pc:sldChg>
      <pc:sldChg chg="del">
        <pc:chgData name="考 张" userId="87b8017596393203" providerId="LiveId" clId="{4286B989-1018-4EE8-A5B3-53EB2396C42D}" dt="2024-03-13T05:14:12.171" v="0" actId="47"/>
        <pc:sldMkLst>
          <pc:docMk/>
          <pc:sldMk cId="0" sldId="644"/>
        </pc:sldMkLst>
      </pc:sldChg>
      <pc:sldChg chg="del">
        <pc:chgData name="考 张" userId="87b8017596393203" providerId="LiveId" clId="{4286B989-1018-4EE8-A5B3-53EB2396C42D}" dt="2024-03-13T05:14:12.171" v="0" actId="47"/>
        <pc:sldMkLst>
          <pc:docMk/>
          <pc:sldMk cId="0" sldId="645"/>
        </pc:sldMkLst>
      </pc:sldChg>
      <pc:sldChg chg="del">
        <pc:chgData name="考 张" userId="87b8017596393203" providerId="LiveId" clId="{4286B989-1018-4EE8-A5B3-53EB2396C42D}" dt="2024-03-13T05:14:12.171" v="0" actId="47"/>
        <pc:sldMkLst>
          <pc:docMk/>
          <pc:sldMk cId="0" sldId="646"/>
        </pc:sldMkLst>
      </pc:sldChg>
      <pc:sldChg chg="del">
        <pc:chgData name="考 张" userId="87b8017596393203" providerId="LiveId" clId="{4286B989-1018-4EE8-A5B3-53EB2396C42D}" dt="2024-03-13T05:14:12.171" v="0" actId="47"/>
        <pc:sldMkLst>
          <pc:docMk/>
          <pc:sldMk cId="0" sldId="648"/>
        </pc:sldMkLst>
      </pc:sldChg>
      <pc:sldChg chg="del">
        <pc:chgData name="考 张" userId="87b8017596393203" providerId="LiveId" clId="{4286B989-1018-4EE8-A5B3-53EB2396C42D}" dt="2024-03-13T05:14:12.171" v="0" actId="47"/>
        <pc:sldMkLst>
          <pc:docMk/>
          <pc:sldMk cId="0" sldId="649"/>
        </pc:sldMkLst>
      </pc:sldChg>
      <pc:sldChg chg="del">
        <pc:chgData name="考 张" userId="87b8017596393203" providerId="LiveId" clId="{4286B989-1018-4EE8-A5B3-53EB2396C42D}" dt="2024-03-13T05:14:12.171" v="0" actId="47"/>
        <pc:sldMkLst>
          <pc:docMk/>
          <pc:sldMk cId="0" sldId="650"/>
        </pc:sldMkLst>
      </pc:sldChg>
      <pc:sldChg chg="del">
        <pc:chgData name="考 张" userId="87b8017596393203" providerId="LiveId" clId="{4286B989-1018-4EE8-A5B3-53EB2396C42D}" dt="2024-03-13T05:14:12.171" v="0" actId="47"/>
        <pc:sldMkLst>
          <pc:docMk/>
          <pc:sldMk cId="0" sldId="651"/>
        </pc:sldMkLst>
      </pc:sldChg>
      <pc:sldChg chg="del">
        <pc:chgData name="考 张" userId="87b8017596393203" providerId="LiveId" clId="{4286B989-1018-4EE8-A5B3-53EB2396C42D}" dt="2024-03-13T05:14:12.171" v="0" actId="47"/>
        <pc:sldMkLst>
          <pc:docMk/>
          <pc:sldMk cId="0" sldId="652"/>
        </pc:sldMkLst>
      </pc:sldChg>
      <pc:sldChg chg="del">
        <pc:chgData name="考 张" userId="87b8017596393203" providerId="LiveId" clId="{4286B989-1018-4EE8-A5B3-53EB2396C42D}" dt="2024-03-13T05:14:12.171" v="0" actId="47"/>
        <pc:sldMkLst>
          <pc:docMk/>
          <pc:sldMk cId="0" sldId="653"/>
        </pc:sldMkLst>
      </pc:sldChg>
      <pc:sldChg chg="del">
        <pc:chgData name="考 张" userId="87b8017596393203" providerId="LiveId" clId="{4286B989-1018-4EE8-A5B3-53EB2396C42D}" dt="2024-03-13T05:14:12.171" v="0" actId="47"/>
        <pc:sldMkLst>
          <pc:docMk/>
          <pc:sldMk cId="0" sldId="654"/>
        </pc:sldMkLst>
      </pc:sldChg>
      <pc:sldChg chg="del">
        <pc:chgData name="考 张" userId="87b8017596393203" providerId="LiveId" clId="{4286B989-1018-4EE8-A5B3-53EB2396C42D}" dt="2024-03-13T05:14:12.171" v="0" actId="47"/>
        <pc:sldMkLst>
          <pc:docMk/>
          <pc:sldMk cId="0" sldId="656"/>
        </pc:sldMkLst>
      </pc:sldChg>
      <pc:sldChg chg="del">
        <pc:chgData name="考 张" userId="87b8017596393203" providerId="LiveId" clId="{4286B989-1018-4EE8-A5B3-53EB2396C42D}" dt="2024-03-13T05:14:12.171" v="0" actId="47"/>
        <pc:sldMkLst>
          <pc:docMk/>
          <pc:sldMk cId="0" sldId="658"/>
        </pc:sldMkLst>
      </pc:sldChg>
      <pc:sldChg chg="del">
        <pc:chgData name="考 张" userId="87b8017596393203" providerId="LiveId" clId="{4286B989-1018-4EE8-A5B3-53EB2396C42D}" dt="2024-03-13T05:14:12.171" v="0" actId="47"/>
        <pc:sldMkLst>
          <pc:docMk/>
          <pc:sldMk cId="0" sldId="659"/>
        </pc:sldMkLst>
      </pc:sldChg>
      <pc:sldChg chg="del">
        <pc:chgData name="考 张" userId="87b8017596393203" providerId="LiveId" clId="{4286B989-1018-4EE8-A5B3-53EB2396C42D}" dt="2024-03-13T05:14:12.171" v="0" actId="47"/>
        <pc:sldMkLst>
          <pc:docMk/>
          <pc:sldMk cId="0" sldId="660"/>
        </pc:sldMkLst>
      </pc:sldChg>
      <pc:sldChg chg="del">
        <pc:chgData name="考 张" userId="87b8017596393203" providerId="LiveId" clId="{4286B989-1018-4EE8-A5B3-53EB2396C42D}" dt="2024-03-13T05:14:12.171" v="0" actId="47"/>
        <pc:sldMkLst>
          <pc:docMk/>
          <pc:sldMk cId="0" sldId="661"/>
        </pc:sldMkLst>
      </pc:sldChg>
      <pc:sldChg chg="del">
        <pc:chgData name="考 张" userId="87b8017596393203" providerId="LiveId" clId="{4286B989-1018-4EE8-A5B3-53EB2396C42D}" dt="2024-03-13T05:14:12.171" v="0" actId="47"/>
        <pc:sldMkLst>
          <pc:docMk/>
          <pc:sldMk cId="0" sldId="662"/>
        </pc:sldMkLst>
      </pc:sldChg>
      <pc:sldChg chg="del">
        <pc:chgData name="考 张" userId="87b8017596393203" providerId="LiveId" clId="{4286B989-1018-4EE8-A5B3-53EB2396C42D}" dt="2024-03-13T05:14:12.171" v="0" actId="47"/>
        <pc:sldMkLst>
          <pc:docMk/>
          <pc:sldMk cId="0" sldId="663"/>
        </pc:sldMkLst>
      </pc:sldChg>
      <pc:sldChg chg="del">
        <pc:chgData name="考 张" userId="87b8017596393203" providerId="LiveId" clId="{4286B989-1018-4EE8-A5B3-53EB2396C42D}" dt="2024-03-13T05:14:12.171" v="0" actId="47"/>
        <pc:sldMkLst>
          <pc:docMk/>
          <pc:sldMk cId="0" sldId="664"/>
        </pc:sldMkLst>
      </pc:sldChg>
      <pc:sldChg chg="del">
        <pc:chgData name="考 张" userId="87b8017596393203" providerId="LiveId" clId="{4286B989-1018-4EE8-A5B3-53EB2396C42D}" dt="2024-03-13T05:14:12.171" v="0" actId="47"/>
        <pc:sldMkLst>
          <pc:docMk/>
          <pc:sldMk cId="0" sldId="665"/>
        </pc:sldMkLst>
      </pc:sldChg>
      <pc:sldChg chg="del">
        <pc:chgData name="考 张" userId="87b8017596393203" providerId="LiveId" clId="{4286B989-1018-4EE8-A5B3-53EB2396C42D}" dt="2024-03-13T05:14:12.171" v="0" actId="47"/>
        <pc:sldMkLst>
          <pc:docMk/>
          <pc:sldMk cId="0" sldId="666"/>
        </pc:sldMkLst>
      </pc:sldChg>
      <pc:sldChg chg="del">
        <pc:chgData name="考 张" userId="87b8017596393203" providerId="LiveId" clId="{4286B989-1018-4EE8-A5B3-53EB2396C42D}" dt="2024-03-13T05:14:12.171" v="0" actId="47"/>
        <pc:sldMkLst>
          <pc:docMk/>
          <pc:sldMk cId="0" sldId="675"/>
        </pc:sldMkLst>
      </pc:sldChg>
      <pc:sldChg chg="del">
        <pc:chgData name="考 张" userId="87b8017596393203" providerId="LiveId" clId="{4286B989-1018-4EE8-A5B3-53EB2396C42D}" dt="2024-03-13T05:14:12.171" v="0" actId="47"/>
        <pc:sldMkLst>
          <pc:docMk/>
          <pc:sldMk cId="4241330612" sldId="705"/>
        </pc:sldMkLst>
      </pc:sldChg>
      <pc:sldChg chg="del">
        <pc:chgData name="考 张" userId="87b8017596393203" providerId="LiveId" clId="{4286B989-1018-4EE8-A5B3-53EB2396C42D}" dt="2024-03-13T05:14:12.171" v="0" actId="47"/>
        <pc:sldMkLst>
          <pc:docMk/>
          <pc:sldMk cId="1901003587" sldId="706"/>
        </pc:sldMkLst>
      </pc:sldChg>
      <pc:sldChg chg="del">
        <pc:chgData name="考 张" userId="87b8017596393203" providerId="LiveId" clId="{4286B989-1018-4EE8-A5B3-53EB2396C42D}" dt="2024-03-13T05:14:12.171" v="0" actId="47"/>
        <pc:sldMkLst>
          <pc:docMk/>
          <pc:sldMk cId="356051885" sldId="707"/>
        </pc:sldMkLst>
      </pc:sldChg>
      <pc:sldChg chg="del">
        <pc:chgData name="考 张" userId="87b8017596393203" providerId="LiveId" clId="{4286B989-1018-4EE8-A5B3-53EB2396C42D}" dt="2024-03-13T05:14:12.171" v="0" actId="47"/>
        <pc:sldMkLst>
          <pc:docMk/>
          <pc:sldMk cId="1770082536" sldId="711"/>
        </pc:sldMkLst>
      </pc:sldChg>
      <pc:sldChg chg="del">
        <pc:chgData name="考 张" userId="87b8017596393203" providerId="LiveId" clId="{4286B989-1018-4EE8-A5B3-53EB2396C42D}" dt="2024-03-13T05:14:12.171" v="0" actId="47"/>
        <pc:sldMkLst>
          <pc:docMk/>
          <pc:sldMk cId="780430073" sldId="712"/>
        </pc:sldMkLst>
      </pc:sldChg>
      <pc:sldChg chg="del">
        <pc:chgData name="考 张" userId="87b8017596393203" providerId="LiveId" clId="{4286B989-1018-4EE8-A5B3-53EB2396C42D}" dt="2024-03-13T05:14:12.171" v="0" actId="47"/>
        <pc:sldMkLst>
          <pc:docMk/>
          <pc:sldMk cId="4209879871" sldId="713"/>
        </pc:sldMkLst>
      </pc:sldChg>
      <pc:sldChg chg="del">
        <pc:chgData name="考 张" userId="87b8017596393203" providerId="LiveId" clId="{4286B989-1018-4EE8-A5B3-53EB2396C42D}" dt="2024-03-13T05:14:12.171" v="0" actId="47"/>
        <pc:sldMkLst>
          <pc:docMk/>
          <pc:sldMk cId="372544592" sldId="714"/>
        </pc:sldMkLst>
      </pc:sldChg>
      <pc:sldChg chg="del">
        <pc:chgData name="考 张" userId="87b8017596393203" providerId="LiveId" clId="{4286B989-1018-4EE8-A5B3-53EB2396C42D}" dt="2024-03-13T05:14:12.171" v="0" actId="47"/>
        <pc:sldMkLst>
          <pc:docMk/>
          <pc:sldMk cId="3673368587" sldId="715"/>
        </pc:sldMkLst>
      </pc:sldChg>
      <pc:sldChg chg="del">
        <pc:chgData name="考 张" userId="87b8017596393203" providerId="LiveId" clId="{4286B989-1018-4EE8-A5B3-53EB2396C42D}" dt="2024-03-13T05:14:12.171" v="0" actId="47"/>
        <pc:sldMkLst>
          <pc:docMk/>
          <pc:sldMk cId="3018770789" sldId="716"/>
        </pc:sldMkLst>
      </pc:sldChg>
      <pc:sldChg chg="del">
        <pc:chgData name="考 张" userId="87b8017596393203" providerId="LiveId" clId="{4286B989-1018-4EE8-A5B3-53EB2396C42D}" dt="2024-03-13T05:14:12.171" v="0" actId="47"/>
        <pc:sldMkLst>
          <pc:docMk/>
          <pc:sldMk cId="3355646336" sldId="718"/>
        </pc:sldMkLst>
      </pc:sldChg>
      <pc:sldChg chg="del">
        <pc:chgData name="考 张" userId="87b8017596393203" providerId="LiveId" clId="{4286B989-1018-4EE8-A5B3-53EB2396C42D}" dt="2024-03-13T05:14:12.171" v="0" actId="47"/>
        <pc:sldMkLst>
          <pc:docMk/>
          <pc:sldMk cId="3554001279" sldId="719"/>
        </pc:sldMkLst>
      </pc:sldChg>
      <pc:sldChg chg="del">
        <pc:chgData name="考 张" userId="87b8017596393203" providerId="LiveId" clId="{4286B989-1018-4EE8-A5B3-53EB2396C42D}" dt="2024-03-13T05:14:12.171" v="0" actId="47"/>
        <pc:sldMkLst>
          <pc:docMk/>
          <pc:sldMk cId="1385996806" sldId="720"/>
        </pc:sldMkLst>
      </pc:sldChg>
      <pc:sldChg chg="del">
        <pc:chgData name="考 张" userId="87b8017596393203" providerId="LiveId" clId="{4286B989-1018-4EE8-A5B3-53EB2396C42D}" dt="2024-03-13T05:14:12.171" v="0" actId="47"/>
        <pc:sldMkLst>
          <pc:docMk/>
          <pc:sldMk cId="451625279" sldId="754"/>
        </pc:sldMkLst>
      </pc:sldChg>
      <pc:sldChg chg="del">
        <pc:chgData name="考 张" userId="87b8017596393203" providerId="LiveId" clId="{4286B989-1018-4EE8-A5B3-53EB2396C42D}" dt="2024-03-13T05:14:12.171" v="0" actId="47"/>
        <pc:sldMkLst>
          <pc:docMk/>
          <pc:sldMk cId="1088197007" sldId="764"/>
        </pc:sldMkLst>
      </pc:sldChg>
      <pc:sldChg chg="del">
        <pc:chgData name="考 张" userId="87b8017596393203" providerId="LiveId" clId="{4286B989-1018-4EE8-A5B3-53EB2396C42D}" dt="2024-03-13T05:14:12.171" v="0" actId="47"/>
        <pc:sldMkLst>
          <pc:docMk/>
          <pc:sldMk cId="3070734795" sldId="765"/>
        </pc:sldMkLst>
      </pc:sldChg>
      <pc:sldChg chg="del">
        <pc:chgData name="考 张" userId="87b8017596393203" providerId="LiveId" clId="{4286B989-1018-4EE8-A5B3-53EB2396C42D}" dt="2024-03-13T05:14:12.171" v="0" actId="47"/>
        <pc:sldMkLst>
          <pc:docMk/>
          <pc:sldMk cId="2117992756" sldId="766"/>
        </pc:sldMkLst>
      </pc:sldChg>
      <pc:sldChg chg="del">
        <pc:chgData name="考 张" userId="87b8017596393203" providerId="LiveId" clId="{4286B989-1018-4EE8-A5B3-53EB2396C42D}" dt="2024-03-13T05:14:12.171" v="0" actId="47"/>
        <pc:sldMkLst>
          <pc:docMk/>
          <pc:sldMk cId="451843826" sldId="767"/>
        </pc:sldMkLst>
      </pc:sldChg>
      <pc:sldChg chg="del">
        <pc:chgData name="考 张" userId="87b8017596393203" providerId="LiveId" clId="{4286B989-1018-4EE8-A5B3-53EB2396C42D}" dt="2024-03-13T05:14:17.033" v="1" actId="47"/>
        <pc:sldMkLst>
          <pc:docMk/>
          <pc:sldMk cId="3963464287" sldId="768"/>
        </pc:sldMkLst>
      </pc:sldChg>
      <pc:sldChg chg="del">
        <pc:chgData name="考 张" userId="87b8017596393203" providerId="LiveId" clId="{4286B989-1018-4EE8-A5B3-53EB2396C42D}" dt="2024-03-13T05:14:12.171" v="0" actId="47"/>
        <pc:sldMkLst>
          <pc:docMk/>
          <pc:sldMk cId="597767551" sldId="780"/>
        </pc:sldMkLst>
      </pc:sldChg>
      <pc:sldChg chg="del">
        <pc:chgData name="考 张" userId="87b8017596393203" providerId="LiveId" clId="{4286B989-1018-4EE8-A5B3-53EB2396C42D}" dt="2024-03-13T05:14:12.171" v="0" actId="47"/>
        <pc:sldMkLst>
          <pc:docMk/>
          <pc:sldMk cId="2814801786" sldId="782"/>
        </pc:sldMkLst>
      </pc:sldChg>
      <pc:sldChg chg="del">
        <pc:chgData name="考 张" userId="87b8017596393203" providerId="LiveId" clId="{4286B989-1018-4EE8-A5B3-53EB2396C42D}" dt="2024-03-13T05:14:12.171" v="0" actId="47"/>
        <pc:sldMkLst>
          <pc:docMk/>
          <pc:sldMk cId="1143703225" sldId="783"/>
        </pc:sldMkLst>
      </pc:sldChg>
      <pc:sldChg chg="del">
        <pc:chgData name="考 张" userId="87b8017596393203" providerId="LiveId" clId="{4286B989-1018-4EE8-A5B3-53EB2396C42D}" dt="2024-03-13T05:14:17.033" v="1" actId="47"/>
        <pc:sldMkLst>
          <pc:docMk/>
          <pc:sldMk cId="2901632674" sldId="784"/>
        </pc:sldMkLst>
      </pc:sldChg>
      <pc:sldChg chg="del">
        <pc:chgData name="考 张" userId="87b8017596393203" providerId="LiveId" clId="{4286B989-1018-4EE8-A5B3-53EB2396C42D}" dt="2024-03-13T05:14:17.033" v="1" actId="47"/>
        <pc:sldMkLst>
          <pc:docMk/>
          <pc:sldMk cId="3099570005" sldId="785"/>
        </pc:sldMkLst>
      </pc:sldChg>
      <pc:sldChg chg="del">
        <pc:chgData name="考 张" userId="87b8017596393203" providerId="LiveId" clId="{4286B989-1018-4EE8-A5B3-53EB2396C42D}" dt="2024-03-13T05:14:12.171" v="0" actId="47"/>
        <pc:sldMkLst>
          <pc:docMk/>
          <pc:sldMk cId="3890334668" sldId="849"/>
        </pc:sldMkLst>
      </pc:sldChg>
      <pc:sldChg chg="del">
        <pc:chgData name="考 张" userId="87b8017596393203" providerId="LiveId" clId="{4286B989-1018-4EE8-A5B3-53EB2396C42D}" dt="2024-03-13T05:14:12.171" v="0" actId="47"/>
        <pc:sldMkLst>
          <pc:docMk/>
          <pc:sldMk cId="2218605067" sldId="850"/>
        </pc:sldMkLst>
      </pc:sldChg>
      <pc:sldChg chg="del">
        <pc:chgData name="考 张" userId="87b8017596393203" providerId="LiveId" clId="{4286B989-1018-4EE8-A5B3-53EB2396C42D}" dt="2024-03-13T05:14:17.033" v="1" actId="47"/>
        <pc:sldMkLst>
          <pc:docMk/>
          <pc:sldMk cId="1037888156" sldId="853"/>
        </pc:sldMkLst>
      </pc:sldChg>
      <pc:sldChg chg="del">
        <pc:chgData name="考 张" userId="87b8017596393203" providerId="LiveId" clId="{4286B989-1018-4EE8-A5B3-53EB2396C42D}" dt="2024-03-13T05:14:17.033" v="1" actId="47"/>
        <pc:sldMkLst>
          <pc:docMk/>
          <pc:sldMk cId="2280760323" sldId="854"/>
        </pc:sldMkLst>
      </pc:sldChg>
      <pc:sldChg chg="del">
        <pc:chgData name="考 张" userId="87b8017596393203" providerId="LiveId" clId="{4286B989-1018-4EE8-A5B3-53EB2396C42D}" dt="2024-03-13T05:14:17.033" v="1" actId="47"/>
        <pc:sldMkLst>
          <pc:docMk/>
          <pc:sldMk cId="1567234478" sldId="855"/>
        </pc:sldMkLst>
      </pc:sldChg>
      <pc:sldChg chg="del">
        <pc:chgData name="考 张" userId="87b8017596393203" providerId="LiveId" clId="{4286B989-1018-4EE8-A5B3-53EB2396C42D}" dt="2024-03-13T05:14:17.033" v="1" actId="47"/>
        <pc:sldMkLst>
          <pc:docMk/>
          <pc:sldMk cId="3807832396" sldId="856"/>
        </pc:sldMkLst>
      </pc:sldChg>
      <pc:sldChg chg="del">
        <pc:chgData name="考 张" userId="87b8017596393203" providerId="LiveId" clId="{4286B989-1018-4EE8-A5B3-53EB2396C42D}" dt="2024-03-13T05:14:17.033" v="1" actId="47"/>
        <pc:sldMkLst>
          <pc:docMk/>
          <pc:sldMk cId="2735975517" sldId="857"/>
        </pc:sldMkLst>
      </pc:sldChg>
      <pc:sldChg chg="del">
        <pc:chgData name="考 张" userId="87b8017596393203" providerId="LiveId" clId="{4286B989-1018-4EE8-A5B3-53EB2396C42D}" dt="2024-03-13T05:14:12.171" v="0" actId="47"/>
        <pc:sldMkLst>
          <pc:docMk/>
          <pc:sldMk cId="2785243143" sldId="874"/>
        </pc:sldMkLst>
      </pc:sldChg>
      <pc:sldChg chg="del">
        <pc:chgData name="考 张" userId="87b8017596393203" providerId="LiveId" clId="{4286B989-1018-4EE8-A5B3-53EB2396C42D}" dt="2024-03-13T05:14:12.171" v="0" actId="47"/>
        <pc:sldMkLst>
          <pc:docMk/>
          <pc:sldMk cId="3976205565" sldId="875"/>
        </pc:sldMkLst>
      </pc:sldChg>
      <pc:sldChg chg="del">
        <pc:chgData name="考 张" userId="87b8017596393203" providerId="LiveId" clId="{4286B989-1018-4EE8-A5B3-53EB2396C42D}" dt="2024-03-13T05:14:12.171" v="0" actId="47"/>
        <pc:sldMkLst>
          <pc:docMk/>
          <pc:sldMk cId="2126278005" sldId="876"/>
        </pc:sldMkLst>
      </pc:sldChg>
      <pc:sldChg chg="del">
        <pc:chgData name="考 张" userId="87b8017596393203" providerId="LiveId" clId="{4286B989-1018-4EE8-A5B3-53EB2396C42D}" dt="2024-03-13T05:14:12.171" v="0" actId="47"/>
        <pc:sldMkLst>
          <pc:docMk/>
          <pc:sldMk cId="944134786" sldId="877"/>
        </pc:sldMkLst>
      </pc:sldChg>
      <pc:sldChg chg="del">
        <pc:chgData name="考 张" userId="87b8017596393203" providerId="LiveId" clId="{4286B989-1018-4EE8-A5B3-53EB2396C42D}" dt="2024-03-13T05:14:12.171" v="0" actId="47"/>
        <pc:sldMkLst>
          <pc:docMk/>
          <pc:sldMk cId="3308693985" sldId="878"/>
        </pc:sldMkLst>
      </pc:sldChg>
      <pc:sldChg chg="del">
        <pc:chgData name="考 张" userId="87b8017596393203" providerId="LiveId" clId="{4286B989-1018-4EE8-A5B3-53EB2396C42D}" dt="2024-03-13T05:14:12.171" v="0" actId="47"/>
        <pc:sldMkLst>
          <pc:docMk/>
          <pc:sldMk cId="601522213" sldId="880"/>
        </pc:sldMkLst>
      </pc:sldChg>
      <pc:sldChg chg="del">
        <pc:chgData name="考 张" userId="87b8017596393203" providerId="LiveId" clId="{4286B989-1018-4EE8-A5B3-53EB2396C42D}" dt="2024-03-13T05:14:12.171" v="0" actId="47"/>
        <pc:sldMkLst>
          <pc:docMk/>
          <pc:sldMk cId="1266985622" sldId="881"/>
        </pc:sldMkLst>
      </pc:sldChg>
      <pc:sldChg chg="del">
        <pc:chgData name="考 张" userId="87b8017596393203" providerId="LiveId" clId="{4286B989-1018-4EE8-A5B3-53EB2396C42D}" dt="2024-03-13T05:14:12.171" v="0" actId="47"/>
        <pc:sldMkLst>
          <pc:docMk/>
          <pc:sldMk cId="2651263883" sldId="882"/>
        </pc:sldMkLst>
      </pc:sldChg>
      <pc:sldChg chg="del">
        <pc:chgData name="考 张" userId="87b8017596393203" providerId="LiveId" clId="{4286B989-1018-4EE8-A5B3-53EB2396C42D}" dt="2024-03-13T05:14:12.171" v="0" actId="47"/>
        <pc:sldMkLst>
          <pc:docMk/>
          <pc:sldMk cId="3098677315" sldId="883"/>
        </pc:sldMkLst>
      </pc:sldChg>
      <pc:sldChg chg="del">
        <pc:chgData name="考 张" userId="87b8017596393203" providerId="LiveId" clId="{4286B989-1018-4EE8-A5B3-53EB2396C42D}" dt="2024-03-13T05:14:12.171" v="0" actId="47"/>
        <pc:sldMkLst>
          <pc:docMk/>
          <pc:sldMk cId="224498362" sldId="884"/>
        </pc:sldMkLst>
      </pc:sldChg>
      <pc:sldChg chg="del">
        <pc:chgData name="考 张" userId="87b8017596393203" providerId="LiveId" clId="{4286B989-1018-4EE8-A5B3-53EB2396C42D}" dt="2024-03-13T05:14:12.171" v="0" actId="47"/>
        <pc:sldMkLst>
          <pc:docMk/>
          <pc:sldMk cId="347708960" sldId="885"/>
        </pc:sldMkLst>
      </pc:sldChg>
      <pc:sldChg chg="del">
        <pc:chgData name="考 张" userId="87b8017596393203" providerId="LiveId" clId="{4286B989-1018-4EE8-A5B3-53EB2396C42D}" dt="2024-03-13T05:14:12.171" v="0" actId="47"/>
        <pc:sldMkLst>
          <pc:docMk/>
          <pc:sldMk cId="2113315971" sldId="886"/>
        </pc:sldMkLst>
      </pc:sldChg>
      <pc:sldChg chg="del">
        <pc:chgData name="考 张" userId="87b8017596393203" providerId="LiveId" clId="{4286B989-1018-4EE8-A5B3-53EB2396C42D}" dt="2024-03-13T05:14:12.171" v="0" actId="47"/>
        <pc:sldMkLst>
          <pc:docMk/>
          <pc:sldMk cId="1147865366" sldId="887"/>
        </pc:sldMkLst>
      </pc:sldChg>
      <pc:sldChg chg="del">
        <pc:chgData name="考 张" userId="87b8017596393203" providerId="LiveId" clId="{4286B989-1018-4EE8-A5B3-53EB2396C42D}" dt="2024-03-13T05:14:12.171" v="0" actId="47"/>
        <pc:sldMkLst>
          <pc:docMk/>
          <pc:sldMk cId="313985932" sldId="888"/>
        </pc:sldMkLst>
      </pc:sldChg>
      <pc:sldChg chg="del">
        <pc:chgData name="考 张" userId="87b8017596393203" providerId="LiveId" clId="{4286B989-1018-4EE8-A5B3-53EB2396C42D}" dt="2024-03-13T05:14:12.171" v="0" actId="47"/>
        <pc:sldMkLst>
          <pc:docMk/>
          <pc:sldMk cId="2184700555" sldId="889"/>
        </pc:sldMkLst>
      </pc:sldChg>
      <pc:sldChg chg="del">
        <pc:chgData name="考 张" userId="87b8017596393203" providerId="LiveId" clId="{4286B989-1018-4EE8-A5B3-53EB2396C42D}" dt="2024-03-13T05:14:12.171" v="0" actId="47"/>
        <pc:sldMkLst>
          <pc:docMk/>
          <pc:sldMk cId="1906175225" sldId="901"/>
        </pc:sldMkLst>
      </pc:sldChg>
      <pc:sldChg chg="del">
        <pc:chgData name="考 张" userId="87b8017596393203" providerId="LiveId" clId="{4286B989-1018-4EE8-A5B3-53EB2396C42D}" dt="2024-03-13T05:14:12.171" v="0" actId="47"/>
        <pc:sldMkLst>
          <pc:docMk/>
          <pc:sldMk cId="1076149330" sldId="902"/>
        </pc:sldMkLst>
      </pc:sldChg>
      <pc:sldChg chg="del">
        <pc:chgData name="考 张" userId="87b8017596393203" providerId="LiveId" clId="{4286B989-1018-4EE8-A5B3-53EB2396C42D}" dt="2024-03-13T05:14:12.171" v="0" actId="47"/>
        <pc:sldMkLst>
          <pc:docMk/>
          <pc:sldMk cId="2669791651" sldId="903"/>
        </pc:sldMkLst>
      </pc:sldChg>
      <pc:sldChg chg="del">
        <pc:chgData name="考 张" userId="87b8017596393203" providerId="LiveId" clId="{4286B989-1018-4EE8-A5B3-53EB2396C42D}" dt="2024-03-13T05:14:12.171" v="0" actId="47"/>
        <pc:sldMkLst>
          <pc:docMk/>
          <pc:sldMk cId="3581563204" sldId="930"/>
        </pc:sldMkLst>
      </pc:sldChg>
      <pc:sldChg chg="del">
        <pc:chgData name="考 张" userId="87b8017596393203" providerId="LiveId" clId="{4286B989-1018-4EE8-A5B3-53EB2396C42D}" dt="2024-03-13T05:14:12.171" v="0" actId="47"/>
        <pc:sldMkLst>
          <pc:docMk/>
          <pc:sldMk cId="1253628405" sldId="931"/>
        </pc:sldMkLst>
      </pc:sldChg>
      <pc:sldChg chg="del">
        <pc:chgData name="考 张" userId="87b8017596393203" providerId="LiveId" clId="{4286B989-1018-4EE8-A5B3-53EB2396C42D}" dt="2024-03-13T05:14:17.033" v="1" actId="47"/>
        <pc:sldMkLst>
          <pc:docMk/>
          <pc:sldMk cId="3061056035" sldId="932"/>
        </pc:sldMkLst>
      </pc:sldChg>
      <pc:sldChg chg="del">
        <pc:chgData name="考 张" userId="87b8017596393203" providerId="LiveId" clId="{4286B989-1018-4EE8-A5B3-53EB2396C42D}" dt="2024-03-13T05:14:17.033" v="1" actId="47"/>
        <pc:sldMkLst>
          <pc:docMk/>
          <pc:sldMk cId="1693694014" sldId="933"/>
        </pc:sldMkLst>
      </pc:sldChg>
      <pc:sldChg chg="del">
        <pc:chgData name="考 张" userId="87b8017596393203" providerId="LiveId" clId="{4286B989-1018-4EE8-A5B3-53EB2396C42D}" dt="2024-03-13T05:14:17.033" v="1" actId="47"/>
        <pc:sldMkLst>
          <pc:docMk/>
          <pc:sldMk cId="2339545648" sldId="934"/>
        </pc:sldMkLst>
      </pc:sldChg>
      <pc:sldChg chg="modSp mod">
        <pc:chgData name="考 张" userId="87b8017596393203" providerId="LiveId" clId="{4286B989-1018-4EE8-A5B3-53EB2396C42D}" dt="2024-03-13T05:27:31.574" v="202" actId="14100"/>
        <pc:sldMkLst>
          <pc:docMk/>
          <pc:sldMk cId="3200742914" sldId="935"/>
        </pc:sldMkLst>
        <pc:spChg chg="mod">
          <ac:chgData name="考 张" userId="87b8017596393203" providerId="LiveId" clId="{4286B989-1018-4EE8-A5B3-53EB2396C42D}" dt="2024-03-13T05:27:31.574" v="202" actId="14100"/>
          <ac:spMkLst>
            <pc:docMk/>
            <pc:sldMk cId="3200742914" sldId="935"/>
            <ac:spMk id="5" creationId="{DEBB5A1B-8E2B-90CF-12F1-7EDB2BB7AED2}"/>
          </ac:spMkLst>
        </pc:spChg>
      </pc:sldChg>
      <pc:sldChg chg="modSp mod">
        <pc:chgData name="考 张" userId="87b8017596393203" providerId="LiveId" clId="{4286B989-1018-4EE8-A5B3-53EB2396C42D}" dt="2024-03-13T05:28:26.418" v="209"/>
        <pc:sldMkLst>
          <pc:docMk/>
          <pc:sldMk cId="1285862847" sldId="936"/>
        </pc:sldMkLst>
        <pc:spChg chg="mod">
          <ac:chgData name="考 张" userId="87b8017596393203" providerId="LiveId" clId="{4286B989-1018-4EE8-A5B3-53EB2396C42D}" dt="2024-03-13T05:28:26.418" v="209"/>
          <ac:spMkLst>
            <pc:docMk/>
            <pc:sldMk cId="1285862847" sldId="936"/>
            <ac:spMk id="5" creationId="{DEBB5A1B-8E2B-90CF-12F1-7EDB2BB7AED2}"/>
          </ac:spMkLst>
        </pc:spChg>
      </pc:sldChg>
      <pc:sldChg chg="delSp modSp mod">
        <pc:chgData name="考 张" userId="87b8017596393203" providerId="LiveId" clId="{4286B989-1018-4EE8-A5B3-53EB2396C42D}" dt="2024-03-13T05:32:09.296" v="223" actId="478"/>
        <pc:sldMkLst>
          <pc:docMk/>
          <pc:sldMk cId="305630434" sldId="937"/>
        </pc:sldMkLst>
        <pc:spChg chg="mod">
          <ac:chgData name="考 张" userId="87b8017596393203" providerId="LiveId" clId="{4286B989-1018-4EE8-A5B3-53EB2396C42D}" dt="2024-03-13T05:31:00.867" v="215"/>
          <ac:spMkLst>
            <pc:docMk/>
            <pc:sldMk cId="305630434" sldId="937"/>
            <ac:spMk id="5" creationId="{DEBB5A1B-8E2B-90CF-12F1-7EDB2BB7AED2}"/>
          </ac:spMkLst>
        </pc:spChg>
        <pc:spChg chg="del">
          <ac:chgData name="考 张" userId="87b8017596393203" providerId="LiveId" clId="{4286B989-1018-4EE8-A5B3-53EB2396C42D}" dt="2024-03-13T05:32:09.296" v="223" actId="478"/>
          <ac:spMkLst>
            <pc:docMk/>
            <pc:sldMk cId="305630434" sldId="937"/>
            <ac:spMk id="7" creationId="{3C0F2840-FF3C-470F-969F-28D7CCC4F903}"/>
          </ac:spMkLst>
        </pc:spChg>
      </pc:sldChg>
      <pc:sldChg chg="delSp modSp add mod ord">
        <pc:chgData name="考 张" userId="87b8017596393203" providerId="LiveId" clId="{4286B989-1018-4EE8-A5B3-53EB2396C42D}" dt="2024-03-13T05:26:03.264" v="186" actId="6549"/>
        <pc:sldMkLst>
          <pc:docMk/>
          <pc:sldMk cId="950205957" sldId="938"/>
        </pc:sldMkLst>
        <pc:spChg chg="mod">
          <ac:chgData name="考 张" userId="87b8017596393203" providerId="LiveId" clId="{4286B989-1018-4EE8-A5B3-53EB2396C42D}" dt="2024-03-13T05:26:03.264" v="186" actId="6549"/>
          <ac:spMkLst>
            <pc:docMk/>
            <pc:sldMk cId="950205957" sldId="938"/>
            <ac:spMk id="5" creationId="{DEBB5A1B-8E2B-90CF-12F1-7EDB2BB7AED2}"/>
          </ac:spMkLst>
        </pc:spChg>
        <pc:spChg chg="del">
          <ac:chgData name="考 张" userId="87b8017596393203" providerId="LiveId" clId="{4286B989-1018-4EE8-A5B3-53EB2396C42D}" dt="2024-03-13T05:15:08.104" v="10" actId="478"/>
          <ac:spMkLst>
            <pc:docMk/>
            <pc:sldMk cId="950205957" sldId="938"/>
            <ac:spMk id="68" creationId="{FFC9EDD4-C0F1-07A4-C9BC-9D23FB436E66}"/>
          </ac:spMkLst>
        </pc:spChg>
        <pc:spChg chg="del">
          <ac:chgData name="考 张" userId="87b8017596393203" providerId="LiveId" clId="{4286B989-1018-4EE8-A5B3-53EB2396C42D}" dt="2024-03-13T05:15:08.104" v="10" actId="478"/>
          <ac:spMkLst>
            <pc:docMk/>
            <pc:sldMk cId="950205957" sldId="938"/>
            <ac:spMk id="69" creationId="{9FA7B7EC-427B-11E9-2172-0E848FE48E7F}"/>
          </ac:spMkLst>
        </pc:spChg>
        <pc:spChg chg="del">
          <ac:chgData name="考 张" userId="87b8017596393203" providerId="LiveId" clId="{4286B989-1018-4EE8-A5B3-53EB2396C42D}" dt="2024-03-13T05:15:08.104" v="10" actId="478"/>
          <ac:spMkLst>
            <pc:docMk/>
            <pc:sldMk cId="950205957" sldId="938"/>
            <ac:spMk id="70" creationId="{A28ACA5A-43C3-05D8-0E6F-FEE9BA4AFB9C}"/>
          </ac:spMkLst>
        </pc:spChg>
        <pc:spChg chg="del">
          <ac:chgData name="考 张" userId="87b8017596393203" providerId="LiveId" clId="{4286B989-1018-4EE8-A5B3-53EB2396C42D}" dt="2024-03-13T05:15:08.104" v="10" actId="478"/>
          <ac:spMkLst>
            <pc:docMk/>
            <pc:sldMk cId="950205957" sldId="938"/>
            <ac:spMk id="71" creationId="{0D4683F5-C6AE-90AD-50E1-53DBC925610F}"/>
          </ac:spMkLst>
        </pc:spChg>
        <pc:picChg chg="del">
          <ac:chgData name="考 张" userId="87b8017596393203" providerId="LiveId" clId="{4286B989-1018-4EE8-A5B3-53EB2396C42D}" dt="2024-03-13T05:15:05.076" v="6" actId="478"/>
          <ac:picMkLst>
            <pc:docMk/>
            <pc:sldMk cId="950205957" sldId="938"/>
            <ac:picMk id="12" creationId="{38DD195C-E1ED-3ECC-9A5C-20A63154ADCA}"/>
          </ac:picMkLst>
        </pc:picChg>
        <pc:picChg chg="del">
          <ac:chgData name="考 张" userId="87b8017596393203" providerId="LiveId" clId="{4286B989-1018-4EE8-A5B3-53EB2396C42D}" dt="2024-03-13T05:15:05.664" v="7" actId="478"/>
          <ac:picMkLst>
            <pc:docMk/>
            <pc:sldMk cId="950205957" sldId="938"/>
            <ac:picMk id="49" creationId="{4981A7FA-10A2-4524-D459-49933E11B34C}"/>
          </ac:picMkLst>
        </pc:picChg>
        <pc:picChg chg="del">
          <ac:chgData name="考 张" userId="87b8017596393203" providerId="LiveId" clId="{4286B989-1018-4EE8-A5B3-53EB2396C42D}" dt="2024-03-13T05:15:06.199" v="8" actId="478"/>
          <ac:picMkLst>
            <pc:docMk/>
            <pc:sldMk cId="950205957" sldId="938"/>
            <ac:picMk id="66" creationId="{6B1B41DD-A97E-DEFF-4217-A429F104DEA2}"/>
          </ac:picMkLst>
        </pc:picChg>
        <pc:picChg chg="del">
          <ac:chgData name="考 张" userId="87b8017596393203" providerId="LiveId" clId="{4286B989-1018-4EE8-A5B3-53EB2396C42D}" dt="2024-03-13T05:15:06.670" v="9" actId="478"/>
          <ac:picMkLst>
            <pc:docMk/>
            <pc:sldMk cId="950205957" sldId="938"/>
            <ac:picMk id="67" creationId="{5F0C589F-4E5F-2C24-7CE6-1C1575C2013F}"/>
          </ac:picMkLst>
        </pc:picChg>
      </pc:sldChg>
      <pc:sldChg chg="addSp modSp add mod">
        <pc:chgData name="考 张" userId="87b8017596393203" providerId="LiveId" clId="{4286B989-1018-4EE8-A5B3-53EB2396C42D}" dt="2024-03-13T05:31:16.637" v="222" actId="1076"/>
        <pc:sldMkLst>
          <pc:docMk/>
          <pc:sldMk cId="241073841" sldId="939"/>
        </pc:sldMkLst>
        <pc:spChg chg="add mod">
          <ac:chgData name="考 张" userId="87b8017596393203" providerId="LiveId" clId="{4286B989-1018-4EE8-A5B3-53EB2396C42D}" dt="2024-03-13T05:31:16.637" v="222" actId="1076"/>
          <ac:spMkLst>
            <pc:docMk/>
            <pc:sldMk cId="241073841" sldId="939"/>
            <ac:spMk id="3" creationId="{D0D689FB-00F1-F397-D161-0802C169B87A}"/>
          </ac:spMkLst>
        </pc:spChg>
        <pc:spChg chg="mod">
          <ac:chgData name="考 张" userId="87b8017596393203" providerId="LiveId" clId="{4286B989-1018-4EE8-A5B3-53EB2396C42D}" dt="2024-03-13T05:31:10.251" v="221" actId="20577"/>
          <ac:spMkLst>
            <pc:docMk/>
            <pc:sldMk cId="241073841" sldId="939"/>
            <ac:spMk id="5" creationId="{DEBB5A1B-8E2B-90CF-12F1-7EDB2BB7AED2}"/>
          </ac:spMkLst>
        </pc:spChg>
        <pc:spChg chg="add mod">
          <ac:chgData name="考 张" userId="87b8017596393203" providerId="LiveId" clId="{4286B989-1018-4EE8-A5B3-53EB2396C42D}" dt="2024-03-13T05:31:16.637" v="222" actId="1076"/>
          <ac:spMkLst>
            <pc:docMk/>
            <pc:sldMk cId="241073841" sldId="939"/>
            <ac:spMk id="6" creationId="{D9ED364E-ED52-D532-7858-B0B9CE61DF17}"/>
          </ac:spMkLst>
        </pc:spChg>
        <pc:spChg chg="mod">
          <ac:chgData name="考 张" userId="87b8017596393203" providerId="LiveId" clId="{4286B989-1018-4EE8-A5B3-53EB2396C42D}" dt="2024-03-13T05:31:16.637" v="222" actId="1076"/>
          <ac:spMkLst>
            <pc:docMk/>
            <pc:sldMk cId="241073841" sldId="939"/>
            <ac:spMk id="7" creationId="{3C0F2840-FF3C-470F-969F-28D7CCC4F903}"/>
          </ac:spMkLst>
        </pc:spChg>
        <pc:graphicFrameChg chg="mod">
          <ac:chgData name="考 张" userId="87b8017596393203" providerId="LiveId" clId="{4286B989-1018-4EE8-A5B3-53EB2396C42D}" dt="2024-03-13T05:31:16.637" v="222" actId="1076"/>
          <ac:graphicFrameMkLst>
            <pc:docMk/>
            <pc:sldMk cId="241073841" sldId="939"/>
            <ac:graphicFrameMk id="4" creationId="{5775B211-4E65-22BF-5B8E-A368BDB73745}"/>
          </ac:graphicFrameMkLst>
        </pc:graphicFrameChg>
      </pc:sldChg>
      <pc:sldMasterChg chg="del delSldLayout">
        <pc:chgData name="考 张" userId="87b8017596393203" providerId="LiveId" clId="{4286B989-1018-4EE8-A5B3-53EB2396C42D}" dt="2024-03-13T05:14:12.171" v="0" actId="47"/>
        <pc:sldMasterMkLst>
          <pc:docMk/>
          <pc:sldMasterMk cId="0" sldId="2147483648"/>
        </pc:sldMasterMkLst>
        <pc:sldLayoutChg chg="del">
          <pc:chgData name="考 张" userId="87b8017596393203" providerId="LiveId" clId="{4286B989-1018-4EE8-A5B3-53EB2396C42D}" dt="2024-03-13T05:14:12.171" v="0" actId="47"/>
          <pc:sldLayoutMkLst>
            <pc:docMk/>
            <pc:sldMasterMk cId="0" sldId="2147483648"/>
            <pc:sldLayoutMk cId="0" sldId="2147483649"/>
          </pc:sldLayoutMkLst>
        </pc:sldLayoutChg>
        <pc:sldLayoutChg chg="del">
          <pc:chgData name="考 张" userId="87b8017596393203" providerId="LiveId" clId="{4286B989-1018-4EE8-A5B3-53EB2396C42D}" dt="2024-03-13T05:14:12.171" v="0" actId="47"/>
          <pc:sldLayoutMkLst>
            <pc:docMk/>
            <pc:sldMasterMk cId="0" sldId="2147483648"/>
            <pc:sldLayoutMk cId="0" sldId="2147483650"/>
          </pc:sldLayoutMkLst>
        </pc:sldLayoutChg>
        <pc:sldLayoutChg chg="del">
          <pc:chgData name="考 张" userId="87b8017596393203" providerId="LiveId" clId="{4286B989-1018-4EE8-A5B3-53EB2396C42D}" dt="2024-03-13T05:14:12.171" v="0" actId="47"/>
          <pc:sldLayoutMkLst>
            <pc:docMk/>
            <pc:sldMasterMk cId="0" sldId="2147483648"/>
            <pc:sldLayoutMk cId="0" sldId="2147483651"/>
          </pc:sldLayoutMkLst>
        </pc:sldLayoutChg>
        <pc:sldLayoutChg chg="del">
          <pc:chgData name="考 张" userId="87b8017596393203" providerId="LiveId" clId="{4286B989-1018-4EE8-A5B3-53EB2396C42D}" dt="2024-03-13T05:14:12.171" v="0" actId="47"/>
          <pc:sldLayoutMkLst>
            <pc:docMk/>
            <pc:sldMasterMk cId="0" sldId="2147483648"/>
            <pc:sldLayoutMk cId="0" sldId="2147483652"/>
          </pc:sldLayoutMkLst>
        </pc:sldLayoutChg>
        <pc:sldLayoutChg chg="del">
          <pc:chgData name="考 张" userId="87b8017596393203" providerId="LiveId" clId="{4286B989-1018-4EE8-A5B3-53EB2396C42D}" dt="2024-03-13T05:14:12.171" v="0" actId="47"/>
          <pc:sldLayoutMkLst>
            <pc:docMk/>
            <pc:sldMasterMk cId="0" sldId="2147483648"/>
            <pc:sldLayoutMk cId="0" sldId="2147483653"/>
          </pc:sldLayoutMkLst>
        </pc:sldLayoutChg>
        <pc:sldLayoutChg chg="del">
          <pc:chgData name="考 张" userId="87b8017596393203" providerId="LiveId" clId="{4286B989-1018-4EE8-A5B3-53EB2396C42D}" dt="2024-03-13T05:14:12.171" v="0" actId="47"/>
          <pc:sldLayoutMkLst>
            <pc:docMk/>
            <pc:sldMasterMk cId="0" sldId="2147483648"/>
            <pc:sldLayoutMk cId="0" sldId="2147483654"/>
          </pc:sldLayoutMkLst>
        </pc:sldLayoutChg>
        <pc:sldLayoutChg chg="del">
          <pc:chgData name="考 张" userId="87b8017596393203" providerId="LiveId" clId="{4286B989-1018-4EE8-A5B3-53EB2396C42D}" dt="2024-03-13T05:14:12.171" v="0" actId="47"/>
          <pc:sldLayoutMkLst>
            <pc:docMk/>
            <pc:sldMasterMk cId="0" sldId="2147483648"/>
            <pc:sldLayoutMk cId="0" sldId="2147483655"/>
          </pc:sldLayoutMkLst>
        </pc:sldLayoutChg>
        <pc:sldLayoutChg chg="del">
          <pc:chgData name="考 张" userId="87b8017596393203" providerId="LiveId" clId="{4286B989-1018-4EE8-A5B3-53EB2396C42D}" dt="2024-03-13T05:14:12.171" v="0" actId="47"/>
          <pc:sldLayoutMkLst>
            <pc:docMk/>
            <pc:sldMasterMk cId="0" sldId="2147483648"/>
            <pc:sldLayoutMk cId="0" sldId="2147483656"/>
          </pc:sldLayoutMkLst>
        </pc:sldLayoutChg>
        <pc:sldLayoutChg chg="del">
          <pc:chgData name="考 张" userId="87b8017596393203" providerId="LiveId" clId="{4286B989-1018-4EE8-A5B3-53EB2396C42D}" dt="2024-03-13T05:14:12.171" v="0" actId="47"/>
          <pc:sldLayoutMkLst>
            <pc:docMk/>
            <pc:sldMasterMk cId="0" sldId="2147483648"/>
            <pc:sldLayoutMk cId="0" sldId="2147483657"/>
          </pc:sldLayoutMkLst>
        </pc:sldLayoutChg>
        <pc:sldLayoutChg chg="del">
          <pc:chgData name="考 张" userId="87b8017596393203" providerId="LiveId" clId="{4286B989-1018-4EE8-A5B3-53EB2396C42D}" dt="2024-03-13T05:14:12.171" v="0" actId="47"/>
          <pc:sldLayoutMkLst>
            <pc:docMk/>
            <pc:sldMasterMk cId="0" sldId="2147483648"/>
            <pc:sldLayoutMk cId="0" sldId="2147483658"/>
          </pc:sldLayoutMkLst>
        </pc:sldLayoutChg>
        <pc:sldLayoutChg chg="del">
          <pc:chgData name="考 张" userId="87b8017596393203" providerId="LiveId" clId="{4286B989-1018-4EE8-A5B3-53EB2396C42D}" dt="2024-03-13T05:14:12.171" v="0" actId="47"/>
          <pc:sldLayoutMkLst>
            <pc:docMk/>
            <pc:sldMasterMk cId="0" sldId="2147483648"/>
            <pc:sldLayoutMk cId="0" sldId="2147483659"/>
          </pc:sldLayoutMkLst>
        </pc:sldLayoutChg>
      </pc:sldMasterChg>
      <pc:sldMasterChg chg="modSldLayout">
        <pc:chgData name="考 张" userId="87b8017596393203" providerId="LiveId" clId="{4286B989-1018-4EE8-A5B3-53EB2396C42D}" dt="2024-03-13T05:28:00.734" v="203" actId="478"/>
        <pc:sldMasterMkLst>
          <pc:docMk/>
          <pc:sldMasterMk cId="2769233492" sldId="2147483660"/>
        </pc:sldMasterMkLst>
        <pc:sldLayoutChg chg="delSp mod">
          <pc:chgData name="考 张" userId="87b8017596393203" providerId="LiveId" clId="{4286B989-1018-4EE8-A5B3-53EB2396C42D}" dt="2024-03-13T05:28:00.734" v="203" actId="478"/>
          <pc:sldLayoutMkLst>
            <pc:docMk/>
            <pc:sldMasterMk cId="2769233492" sldId="2147483660"/>
            <pc:sldLayoutMk cId="1826682434" sldId="2147483661"/>
          </pc:sldLayoutMkLst>
          <pc:picChg chg="del">
            <ac:chgData name="考 张" userId="87b8017596393203" providerId="LiveId" clId="{4286B989-1018-4EE8-A5B3-53EB2396C42D}" dt="2024-03-13T05:28:00.734" v="203" actId="478"/>
            <ac:picMkLst>
              <pc:docMk/>
              <pc:sldMasterMk cId="2769233492" sldId="2147483660"/>
              <pc:sldLayoutMk cId="1826682434" sldId="2147483661"/>
              <ac:picMk id="4" creationId="{00000000-0000-0000-0000-000000000000}"/>
            </ac:picMkLst>
          </pc:picChg>
        </pc:sldLayoutChg>
      </pc:sldMasterChg>
      <pc:sldMasterChg chg="del delSldLayout">
        <pc:chgData name="考 张" userId="87b8017596393203" providerId="LiveId" clId="{4286B989-1018-4EE8-A5B3-53EB2396C42D}" dt="2024-03-13T05:14:17.033" v="1" actId="47"/>
        <pc:sldMasterMkLst>
          <pc:docMk/>
          <pc:sldMasterMk cId="1755697780" sldId="2147483666"/>
        </pc:sldMasterMkLst>
        <pc:sldLayoutChg chg="del">
          <pc:chgData name="考 张" userId="87b8017596393203" providerId="LiveId" clId="{4286B989-1018-4EE8-A5B3-53EB2396C42D}" dt="2024-03-13T05:14:17.033" v="1" actId="47"/>
          <pc:sldLayoutMkLst>
            <pc:docMk/>
            <pc:sldMasterMk cId="1755697780" sldId="2147483666"/>
            <pc:sldLayoutMk cId="17460448" sldId="2147483667"/>
          </pc:sldLayoutMkLst>
        </pc:sldLayoutChg>
        <pc:sldLayoutChg chg="del">
          <pc:chgData name="考 张" userId="87b8017596393203" providerId="LiveId" clId="{4286B989-1018-4EE8-A5B3-53EB2396C42D}" dt="2024-03-13T05:14:17.033" v="1" actId="47"/>
          <pc:sldLayoutMkLst>
            <pc:docMk/>
            <pc:sldMasterMk cId="1755697780" sldId="2147483666"/>
            <pc:sldLayoutMk cId="2959009629" sldId="2147483668"/>
          </pc:sldLayoutMkLst>
        </pc:sldLayoutChg>
        <pc:sldLayoutChg chg="del">
          <pc:chgData name="考 张" userId="87b8017596393203" providerId="LiveId" clId="{4286B989-1018-4EE8-A5B3-53EB2396C42D}" dt="2024-03-13T05:14:17.033" v="1" actId="47"/>
          <pc:sldLayoutMkLst>
            <pc:docMk/>
            <pc:sldMasterMk cId="1755697780" sldId="2147483666"/>
            <pc:sldLayoutMk cId="489014383" sldId="2147483669"/>
          </pc:sldLayoutMkLst>
        </pc:sldLayoutChg>
        <pc:sldLayoutChg chg="del">
          <pc:chgData name="考 张" userId="87b8017596393203" providerId="LiveId" clId="{4286B989-1018-4EE8-A5B3-53EB2396C42D}" dt="2024-03-13T05:14:17.033" v="1" actId="47"/>
          <pc:sldLayoutMkLst>
            <pc:docMk/>
            <pc:sldMasterMk cId="1755697780" sldId="2147483666"/>
            <pc:sldLayoutMk cId="502217676" sldId="2147483670"/>
          </pc:sldLayoutMkLst>
        </pc:sldLayoutChg>
        <pc:sldLayoutChg chg="del">
          <pc:chgData name="考 张" userId="87b8017596393203" providerId="LiveId" clId="{4286B989-1018-4EE8-A5B3-53EB2396C42D}" dt="2024-03-13T05:14:17.033" v="1" actId="47"/>
          <pc:sldLayoutMkLst>
            <pc:docMk/>
            <pc:sldMasterMk cId="1755697780" sldId="2147483666"/>
            <pc:sldLayoutMk cId="2710368283" sldId="2147483671"/>
          </pc:sldLayoutMkLst>
        </pc:sldLayoutChg>
        <pc:sldLayoutChg chg="del">
          <pc:chgData name="考 张" userId="87b8017596393203" providerId="LiveId" clId="{4286B989-1018-4EE8-A5B3-53EB2396C42D}" dt="2024-03-13T05:14:17.033" v="1" actId="47"/>
          <pc:sldLayoutMkLst>
            <pc:docMk/>
            <pc:sldMasterMk cId="1755697780" sldId="2147483666"/>
            <pc:sldLayoutMk cId="1074838974" sldId="2147483672"/>
          </pc:sldLayoutMkLst>
        </pc:sldLayoutChg>
        <pc:sldLayoutChg chg="del">
          <pc:chgData name="考 张" userId="87b8017596393203" providerId="LiveId" clId="{4286B989-1018-4EE8-A5B3-53EB2396C42D}" dt="2024-03-13T05:14:17.033" v="1" actId="47"/>
          <pc:sldLayoutMkLst>
            <pc:docMk/>
            <pc:sldMasterMk cId="1755697780" sldId="2147483666"/>
            <pc:sldLayoutMk cId="2524586314" sldId="2147483673"/>
          </pc:sldLayoutMkLst>
        </pc:sldLayoutChg>
        <pc:sldLayoutChg chg="del">
          <pc:chgData name="考 张" userId="87b8017596393203" providerId="LiveId" clId="{4286B989-1018-4EE8-A5B3-53EB2396C42D}" dt="2024-03-13T05:14:17.033" v="1" actId="47"/>
          <pc:sldLayoutMkLst>
            <pc:docMk/>
            <pc:sldMasterMk cId="1755697780" sldId="2147483666"/>
            <pc:sldLayoutMk cId="1199113075" sldId="2147483674"/>
          </pc:sldLayoutMkLst>
        </pc:sldLayoutChg>
        <pc:sldLayoutChg chg="del">
          <pc:chgData name="考 张" userId="87b8017596393203" providerId="LiveId" clId="{4286B989-1018-4EE8-A5B3-53EB2396C42D}" dt="2024-03-13T05:14:17.033" v="1" actId="47"/>
          <pc:sldLayoutMkLst>
            <pc:docMk/>
            <pc:sldMasterMk cId="1755697780" sldId="2147483666"/>
            <pc:sldLayoutMk cId="3737785911" sldId="2147483675"/>
          </pc:sldLayoutMkLst>
        </pc:sldLayoutChg>
        <pc:sldLayoutChg chg="del">
          <pc:chgData name="考 张" userId="87b8017596393203" providerId="LiveId" clId="{4286B989-1018-4EE8-A5B3-53EB2396C42D}" dt="2024-03-13T05:14:17.033" v="1" actId="47"/>
          <pc:sldLayoutMkLst>
            <pc:docMk/>
            <pc:sldMasterMk cId="1755697780" sldId="2147483666"/>
            <pc:sldLayoutMk cId="3340664997" sldId="2147483676"/>
          </pc:sldLayoutMkLst>
        </pc:sldLayoutChg>
        <pc:sldLayoutChg chg="del">
          <pc:chgData name="考 张" userId="87b8017596393203" providerId="LiveId" clId="{4286B989-1018-4EE8-A5B3-53EB2396C42D}" dt="2024-03-13T05:14:17.033" v="1" actId="47"/>
          <pc:sldLayoutMkLst>
            <pc:docMk/>
            <pc:sldMasterMk cId="1755697780" sldId="2147483666"/>
            <pc:sldLayoutMk cId="2817022787" sldId="2147483677"/>
          </pc:sldLayoutMkLst>
        </pc:sldLayoutChg>
        <pc:sldLayoutChg chg="del">
          <pc:chgData name="考 张" userId="87b8017596393203" providerId="LiveId" clId="{4286B989-1018-4EE8-A5B3-53EB2396C42D}" dt="2024-03-13T05:14:17.033" v="1" actId="47"/>
          <pc:sldLayoutMkLst>
            <pc:docMk/>
            <pc:sldMasterMk cId="1755697780" sldId="2147483666"/>
            <pc:sldLayoutMk cId="1695132933" sldId="2147483678"/>
          </pc:sldLayoutMkLst>
        </pc:sldLayoutChg>
        <pc:sldLayoutChg chg="del">
          <pc:chgData name="考 张" userId="87b8017596393203" providerId="LiveId" clId="{4286B989-1018-4EE8-A5B3-53EB2396C42D}" dt="2024-03-13T05:14:17.033" v="1" actId="47"/>
          <pc:sldLayoutMkLst>
            <pc:docMk/>
            <pc:sldMasterMk cId="1755697780" sldId="2147483666"/>
            <pc:sldLayoutMk cId="1291415648" sldId="2147483679"/>
          </pc:sldLayoutMkLst>
        </pc:sldLayoutChg>
        <pc:sldLayoutChg chg="del">
          <pc:chgData name="考 张" userId="87b8017596393203" providerId="LiveId" clId="{4286B989-1018-4EE8-A5B3-53EB2396C42D}" dt="2024-03-13T05:14:17.033" v="1" actId="47"/>
          <pc:sldLayoutMkLst>
            <pc:docMk/>
            <pc:sldMasterMk cId="1755697780" sldId="2147483666"/>
            <pc:sldLayoutMk cId="2082299086" sldId="2147483680"/>
          </pc:sldLayoutMkLst>
        </pc:sldLayoutChg>
      </pc:sldMasterChg>
      <pc:sldMasterChg chg="del delSldLayout">
        <pc:chgData name="考 张" userId="87b8017596393203" providerId="LiveId" clId="{4286B989-1018-4EE8-A5B3-53EB2396C42D}" dt="2024-03-13T05:14:17.033" v="1" actId="47"/>
        <pc:sldMasterMkLst>
          <pc:docMk/>
          <pc:sldMasterMk cId="1872196434" sldId="2147483681"/>
        </pc:sldMasterMkLst>
        <pc:sldLayoutChg chg="del">
          <pc:chgData name="考 张" userId="87b8017596393203" providerId="LiveId" clId="{4286B989-1018-4EE8-A5B3-53EB2396C42D}" dt="2024-03-13T05:14:17.033" v="1" actId="47"/>
          <pc:sldLayoutMkLst>
            <pc:docMk/>
            <pc:sldMasterMk cId="1872196434" sldId="2147483681"/>
            <pc:sldLayoutMk cId="2081819270" sldId="2147483682"/>
          </pc:sldLayoutMkLst>
        </pc:sldLayoutChg>
        <pc:sldLayoutChg chg="del">
          <pc:chgData name="考 张" userId="87b8017596393203" providerId="LiveId" clId="{4286B989-1018-4EE8-A5B3-53EB2396C42D}" dt="2024-03-13T05:14:17.033" v="1" actId="47"/>
          <pc:sldLayoutMkLst>
            <pc:docMk/>
            <pc:sldMasterMk cId="1872196434" sldId="2147483681"/>
            <pc:sldLayoutMk cId="287124310" sldId="2147483683"/>
          </pc:sldLayoutMkLst>
        </pc:sldLayoutChg>
        <pc:sldLayoutChg chg="del">
          <pc:chgData name="考 张" userId="87b8017596393203" providerId="LiveId" clId="{4286B989-1018-4EE8-A5B3-53EB2396C42D}" dt="2024-03-13T05:14:17.033" v="1" actId="47"/>
          <pc:sldLayoutMkLst>
            <pc:docMk/>
            <pc:sldMasterMk cId="1872196434" sldId="2147483681"/>
            <pc:sldLayoutMk cId="3873885803" sldId="2147483684"/>
          </pc:sldLayoutMkLst>
        </pc:sldLayoutChg>
        <pc:sldLayoutChg chg="del">
          <pc:chgData name="考 张" userId="87b8017596393203" providerId="LiveId" clId="{4286B989-1018-4EE8-A5B3-53EB2396C42D}" dt="2024-03-13T05:14:17.033" v="1" actId="47"/>
          <pc:sldLayoutMkLst>
            <pc:docMk/>
            <pc:sldMasterMk cId="1872196434" sldId="2147483681"/>
            <pc:sldLayoutMk cId="3408471385" sldId="2147483685"/>
          </pc:sldLayoutMkLst>
        </pc:sldLayoutChg>
        <pc:sldLayoutChg chg="del">
          <pc:chgData name="考 张" userId="87b8017596393203" providerId="LiveId" clId="{4286B989-1018-4EE8-A5B3-53EB2396C42D}" dt="2024-03-13T05:14:17.033" v="1" actId="47"/>
          <pc:sldLayoutMkLst>
            <pc:docMk/>
            <pc:sldMasterMk cId="1872196434" sldId="2147483681"/>
            <pc:sldLayoutMk cId="673432300" sldId="2147483686"/>
          </pc:sldLayoutMkLst>
        </pc:sldLayoutChg>
        <pc:sldLayoutChg chg="del">
          <pc:chgData name="考 张" userId="87b8017596393203" providerId="LiveId" clId="{4286B989-1018-4EE8-A5B3-53EB2396C42D}" dt="2024-03-13T05:14:17.033" v="1" actId="47"/>
          <pc:sldLayoutMkLst>
            <pc:docMk/>
            <pc:sldMasterMk cId="1872196434" sldId="2147483681"/>
            <pc:sldLayoutMk cId="2237719208" sldId="2147483687"/>
          </pc:sldLayoutMkLst>
        </pc:sldLayoutChg>
        <pc:sldLayoutChg chg="del">
          <pc:chgData name="考 张" userId="87b8017596393203" providerId="LiveId" clId="{4286B989-1018-4EE8-A5B3-53EB2396C42D}" dt="2024-03-13T05:14:17.033" v="1" actId="47"/>
          <pc:sldLayoutMkLst>
            <pc:docMk/>
            <pc:sldMasterMk cId="1872196434" sldId="2147483681"/>
            <pc:sldLayoutMk cId="2903983230" sldId="2147483688"/>
          </pc:sldLayoutMkLst>
        </pc:sldLayoutChg>
        <pc:sldLayoutChg chg="del">
          <pc:chgData name="考 张" userId="87b8017596393203" providerId="LiveId" clId="{4286B989-1018-4EE8-A5B3-53EB2396C42D}" dt="2024-03-13T05:14:17.033" v="1" actId="47"/>
          <pc:sldLayoutMkLst>
            <pc:docMk/>
            <pc:sldMasterMk cId="1872196434" sldId="2147483681"/>
            <pc:sldLayoutMk cId="2337282092" sldId="2147483689"/>
          </pc:sldLayoutMkLst>
        </pc:sldLayoutChg>
        <pc:sldLayoutChg chg="del">
          <pc:chgData name="考 张" userId="87b8017596393203" providerId="LiveId" clId="{4286B989-1018-4EE8-A5B3-53EB2396C42D}" dt="2024-03-13T05:14:17.033" v="1" actId="47"/>
          <pc:sldLayoutMkLst>
            <pc:docMk/>
            <pc:sldMasterMk cId="1872196434" sldId="2147483681"/>
            <pc:sldLayoutMk cId="229368207" sldId="2147483690"/>
          </pc:sldLayoutMkLst>
        </pc:sldLayoutChg>
        <pc:sldLayoutChg chg="del">
          <pc:chgData name="考 张" userId="87b8017596393203" providerId="LiveId" clId="{4286B989-1018-4EE8-A5B3-53EB2396C42D}" dt="2024-03-13T05:14:17.033" v="1" actId="47"/>
          <pc:sldLayoutMkLst>
            <pc:docMk/>
            <pc:sldMasterMk cId="1872196434" sldId="2147483681"/>
            <pc:sldLayoutMk cId="2503297438" sldId="2147483691"/>
          </pc:sldLayoutMkLst>
        </pc:sldLayoutChg>
        <pc:sldLayoutChg chg="del">
          <pc:chgData name="考 张" userId="87b8017596393203" providerId="LiveId" clId="{4286B989-1018-4EE8-A5B3-53EB2396C42D}" dt="2024-03-13T05:14:17.033" v="1" actId="47"/>
          <pc:sldLayoutMkLst>
            <pc:docMk/>
            <pc:sldMasterMk cId="1872196434" sldId="2147483681"/>
            <pc:sldLayoutMk cId="2611411499" sldId="2147483692"/>
          </pc:sldLayoutMkLst>
        </pc:sldLayoutChg>
        <pc:sldLayoutChg chg="del">
          <pc:chgData name="考 张" userId="87b8017596393203" providerId="LiveId" clId="{4286B989-1018-4EE8-A5B3-53EB2396C42D}" dt="2024-03-13T05:14:17.033" v="1" actId="47"/>
          <pc:sldLayoutMkLst>
            <pc:docMk/>
            <pc:sldMasterMk cId="1872196434" sldId="2147483681"/>
            <pc:sldLayoutMk cId="2083687537" sldId="2147483693"/>
          </pc:sldLayoutMkLst>
        </pc:sldLayoutChg>
      </pc:sldMasterChg>
    </pc:docChg>
  </pc:docChgLst>
  <pc:docChgLst>
    <pc:chgData name="考 张" userId="87b8017596393203" providerId="LiveId" clId="{D3E220F0-6441-F84E-82DB-7CDE45938386}"/>
    <pc:docChg chg="undo custSel addSld modSld">
      <pc:chgData name="考 张" userId="87b8017596393203" providerId="LiveId" clId="{D3E220F0-6441-F84E-82DB-7CDE45938386}" dt="2024-04-23T12:25:03.755" v="1684" actId="20577"/>
      <pc:docMkLst>
        <pc:docMk/>
      </pc:docMkLst>
      <pc:sldChg chg="modSp mod">
        <pc:chgData name="考 张" userId="87b8017596393203" providerId="LiveId" clId="{D3E220F0-6441-F84E-82DB-7CDE45938386}" dt="2024-04-23T12:09:40.265" v="933" actId="20577"/>
        <pc:sldMkLst>
          <pc:docMk/>
          <pc:sldMk cId="950205957" sldId="938"/>
        </pc:sldMkLst>
        <pc:spChg chg="mod">
          <ac:chgData name="考 张" userId="87b8017596393203" providerId="LiveId" clId="{D3E220F0-6441-F84E-82DB-7CDE45938386}" dt="2024-04-23T12:09:40.265" v="933" actId="20577"/>
          <ac:spMkLst>
            <pc:docMk/>
            <pc:sldMk cId="950205957" sldId="938"/>
            <ac:spMk id="5" creationId="{DEBB5A1B-8E2B-90CF-12F1-7EDB2BB7AED2}"/>
          </ac:spMkLst>
        </pc:spChg>
      </pc:sldChg>
      <pc:sldChg chg="addSp delSp modSp add mod">
        <pc:chgData name="考 张" userId="87b8017596393203" providerId="LiveId" clId="{D3E220F0-6441-F84E-82DB-7CDE45938386}" dt="2024-04-23T11:36:36.808" v="370" actId="1076"/>
        <pc:sldMkLst>
          <pc:docMk/>
          <pc:sldMk cId="113124066" sldId="940"/>
        </pc:sldMkLst>
        <pc:spChg chg="mod topLvl">
          <ac:chgData name="考 张" userId="87b8017596393203" providerId="LiveId" clId="{D3E220F0-6441-F84E-82DB-7CDE45938386}" dt="2024-04-23T11:36:36.808" v="370" actId="1076"/>
          <ac:spMkLst>
            <pc:docMk/>
            <pc:sldMk cId="113124066" sldId="940"/>
            <ac:spMk id="4" creationId="{0164927B-1727-7A52-1D8B-0E8CCF4557ED}"/>
          </ac:spMkLst>
        </pc:spChg>
        <pc:spChg chg="mod">
          <ac:chgData name="考 张" userId="87b8017596393203" providerId="LiveId" clId="{D3E220F0-6441-F84E-82DB-7CDE45938386}" dt="2024-04-23T11:35:39.453" v="368" actId="20577"/>
          <ac:spMkLst>
            <pc:docMk/>
            <pc:sldMk cId="113124066" sldId="940"/>
            <ac:spMk id="5" creationId="{DEBB5A1B-8E2B-90CF-12F1-7EDB2BB7AED2}"/>
          </ac:spMkLst>
        </pc:spChg>
        <pc:spChg chg="mod topLvl">
          <ac:chgData name="考 张" userId="87b8017596393203" providerId="LiveId" clId="{D3E220F0-6441-F84E-82DB-7CDE45938386}" dt="2024-04-23T11:36:36.808" v="370" actId="1076"/>
          <ac:spMkLst>
            <pc:docMk/>
            <pc:sldMk cId="113124066" sldId="940"/>
            <ac:spMk id="6" creationId="{3E9F2F49-ABF5-C1EC-3ECC-7C3740B4816B}"/>
          </ac:spMkLst>
        </pc:spChg>
        <pc:spChg chg="mod topLvl">
          <ac:chgData name="考 张" userId="87b8017596393203" providerId="LiveId" clId="{D3E220F0-6441-F84E-82DB-7CDE45938386}" dt="2024-04-23T11:36:36.808" v="370" actId="1076"/>
          <ac:spMkLst>
            <pc:docMk/>
            <pc:sldMk cId="113124066" sldId="940"/>
            <ac:spMk id="7" creationId="{30E3F51E-BE9C-8589-7E96-7E102EAEB134}"/>
          </ac:spMkLst>
        </pc:spChg>
        <pc:spChg chg="mod topLvl">
          <ac:chgData name="考 张" userId="87b8017596393203" providerId="LiveId" clId="{D3E220F0-6441-F84E-82DB-7CDE45938386}" dt="2024-04-23T11:36:36.808" v="370" actId="1076"/>
          <ac:spMkLst>
            <pc:docMk/>
            <pc:sldMk cId="113124066" sldId="940"/>
            <ac:spMk id="8" creationId="{B3D1D29B-FC80-03A1-20C0-ACFBB6120DCB}"/>
          </ac:spMkLst>
        </pc:spChg>
        <pc:spChg chg="mod topLvl">
          <ac:chgData name="考 张" userId="87b8017596393203" providerId="LiveId" clId="{D3E220F0-6441-F84E-82DB-7CDE45938386}" dt="2024-04-23T11:36:36.808" v="370" actId="1076"/>
          <ac:spMkLst>
            <pc:docMk/>
            <pc:sldMk cId="113124066" sldId="940"/>
            <ac:spMk id="9" creationId="{A0ABFB2F-A0AC-E1F0-7AA0-255F26E9CF25}"/>
          </ac:spMkLst>
        </pc:spChg>
        <pc:spChg chg="mod topLvl">
          <ac:chgData name="考 张" userId="87b8017596393203" providerId="LiveId" clId="{D3E220F0-6441-F84E-82DB-7CDE45938386}" dt="2024-04-23T11:36:36.808" v="370" actId="1076"/>
          <ac:spMkLst>
            <pc:docMk/>
            <pc:sldMk cId="113124066" sldId="940"/>
            <ac:spMk id="10" creationId="{3D45D2AF-1CF7-39A7-9F15-D2DABC655B7D}"/>
          </ac:spMkLst>
        </pc:spChg>
        <pc:spChg chg="mod topLvl">
          <ac:chgData name="考 张" userId="87b8017596393203" providerId="LiveId" clId="{D3E220F0-6441-F84E-82DB-7CDE45938386}" dt="2024-04-23T11:36:36.808" v="370" actId="1076"/>
          <ac:spMkLst>
            <pc:docMk/>
            <pc:sldMk cId="113124066" sldId="940"/>
            <ac:spMk id="11" creationId="{1A01F5DB-BDAE-757F-ACCC-12BE65CBFB62}"/>
          </ac:spMkLst>
        </pc:spChg>
        <pc:spChg chg="mod topLvl">
          <ac:chgData name="考 张" userId="87b8017596393203" providerId="LiveId" clId="{D3E220F0-6441-F84E-82DB-7CDE45938386}" dt="2024-04-23T11:36:36.808" v="370" actId="1076"/>
          <ac:spMkLst>
            <pc:docMk/>
            <pc:sldMk cId="113124066" sldId="940"/>
            <ac:spMk id="12" creationId="{0947F710-079A-2B5A-22B8-7FE91CF60246}"/>
          </ac:spMkLst>
        </pc:spChg>
        <pc:spChg chg="mod topLvl">
          <ac:chgData name="考 张" userId="87b8017596393203" providerId="LiveId" clId="{D3E220F0-6441-F84E-82DB-7CDE45938386}" dt="2024-04-23T11:36:36.808" v="370" actId="1076"/>
          <ac:spMkLst>
            <pc:docMk/>
            <pc:sldMk cId="113124066" sldId="940"/>
            <ac:spMk id="13" creationId="{F38565C1-AD73-D1BD-7FBB-CFD7BCBE9B09}"/>
          </ac:spMkLst>
        </pc:spChg>
        <pc:spChg chg="mod topLvl">
          <ac:chgData name="考 张" userId="87b8017596393203" providerId="LiveId" clId="{D3E220F0-6441-F84E-82DB-7CDE45938386}" dt="2024-04-23T11:36:36.808" v="370" actId="1076"/>
          <ac:spMkLst>
            <pc:docMk/>
            <pc:sldMk cId="113124066" sldId="940"/>
            <ac:spMk id="14" creationId="{54F78ED9-59C1-5705-0D5B-27D611CAA400}"/>
          </ac:spMkLst>
        </pc:spChg>
        <pc:spChg chg="mod topLvl">
          <ac:chgData name="考 张" userId="87b8017596393203" providerId="LiveId" clId="{D3E220F0-6441-F84E-82DB-7CDE45938386}" dt="2024-04-23T11:36:36.808" v="370" actId="1076"/>
          <ac:spMkLst>
            <pc:docMk/>
            <pc:sldMk cId="113124066" sldId="940"/>
            <ac:spMk id="15" creationId="{AAD6FA45-AE4F-1D9A-05E7-C15B3491CEE8}"/>
          </ac:spMkLst>
        </pc:spChg>
        <pc:spChg chg="mod topLvl">
          <ac:chgData name="考 张" userId="87b8017596393203" providerId="LiveId" clId="{D3E220F0-6441-F84E-82DB-7CDE45938386}" dt="2024-04-23T11:36:36.808" v="370" actId="1076"/>
          <ac:spMkLst>
            <pc:docMk/>
            <pc:sldMk cId="113124066" sldId="940"/>
            <ac:spMk id="16" creationId="{E922102B-6F88-60D5-856B-7BB94FBD04AE}"/>
          </ac:spMkLst>
        </pc:spChg>
        <pc:spChg chg="mod topLvl">
          <ac:chgData name="考 张" userId="87b8017596393203" providerId="LiveId" clId="{D3E220F0-6441-F84E-82DB-7CDE45938386}" dt="2024-04-23T11:36:36.808" v="370" actId="1076"/>
          <ac:spMkLst>
            <pc:docMk/>
            <pc:sldMk cId="113124066" sldId="940"/>
            <ac:spMk id="18" creationId="{818CB1DA-688F-C05D-5B4B-CA70D7D4EC2B}"/>
          </ac:spMkLst>
        </pc:spChg>
        <pc:spChg chg="mod topLvl">
          <ac:chgData name="考 张" userId="87b8017596393203" providerId="LiveId" clId="{D3E220F0-6441-F84E-82DB-7CDE45938386}" dt="2024-04-23T11:36:36.808" v="370" actId="1076"/>
          <ac:spMkLst>
            <pc:docMk/>
            <pc:sldMk cId="113124066" sldId="940"/>
            <ac:spMk id="19" creationId="{2CBB8970-3483-59C9-2757-C75A96A05C6E}"/>
          </ac:spMkLst>
        </pc:spChg>
        <pc:spChg chg="mod topLvl">
          <ac:chgData name="考 张" userId="87b8017596393203" providerId="LiveId" clId="{D3E220F0-6441-F84E-82DB-7CDE45938386}" dt="2024-04-23T11:36:36.808" v="370" actId="1076"/>
          <ac:spMkLst>
            <pc:docMk/>
            <pc:sldMk cId="113124066" sldId="940"/>
            <ac:spMk id="20" creationId="{9A3565E3-AB37-1F35-C8D5-821DE89DE359}"/>
          </ac:spMkLst>
        </pc:spChg>
        <pc:spChg chg="mod topLvl">
          <ac:chgData name="考 张" userId="87b8017596393203" providerId="LiveId" clId="{D3E220F0-6441-F84E-82DB-7CDE45938386}" dt="2024-04-23T11:36:36.808" v="370" actId="1076"/>
          <ac:spMkLst>
            <pc:docMk/>
            <pc:sldMk cId="113124066" sldId="940"/>
            <ac:spMk id="21" creationId="{FEC4F4A4-FA95-949D-77D3-BBCBCD936B92}"/>
          </ac:spMkLst>
        </pc:spChg>
        <pc:spChg chg="mod topLvl">
          <ac:chgData name="考 张" userId="87b8017596393203" providerId="LiveId" clId="{D3E220F0-6441-F84E-82DB-7CDE45938386}" dt="2024-04-23T11:36:36.808" v="370" actId="1076"/>
          <ac:spMkLst>
            <pc:docMk/>
            <pc:sldMk cId="113124066" sldId="940"/>
            <ac:spMk id="22" creationId="{11880732-1339-5650-8E2B-7B41831FE5A9}"/>
          </ac:spMkLst>
        </pc:spChg>
        <pc:spChg chg="mod topLvl">
          <ac:chgData name="考 张" userId="87b8017596393203" providerId="LiveId" clId="{D3E220F0-6441-F84E-82DB-7CDE45938386}" dt="2024-04-23T11:36:36.808" v="370" actId="1076"/>
          <ac:spMkLst>
            <pc:docMk/>
            <pc:sldMk cId="113124066" sldId="940"/>
            <ac:spMk id="23" creationId="{31F8AA7B-7C1F-3739-7F70-6579897F600A}"/>
          </ac:spMkLst>
        </pc:spChg>
        <pc:spChg chg="mod topLvl">
          <ac:chgData name="考 张" userId="87b8017596393203" providerId="LiveId" clId="{D3E220F0-6441-F84E-82DB-7CDE45938386}" dt="2024-04-23T11:36:36.808" v="370" actId="1076"/>
          <ac:spMkLst>
            <pc:docMk/>
            <pc:sldMk cId="113124066" sldId="940"/>
            <ac:spMk id="24" creationId="{E8A7ABE4-5FF8-0EA8-DF1E-6540636FDB14}"/>
          </ac:spMkLst>
        </pc:spChg>
        <pc:spChg chg="mod topLvl">
          <ac:chgData name="考 张" userId="87b8017596393203" providerId="LiveId" clId="{D3E220F0-6441-F84E-82DB-7CDE45938386}" dt="2024-04-23T11:36:36.808" v="370" actId="1076"/>
          <ac:spMkLst>
            <pc:docMk/>
            <pc:sldMk cId="113124066" sldId="940"/>
            <ac:spMk id="25" creationId="{28C402DA-E3E0-76BA-41E2-FB849CF72C41}"/>
          </ac:spMkLst>
        </pc:spChg>
        <pc:spChg chg="mod topLvl">
          <ac:chgData name="考 张" userId="87b8017596393203" providerId="LiveId" clId="{D3E220F0-6441-F84E-82DB-7CDE45938386}" dt="2024-04-23T11:36:36.808" v="370" actId="1076"/>
          <ac:spMkLst>
            <pc:docMk/>
            <pc:sldMk cId="113124066" sldId="940"/>
            <ac:spMk id="26" creationId="{0DDD4D5C-0293-E136-C9FC-97103DF17D4A}"/>
          </ac:spMkLst>
        </pc:spChg>
        <pc:spChg chg="mod topLvl">
          <ac:chgData name="考 张" userId="87b8017596393203" providerId="LiveId" clId="{D3E220F0-6441-F84E-82DB-7CDE45938386}" dt="2024-04-23T11:36:36.808" v="370" actId="1076"/>
          <ac:spMkLst>
            <pc:docMk/>
            <pc:sldMk cId="113124066" sldId="940"/>
            <ac:spMk id="27" creationId="{87E37076-EE5B-3958-8942-2A2AEE1F3E2F}"/>
          </ac:spMkLst>
        </pc:spChg>
        <pc:spChg chg="mod topLvl">
          <ac:chgData name="考 张" userId="87b8017596393203" providerId="LiveId" clId="{D3E220F0-6441-F84E-82DB-7CDE45938386}" dt="2024-04-23T11:36:36.808" v="370" actId="1076"/>
          <ac:spMkLst>
            <pc:docMk/>
            <pc:sldMk cId="113124066" sldId="940"/>
            <ac:spMk id="28" creationId="{2134CE2A-6277-10F3-3648-3B866015CF9B}"/>
          </ac:spMkLst>
        </pc:spChg>
        <pc:spChg chg="mod topLvl">
          <ac:chgData name="考 张" userId="87b8017596393203" providerId="LiveId" clId="{D3E220F0-6441-F84E-82DB-7CDE45938386}" dt="2024-04-23T11:36:36.808" v="370" actId="1076"/>
          <ac:spMkLst>
            <pc:docMk/>
            <pc:sldMk cId="113124066" sldId="940"/>
            <ac:spMk id="29" creationId="{73781210-C68F-5C89-A24D-24F0A8AAAD0C}"/>
          </ac:spMkLst>
        </pc:spChg>
        <pc:spChg chg="mod topLvl">
          <ac:chgData name="考 张" userId="87b8017596393203" providerId="LiveId" clId="{D3E220F0-6441-F84E-82DB-7CDE45938386}" dt="2024-04-23T11:36:36.808" v="370" actId="1076"/>
          <ac:spMkLst>
            <pc:docMk/>
            <pc:sldMk cId="113124066" sldId="940"/>
            <ac:spMk id="30" creationId="{14B53B8E-F5F7-D34C-0AB5-2D61860AF1D7}"/>
          </ac:spMkLst>
        </pc:spChg>
        <pc:spChg chg="add del mod topLvl">
          <ac:chgData name="考 张" userId="87b8017596393203" providerId="LiveId" clId="{D3E220F0-6441-F84E-82DB-7CDE45938386}" dt="2024-04-23T11:36:36.808" v="370" actId="1076"/>
          <ac:spMkLst>
            <pc:docMk/>
            <pc:sldMk cId="113124066" sldId="940"/>
            <ac:spMk id="31" creationId="{C74AF482-2836-FF80-0114-A01C008F3F3D}"/>
          </ac:spMkLst>
        </pc:spChg>
        <pc:spChg chg="add del mod topLvl">
          <ac:chgData name="考 张" userId="87b8017596393203" providerId="LiveId" clId="{D3E220F0-6441-F84E-82DB-7CDE45938386}" dt="2024-04-23T11:36:36.808" v="370" actId="1076"/>
          <ac:spMkLst>
            <pc:docMk/>
            <pc:sldMk cId="113124066" sldId="940"/>
            <ac:spMk id="32" creationId="{0E314C04-AEEB-9158-7B2C-7E869BD92614}"/>
          </ac:spMkLst>
        </pc:spChg>
        <pc:spChg chg="mod topLvl">
          <ac:chgData name="考 张" userId="87b8017596393203" providerId="LiveId" clId="{D3E220F0-6441-F84E-82DB-7CDE45938386}" dt="2024-04-23T11:36:36.808" v="370" actId="1076"/>
          <ac:spMkLst>
            <pc:docMk/>
            <pc:sldMk cId="113124066" sldId="940"/>
            <ac:spMk id="33" creationId="{76CCFF3C-E903-110D-D577-E5AC59C55368}"/>
          </ac:spMkLst>
        </pc:spChg>
        <pc:spChg chg="add del mod topLvl">
          <ac:chgData name="考 张" userId="87b8017596393203" providerId="LiveId" clId="{D3E220F0-6441-F84E-82DB-7CDE45938386}" dt="2024-04-23T11:36:36.808" v="370" actId="1076"/>
          <ac:spMkLst>
            <pc:docMk/>
            <pc:sldMk cId="113124066" sldId="940"/>
            <ac:spMk id="34" creationId="{A7BD1750-F535-7A55-CC90-C62D50D064CA}"/>
          </ac:spMkLst>
        </pc:spChg>
        <pc:spChg chg="mod topLvl">
          <ac:chgData name="考 张" userId="87b8017596393203" providerId="LiveId" clId="{D3E220F0-6441-F84E-82DB-7CDE45938386}" dt="2024-04-23T11:36:36.808" v="370" actId="1076"/>
          <ac:spMkLst>
            <pc:docMk/>
            <pc:sldMk cId="113124066" sldId="940"/>
            <ac:spMk id="35" creationId="{D8983860-C0CD-EFFF-A101-B57C591EAE04}"/>
          </ac:spMkLst>
        </pc:spChg>
        <pc:spChg chg="mod topLvl">
          <ac:chgData name="考 张" userId="87b8017596393203" providerId="LiveId" clId="{D3E220F0-6441-F84E-82DB-7CDE45938386}" dt="2024-04-23T11:36:36.808" v="370" actId="1076"/>
          <ac:spMkLst>
            <pc:docMk/>
            <pc:sldMk cId="113124066" sldId="940"/>
            <ac:spMk id="36" creationId="{20FA1133-B9E7-CF41-C714-6474FACE7497}"/>
          </ac:spMkLst>
        </pc:spChg>
        <pc:spChg chg="mod topLvl">
          <ac:chgData name="考 张" userId="87b8017596393203" providerId="LiveId" clId="{D3E220F0-6441-F84E-82DB-7CDE45938386}" dt="2024-04-23T11:36:36.808" v="370" actId="1076"/>
          <ac:spMkLst>
            <pc:docMk/>
            <pc:sldMk cId="113124066" sldId="940"/>
            <ac:spMk id="37" creationId="{30DCE699-4065-A51C-FD7D-9D5E0516BF6E}"/>
          </ac:spMkLst>
        </pc:spChg>
        <pc:spChg chg="mod topLvl">
          <ac:chgData name="考 张" userId="87b8017596393203" providerId="LiveId" clId="{D3E220F0-6441-F84E-82DB-7CDE45938386}" dt="2024-04-23T11:36:36.808" v="370" actId="1076"/>
          <ac:spMkLst>
            <pc:docMk/>
            <pc:sldMk cId="113124066" sldId="940"/>
            <ac:spMk id="38" creationId="{1C08B87A-0F32-907D-B89D-A3FAA5293C03}"/>
          </ac:spMkLst>
        </pc:spChg>
        <pc:spChg chg="mod topLvl">
          <ac:chgData name="考 张" userId="87b8017596393203" providerId="LiveId" clId="{D3E220F0-6441-F84E-82DB-7CDE45938386}" dt="2024-04-23T11:36:36.808" v="370" actId="1076"/>
          <ac:spMkLst>
            <pc:docMk/>
            <pc:sldMk cId="113124066" sldId="940"/>
            <ac:spMk id="39" creationId="{75B44BFC-0B23-E7A3-6757-D1EA33C3100D}"/>
          </ac:spMkLst>
        </pc:spChg>
        <pc:spChg chg="mod topLvl">
          <ac:chgData name="考 张" userId="87b8017596393203" providerId="LiveId" clId="{D3E220F0-6441-F84E-82DB-7CDE45938386}" dt="2024-04-23T11:36:36.808" v="370" actId="1076"/>
          <ac:spMkLst>
            <pc:docMk/>
            <pc:sldMk cId="113124066" sldId="940"/>
            <ac:spMk id="40" creationId="{C632FC59-DAA9-6CD3-87DB-A09244D76DBD}"/>
          </ac:spMkLst>
        </pc:spChg>
        <pc:spChg chg="mod topLvl">
          <ac:chgData name="考 张" userId="87b8017596393203" providerId="LiveId" clId="{D3E220F0-6441-F84E-82DB-7CDE45938386}" dt="2024-04-23T11:36:36.808" v="370" actId="1076"/>
          <ac:spMkLst>
            <pc:docMk/>
            <pc:sldMk cId="113124066" sldId="940"/>
            <ac:spMk id="41" creationId="{286E5022-89B3-C03A-5149-34A0A23A4BA5}"/>
          </ac:spMkLst>
        </pc:spChg>
        <pc:spChg chg="mod topLvl">
          <ac:chgData name="考 张" userId="87b8017596393203" providerId="LiveId" clId="{D3E220F0-6441-F84E-82DB-7CDE45938386}" dt="2024-04-23T11:36:36.808" v="370" actId="1076"/>
          <ac:spMkLst>
            <pc:docMk/>
            <pc:sldMk cId="113124066" sldId="940"/>
            <ac:spMk id="42" creationId="{50A47B4D-F03B-FA5A-32A7-04CF76B0C22D}"/>
          </ac:spMkLst>
        </pc:spChg>
        <pc:spChg chg="mod topLvl">
          <ac:chgData name="考 张" userId="87b8017596393203" providerId="LiveId" clId="{D3E220F0-6441-F84E-82DB-7CDE45938386}" dt="2024-04-23T11:36:36.808" v="370" actId="1076"/>
          <ac:spMkLst>
            <pc:docMk/>
            <pc:sldMk cId="113124066" sldId="940"/>
            <ac:spMk id="43" creationId="{386652CD-A3B6-17EF-FB3D-298EF932BA57}"/>
          </ac:spMkLst>
        </pc:spChg>
        <pc:spChg chg="mod topLvl">
          <ac:chgData name="考 张" userId="87b8017596393203" providerId="LiveId" clId="{D3E220F0-6441-F84E-82DB-7CDE45938386}" dt="2024-04-23T11:36:36.808" v="370" actId="1076"/>
          <ac:spMkLst>
            <pc:docMk/>
            <pc:sldMk cId="113124066" sldId="940"/>
            <ac:spMk id="44" creationId="{0CFA2A76-32D6-A37B-280C-803B929B6E52}"/>
          </ac:spMkLst>
        </pc:spChg>
        <pc:spChg chg="mod topLvl">
          <ac:chgData name="考 张" userId="87b8017596393203" providerId="LiveId" clId="{D3E220F0-6441-F84E-82DB-7CDE45938386}" dt="2024-04-23T11:36:36.808" v="370" actId="1076"/>
          <ac:spMkLst>
            <pc:docMk/>
            <pc:sldMk cId="113124066" sldId="940"/>
            <ac:spMk id="52" creationId="{0C8608C7-78AF-7D3A-603B-6E268BA2A72C}"/>
          </ac:spMkLst>
        </pc:spChg>
        <pc:spChg chg="mod topLvl">
          <ac:chgData name="考 张" userId="87b8017596393203" providerId="LiveId" clId="{D3E220F0-6441-F84E-82DB-7CDE45938386}" dt="2024-04-23T11:36:36.808" v="370" actId="1076"/>
          <ac:spMkLst>
            <pc:docMk/>
            <pc:sldMk cId="113124066" sldId="940"/>
            <ac:spMk id="53" creationId="{753B7FA8-4D52-D80A-DB9B-74F16EDC565A}"/>
          </ac:spMkLst>
        </pc:spChg>
        <pc:spChg chg="mod topLvl">
          <ac:chgData name="考 张" userId="87b8017596393203" providerId="LiveId" clId="{D3E220F0-6441-F84E-82DB-7CDE45938386}" dt="2024-04-23T11:36:36.808" v="370" actId="1076"/>
          <ac:spMkLst>
            <pc:docMk/>
            <pc:sldMk cId="113124066" sldId="940"/>
            <ac:spMk id="54" creationId="{EB6C3B21-4389-E4F4-9152-DD3A350BC3D2}"/>
          </ac:spMkLst>
        </pc:spChg>
        <pc:spChg chg="mod topLvl">
          <ac:chgData name="考 张" userId="87b8017596393203" providerId="LiveId" clId="{D3E220F0-6441-F84E-82DB-7CDE45938386}" dt="2024-04-23T11:36:36.808" v="370" actId="1076"/>
          <ac:spMkLst>
            <pc:docMk/>
            <pc:sldMk cId="113124066" sldId="940"/>
            <ac:spMk id="55" creationId="{0E853D9B-45C9-4071-8661-2223703A2252}"/>
          </ac:spMkLst>
        </pc:spChg>
        <pc:spChg chg="mod topLvl">
          <ac:chgData name="考 张" userId="87b8017596393203" providerId="LiveId" clId="{D3E220F0-6441-F84E-82DB-7CDE45938386}" dt="2024-04-23T11:36:36.808" v="370" actId="1076"/>
          <ac:spMkLst>
            <pc:docMk/>
            <pc:sldMk cId="113124066" sldId="940"/>
            <ac:spMk id="56" creationId="{576F136C-DC2D-5718-2E88-08D5162C4662}"/>
          </ac:spMkLst>
        </pc:spChg>
        <pc:spChg chg="mod topLvl">
          <ac:chgData name="考 张" userId="87b8017596393203" providerId="LiveId" clId="{D3E220F0-6441-F84E-82DB-7CDE45938386}" dt="2024-04-23T11:36:36.808" v="370" actId="1076"/>
          <ac:spMkLst>
            <pc:docMk/>
            <pc:sldMk cId="113124066" sldId="940"/>
            <ac:spMk id="57" creationId="{EB4F9590-46B9-37F2-4494-1928EB75BC75}"/>
          </ac:spMkLst>
        </pc:spChg>
        <pc:spChg chg="mod topLvl">
          <ac:chgData name="考 张" userId="87b8017596393203" providerId="LiveId" clId="{D3E220F0-6441-F84E-82DB-7CDE45938386}" dt="2024-04-23T11:36:36.808" v="370" actId="1076"/>
          <ac:spMkLst>
            <pc:docMk/>
            <pc:sldMk cId="113124066" sldId="940"/>
            <ac:spMk id="58" creationId="{5F639AB8-D5A9-C7FC-BACE-EBE0E987D425}"/>
          </ac:spMkLst>
        </pc:spChg>
        <pc:spChg chg="mod topLvl">
          <ac:chgData name="考 张" userId="87b8017596393203" providerId="LiveId" clId="{D3E220F0-6441-F84E-82DB-7CDE45938386}" dt="2024-04-23T11:36:36.808" v="370" actId="1076"/>
          <ac:spMkLst>
            <pc:docMk/>
            <pc:sldMk cId="113124066" sldId="940"/>
            <ac:spMk id="59" creationId="{92D7B81C-61E9-F692-5193-4BCE3F198137}"/>
          </ac:spMkLst>
        </pc:spChg>
        <pc:spChg chg="mod topLvl">
          <ac:chgData name="考 张" userId="87b8017596393203" providerId="LiveId" clId="{D3E220F0-6441-F84E-82DB-7CDE45938386}" dt="2024-04-23T11:36:36.808" v="370" actId="1076"/>
          <ac:spMkLst>
            <pc:docMk/>
            <pc:sldMk cId="113124066" sldId="940"/>
            <ac:spMk id="60" creationId="{B34F8D2E-9F8C-DBD1-495A-C980B8AE00C3}"/>
          </ac:spMkLst>
        </pc:spChg>
        <pc:spChg chg="mod topLvl">
          <ac:chgData name="考 张" userId="87b8017596393203" providerId="LiveId" clId="{D3E220F0-6441-F84E-82DB-7CDE45938386}" dt="2024-04-23T11:36:36.808" v="370" actId="1076"/>
          <ac:spMkLst>
            <pc:docMk/>
            <pc:sldMk cId="113124066" sldId="940"/>
            <ac:spMk id="61" creationId="{F1B7B2E1-2F3C-D58E-8CBF-76220B63102F}"/>
          </ac:spMkLst>
        </pc:spChg>
        <pc:spChg chg="mod topLvl">
          <ac:chgData name="考 张" userId="87b8017596393203" providerId="LiveId" clId="{D3E220F0-6441-F84E-82DB-7CDE45938386}" dt="2024-04-23T11:36:36.808" v="370" actId="1076"/>
          <ac:spMkLst>
            <pc:docMk/>
            <pc:sldMk cId="113124066" sldId="940"/>
            <ac:spMk id="62" creationId="{4F5D519E-F5C8-6C1E-B6C9-68BF18646070}"/>
          </ac:spMkLst>
        </pc:spChg>
        <pc:spChg chg="mod topLvl">
          <ac:chgData name="考 张" userId="87b8017596393203" providerId="LiveId" clId="{D3E220F0-6441-F84E-82DB-7CDE45938386}" dt="2024-04-23T11:36:36.808" v="370" actId="1076"/>
          <ac:spMkLst>
            <pc:docMk/>
            <pc:sldMk cId="113124066" sldId="940"/>
            <ac:spMk id="63" creationId="{D6253304-4AF0-1EDE-FB20-82146DB4F253}"/>
          </ac:spMkLst>
        </pc:spChg>
        <pc:spChg chg="mod topLvl">
          <ac:chgData name="考 张" userId="87b8017596393203" providerId="LiveId" clId="{D3E220F0-6441-F84E-82DB-7CDE45938386}" dt="2024-04-23T11:36:36.808" v="370" actId="1076"/>
          <ac:spMkLst>
            <pc:docMk/>
            <pc:sldMk cId="113124066" sldId="940"/>
            <ac:spMk id="64" creationId="{B9DFE360-37BC-805D-E718-9B3F2C9C276F}"/>
          </ac:spMkLst>
        </pc:spChg>
        <pc:spChg chg="mod topLvl">
          <ac:chgData name="考 张" userId="87b8017596393203" providerId="LiveId" clId="{D3E220F0-6441-F84E-82DB-7CDE45938386}" dt="2024-04-23T11:36:36.808" v="370" actId="1076"/>
          <ac:spMkLst>
            <pc:docMk/>
            <pc:sldMk cId="113124066" sldId="940"/>
            <ac:spMk id="65" creationId="{DD0D8288-31FD-6C7E-C5D0-E7BDD8E77C51}"/>
          </ac:spMkLst>
        </pc:spChg>
        <pc:spChg chg="mod topLvl">
          <ac:chgData name="考 张" userId="87b8017596393203" providerId="LiveId" clId="{D3E220F0-6441-F84E-82DB-7CDE45938386}" dt="2024-04-23T11:36:36.808" v="370" actId="1076"/>
          <ac:spMkLst>
            <pc:docMk/>
            <pc:sldMk cId="113124066" sldId="940"/>
            <ac:spMk id="66" creationId="{0000020A-7A3A-FCC6-9B84-968D406396CE}"/>
          </ac:spMkLst>
        </pc:spChg>
        <pc:spChg chg="mod topLvl">
          <ac:chgData name="考 张" userId="87b8017596393203" providerId="LiveId" clId="{D3E220F0-6441-F84E-82DB-7CDE45938386}" dt="2024-04-23T11:36:36.808" v="370" actId="1076"/>
          <ac:spMkLst>
            <pc:docMk/>
            <pc:sldMk cId="113124066" sldId="940"/>
            <ac:spMk id="67" creationId="{6DF8F4AC-0BB0-30D9-AEE7-E3970C03B8A5}"/>
          </ac:spMkLst>
        </pc:spChg>
        <pc:spChg chg="mod topLvl">
          <ac:chgData name="考 张" userId="87b8017596393203" providerId="LiveId" clId="{D3E220F0-6441-F84E-82DB-7CDE45938386}" dt="2024-04-23T11:36:36.808" v="370" actId="1076"/>
          <ac:spMkLst>
            <pc:docMk/>
            <pc:sldMk cId="113124066" sldId="940"/>
            <ac:spMk id="68" creationId="{A494240C-C678-EF3E-AD04-4808EA6826C9}"/>
          </ac:spMkLst>
        </pc:spChg>
        <pc:spChg chg="mod topLvl">
          <ac:chgData name="考 张" userId="87b8017596393203" providerId="LiveId" clId="{D3E220F0-6441-F84E-82DB-7CDE45938386}" dt="2024-04-23T11:36:36.808" v="370" actId="1076"/>
          <ac:spMkLst>
            <pc:docMk/>
            <pc:sldMk cId="113124066" sldId="940"/>
            <ac:spMk id="69" creationId="{2E41DC34-FEBD-4B29-7337-D5F66FAA5BE9}"/>
          </ac:spMkLst>
        </pc:spChg>
        <pc:spChg chg="mod topLvl">
          <ac:chgData name="考 张" userId="87b8017596393203" providerId="LiveId" clId="{D3E220F0-6441-F84E-82DB-7CDE45938386}" dt="2024-04-23T11:36:36.808" v="370" actId="1076"/>
          <ac:spMkLst>
            <pc:docMk/>
            <pc:sldMk cId="113124066" sldId="940"/>
            <ac:spMk id="70" creationId="{DF95D73F-AF7D-8855-3907-29318C59A44A}"/>
          </ac:spMkLst>
        </pc:spChg>
        <pc:spChg chg="mod topLvl">
          <ac:chgData name="考 张" userId="87b8017596393203" providerId="LiveId" clId="{D3E220F0-6441-F84E-82DB-7CDE45938386}" dt="2024-04-23T11:36:36.808" v="370" actId="1076"/>
          <ac:spMkLst>
            <pc:docMk/>
            <pc:sldMk cId="113124066" sldId="940"/>
            <ac:spMk id="71" creationId="{CCA3C2A5-830C-87D0-C113-264D944DF48A}"/>
          </ac:spMkLst>
        </pc:spChg>
        <pc:spChg chg="mod topLvl">
          <ac:chgData name="考 张" userId="87b8017596393203" providerId="LiveId" clId="{D3E220F0-6441-F84E-82DB-7CDE45938386}" dt="2024-04-23T11:36:36.808" v="370" actId="1076"/>
          <ac:spMkLst>
            <pc:docMk/>
            <pc:sldMk cId="113124066" sldId="940"/>
            <ac:spMk id="72" creationId="{02B32271-6A2C-5235-F709-7234D97F34FC}"/>
          </ac:spMkLst>
        </pc:spChg>
        <pc:spChg chg="mod topLvl">
          <ac:chgData name="考 张" userId="87b8017596393203" providerId="LiveId" clId="{D3E220F0-6441-F84E-82DB-7CDE45938386}" dt="2024-04-23T11:36:36.808" v="370" actId="1076"/>
          <ac:spMkLst>
            <pc:docMk/>
            <pc:sldMk cId="113124066" sldId="940"/>
            <ac:spMk id="73" creationId="{242E5187-DA85-C948-5572-FF4D7BE6C08B}"/>
          </ac:spMkLst>
        </pc:spChg>
        <pc:spChg chg="mod topLvl">
          <ac:chgData name="考 张" userId="87b8017596393203" providerId="LiveId" clId="{D3E220F0-6441-F84E-82DB-7CDE45938386}" dt="2024-04-23T11:36:36.808" v="370" actId="1076"/>
          <ac:spMkLst>
            <pc:docMk/>
            <pc:sldMk cId="113124066" sldId="940"/>
            <ac:spMk id="74" creationId="{E6E8234F-0D43-8835-631C-7462E34B0472}"/>
          </ac:spMkLst>
        </pc:spChg>
        <pc:spChg chg="mod topLvl">
          <ac:chgData name="考 张" userId="87b8017596393203" providerId="LiveId" clId="{D3E220F0-6441-F84E-82DB-7CDE45938386}" dt="2024-04-23T11:36:36.808" v="370" actId="1076"/>
          <ac:spMkLst>
            <pc:docMk/>
            <pc:sldMk cId="113124066" sldId="940"/>
            <ac:spMk id="75" creationId="{319AE1D6-1D44-0D84-CD36-08A5040BC25C}"/>
          </ac:spMkLst>
        </pc:spChg>
        <pc:spChg chg="mod topLvl">
          <ac:chgData name="考 张" userId="87b8017596393203" providerId="LiveId" clId="{D3E220F0-6441-F84E-82DB-7CDE45938386}" dt="2024-04-23T11:36:36.808" v="370" actId="1076"/>
          <ac:spMkLst>
            <pc:docMk/>
            <pc:sldMk cId="113124066" sldId="940"/>
            <ac:spMk id="76" creationId="{A8E58990-F1BE-84D2-0891-194D1B0350D9}"/>
          </ac:spMkLst>
        </pc:spChg>
        <pc:spChg chg="mod topLvl">
          <ac:chgData name="考 张" userId="87b8017596393203" providerId="LiveId" clId="{D3E220F0-6441-F84E-82DB-7CDE45938386}" dt="2024-04-23T11:36:36.808" v="370" actId="1076"/>
          <ac:spMkLst>
            <pc:docMk/>
            <pc:sldMk cId="113124066" sldId="940"/>
            <ac:spMk id="77" creationId="{C3E477B6-6840-C9FF-3F2D-ED6E44E8A76E}"/>
          </ac:spMkLst>
        </pc:spChg>
        <pc:spChg chg="mod topLvl">
          <ac:chgData name="考 张" userId="87b8017596393203" providerId="LiveId" clId="{D3E220F0-6441-F84E-82DB-7CDE45938386}" dt="2024-04-23T11:36:36.808" v="370" actId="1076"/>
          <ac:spMkLst>
            <pc:docMk/>
            <pc:sldMk cId="113124066" sldId="940"/>
            <ac:spMk id="78" creationId="{E28F8F79-5837-6712-5284-0849AA51696D}"/>
          </ac:spMkLst>
        </pc:spChg>
        <pc:spChg chg="mod topLvl">
          <ac:chgData name="考 张" userId="87b8017596393203" providerId="LiveId" clId="{D3E220F0-6441-F84E-82DB-7CDE45938386}" dt="2024-04-23T11:36:36.808" v="370" actId="1076"/>
          <ac:spMkLst>
            <pc:docMk/>
            <pc:sldMk cId="113124066" sldId="940"/>
            <ac:spMk id="79" creationId="{046FFAAB-4AF4-A82B-FBB5-1FCAF98D3B9C}"/>
          </ac:spMkLst>
        </pc:spChg>
        <pc:spChg chg="mod topLvl">
          <ac:chgData name="考 张" userId="87b8017596393203" providerId="LiveId" clId="{D3E220F0-6441-F84E-82DB-7CDE45938386}" dt="2024-04-23T11:36:36.808" v="370" actId="1076"/>
          <ac:spMkLst>
            <pc:docMk/>
            <pc:sldMk cId="113124066" sldId="940"/>
            <ac:spMk id="80" creationId="{EAC2194C-6E6F-59D7-1174-FEB517DE2E87}"/>
          </ac:spMkLst>
        </pc:spChg>
        <pc:spChg chg="mod topLvl">
          <ac:chgData name="考 张" userId="87b8017596393203" providerId="LiveId" clId="{D3E220F0-6441-F84E-82DB-7CDE45938386}" dt="2024-04-23T11:36:36.808" v="370" actId="1076"/>
          <ac:spMkLst>
            <pc:docMk/>
            <pc:sldMk cId="113124066" sldId="940"/>
            <ac:spMk id="81" creationId="{BBFA53D8-2787-AEDA-04E4-AED435C3266A}"/>
          </ac:spMkLst>
        </pc:spChg>
        <pc:spChg chg="mod topLvl">
          <ac:chgData name="考 张" userId="87b8017596393203" providerId="LiveId" clId="{D3E220F0-6441-F84E-82DB-7CDE45938386}" dt="2024-04-23T11:36:36.808" v="370" actId="1076"/>
          <ac:spMkLst>
            <pc:docMk/>
            <pc:sldMk cId="113124066" sldId="940"/>
            <ac:spMk id="82" creationId="{A38558DC-ABCF-C7CA-D03C-54774BE9803C}"/>
          </ac:spMkLst>
        </pc:spChg>
        <pc:spChg chg="mod topLvl">
          <ac:chgData name="考 张" userId="87b8017596393203" providerId="LiveId" clId="{D3E220F0-6441-F84E-82DB-7CDE45938386}" dt="2024-04-23T11:36:36.808" v="370" actId="1076"/>
          <ac:spMkLst>
            <pc:docMk/>
            <pc:sldMk cId="113124066" sldId="940"/>
            <ac:spMk id="83" creationId="{FBB8C04F-0881-E360-2DDA-23F70D006B5B}"/>
          </ac:spMkLst>
        </pc:spChg>
        <pc:spChg chg="mod topLvl">
          <ac:chgData name="考 张" userId="87b8017596393203" providerId="LiveId" clId="{D3E220F0-6441-F84E-82DB-7CDE45938386}" dt="2024-04-23T11:36:36.808" v="370" actId="1076"/>
          <ac:spMkLst>
            <pc:docMk/>
            <pc:sldMk cId="113124066" sldId="940"/>
            <ac:spMk id="84" creationId="{E147F575-E67F-9633-563B-B6C309196020}"/>
          </ac:spMkLst>
        </pc:spChg>
        <pc:spChg chg="mod topLvl">
          <ac:chgData name="考 张" userId="87b8017596393203" providerId="LiveId" clId="{D3E220F0-6441-F84E-82DB-7CDE45938386}" dt="2024-04-23T11:36:36.808" v="370" actId="1076"/>
          <ac:spMkLst>
            <pc:docMk/>
            <pc:sldMk cId="113124066" sldId="940"/>
            <ac:spMk id="85" creationId="{8F1457E2-A245-7688-4C30-0A86AA830151}"/>
          </ac:spMkLst>
        </pc:spChg>
        <pc:spChg chg="mod topLvl">
          <ac:chgData name="考 张" userId="87b8017596393203" providerId="LiveId" clId="{D3E220F0-6441-F84E-82DB-7CDE45938386}" dt="2024-04-23T11:36:36.808" v="370" actId="1076"/>
          <ac:spMkLst>
            <pc:docMk/>
            <pc:sldMk cId="113124066" sldId="940"/>
            <ac:spMk id="86" creationId="{E5BD1DDA-21C2-B972-170F-7C6AFEC89872}"/>
          </ac:spMkLst>
        </pc:spChg>
        <pc:spChg chg="mod topLvl">
          <ac:chgData name="考 张" userId="87b8017596393203" providerId="LiveId" clId="{D3E220F0-6441-F84E-82DB-7CDE45938386}" dt="2024-04-23T11:36:36.808" v="370" actId="1076"/>
          <ac:spMkLst>
            <pc:docMk/>
            <pc:sldMk cId="113124066" sldId="940"/>
            <ac:spMk id="87" creationId="{0B792586-9E1D-8DAD-63D8-B26C11A52D36}"/>
          </ac:spMkLst>
        </pc:spChg>
        <pc:spChg chg="mod topLvl">
          <ac:chgData name="考 张" userId="87b8017596393203" providerId="LiveId" clId="{D3E220F0-6441-F84E-82DB-7CDE45938386}" dt="2024-04-23T11:36:36.808" v="370" actId="1076"/>
          <ac:spMkLst>
            <pc:docMk/>
            <pc:sldMk cId="113124066" sldId="940"/>
            <ac:spMk id="88" creationId="{7B80BDF9-A7E7-C482-A9B3-BA23FB661B84}"/>
          </ac:spMkLst>
        </pc:spChg>
        <pc:spChg chg="mod topLvl">
          <ac:chgData name="考 张" userId="87b8017596393203" providerId="LiveId" clId="{D3E220F0-6441-F84E-82DB-7CDE45938386}" dt="2024-04-23T11:36:36.808" v="370" actId="1076"/>
          <ac:spMkLst>
            <pc:docMk/>
            <pc:sldMk cId="113124066" sldId="940"/>
            <ac:spMk id="89" creationId="{B0BD4394-CE6A-DFB8-8CAB-B7FB73D20FD0}"/>
          </ac:spMkLst>
        </pc:spChg>
        <pc:spChg chg="mod topLvl">
          <ac:chgData name="考 张" userId="87b8017596393203" providerId="LiveId" clId="{D3E220F0-6441-F84E-82DB-7CDE45938386}" dt="2024-04-23T11:36:36.808" v="370" actId="1076"/>
          <ac:spMkLst>
            <pc:docMk/>
            <pc:sldMk cId="113124066" sldId="940"/>
            <ac:spMk id="90" creationId="{0302AB88-3F83-62E3-DF40-45F1AA677282}"/>
          </ac:spMkLst>
        </pc:spChg>
        <pc:spChg chg="mod topLvl">
          <ac:chgData name="考 张" userId="87b8017596393203" providerId="LiveId" clId="{D3E220F0-6441-F84E-82DB-7CDE45938386}" dt="2024-04-23T11:36:36.808" v="370" actId="1076"/>
          <ac:spMkLst>
            <pc:docMk/>
            <pc:sldMk cId="113124066" sldId="940"/>
            <ac:spMk id="91" creationId="{C04ADEF0-4446-73F4-F064-3B99719E95E7}"/>
          </ac:spMkLst>
        </pc:spChg>
        <pc:spChg chg="mod topLvl">
          <ac:chgData name="考 张" userId="87b8017596393203" providerId="LiveId" clId="{D3E220F0-6441-F84E-82DB-7CDE45938386}" dt="2024-04-23T11:36:36.808" v="370" actId="1076"/>
          <ac:spMkLst>
            <pc:docMk/>
            <pc:sldMk cId="113124066" sldId="940"/>
            <ac:spMk id="92" creationId="{5F90AC29-35A5-9AC4-9A12-0CF6DAC07292}"/>
          </ac:spMkLst>
        </pc:spChg>
        <pc:spChg chg="mod topLvl">
          <ac:chgData name="考 张" userId="87b8017596393203" providerId="LiveId" clId="{D3E220F0-6441-F84E-82DB-7CDE45938386}" dt="2024-04-23T11:36:36.808" v="370" actId="1076"/>
          <ac:spMkLst>
            <pc:docMk/>
            <pc:sldMk cId="113124066" sldId="940"/>
            <ac:spMk id="93" creationId="{11ECA755-F351-DD3E-DCA2-CCE7A5E6B38B}"/>
          </ac:spMkLst>
        </pc:spChg>
        <pc:spChg chg="mod topLvl">
          <ac:chgData name="考 张" userId="87b8017596393203" providerId="LiveId" clId="{D3E220F0-6441-F84E-82DB-7CDE45938386}" dt="2024-04-23T11:36:36.808" v="370" actId="1076"/>
          <ac:spMkLst>
            <pc:docMk/>
            <pc:sldMk cId="113124066" sldId="940"/>
            <ac:spMk id="94" creationId="{69DAAF17-DCCB-AB20-7E6D-BD4592D19D67}"/>
          </ac:spMkLst>
        </pc:spChg>
        <pc:spChg chg="mod topLvl">
          <ac:chgData name="考 张" userId="87b8017596393203" providerId="LiveId" clId="{D3E220F0-6441-F84E-82DB-7CDE45938386}" dt="2024-04-23T11:36:36.808" v="370" actId="1076"/>
          <ac:spMkLst>
            <pc:docMk/>
            <pc:sldMk cId="113124066" sldId="940"/>
            <ac:spMk id="95" creationId="{AB5DC14F-1706-75D1-81DB-3E445F79C579}"/>
          </ac:spMkLst>
        </pc:spChg>
        <pc:spChg chg="mod topLvl">
          <ac:chgData name="考 张" userId="87b8017596393203" providerId="LiveId" clId="{D3E220F0-6441-F84E-82DB-7CDE45938386}" dt="2024-04-23T11:36:36.808" v="370" actId="1076"/>
          <ac:spMkLst>
            <pc:docMk/>
            <pc:sldMk cId="113124066" sldId="940"/>
            <ac:spMk id="96" creationId="{23F2083C-7EEE-F74D-F419-2F9CB441EAA2}"/>
          </ac:spMkLst>
        </pc:spChg>
        <pc:spChg chg="mod topLvl">
          <ac:chgData name="考 张" userId="87b8017596393203" providerId="LiveId" clId="{D3E220F0-6441-F84E-82DB-7CDE45938386}" dt="2024-04-23T11:36:36.808" v="370" actId="1076"/>
          <ac:spMkLst>
            <pc:docMk/>
            <pc:sldMk cId="113124066" sldId="940"/>
            <ac:spMk id="97" creationId="{738EAB21-2BBE-60FD-13C3-46E9EF3404FA}"/>
          </ac:spMkLst>
        </pc:spChg>
        <pc:spChg chg="mod topLvl">
          <ac:chgData name="考 张" userId="87b8017596393203" providerId="LiveId" clId="{D3E220F0-6441-F84E-82DB-7CDE45938386}" dt="2024-04-23T11:36:36.808" v="370" actId="1076"/>
          <ac:spMkLst>
            <pc:docMk/>
            <pc:sldMk cId="113124066" sldId="940"/>
            <ac:spMk id="98" creationId="{BFDD7A04-4F75-8721-EF82-EFF6F336AE7C}"/>
          </ac:spMkLst>
        </pc:spChg>
        <pc:spChg chg="mod topLvl">
          <ac:chgData name="考 张" userId="87b8017596393203" providerId="LiveId" clId="{D3E220F0-6441-F84E-82DB-7CDE45938386}" dt="2024-04-23T11:36:36.808" v="370" actId="1076"/>
          <ac:spMkLst>
            <pc:docMk/>
            <pc:sldMk cId="113124066" sldId="940"/>
            <ac:spMk id="99" creationId="{930B894C-C1CF-B04E-23BB-6FFBA147E48B}"/>
          </ac:spMkLst>
        </pc:spChg>
        <pc:spChg chg="mod topLvl">
          <ac:chgData name="考 张" userId="87b8017596393203" providerId="LiveId" clId="{D3E220F0-6441-F84E-82DB-7CDE45938386}" dt="2024-04-23T11:36:36.808" v="370" actId="1076"/>
          <ac:spMkLst>
            <pc:docMk/>
            <pc:sldMk cId="113124066" sldId="940"/>
            <ac:spMk id="100" creationId="{26A234BF-DAC0-F447-4786-9DB8EA6F8D38}"/>
          </ac:spMkLst>
        </pc:spChg>
        <pc:spChg chg="mod topLvl">
          <ac:chgData name="考 张" userId="87b8017596393203" providerId="LiveId" clId="{D3E220F0-6441-F84E-82DB-7CDE45938386}" dt="2024-04-23T11:36:36.808" v="370" actId="1076"/>
          <ac:spMkLst>
            <pc:docMk/>
            <pc:sldMk cId="113124066" sldId="940"/>
            <ac:spMk id="101" creationId="{720098A8-5C91-F1FF-5245-847F353CE064}"/>
          </ac:spMkLst>
        </pc:spChg>
        <pc:spChg chg="mod topLvl">
          <ac:chgData name="考 张" userId="87b8017596393203" providerId="LiveId" clId="{D3E220F0-6441-F84E-82DB-7CDE45938386}" dt="2024-04-23T11:36:36.808" v="370" actId="1076"/>
          <ac:spMkLst>
            <pc:docMk/>
            <pc:sldMk cId="113124066" sldId="940"/>
            <ac:spMk id="102" creationId="{A7726B20-49D7-A5B9-1B0B-9221BB41A077}"/>
          </ac:spMkLst>
        </pc:spChg>
        <pc:spChg chg="mod topLvl">
          <ac:chgData name="考 张" userId="87b8017596393203" providerId="LiveId" clId="{D3E220F0-6441-F84E-82DB-7CDE45938386}" dt="2024-04-23T11:36:36.808" v="370" actId="1076"/>
          <ac:spMkLst>
            <pc:docMk/>
            <pc:sldMk cId="113124066" sldId="940"/>
            <ac:spMk id="103" creationId="{4F450711-229A-1C46-389C-BCFF6DB4BA1A}"/>
          </ac:spMkLst>
        </pc:spChg>
        <pc:spChg chg="mod topLvl">
          <ac:chgData name="考 张" userId="87b8017596393203" providerId="LiveId" clId="{D3E220F0-6441-F84E-82DB-7CDE45938386}" dt="2024-04-23T11:36:36.808" v="370" actId="1076"/>
          <ac:spMkLst>
            <pc:docMk/>
            <pc:sldMk cId="113124066" sldId="940"/>
            <ac:spMk id="104" creationId="{4AD52A1C-019F-B9A8-CA24-5FEA59B4F783}"/>
          </ac:spMkLst>
        </pc:spChg>
        <pc:spChg chg="mod topLvl">
          <ac:chgData name="考 张" userId="87b8017596393203" providerId="LiveId" clId="{D3E220F0-6441-F84E-82DB-7CDE45938386}" dt="2024-04-23T11:36:36.808" v="370" actId="1076"/>
          <ac:spMkLst>
            <pc:docMk/>
            <pc:sldMk cId="113124066" sldId="940"/>
            <ac:spMk id="105" creationId="{E97C01EB-648E-2098-AD53-5DF645CEAA76}"/>
          </ac:spMkLst>
        </pc:spChg>
        <pc:spChg chg="mod topLvl">
          <ac:chgData name="考 张" userId="87b8017596393203" providerId="LiveId" clId="{D3E220F0-6441-F84E-82DB-7CDE45938386}" dt="2024-04-23T11:36:36.808" v="370" actId="1076"/>
          <ac:spMkLst>
            <pc:docMk/>
            <pc:sldMk cId="113124066" sldId="940"/>
            <ac:spMk id="106" creationId="{0237A6A2-4EF7-7AD8-6A72-AA9BAE889465}"/>
          </ac:spMkLst>
        </pc:spChg>
        <pc:spChg chg="mod topLvl">
          <ac:chgData name="考 张" userId="87b8017596393203" providerId="LiveId" clId="{D3E220F0-6441-F84E-82DB-7CDE45938386}" dt="2024-04-23T11:36:36.808" v="370" actId="1076"/>
          <ac:spMkLst>
            <pc:docMk/>
            <pc:sldMk cId="113124066" sldId="940"/>
            <ac:spMk id="107" creationId="{8FDACCDB-23BD-8D9A-55F7-B61B9B43AAD4}"/>
          </ac:spMkLst>
        </pc:spChg>
        <pc:spChg chg="mod topLvl">
          <ac:chgData name="考 张" userId="87b8017596393203" providerId="LiveId" clId="{D3E220F0-6441-F84E-82DB-7CDE45938386}" dt="2024-04-23T11:36:36.808" v="370" actId="1076"/>
          <ac:spMkLst>
            <pc:docMk/>
            <pc:sldMk cId="113124066" sldId="940"/>
            <ac:spMk id="108" creationId="{D6CD715B-66FD-3E79-70B9-FF7BF12AAFDD}"/>
          </ac:spMkLst>
        </pc:spChg>
        <pc:spChg chg="mod topLvl">
          <ac:chgData name="考 张" userId="87b8017596393203" providerId="LiveId" clId="{D3E220F0-6441-F84E-82DB-7CDE45938386}" dt="2024-04-23T11:36:36.808" v="370" actId="1076"/>
          <ac:spMkLst>
            <pc:docMk/>
            <pc:sldMk cId="113124066" sldId="940"/>
            <ac:spMk id="109" creationId="{E94ACA97-F226-ED3F-13FF-84A482B34B96}"/>
          </ac:spMkLst>
        </pc:spChg>
        <pc:spChg chg="mod topLvl">
          <ac:chgData name="考 张" userId="87b8017596393203" providerId="LiveId" clId="{D3E220F0-6441-F84E-82DB-7CDE45938386}" dt="2024-04-23T11:36:36.808" v="370" actId="1076"/>
          <ac:spMkLst>
            <pc:docMk/>
            <pc:sldMk cId="113124066" sldId="940"/>
            <ac:spMk id="110" creationId="{F592AF51-8805-0D85-4C77-84CB1ED4DB6A}"/>
          </ac:spMkLst>
        </pc:spChg>
        <pc:spChg chg="mod topLvl">
          <ac:chgData name="考 张" userId="87b8017596393203" providerId="LiveId" clId="{D3E220F0-6441-F84E-82DB-7CDE45938386}" dt="2024-04-23T11:36:36.808" v="370" actId="1076"/>
          <ac:spMkLst>
            <pc:docMk/>
            <pc:sldMk cId="113124066" sldId="940"/>
            <ac:spMk id="111" creationId="{D0996117-427D-00B0-CF18-93855F986B32}"/>
          </ac:spMkLst>
        </pc:spChg>
        <pc:spChg chg="mod topLvl">
          <ac:chgData name="考 张" userId="87b8017596393203" providerId="LiveId" clId="{D3E220F0-6441-F84E-82DB-7CDE45938386}" dt="2024-04-23T11:36:36.808" v="370" actId="1076"/>
          <ac:spMkLst>
            <pc:docMk/>
            <pc:sldMk cId="113124066" sldId="940"/>
            <ac:spMk id="112" creationId="{567A0AB4-B75F-557F-C7ED-A51BF4B2B36C}"/>
          </ac:spMkLst>
        </pc:spChg>
        <pc:spChg chg="mod topLvl">
          <ac:chgData name="考 张" userId="87b8017596393203" providerId="LiveId" clId="{D3E220F0-6441-F84E-82DB-7CDE45938386}" dt="2024-04-23T11:36:36.808" v="370" actId="1076"/>
          <ac:spMkLst>
            <pc:docMk/>
            <pc:sldMk cId="113124066" sldId="940"/>
            <ac:spMk id="113" creationId="{CA965B2F-1E95-1670-8F34-C486E45B533E}"/>
          </ac:spMkLst>
        </pc:spChg>
        <pc:spChg chg="mod topLvl">
          <ac:chgData name="考 张" userId="87b8017596393203" providerId="LiveId" clId="{D3E220F0-6441-F84E-82DB-7CDE45938386}" dt="2024-04-23T11:36:36.808" v="370" actId="1076"/>
          <ac:spMkLst>
            <pc:docMk/>
            <pc:sldMk cId="113124066" sldId="940"/>
            <ac:spMk id="114" creationId="{54FFD5BE-118B-3835-32C5-9A15B6B60439}"/>
          </ac:spMkLst>
        </pc:spChg>
        <pc:spChg chg="mod topLvl">
          <ac:chgData name="考 张" userId="87b8017596393203" providerId="LiveId" clId="{D3E220F0-6441-F84E-82DB-7CDE45938386}" dt="2024-04-23T11:36:36.808" v="370" actId="1076"/>
          <ac:spMkLst>
            <pc:docMk/>
            <pc:sldMk cId="113124066" sldId="940"/>
            <ac:spMk id="115" creationId="{7D4F8E94-5452-E6DA-336B-B8A44E0353E1}"/>
          </ac:spMkLst>
        </pc:spChg>
        <pc:spChg chg="mod topLvl">
          <ac:chgData name="考 张" userId="87b8017596393203" providerId="LiveId" clId="{D3E220F0-6441-F84E-82DB-7CDE45938386}" dt="2024-04-23T11:36:36.808" v="370" actId="1076"/>
          <ac:spMkLst>
            <pc:docMk/>
            <pc:sldMk cId="113124066" sldId="940"/>
            <ac:spMk id="116" creationId="{7089390D-2A80-58E2-E09C-4C3CB65025C3}"/>
          </ac:spMkLst>
        </pc:spChg>
        <pc:spChg chg="mod topLvl">
          <ac:chgData name="考 张" userId="87b8017596393203" providerId="LiveId" clId="{D3E220F0-6441-F84E-82DB-7CDE45938386}" dt="2024-04-23T11:36:36.808" v="370" actId="1076"/>
          <ac:spMkLst>
            <pc:docMk/>
            <pc:sldMk cId="113124066" sldId="940"/>
            <ac:spMk id="117" creationId="{3829F397-E1A0-1F01-DCF1-2BE391308D24}"/>
          </ac:spMkLst>
        </pc:spChg>
        <pc:spChg chg="mod topLvl">
          <ac:chgData name="考 张" userId="87b8017596393203" providerId="LiveId" clId="{D3E220F0-6441-F84E-82DB-7CDE45938386}" dt="2024-04-23T11:36:36.808" v="370" actId="1076"/>
          <ac:spMkLst>
            <pc:docMk/>
            <pc:sldMk cId="113124066" sldId="940"/>
            <ac:spMk id="118" creationId="{1AB2AA7C-62E0-CAE2-2E8E-937EBB086429}"/>
          </ac:spMkLst>
        </pc:spChg>
        <pc:spChg chg="mod topLvl">
          <ac:chgData name="考 张" userId="87b8017596393203" providerId="LiveId" clId="{D3E220F0-6441-F84E-82DB-7CDE45938386}" dt="2024-04-23T11:36:36.808" v="370" actId="1076"/>
          <ac:spMkLst>
            <pc:docMk/>
            <pc:sldMk cId="113124066" sldId="940"/>
            <ac:spMk id="119" creationId="{A69D84CF-49A4-C376-4B56-2A24F2EE3B0A}"/>
          </ac:spMkLst>
        </pc:spChg>
        <pc:spChg chg="mod topLvl">
          <ac:chgData name="考 张" userId="87b8017596393203" providerId="LiveId" clId="{D3E220F0-6441-F84E-82DB-7CDE45938386}" dt="2024-04-23T11:36:36.808" v="370" actId="1076"/>
          <ac:spMkLst>
            <pc:docMk/>
            <pc:sldMk cId="113124066" sldId="940"/>
            <ac:spMk id="120" creationId="{9718072D-5EA1-9AC4-0028-3AFACB86CF28}"/>
          </ac:spMkLst>
        </pc:spChg>
        <pc:spChg chg="mod topLvl">
          <ac:chgData name="考 张" userId="87b8017596393203" providerId="LiveId" clId="{D3E220F0-6441-F84E-82DB-7CDE45938386}" dt="2024-04-23T11:36:36.808" v="370" actId="1076"/>
          <ac:spMkLst>
            <pc:docMk/>
            <pc:sldMk cId="113124066" sldId="940"/>
            <ac:spMk id="121" creationId="{B587C5D2-9486-AFA6-DDF6-7F90BC5C7B5A}"/>
          </ac:spMkLst>
        </pc:spChg>
        <pc:spChg chg="mod topLvl">
          <ac:chgData name="考 张" userId="87b8017596393203" providerId="LiveId" clId="{D3E220F0-6441-F84E-82DB-7CDE45938386}" dt="2024-04-23T11:36:36.808" v="370" actId="1076"/>
          <ac:spMkLst>
            <pc:docMk/>
            <pc:sldMk cId="113124066" sldId="940"/>
            <ac:spMk id="122" creationId="{C31B852C-1C6B-D82C-406F-06C5150D639D}"/>
          </ac:spMkLst>
        </pc:spChg>
        <pc:spChg chg="mod topLvl">
          <ac:chgData name="考 张" userId="87b8017596393203" providerId="LiveId" clId="{D3E220F0-6441-F84E-82DB-7CDE45938386}" dt="2024-04-23T11:36:36.808" v="370" actId="1076"/>
          <ac:spMkLst>
            <pc:docMk/>
            <pc:sldMk cId="113124066" sldId="940"/>
            <ac:spMk id="123" creationId="{7F0C912B-0656-F6F9-DDBE-251AC82DA9DF}"/>
          </ac:spMkLst>
        </pc:spChg>
        <pc:spChg chg="mod topLvl">
          <ac:chgData name="考 张" userId="87b8017596393203" providerId="LiveId" clId="{D3E220F0-6441-F84E-82DB-7CDE45938386}" dt="2024-04-23T11:36:36.808" v="370" actId="1076"/>
          <ac:spMkLst>
            <pc:docMk/>
            <pc:sldMk cId="113124066" sldId="940"/>
            <ac:spMk id="124" creationId="{F8972AFD-7D34-C4BB-4A43-C8A95E5256E1}"/>
          </ac:spMkLst>
        </pc:spChg>
        <pc:spChg chg="mod topLvl">
          <ac:chgData name="考 张" userId="87b8017596393203" providerId="LiveId" clId="{D3E220F0-6441-F84E-82DB-7CDE45938386}" dt="2024-04-23T11:36:36.808" v="370" actId="1076"/>
          <ac:spMkLst>
            <pc:docMk/>
            <pc:sldMk cId="113124066" sldId="940"/>
            <ac:spMk id="125" creationId="{3914377A-C0F2-E173-E50B-ECAB7A8FDA80}"/>
          </ac:spMkLst>
        </pc:spChg>
        <pc:spChg chg="mod topLvl">
          <ac:chgData name="考 张" userId="87b8017596393203" providerId="LiveId" clId="{D3E220F0-6441-F84E-82DB-7CDE45938386}" dt="2024-04-23T11:36:36.808" v="370" actId="1076"/>
          <ac:spMkLst>
            <pc:docMk/>
            <pc:sldMk cId="113124066" sldId="940"/>
            <ac:spMk id="126" creationId="{972AD27C-311E-B873-01F7-0247DE92B3C2}"/>
          </ac:spMkLst>
        </pc:spChg>
        <pc:spChg chg="mod topLvl">
          <ac:chgData name="考 张" userId="87b8017596393203" providerId="LiveId" clId="{D3E220F0-6441-F84E-82DB-7CDE45938386}" dt="2024-04-23T11:36:36.808" v="370" actId="1076"/>
          <ac:spMkLst>
            <pc:docMk/>
            <pc:sldMk cId="113124066" sldId="940"/>
            <ac:spMk id="127" creationId="{C6FE041C-1976-7F17-ED3C-B90C84AA0040}"/>
          </ac:spMkLst>
        </pc:spChg>
        <pc:spChg chg="mod topLvl">
          <ac:chgData name="考 张" userId="87b8017596393203" providerId="LiveId" clId="{D3E220F0-6441-F84E-82DB-7CDE45938386}" dt="2024-04-23T11:36:36.808" v="370" actId="1076"/>
          <ac:spMkLst>
            <pc:docMk/>
            <pc:sldMk cId="113124066" sldId="940"/>
            <ac:spMk id="128" creationId="{6379140C-34ED-4D2A-1C26-BFA4A3FB0F2C}"/>
          </ac:spMkLst>
        </pc:spChg>
        <pc:spChg chg="mod topLvl">
          <ac:chgData name="考 张" userId="87b8017596393203" providerId="LiveId" clId="{D3E220F0-6441-F84E-82DB-7CDE45938386}" dt="2024-04-23T11:36:36.808" v="370" actId="1076"/>
          <ac:spMkLst>
            <pc:docMk/>
            <pc:sldMk cId="113124066" sldId="940"/>
            <ac:spMk id="129" creationId="{1CC602F8-1B05-DB90-E1FE-3CF101E4859B}"/>
          </ac:spMkLst>
        </pc:spChg>
        <pc:spChg chg="mod topLvl">
          <ac:chgData name="考 张" userId="87b8017596393203" providerId="LiveId" clId="{D3E220F0-6441-F84E-82DB-7CDE45938386}" dt="2024-04-23T11:36:36.808" v="370" actId="1076"/>
          <ac:spMkLst>
            <pc:docMk/>
            <pc:sldMk cId="113124066" sldId="940"/>
            <ac:spMk id="130" creationId="{5D99EBCD-AA9A-3337-3C68-278561F08B57}"/>
          </ac:spMkLst>
        </pc:spChg>
        <pc:spChg chg="mod topLvl">
          <ac:chgData name="考 张" userId="87b8017596393203" providerId="LiveId" clId="{D3E220F0-6441-F84E-82DB-7CDE45938386}" dt="2024-04-23T11:36:36.808" v="370" actId="1076"/>
          <ac:spMkLst>
            <pc:docMk/>
            <pc:sldMk cId="113124066" sldId="940"/>
            <ac:spMk id="131" creationId="{63DF01CA-31AD-1CA1-9DD0-4F6C6D49F9C9}"/>
          </ac:spMkLst>
        </pc:spChg>
        <pc:spChg chg="mod topLvl">
          <ac:chgData name="考 张" userId="87b8017596393203" providerId="LiveId" clId="{D3E220F0-6441-F84E-82DB-7CDE45938386}" dt="2024-04-23T11:36:36.808" v="370" actId="1076"/>
          <ac:spMkLst>
            <pc:docMk/>
            <pc:sldMk cId="113124066" sldId="940"/>
            <ac:spMk id="132" creationId="{37F506B0-1AC9-4CF8-0AA6-54AFA21DF323}"/>
          </ac:spMkLst>
        </pc:spChg>
        <pc:spChg chg="mod topLvl">
          <ac:chgData name="考 张" userId="87b8017596393203" providerId="LiveId" clId="{D3E220F0-6441-F84E-82DB-7CDE45938386}" dt="2024-04-23T11:36:36.808" v="370" actId="1076"/>
          <ac:spMkLst>
            <pc:docMk/>
            <pc:sldMk cId="113124066" sldId="940"/>
            <ac:spMk id="133" creationId="{1F5ED6B8-3B3E-583D-DB1A-EE411924AA65}"/>
          </ac:spMkLst>
        </pc:spChg>
        <pc:spChg chg="mod topLvl">
          <ac:chgData name="考 张" userId="87b8017596393203" providerId="LiveId" clId="{D3E220F0-6441-F84E-82DB-7CDE45938386}" dt="2024-04-23T11:36:36.808" v="370" actId="1076"/>
          <ac:spMkLst>
            <pc:docMk/>
            <pc:sldMk cId="113124066" sldId="940"/>
            <ac:spMk id="134" creationId="{EF818A23-0155-7AEE-9C98-3FA6328C7B19}"/>
          </ac:spMkLst>
        </pc:spChg>
        <pc:spChg chg="mod topLvl">
          <ac:chgData name="考 张" userId="87b8017596393203" providerId="LiveId" clId="{D3E220F0-6441-F84E-82DB-7CDE45938386}" dt="2024-04-23T11:36:36.808" v="370" actId="1076"/>
          <ac:spMkLst>
            <pc:docMk/>
            <pc:sldMk cId="113124066" sldId="940"/>
            <ac:spMk id="135" creationId="{7B843D49-6DD1-6903-7A50-B6E55D4325A4}"/>
          </ac:spMkLst>
        </pc:spChg>
        <pc:spChg chg="mod topLvl">
          <ac:chgData name="考 张" userId="87b8017596393203" providerId="LiveId" clId="{D3E220F0-6441-F84E-82DB-7CDE45938386}" dt="2024-04-23T11:36:36.808" v="370" actId="1076"/>
          <ac:spMkLst>
            <pc:docMk/>
            <pc:sldMk cId="113124066" sldId="940"/>
            <ac:spMk id="136" creationId="{E5F49951-15F2-B790-2C6A-8A0CED2B2F6E}"/>
          </ac:spMkLst>
        </pc:spChg>
        <pc:spChg chg="mod topLvl">
          <ac:chgData name="考 张" userId="87b8017596393203" providerId="LiveId" clId="{D3E220F0-6441-F84E-82DB-7CDE45938386}" dt="2024-04-23T11:36:36.808" v="370" actId="1076"/>
          <ac:spMkLst>
            <pc:docMk/>
            <pc:sldMk cId="113124066" sldId="940"/>
            <ac:spMk id="137" creationId="{5734F974-2DE7-993F-9480-2631C8EE79E3}"/>
          </ac:spMkLst>
        </pc:spChg>
        <pc:spChg chg="mod topLvl">
          <ac:chgData name="考 张" userId="87b8017596393203" providerId="LiveId" clId="{D3E220F0-6441-F84E-82DB-7CDE45938386}" dt="2024-04-23T11:36:36.808" v="370" actId="1076"/>
          <ac:spMkLst>
            <pc:docMk/>
            <pc:sldMk cId="113124066" sldId="940"/>
            <ac:spMk id="138" creationId="{D576B539-D253-6663-9CEC-85B13E0A24A7}"/>
          </ac:spMkLst>
        </pc:spChg>
        <pc:spChg chg="mod topLvl">
          <ac:chgData name="考 张" userId="87b8017596393203" providerId="LiveId" clId="{D3E220F0-6441-F84E-82DB-7CDE45938386}" dt="2024-04-23T11:36:36.808" v="370" actId="1076"/>
          <ac:spMkLst>
            <pc:docMk/>
            <pc:sldMk cId="113124066" sldId="940"/>
            <ac:spMk id="139" creationId="{229AC2C2-F512-66A6-ED8F-79832D2C6E0F}"/>
          </ac:spMkLst>
        </pc:spChg>
        <pc:spChg chg="mod topLvl">
          <ac:chgData name="考 张" userId="87b8017596393203" providerId="LiveId" clId="{D3E220F0-6441-F84E-82DB-7CDE45938386}" dt="2024-04-23T11:36:36.808" v="370" actId="1076"/>
          <ac:spMkLst>
            <pc:docMk/>
            <pc:sldMk cId="113124066" sldId="940"/>
            <ac:spMk id="140" creationId="{7F0BD772-63B5-051A-04EA-537EDA1C0893}"/>
          </ac:spMkLst>
        </pc:spChg>
        <pc:spChg chg="mod topLvl">
          <ac:chgData name="考 张" userId="87b8017596393203" providerId="LiveId" clId="{D3E220F0-6441-F84E-82DB-7CDE45938386}" dt="2024-04-23T11:36:36.808" v="370" actId="1076"/>
          <ac:spMkLst>
            <pc:docMk/>
            <pc:sldMk cId="113124066" sldId="940"/>
            <ac:spMk id="141" creationId="{AFDDB7AF-1BC7-532D-100A-50F350C25696}"/>
          </ac:spMkLst>
        </pc:spChg>
        <pc:spChg chg="mod topLvl">
          <ac:chgData name="考 张" userId="87b8017596393203" providerId="LiveId" clId="{D3E220F0-6441-F84E-82DB-7CDE45938386}" dt="2024-04-23T11:36:36.808" v="370" actId="1076"/>
          <ac:spMkLst>
            <pc:docMk/>
            <pc:sldMk cId="113124066" sldId="940"/>
            <ac:spMk id="142" creationId="{9EBBF4EC-05BB-46A6-F0DC-5EC4DBF9B72A}"/>
          </ac:spMkLst>
        </pc:spChg>
        <pc:spChg chg="mod topLvl">
          <ac:chgData name="考 张" userId="87b8017596393203" providerId="LiveId" clId="{D3E220F0-6441-F84E-82DB-7CDE45938386}" dt="2024-04-23T11:36:36.808" v="370" actId="1076"/>
          <ac:spMkLst>
            <pc:docMk/>
            <pc:sldMk cId="113124066" sldId="940"/>
            <ac:spMk id="143" creationId="{0162E12A-72F6-F525-DEFE-B3B3388A95E6}"/>
          </ac:spMkLst>
        </pc:spChg>
        <pc:spChg chg="mod topLvl">
          <ac:chgData name="考 张" userId="87b8017596393203" providerId="LiveId" clId="{D3E220F0-6441-F84E-82DB-7CDE45938386}" dt="2024-04-23T11:36:36.808" v="370" actId="1076"/>
          <ac:spMkLst>
            <pc:docMk/>
            <pc:sldMk cId="113124066" sldId="940"/>
            <ac:spMk id="144" creationId="{55C0021C-834B-8D37-9675-E6E43E3BE59A}"/>
          </ac:spMkLst>
        </pc:spChg>
        <pc:spChg chg="mod topLvl">
          <ac:chgData name="考 张" userId="87b8017596393203" providerId="LiveId" clId="{D3E220F0-6441-F84E-82DB-7CDE45938386}" dt="2024-04-23T11:36:36.808" v="370" actId="1076"/>
          <ac:spMkLst>
            <pc:docMk/>
            <pc:sldMk cId="113124066" sldId="940"/>
            <ac:spMk id="145" creationId="{2E8AB86B-CA7B-F8BF-FAA2-70ACC2A27A42}"/>
          </ac:spMkLst>
        </pc:spChg>
        <pc:spChg chg="mod topLvl">
          <ac:chgData name="考 张" userId="87b8017596393203" providerId="LiveId" clId="{D3E220F0-6441-F84E-82DB-7CDE45938386}" dt="2024-04-23T11:36:36.808" v="370" actId="1076"/>
          <ac:spMkLst>
            <pc:docMk/>
            <pc:sldMk cId="113124066" sldId="940"/>
            <ac:spMk id="146" creationId="{9AB3CEEB-B103-A458-C8CF-7054AE44C884}"/>
          </ac:spMkLst>
        </pc:spChg>
        <pc:spChg chg="mod topLvl">
          <ac:chgData name="考 张" userId="87b8017596393203" providerId="LiveId" clId="{D3E220F0-6441-F84E-82DB-7CDE45938386}" dt="2024-04-23T11:36:36.808" v="370" actId="1076"/>
          <ac:spMkLst>
            <pc:docMk/>
            <pc:sldMk cId="113124066" sldId="940"/>
            <ac:spMk id="147" creationId="{C20EBF89-F7F0-6FC1-0381-75FADFA6D377}"/>
          </ac:spMkLst>
        </pc:spChg>
        <pc:spChg chg="mod topLvl">
          <ac:chgData name="考 张" userId="87b8017596393203" providerId="LiveId" clId="{D3E220F0-6441-F84E-82DB-7CDE45938386}" dt="2024-04-23T11:36:36.808" v="370" actId="1076"/>
          <ac:spMkLst>
            <pc:docMk/>
            <pc:sldMk cId="113124066" sldId="940"/>
            <ac:spMk id="148" creationId="{C7217BCC-875E-319B-46E2-BCF684AEB287}"/>
          </ac:spMkLst>
        </pc:spChg>
        <pc:spChg chg="mod topLvl">
          <ac:chgData name="考 张" userId="87b8017596393203" providerId="LiveId" clId="{D3E220F0-6441-F84E-82DB-7CDE45938386}" dt="2024-04-23T11:36:36.808" v="370" actId="1076"/>
          <ac:spMkLst>
            <pc:docMk/>
            <pc:sldMk cId="113124066" sldId="940"/>
            <ac:spMk id="149" creationId="{BDEB6615-98AF-AC7D-289B-D20C12BAED10}"/>
          </ac:spMkLst>
        </pc:spChg>
        <pc:spChg chg="mod topLvl">
          <ac:chgData name="考 张" userId="87b8017596393203" providerId="LiveId" clId="{D3E220F0-6441-F84E-82DB-7CDE45938386}" dt="2024-04-23T11:36:36.808" v="370" actId="1076"/>
          <ac:spMkLst>
            <pc:docMk/>
            <pc:sldMk cId="113124066" sldId="940"/>
            <ac:spMk id="150" creationId="{55C48250-AEFC-75DF-25DC-623A491B49A2}"/>
          </ac:spMkLst>
        </pc:spChg>
        <pc:spChg chg="mod topLvl">
          <ac:chgData name="考 张" userId="87b8017596393203" providerId="LiveId" clId="{D3E220F0-6441-F84E-82DB-7CDE45938386}" dt="2024-04-23T11:36:36.808" v="370" actId="1076"/>
          <ac:spMkLst>
            <pc:docMk/>
            <pc:sldMk cId="113124066" sldId="940"/>
            <ac:spMk id="151" creationId="{FE411F3D-4660-8CF4-BE60-F2BF2ECBB29B}"/>
          </ac:spMkLst>
        </pc:spChg>
        <pc:spChg chg="mod topLvl">
          <ac:chgData name="考 张" userId="87b8017596393203" providerId="LiveId" clId="{D3E220F0-6441-F84E-82DB-7CDE45938386}" dt="2024-04-23T11:36:36.808" v="370" actId="1076"/>
          <ac:spMkLst>
            <pc:docMk/>
            <pc:sldMk cId="113124066" sldId="940"/>
            <ac:spMk id="152" creationId="{6D7FEB5C-8554-5DEE-9087-FF9918E12373}"/>
          </ac:spMkLst>
        </pc:spChg>
        <pc:spChg chg="mod topLvl">
          <ac:chgData name="考 张" userId="87b8017596393203" providerId="LiveId" clId="{D3E220F0-6441-F84E-82DB-7CDE45938386}" dt="2024-04-23T11:36:36.808" v="370" actId="1076"/>
          <ac:spMkLst>
            <pc:docMk/>
            <pc:sldMk cId="113124066" sldId="940"/>
            <ac:spMk id="153" creationId="{03BA04E8-950B-5B1E-5262-DAF77C805AB2}"/>
          </ac:spMkLst>
        </pc:spChg>
        <pc:spChg chg="mod topLvl">
          <ac:chgData name="考 张" userId="87b8017596393203" providerId="LiveId" clId="{D3E220F0-6441-F84E-82DB-7CDE45938386}" dt="2024-04-23T11:36:36.808" v="370" actId="1076"/>
          <ac:spMkLst>
            <pc:docMk/>
            <pc:sldMk cId="113124066" sldId="940"/>
            <ac:spMk id="154" creationId="{689253E1-14AA-2A37-05B2-695188AA25E3}"/>
          </ac:spMkLst>
        </pc:spChg>
        <pc:spChg chg="mod topLvl">
          <ac:chgData name="考 张" userId="87b8017596393203" providerId="LiveId" clId="{D3E220F0-6441-F84E-82DB-7CDE45938386}" dt="2024-04-23T11:36:36.808" v="370" actId="1076"/>
          <ac:spMkLst>
            <pc:docMk/>
            <pc:sldMk cId="113124066" sldId="940"/>
            <ac:spMk id="155" creationId="{2913EF6D-9CD0-40A1-43E6-7C9169093B07}"/>
          </ac:spMkLst>
        </pc:spChg>
        <pc:spChg chg="mod topLvl">
          <ac:chgData name="考 张" userId="87b8017596393203" providerId="LiveId" clId="{D3E220F0-6441-F84E-82DB-7CDE45938386}" dt="2024-04-23T11:36:36.808" v="370" actId="1076"/>
          <ac:spMkLst>
            <pc:docMk/>
            <pc:sldMk cId="113124066" sldId="940"/>
            <ac:spMk id="156" creationId="{A7147172-297E-EC69-F6E7-DB952E5E9EF5}"/>
          </ac:spMkLst>
        </pc:spChg>
        <pc:spChg chg="mod topLvl">
          <ac:chgData name="考 张" userId="87b8017596393203" providerId="LiveId" clId="{D3E220F0-6441-F84E-82DB-7CDE45938386}" dt="2024-04-23T11:36:36.808" v="370" actId="1076"/>
          <ac:spMkLst>
            <pc:docMk/>
            <pc:sldMk cId="113124066" sldId="940"/>
            <ac:spMk id="157" creationId="{3F647109-9556-1548-6A7F-3A6CE4343397}"/>
          </ac:spMkLst>
        </pc:spChg>
        <pc:spChg chg="mod topLvl">
          <ac:chgData name="考 张" userId="87b8017596393203" providerId="LiveId" clId="{D3E220F0-6441-F84E-82DB-7CDE45938386}" dt="2024-04-23T11:36:36.808" v="370" actId="1076"/>
          <ac:spMkLst>
            <pc:docMk/>
            <pc:sldMk cId="113124066" sldId="940"/>
            <ac:spMk id="158" creationId="{3394B256-F45C-3DBA-B89F-DE317E9C0C6C}"/>
          </ac:spMkLst>
        </pc:spChg>
        <pc:spChg chg="mod topLvl">
          <ac:chgData name="考 张" userId="87b8017596393203" providerId="LiveId" clId="{D3E220F0-6441-F84E-82DB-7CDE45938386}" dt="2024-04-23T11:36:36.808" v="370" actId="1076"/>
          <ac:spMkLst>
            <pc:docMk/>
            <pc:sldMk cId="113124066" sldId="940"/>
            <ac:spMk id="159" creationId="{1C8F73BF-6ABD-1482-84B9-142CD46D1930}"/>
          </ac:spMkLst>
        </pc:spChg>
        <pc:spChg chg="mod topLvl">
          <ac:chgData name="考 张" userId="87b8017596393203" providerId="LiveId" clId="{D3E220F0-6441-F84E-82DB-7CDE45938386}" dt="2024-04-23T11:36:36.808" v="370" actId="1076"/>
          <ac:spMkLst>
            <pc:docMk/>
            <pc:sldMk cId="113124066" sldId="940"/>
            <ac:spMk id="160" creationId="{B6E9FB00-429B-B8F5-E4B4-F4F74161F5BD}"/>
          </ac:spMkLst>
        </pc:spChg>
        <pc:spChg chg="mod topLvl">
          <ac:chgData name="考 张" userId="87b8017596393203" providerId="LiveId" clId="{D3E220F0-6441-F84E-82DB-7CDE45938386}" dt="2024-04-23T11:36:36.808" v="370" actId="1076"/>
          <ac:spMkLst>
            <pc:docMk/>
            <pc:sldMk cId="113124066" sldId="940"/>
            <ac:spMk id="161" creationId="{42B8D90D-5E60-C159-A034-95EA300C9557}"/>
          </ac:spMkLst>
        </pc:spChg>
        <pc:spChg chg="mod topLvl">
          <ac:chgData name="考 张" userId="87b8017596393203" providerId="LiveId" clId="{D3E220F0-6441-F84E-82DB-7CDE45938386}" dt="2024-04-23T11:36:36.808" v="370" actId="1076"/>
          <ac:spMkLst>
            <pc:docMk/>
            <pc:sldMk cId="113124066" sldId="940"/>
            <ac:spMk id="162" creationId="{E1D89D45-B757-DDA5-318A-5FF22E0D6795}"/>
          </ac:spMkLst>
        </pc:spChg>
        <pc:spChg chg="mod topLvl">
          <ac:chgData name="考 张" userId="87b8017596393203" providerId="LiveId" clId="{D3E220F0-6441-F84E-82DB-7CDE45938386}" dt="2024-04-23T11:36:36.808" v="370" actId="1076"/>
          <ac:spMkLst>
            <pc:docMk/>
            <pc:sldMk cId="113124066" sldId="940"/>
            <ac:spMk id="163" creationId="{4A1357B4-2F9D-14B4-45B7-93CB84469E22}"/>
          </ac:spMkLst>
        </pc:spChg>
        <pc:spChg chg="mod topLvl">
          <ac:chgData name="考 张" userId="87b8017596393203" providerId="LiveId" clId="{D3E220F0-6441-F84E-82DB-7CDE45938386}" dt="2024-04-23T11:36:36.808" v="370" actId="1076"/>
          <ac:spMkLst>
            <pc:docMk/>
            <pc:sldMk cId="113124066" sldId="940"/>
            <ac:spMk id="164" creationId="{040026A4-51DA-350B-6172-1CE33E2C8D23}"/>
          </ac:spMkLst>
        </pc:spChg>
        <pc:spChg chg="mod topLvl">
          <ac:chgData name="考 张" userId="87b8017596393203" providerId="LiveId" clId="{D3E220F0-6441-F84E-82DB-7CDE45938386}" dt="2024-04-23T11:36:36.808" v="370" actId="1076"/>
          <ac:spMkLst>
            <pc:docMk/>
            <pc:sldMk cId="113124066" sldId="940"/>
            <ac:spMk id="165" creationId="{E6EC81B8-945D-C04E-B1C2-CA9EF59DB266}"/>
          </ac:spMkLst>
        </pc:spChg>
        <pc:spChg chg="mod topLvl">
          <ac:chgData name="考 张" userId="87b8017596393203" providerId="LiveId" clId="{D3E220F0-6441-F84E-82DB-7CDE45938386}" dt="2024-04-23T11:36:36.808" v="370" actId="1076"/>
          <ac:spMkLst>
            <pc:docMk/>
            <pc:sldMk cId="113124066" sldId="940"/>
            <ac:spMk id="166" creationId="{53DEFB39-DA81-3397-5854-D7F7763A59B8}"/>
          </ac:spMkLst>
        </pc:spChg>
        <pc:spChg chg="mod topLvl">
          <ac:chgData name="考 张" userId="87b8017596393203" providerId="LiveId" clId="{D3E220F0-6441-F84E-82DB-7CDE45938386}" dt="2024-04-23T11:36:36.808" v="370" actId="1076"/>
          <ac:spMkLst>
            <pc:docMk/>
            <pc:sldMk cId="113124066" sldId="940"/>
            <ac:spMk id="167" creationId="{F18873B8-612F-5F5D-5DFF-60B32DEFBE41}"/>
          </ac:spMkLst>
        </pc:spChg>
        <pc:spChg chg="mod topLvl">
          <ac:chgData name="考 张" userId="87b8017596393203" providerId="LiveId" clId="{D3E220F0-6441-F84E-82DB-7CDE45938386}" dt="2024-04-23T11:36:36.808" v="370" actId="1076"/>
          <ac:spMkLst>
            <pc:docMk/>
            <pc:sldMk cId="113124066" sldId="940"/>
            <ac:spMk id="168" creationId="{DADE66F5-A289-2055-DC25-A9A896DAD2DB}"/>
          </ac:spMkLst>
        </pc:spChg>
        <pc:spChg chg="mod topLvl">
          <ac:chgData name="考 张" userId="87b8017596393203" providerId="LiveId" clId="{D3E220F0-6441-F84E-82DB-7CDE45938386}" dt="2024-04-23T11:36:36.808" v="370" actId="1076"/>
          <ac:spMkLst>
            <pc:docMk/>
            <pc:sldMk cId="113124066" sldId="940"/>
            <ac:spMk id="169" creationId="{5DC9A223-A09F-2C64-E2BB-9CB4E31C41C3}"/>
          </ac:spMkLst>
        </pc:spChg>
        <pc:spChg chg="mod topLvl">
          <ac:chgData name="考 张" userId="87b8017596393203" providerId="LiveId" clId="{D3E220F0-6441-F84E-82DB-7CDE45938386}" dt="2024-04-23T11:36:36.808" v="370" actId="1076"/>
          <ac:spMkLst>
            <pc:docMk/>
            <pc:sldMk cId="113124066" sldId="940"/>
            <ac:spMk id="170" creationId="{CA186CF9-A493-09F9-5B59-B50F4983E3F1}"/>
          </ac:spMkLst>
        </pc:spChg>
        <pc:spChg chg="mod topLvl">
          <ac:chgData name="考 张" userId="87b8017596393203" providerId="LiveId" clId="{D3E220F0-6441-F84E-82DB-7CDE45938386}" dt="2024-04-23T11:36:36.808" v="370" actId="1076"/>
          <ac:spMkLst>
            <pc:docMk/>
            <pc:sldMk cId="113124066" sldId="940"/>
            <ac:spMk id="171" creationId="{EAB2A59B-9C35-9106-4558-42338B05BF12}"/>
          </ac:spMkLst>
        </pc:spChg>
        <pc:spChg chg="mod topLvl">
          <ac:chgData name="考 张" userId="87b8017596393203" providerId="LiveId" clId="{D3E220F0-6441-F84E-82DB-7CDE45938386}" dt="2024-04-23T11:36:36.808" v="370" actId="1076"/>
          <ac:spMkLst>
            <pc:docMk/>
            <pc:sldMk cId="113124066" sldId="940"/>
            <ac:spMk id="172" creationId="{E417A238-2F9A-466C-37FA-7A3B84BB7B3E}"/>
          </ac:spMkLst>
        </pc:spChg>
        <pc:spChg chg="mod topLvl">
          <ac:chgData name="考 张" userId="87b8017596393203" providerId="LiveId" clId="{D3E220F0-6441-F84E-82DB-7CDE45938386}" dt="2024-04-23T11:36:36.808" v="370" actId="1076"/>
          <ac:spMkLst>
            <pc:docMk/>
            <pc:sldMk cId="113124066" sldId="940"/>
            <ac:spMk id="173" creationId="{4476B0FF-070B-2F1E-2D4F-31642273ED20}"/>
          </ac:spMkLst>
        </pc:spChg>
        <pc:spChg chg="mod topLvl">
          <ac:chgData name="考 张" userId="87b8017596393203" providerId="LiveId" clId="{D3E220F0-6441-F84E-82DB-7CDE45938386}" dt="2024-04-23T11:36:36.808" v="370" actId="1076"/>
          <ac:spMkLst>
            <pc:docMk/>
            <pc:sldMk cId="113124066" sldId="940"/>
            <ac:spMk id="174" creationId="{33B1C7EF-E9E9-03C4-BB78-F0EA9987B7FE}"/>
          </ac:spMkLst>
        </pc:spChg>
        <pc:spChg chg="mod topLvl">
          <ac:chgData name="考 张" userId="87b8017596393203" providerId="LiveId" clId="{D3E220F0-6441-F84E-82DB-7CDE45938386}" dt="2024-04-23T11:36:36.808" v="370" actId="1076"/>
          <ac:spMkLst>
            <pc:docMk/>
            <pc:sldMk cId="113124066" sldId="940"/>
            <ac:spMk id="175" creationId="{0EA63103-CCD9-5D80-59DB-41F33B06078B}"/>
          </ac:spMkLst>
        </pc:spChg>
        <pc:spChg chg="mod topLvl">
          <ac:chgData name="考 张" userId="87b8017596393203" providerId="LiveId" clId="{D3E220F0-6441-F84E-82DB-7CDE45938386}" dt="2024-04-23T11:36:36.808" v="370" actId="1076"/>
          <ac:spMkLst>
            <pc:docMk/>
            <pc:sldMk cId="113124066" sldId="940"/>
            <ac:spMk id="176" creationId="{34C89BA8-8384-EEC6-8409-58A7CF979257}"/>
          </ac:spMkLst>
        </pc:spChg>
        <pc:spChg chg="mod topLvl">
          <ac:chgData name="考 张" userId="87b8017596393203" providerId="LiveId" clId="{D3E220F0-6441-F84E-82DB-7CDE45938386}" dt="2024-04-23T11:36:36.808" v="370" actId="1076"/>
          <ac:spMkLst>
            <pc:docMk/>
            <pc:sldMk cId="113124066" sldId="940"/>
            <ac:spMk id="177" creationId="{E9595EB8-A3F3-F91F-3E89-3C3C2472EF39}"/>
          </ac:spMkLst>
        </pc:spChg>
        <pc:spChg chg="mod topLvl">
          <ac:chgData name="考 张" userId="87b8017596393203" providerId="LiveId" clId="{D3E220F0-6441-F84E-82DB-7CDE45938386}" dt="2024-04-23T11:36:36.808" v="370" actId="1076"/>
          <ac:spMkLst>
            <pc:docMk/>
            <pc:sldMk cId="113124066" sldId="940"/>
            <ac:spMk id="178" creationId="{37D3DB38-4231-A5B5-CF0B-90BE92E1342E}"/>
          </ac:spMkLst>
        </pc:spChg>
        <pc:spChg chg="mod topLvl">
          <ac:chgData name="考 张" userId="87b8017596393203" providerId="LiveId" clId="{D3E220F0-6441-F84E-82DB-7CDE45938386}" dt="2024-04-23T11:36:36.808" v="370" actId="1076"/>
          <ac:spMkLst>
            <pc:docMk/>
            <pc:sldMk cId="113124066" sldId="940"/>
            <ac:spMk id="179" creationId="{331ACBB1-CC94-4A8E-305A-A8B0D8F9444A}"/>
          </ac:spMkLst>
        </pc:spChg>
        <pc:spChg chg="mod topLvl">
          <ac:chgData name="考 张" userId="87b8017596393203" providerId="LiveId" clId="{D3E220F0-6441-F84E-82DB-7CDE45938386}" dt="2024-04-23T11:36:36.808" v="370" actId="1076"/>
          <ac:spMkLst>
            <pc:docMk/>
            <pc:sldMk cId="113124066" sldId="940"/>
            <ac:spMk id="180" creationId="{47D702EE-2A2C-BB82-E9BC-933E5AA4BD01}"/>
          </ac:spMkLst>
        </pc:spChg>
        <pc:spChg chg="mod topLvl">
          <ac:chgData name="考 张" userId="87b8017596393203" providerId="LiveId" clId="{D3E220F0-6441-F84E-82DB-7CDE45938386}" dt="2024-04-23T11:36:36.808" v="370" actId="1076"/>
          <ac:spMkLst>
            <pc:docMk/>
            <pc:sldMk cId="113124066" sldId="940"/>
            <ac:spMk id="181" creationId="{0060266B-B4ED-73E1-BB67-5CCD337F75B4}"/>
          </ac:spMkLst>
        </pc:spChg>
        <pc:spChg chg="mod topLvl">
          <ac:chgData name="考 张" userId="87b8017596393203" providerId="LiveId" clId="{D3E220F0-6441-F84E-82DB-7CDE45938386}" dt="2024-04-23T11:36:36.808" v="370" actId="1076"/>
          <ac:spMkLst>
            <pc:docMk/>
            <pc:sldMk cId="113124066" sldId="940"/>
            <ac:spMk id="182" creationId="{F892FF1B-4CF4-7F00-5FB6-6EA86DCF7CAB}"/>
          </ac:spMkLst>
        </pc:spChg>
        <pc:spChg chg="mod topLvl">
          <ac:chgData name="考 张" userId="87b8017596393203" providerId="LiveId" clId="{D3E220F0-6441-F84E-82DB-7CDE45938386}" dt="2024-04-23T11:36:36.808" v="370" actId="1076"/>
          <ac:spMkLst>
            <pc:docMk/>
            <pc:sldMk cId="113124066" sldId="940"/>
            <ac:spMk id="183" creationId="{D66EDEF1-6CDC-8A5A-4B83-DBEEB66DF2B2}"/>
          </ac:spMkLst>
        </pc:spChg>
        <pc:spChg chg="mod topLvl">
          <ac:chgData name="考 张" userId="87b8017596393203" providerId="LiveId" clId="{D3E220F0-6441-F84E-82DB-7CDE45938386}" dt="2024-04-23T11:36:36.808" v="370" actId="1076"/>
          <ac:spMkLst>
            <pc:docMk/>
            <pc:sldMk cId="113124066" sldId="940"/>
            <ac:spMk id="184" creationId="{11868432-9993-F632-9713-427A47DC74F9}"/>
          </ac:spMkLst>
        </pc:spChg>
        <pc:spChg chg="mod topLvl">
          <ac:chgData name="考 张" userId="87b8017596393203" providerId="LiveId" clId="{D3E220F0-6441-F84E-82DB-7CDE45938386}" dt="2024-04-23T11:36:36.808" v="370" actId="1076"/>
          <ac:spMkLst>
            <pc:docMk/>
            <pc:sldMk cId="113124066" sldId="940"/>
            <ac:spMk id="185" creationId="{67E14E92-962C-39E7-DCF3-89E27241D4C2}"/>
          </ac:spMkLst>
        </pc:spChg>
        <pc:spChg chg="mod topLvl">
          <ac:chgData name="考 张" userId="87b8017596393203" providerId="LiveId" clId="{D3E220F0-6441-F84E-82DB-7CDE45938386}" dt="2024-04-23T11:36:36.808" v="370" actId="1076"/>
          <ac:spMkLst>
            <pc:docMk/>
            <pc:sldMk cId="113124066" sldId="940"/>
            <ac:spMk id="186" creationId="{8499F0F7-A5CE-712B-2D89-27F76F74E4A2}"/>
          </ac:spMkLst>
        </pc:spChg>
        <pc:spChg chg="mod topLvl">
          <ac:chgData name="考 张" userId="87b8017596393203" providerId="LiveId" clId="{D3E220F0-6441-F84E-82DB-7CDE45938386}" dt="2024-04-23T11:36:36.808" v="370" actId="1076"/>
          <ac:spMkLst>
            <pc:docMk/>
            <pc:sldMk cId="113124066" sldId="940"/>
            <ac:spMk id="187" creationId="{2A4ECE8B-043D-CB12-B7D5-1305792872D0}"/>
          </ac:spMkLst>
        </pc:spChg>
        <pc:spChg chg="mod topLvl">
          <ac:chgData name="考 张" userId="87b8017596393203" providerId="LiveId" clId="{D3E220F0-6441-F84E-82DB-7CDE45938386}" dt="2024-04-23T11:36:36.808" v="370" actId="1076"/>
          <ac:spMkLst>
            <pc:docMk/>
            <pc:sldMk cId="113124066" sldId="940"/>
            <ac:spMk id="188" creationId="{33337268-47A1-8A2A-04B3-4DCD926DEB23}"/>
          </ac:spMkLst>
        </pc:spChg>
        <pc:spChg chg="mod">
          <ac:chgData name="考 张" userId="87b8017596393203" providerId="LiveId" clId="{D3E220F0-6441-F84E-82DB-7CDE45938386}" dt="2024-04-23T11:17:19.765" v="3"/>
          <ac:spMkLst>
            <pc:docMk/>
            <pc:sldMk cId="113124066" sldId="940"/>
            <ac:spMk id="190" creationId="{9BED1CF3-7D5B-F64E-9784-95997235D23E}"/>
          </ac:spMkLst>
        </pc:spChg>
        <pc:spChg chg="mod">
          <ac:chgData name="考 张" userId="87b8017596393203" providerId="LiveId" clId="{D3E220F0-6441-F84E-82DB-7CDE45938386}" dt="2024-04-23T11:17:19.765" v="3"/>
          <ac:spMkLst>
            <pc:docMk/>
            <pc:sldMk cId="113124066" sldId="940"/>
            <ac:spMk id="191" creationId="{E31F20D7-74AE-B6D9-A8D0-7A4A5FDAC142}"/>
          </ac:spMkLst>
        </pc:spChg>
        <pc:spChg chg="mod">
          <ac:chgData name="考 张" userId="87b8017596393203" providerId="LiveId" clId="{D3E220F0-6441-F84E-82DB-7CDE45938386}" dt="2024-04-23T11:17:19.765" v="3"/>
          <ac:spMkLst>
            <pc:docMk/>
            <pc:sldMk cId="113124066" sldId="940"/>
            <ac:spMk id="192" creationId="{F43FB4D2-CD92-C8A7-F1F7-45ED0FD4E559}"/>
          </ac:spMkLst>
        </pc:spChg>
        <pc:spChg chg="mod">
          <ac:chgData name="考 张" userId="87b8017596393203" providerId="LiveId" clId="{D3E220F0-6441-F84E-82DB-7CDE45938386}" dt="2024-04-23T11:17:19.765" v="3"/>
          <ac:spMkLst>
            <pc:docMk/>
            <pc:sldMk cId="113124066" sldId="940"/>
            <ac:spMk id="193" creationId="{A8C2138C-3E5B-2508-5128-A0A5D25F7754}"/>
          </ac:spMkLst>
        </pc:spChg>
        <pc:spChg chg="mod">
          <ac:chgData name="考 张" userId="87b8017596393203" providerId="LiveId" clId="{D3E220F0-6441-F84E-82DB-7CDE45938386}" dt="2024-04-23T11:17:19.765" v="3"/>
          <ac:spMkLst>
            <pc:docMk/>
            <pc:sldMk cId="113124066" sldId="940"/>
            <ac:spMk id="194" creationId="{D792BAC1-C8A3-E6E0-FD91-1274EBC7C960}"/>
          </ac:spMkLst>
        </pc:spChg>
        <pc:spChg chg="mod">
          <ac:chgData name="考 张" userId="87b8017596393203" providerId="LiveId" clId="{D3E220F0-6441-F84E-82DB-7CDE45938386}" dt="2024-04-23T11:17:19.765" v="3"/>
          <ac:spMkLst>
            <pc:docMk/>
            <pc:sldMk cId="113124066" sldId="940"/>
            <ac:spMk id="195" creationId="{19E8DB33-404D-658B-4F85-85D4D3C1E765}"/>
          </ac:spMkLst>
        </pc:spChg>
        <pc:spChg chg="mod">
          <ac:chgData name="考 张" userId="87b8017596393203" providerId="LiveId" clId="{D3E220F0-6441-F84E-82DB-7CDE45938386}" dt="2024-04-23T11:17:19.765" v="3"/>
          <ac:spMkLst>
            <pc:docMk/>
            <pc:sldMk cId="113124066" sldId="940"/>
            <ac:spMk id="196" creationId="{63570090-3E29-C878-A8B5-9F1CC815DC72}"/>
          </ac:spMkLst>
        </pc:spChg>
        <pc:spChg chg="mod">
          <ac:chgData name="考 张" userId="87b8017596393203" providerId="LiveId" clId="{D3E220F0-6441-F84E-82DB-7CDE45938386}" dt="2024-04-23T11:17:19.765" v="3"/>
          <ac:spMkLst>
            <pc:docMk/>
            <pc:sldMk cId="113124066" sldId="940"/>
            <ac:spMk id="197" creationId="{A565BACA-3D80-68B9-8887-C8C4DF38A631}"/>
          </ac:spMkLst>
        </pc:spChg>
        <pc:spChg chg="mod">
          <ac:chgData name="考 张" userId="87b8017596393203" providerId="LiveId" clId="{D3E220F0-6441-F84E-82DB-7CDE45938386}" dt="2024-04-23T11:17:19.765" v="3"/>
          <ac:spMkLst>
            <pc:docMk/>
            <pc:sldMk cId="113124066" sldId="940"/>
            <ac:spMk id="198" creationId="{B3F2DB42-C5C2-291F-319E-2AC3DBBF0B6C}"/>
          </ac:spMkLst>
        </pc:spChg>
        <pc:spChg chg="mod">
          <ac:chgData name="考 张" userId="87b8017596393203" providerId="LiveId" clId="{D3E220F0-6441-F84E-82DB-7CDE45938386}" dt="2024-04-23T11:17:19.765" v="3"/>
          <ac:spMkLst>
            <pc:docMk/>
            <pc:sldMk cId="113124066" sldId="940"/>
            <ac:spMk id="199" creationId="{CD819D32-82C2-DE2C-4178-63D61329CB03}"/>
          </ac:spMkLst>
        </pc:spChg>
        <pc:spChg chg="mod">
          <ac:chgData name="考 张" userId="87b8017596393203" providerId="LiveId" clId="{D3E220F0-6441-F84E-82DB-7CDE45938386}" dt="2024-04-23T11:17:19.765" v="3"/>
          <ac:spMkLst>
            <pc:docMk/>
            <pc:sldMk cId="113124066" sldId="940"/>
            <ac:spMk id="200" creationId="{81886CCD-EDFE-082A-35CE-33261EB7B1DA}"/>
          </ac:spMkLst>
        </pc:spChg>
        <pc:spChg chg="mod">
          <ac:chgData name="考 张" userId="87b8017596393203" providerId="LiveId" clId="{D3E220F0-6441-F84E-82DB-7CDE45938386}" dt="2024-04-23T11:17:19.765" v="3"/>
          <ac:spMkLst>
            <pc:docMk/>
            <pc:sldMk cId="113124066" sldId="940"/>
            <ac:spMk id="201" creationId="{5116A35C-AC89-D7A8-98FA-03F330194FC2}"/>
          </ac:spMkLst>
        </pc:spChg>
        <pc:spChg chg="mod">
          <ac:chgData name="考 张" userId="87b8017596393203" providerId="LiveId" clId="{D3E220F0-6441-F84E-82DB-7CDE45938386}" dt="2024-04-23T11:17:19.765" v="3"/>
          <ac:spMkLst>
            <pc:docMk/>
            <pc:sldMk cId="113124066" sldId="940"/>
            <ac:spMk id="203" creationId="{C26CA372-6A7C-F30D-24E0-665D501AB8E0}"/>
          </ac:spMkLst>
        </pc:spChg>
        <pc:spChg chg="mod">
          <ac:chgData name="考 张" userId="87b8017596393203" providerId="LiveId" clId="{D3E220F0-6441-F84E-82DB-7CDE45938386}" dt="2024-04-23T11:17:19.765" v="3"/>
          <ac:spMkLst>
            <pc:docMk/>
            <pc:sldMk cId="113124066" sldId="940"/>
            <ac:spMk id="204" creationId="{F8A47831-EEA1-BC4E-909C-D9D764BB8BA5}"/>
          </ac:spMkLst>
        </pc:spChg>
        <pc:spChg chg="mod">
          <ac:chgData name="考 张" userId="87b8017596393203" providerId="LiveId" clId="{D3E220F0-6441-F84E-82DB-7CDE45938386}" dt="2024-04-23T11:17:19.765" v="3"/>
          <ac:spMkLst>
            <pc:docMk/>
            <pc:sldMk cId="113124066" sldId="940"/>
            <ac:spMk id="205" creationId="{46188CBB-161C-2595-69D1-74FA6B5BB141}"/>
          </ac:spMkLst>
        </pc:spChg>
        <pc:spChg chg="mod">
          <ac:chgData name="考 张" userId="87b8017596393203" providerId="LiveId" clId="{D3E220F0-6441-F84E-82DB-7CDE45938386}" dt="2024-04-23T11:17:19.765" v="3"/>
          <ac:spMkLst>
            <pc:docMk/>
            <pc:sldMk cId="113124066" sldId="940"/>
            <ac:spMk id="206" creationId="{6C5F6479-3170-FED7-4873-265D313162FF}"/>
          </ac:spMkLst>
        </pc:spChg>
        <pc:spChg chg="mod">
          <ac:chgData name="考 张" userId="87b8017596393203" providerId="LiveId" clId="{D3E220F0-6441-F84E-82DB-7CDE45938386}" dt="2024-04-23T11:17:19.765" v="3"/>
          <ac:spMkLst>
            <pc:docMk/>
            <pc:sldMk cId="113124066" sldId="940"/>
            <ac:spMk id="207" creationId="{40184480-710F-0057-83AA-CE5B0018B669}"/>
          </ac:spMkLst>
        </pc:spChg>
        <pc:spChg chg="mod">
          <ac:chgData name="考 张" userId="87b8017596393203" providerId="LiveId" clId="{D3E220F0-6441-F84E-82DB-7CDE45938386}" dt="2024-04-23T11:17:19.765" v="3"/>
          <ac:spMkLst>
            <pc:docMk/>
            <pc:sldMk cId="113124066" sldId="940"/>
            <ac:spMk id="208" creationId="{661D1D8A-2885-7D8A-CA58-189C7733776D}"/>
          </ac:spMkLst>
        </pc:spChg>
        <pc:spChg chg="mod">
          <ac:chgData name="考 张" userId="87b8017596393203" providerId="LiveId" clId="{D3E220F0-6441-F84E-82DB-7CDE45938386}" dt="2024-04-23T11:17:19.765" v="3"/>
          <ac:spMkLst>
            <pc:docMk/>
            <pc:sldMk cId="113124066" sldId="940"/>
            <ac:spMk id="209" creationId="{6274A4F4-2D22-0362-FF13-DE490F422FFD}"/>
          </ac:spMkLst>
        </pc:spChg>
        <pc:spChg chg="mod">
          <ac:chgData name="考 张" userId="87b8017596393203" providerId="LiveId" clId="{D3E220F0-6441-F84E-82DB-7CDE45938386}" dt="2024-04-23T11:17:19.765" v="3"/>
          <ac:spMkLst>
            <pc:docMk/>
            <pc:sldMk cId="113124066" sldId="940"/>
            <ac:spMk id="210" creationId="{055F0FF1-7791-BB9A-00D1-BBD778990B51}"/>
          </ac:spMkLst>
        </pc:spChg>
        <pc:spChg chg="mod">
          <ac:chgData name="考 张" userId="87b8017596393203" providerId="LiveId" clId="{D3E220F0-6441-F84E-82DB-7CDE45938386}" dt="2024-04-23T11:17:19.765" v="3"/>
          <ac:spMkLst>
            <pc:docMk/>
            <pc:sldMk cId="113124066" sldId="940"/>
            <ac:spMk id="211" creationId="{041EF0D2-33DD-DEB4-CB20-8570FA31CE94}"/>
          </ac:spMkLst>
        </pc:spChg>
        <pc:spChg chg="mod">
          <ac:chgData name="考 张" userId="87b8017596393203" providerId="LiveId" clId="{D3E220F0-6441-F84E-82DB-7CDE45938386}" dt="2024-04-23T11:17:19.765" v="3"/>
          <ac:spMkLst>
            <pc:docMk/>
            <pc:sldMk cId="113124066" sldId="940"/>
            <ac:spMk id="212" creationId="{236AE21D-F140-43EC-8B37-E85E47F36AD8}"/>
          </ac:spMkLst>
        </pc:spChg>
        <pc:spChg chg="mod">
          <ac:chgData name="考 张" userId="87b8017596393203" providerId="LiveId" clId="{D3E220F0-6441-F84E-82DB-7CDE45938386}" dt="2024-04-23T11:17:19.765" v="3"/>
          <ac:spMkLst>
            <pc:docMk/>
            <pc:sldMk cId="113124066" sldId="940"/>
            <ac:spMk id="213" creationId="{EFB00062-28D6-310F-809F-AAFE475BDA55}"/>
          </ac:spMkLst>
        </pc:spChg>
        <pc:spChg chg="mod">
          <ac:chgData name="考 张" userId="87b8017596393203" providerId="LiveId" clId="{D3E220F0-6441-F84E-82DB-7CDE45938386}" dt="2024-04-23T11:17:19.765" v="3"/>
          <ac:spMkLst>
            <pc:docMk/>
            <pc:sldMk cId="113124066" sldId="940"/>
            <ac:spMk id="214" creationId="{838A7D76-1C85-A562-2118-3E1AB4C7C552}"/>
          </ac:spMkLst>
        </pc:spChg>
        <pc:spChg chg="mod">
          <ac:chgData name="考 张" userId="87b8017596393203" providerId="LiveId" clId="{D3E220F0-6441-F84E-82DB-7CDE45938386}" dt="2024-04-23T11:17:19.765" v="3"/>
          <ac:spMkLst>
            <pc:docMk/>
            <pc:sldMk cId="113124066" sldId="940"/>
            <ac:spMk id="215" creationId="{D68DF9C1-B935-26B4-BEDB-D233D315C2CD}"/>
          </ac:spMkLst>
        </pc:spChg>
        <pc:spChg chg="mod">
          <ac:chgData name="考 张" userId="87b8017596393203" providerId="LiveId" clId="{D3E220F0-6441-F84E-82DB-7CDE45938386}" dt="2024-04-23T11:17:19.765" v="3"/>
          <ac:spMkLst>
            <pc:docMk/>
            <pc:sldMk cId="113124066" sldId="940"/>
            <ac:spMk id="216" creationId="{1A341BE4-1C0F-EFF3-1EA9-A107E8054450}"/>
          </ac:spMkLst>
        </pc:spChg>
        <pc:spChg chg="mod">
          <ac:chgData name="考 张" userId="87b8017596393203" providerId="LiveId" clId="{D3E220F0-6441-F84E-82DB-7CDE45938386}" dt="2024-04-23T11:17:19.765" v="3"/>
          <ac:spMkLst>
            <pc:docMk/>
            <pc:sldMk cId="113124066" sldId="940"/>
            <ac:spMk id="217" creationId="{A25E2200-D45B-0204-EBC4-85F487C79A8A}"/>
          </ac:spMkLst>
        </pc:spChg>
        <pc:spChg chg="mod">
          <ac:chgData name="考 张" userId="87b8017596393203" providerId="LiveId" clId="{D3E220F0-6441-F84E-82DB-7CDE45938386}" dt="2024-04-23T11:17:19.765" v="3"/>
          <ac:spMkLst>
            <pc:docMk/>
            <pc:sldMk cId="113124066" sldId="940"/>
            <ac:spMk id="218" creationId="{46CF4A44-A447-FF99-E10A-702D81C5628D}"/>
          </ac:spMkLst>
        </pc:spChg>
        <pc:spChg chg="mod">
          <ac:chgData name="考 张" userId="87b8017596393203" providerId="LiveId" clId="{D3E220F0-6441-F84E-82DB-7CDE45938386}" dt="2024-04-23T11:17:19.765" v="3"/>
          <ac:spMkLst>
            <pc:docMk/>
            <pc:sldMk cId="113124066" sldId="940"/>
            <ac:spMk id="219" creationId="{4A3B324F-C5B5-7D74-E6D6-CEE33D9BF6DC}"/>
          </ac:spMkLst>
        </pc:spChg>
        <pc:spChg chg="mod">
          <ac:chgData name="考 张" userId="87b8017596393203" providerId="LiveId" clId="{D3E220F0-6441-F84E-82DB-7CDE45938386}" dt="2024-04-23T11:17:19.765" v="3"/>
          <ac:spMkLst>
            <pc:docMk/>
            <pc:sldMk cId="113124066" sldId="940"/>
            <ac:spMk id="220" creationId="{404B072F-40AC-6FDC-7BD2-FD8EC8AF11B2}"/>
          </ac:spMkLst>
        </pc:spChg>
        <pc:spChg chg="mod">
          <ac:chgData name="考 张" userId="87b8017596393203" providerId="LiveId" clId="{D3E220F0-6441-F84E-82DB-7CDE45938386}" dt="2024-04-23T11:17:19.765" v="3"/>
          <ac:spMkLst>
            <pc:docMk/>
            <pc:sldMk cId="113124066" sldId="940"/>
            <ac:spMk id="221" creationId="{D6F62E24-66E1-E623-E0C7-D140A8B65D08}"/>
          </ac:spMkLst>
        </pc:spChg>
        <pc:spChg chg="mod">
          <ac:chgData name="考 张" userId="87b8017596393203" providerId="LiveId" clId="{D3E220F0-6441-F84E-82DB-7CDE45938386}" dt="2024-04-23T11:17:19.765" v="3"/>
          <ac:spMkLst>
            <pc:docMk/>
            <pc:sldMk cId="113124066" sldId="940"/>
            <ac:spMk id="222" creationId="{1A1FB64B-829C-A09E-4346-EA35EC88DE11}"/>
          </ac:spMkLst>
        </pc:spChg>
        <pc:spChg chg="mod">
          <ac:chgData name="考 张" userId="87b8017596393203" providerId="LiveId" clId="{D3E220F0-6441-F84E-82DB-7CDE45938386}" dt="2024-04-23T11:17:19.765" v="3"/>
          <ac:spMkLst>
            <pc:docMk/>
            <pc:sldMk cId="113124066" sldId="940"/>
            <ac:spMk id="223" creationId="{4A3E9A18-D6CD-B823-CDEA-71602161C843}"/>
          </ac:spMkLst>
        </pc:spChg>
        <pc:spChg chg="mod">
          <ac:chgData name="考 张" userId="87b8017596393203" providerId="LiveId" clId="{D3E220F0-6441-F84E-82DB-7CDE45938386}" dt="2024-04-23T11:17:19.765" v="3"/>
          <ac:spMkLst>
            <pc:docMk/>
            <pc:sldMk cId="113124066" sldId="940"/>
            <ac:spMk id="224" creationId="{519CD059-FC1A-E59F-2C87-27854CD7BE00}"/>
          </ac:spMkLst>
        </pc:spChg>
        <pc:spChg chg="mod">
          <ac:chgData name="考 张" userId="87b8017596393203" providerId="LiveId" clId="{D3E220F0-6441-F84E-82DB-7CDE45938386}" dt="2024-04-23T11:17:19.765" v="3"/>
          <ac:spMkLst>
            <pc:docMk/>
            <pc:sldMk cId="113124066" sldId="940"/>
            <ac:spMk id="225" creationId="{65E5EBE4-6468-7A15-EE2A-A366630AD17D}"/>
          </ac:spMkLst>
        </pc:spChg>
        <pc:spChg chg="mod">
          <ac:chgData name="考 张" userId="87b8017596393203" providerId="LiveId" clId="{D3E220F0-6441-F84E-82DB-7CDE45938386}" dt="2024-04-23T11:17:19.765" v="3"/>
          <ac:spMkLst>
            <pc:docMk/>
            <pc:sldMk cId="113124066" sldId="940"/>
            <ac:spMk id="226" creationId="{52212A50-6CBD-6240-C305-E9A4310F550A}"/>
          </ac:spMkLst>
        </pc:spChg>
        <pc:spChg chg="mod">
          <ac:chgData name="考 张" userId="87b8017596393203" providerId="LiveId" clId="{D3E220F0-6441-F84E-82DB-7CDE45938386}" dt="2024-04-23T11:17:19.765" v="3"/>
          <ac:spMkLst>
            <pc:docMk/>
            <pc:sldMk cId="113124066" sldId="940"/>
            <ac:spMk id="227" creationId="{CD0ACF64-91C9-13D3-D32F-489077BF14A1}"/>
          </ac:spMkLst>
        </pc:spChg>
        <pc:spChg chg="mod">
          <ac:chgData name="考 张" userId="87b8017596393203" providerId="LiveId" clId="{D3E220F0-6441-F84E-82DB-7CDE45938386}" dt="2024-04-23T11:17:19.765" v="3"/>
          <ac:spMkLst>
            <pc:docMk/>
            <pc:sldMk cId="113124066" sldId="940"/>
            <ac:spMk id="228" creationId="{24B10772-DE88-F2D5-3237-4EED287DD221}"/>
          </ac:spMkLst>
        </pc:spChg>
        <pc:spChg chg="mod">
          <ac:chgData name="考 张" userId="87b8017596393203" providerId="LiveId" clId="{D3E220F0-6441-F84E-82DB-7CDE45938386}" dt="2024-04-23T11:17:19.765" v="3"/>
          <ac:spMkLst>
            <pc:docMk/>
            <pc:sldMk cId="113124066" sldId="940"/>
            <ac:spMk id="229" creationId="{F2035C47-30FE-EB40-1B90-B0AA992D24CB}"/>
          </ac:spMkLst>
        </pc:spChg>
        <pc:spChg chg="mod">
          <ac:chgData name="考 张" userId="87b8017596393203" providerId="LiveId" clId="{D3E220F0-6441-F84E-82DB-7CDE45938386}" dt="2024-04-23T11:17:19.765" v="3"/>
          <ac:spMkLst>
            <pc:docMk/>
            <pc:sldMk cId="113124066" sldId="940"/>
            <ac:spMk id="237" creationId="{FBEB48E8-2479-5049-DE23-42CD3A0E5763}"/>
          </ac:spMkLst>
        </pc:spChg>
        <pc:spChg chg="mod">
          <ac:chgData name="考 张" userId="87b8017596393203" providerId="LiveId" clId="{D3E220F0-6441-F84E-82DB-7CDE45938386}" dt="2024-04-23T11:17:19.765" v="3"/>
          <ac:spMkLst>
            <pc:docMk/>
            <pc:sldMk cId="113124066" sldId="940"/>
            <ac:spMk id="238" creationId="{831D2800-90EE-58FC-E7FD-94C258A79A99}"/>
          </ac:spMkLst>
        </pc:spChg>
        <pc:spChg chg="mod">
          <ac:chgData name="考 张" userId="87b8017596393203" providerId="LiveId" clId="{D3E220F0-6441-F84E-82DB-7CDE45938386}" dt="2024-04-23T11:17:19.765" v="3"/>
          <ac:spMkLst>
            <pc:docMk/>
            <pc:sldMk cId="113124066" sldId="940"/>
            <ac:spMk id="239" creationId="{FBEC761F-DF9D-A61D-707E-6514738B7456}"/>
          </ac:spMkLst>
        </pc:spChg>
        <pc:spChg chg="mod">
          <ac:chgData name="考 张" userId="87b8017596393203" providerId="LiveId" clId="{D3E220F0-6441-F84E-82DB-7CDE45938386}" dt="2024-04-23T11:17:19.765" v="3"/>
          <ac:spMkLst>
            <pc:docMk/>
            <pc:sldMk cId="113124066" sldId="940"/>
            <ac:spMk id="240" creationId="{94A931E4-A3A6-ADB4-BB65-508D0D8F381B}"/>
          </ac:spMkLst>
        </pc:spChg>
        <pc:spChg chg="mod">
          <ac:chgData name="考 张" userId="87b8017596393203" providerId="LiveId" clId="{D3E220F0-6441-F84E-82DB-7CDE45938386}" dt="2024-04-23T11:17:19.765" v="3"/>
          <ac:spMkLst>
            <pc:docMk/>
            <pc:sldMk cId="113124066" sldId="940"/>
            <ac:spMk id="241" creationId="{86AA6142-D338-CB6A-43B3-C560E4174A89}"/>
          </ac:spMkLst>
        </pc:spChg>
        <pc:spChg chg="mod">
          <ac:chgData name="考 张" userId="87b8017596393203" providerId="LiveId" clId="{D3E220F0-6441-F84E-82DB-7CDE45938386}" dt="2024-04-23T11:17:19.765" v="3"/>
          <ac:spMkLst>
            <pc:docMk/>
            <pc:sldMk cId="113124066" sldId="940"/>
            <ac:spMk id="242" creationId="{55CA0413-B9C0-A610-F635-7661735E9202}"/>
          </ac:spMkLst>
        </pc:spChg>
        <pc:spChg chg="mod">
          <ac:chgData name="考 张" userId="87b8017596393203" providerId="LiveId" clId="{D3E220F0-6441-F84E-82DB-7CDE45938386}" dt="2024-04-23T11:17:19.765" v="3"/>
          <ac:spMkLst>
            <pc:docMk/>
            <pc:sldMk cId="113124066" sldId="940"/>
            <ac:spMk id="243" creationId="{71728020-519C-756D-65F6-E18D3138AF6C}"/>
          </ac:spMkLst>
        </pc:spChg>
        <pc:spChg chg="mod">
          <ac:chgData name="考 张" userId="87b8017596393203" providerId="LiveId" clId="{D3E220F0-6441-F84E-82DB-7CDE45938386}" dt="2024-04-23T11:17:19.765" v="3"/>
          <ac:spMkLst>
            <pc:docMk/>
            <pc:sldMk cId="113124066" sldId="940"/>
            <ac:spMk id="244" creationId="{7F50C2B6-C668-6AB2-2AB8-DC5FC029D6D2}"/>
          </ac:spMkLst>
        </pc:spChg>
        <pc:spChg chg="mod">
          <ac:chgData name="考 张" userId="87b8017596393203" providerId="LiveId" clId="{D3E220F0-6441-F84E-82DB-7CDE45938386}" dt="2024-04-23T11:17:19.765" v="3"/>
          <ac:spMkLst>
            <pc:docMk/>
            <pc:sldMk cId="113124066" sldId="940"/>
            <ac:spMk id="245" creationId="{80FE5CEB-4D75-08ED-4FC4-3092F5DF7237}"/>
          </ac:spMkLst>
        </pc:spChg>
        <pc:spChg chg="mod">
          <ac:chgData name="考 张" userId="87b8017596393203" providerId="LiveId" clId="{D3E220F0-6441-F84E-82DB-7CDE45938386}" dt="2024-04-23T11:17:19.765" v="3"/>
          <ac:spMkLst>
            <pc:docMk/>
            <pc:sldMk cId="113124066" sldId="940"/>
            <ac:spMk id="246" creationId="{959591B1-E3E4-7ABB-EBE8-E0C4839D0B99}"/>
          </ac:spMkLst>
        </pc:spChg>
        <pc:spChg chg="mod">
          <ac:chgData name="考 张" userId="87b8017596393203" providerId="LiveId" clId="{D3E220F0-6441-F84E-82DB-7CDE45938386}" dt="2024-04-23T11:17:19.765" v="3"/>
          <ac:spMkLst>
            <pc:docMk/>
            <pc:sldMk cId="113124066" sldId="940"/>
            <ac:spMk id="247" creationId="{4BEA7960-FE7A-947B-B9D2-01052A891247}"/>
          </ac:spMkLst>
        </pc:spChg>
        <pc:spChg chg="mod">
          <ac:chgData name="考 张" userId="87b8017596393203" providerId="LiveId" clId="{D3E220F0-6441-F84E-82DB-7CDE45938386}" dt="2024-04-23T11:17:19.765" v="3"/>
          <ac:spMkLst>
            <pc:docMk/>
            <pc:sldMk cId="113124066" sldId="940"/>
            <ac:spMk id="248" creationId="{809E1BC8-E963-84B6-A5DD-A159EAFBF804}"/>
          </ac:spMkLst>
        </pc:spChg>
        <pc:spChg chg="mod">
          <ac:chgData name="考 张" userId="87b8017596393203" providerId="LiveId" clId="{D3E220F0-6441-F84E-82DB-7CDE45938386}" dt="2024-04-23T11:17:19.765" v="3"/>
          <ac:spMkLst>
            <pc:docMk/>
            <pc:sldMk cId="113124066" sldId="940"/>
            <ac:spMk id="249" creationId="{DA13CEEC-B6F3-48DC-396B-D86C4F1FF976}"/>
          </ac:spMkLst>
        </pc:spChg>
        <pc:spChg chg="mod">
          <ac:chgData name="考 张" userId="87b8017596393203" providerId="LiveId" clId="{D3E220F0-6441-F84E-82DB-7CDE45938386}" dt="2024-04-23T11:17:19.765" v="3"/>
          <ac:spMkLst>
            <pc:docMk/>
            <pc:sldMk cId="113124066" sldId="940"/>
            <ac:spMk id="250" creationId="{9E950527-785E-C45E-7959-03D787B34598}"/>
          </ac:spMkLst>
        </pc:spChg>
        <pc:spChg chg="mod">
          <ac:chgData name="考 张" userId="87b8017596393203" providerId="LiveId" clId="{D3E220F0-6441-F84E-82DB-7CDE45938386}" dt="2024-04-23T11:17:19.765" v="3"/>
          <ac:spMkLst>
            <pc:docMk/>
            <pc:sldMk cId="113124066" sldId="940"/>
            <ac:spMk id="251" creationId="{3E198A41-0015-B26F-179A-3D5FE19C640C}"/>
          </ac:spMkLst>
        </pc:spChg>
        <pc:spChg chg="mod">
          <ac:chgData name="考 张" userId="87b8017596393203" providerId="LiveId" clId="{D3E220F0-6441-F84E-82DB-7CDE45938386}" dt="2024-04-23T11:17:19.765" v="3"/>
          <ac:spMkLst>
            <pc:docMk/>
            <pc:sldMk cId="113124066" sldId="940"/>
            <ac:spMk id="252" creationId="{BCA25850-31CD-8934-9351-AF034DB91529}"/>
          </ac:spMkLst>
        </pc:spChg>
        <pc:spChg chg="mod">
          <ac:chgData name="考 张" userId="87b8017596393203" providerId="LiveId" clId="{D3E220F0-6441-F84E-82DB-7CDE45938386}" dt="2024-04-23T11:17:19.765" v="3"/>
          <ac:spMkLst>
            <pc:docMk/>
            <pc:sldMk cId="113124066" sldId="940"/>
            <ac:spMk id="253" creationId="{DC907DD0-5737-C1A6-37A7-E538761851F5}"/>
          </ac:spMkLst>
        </pc:spChg>
        <pc:spChg chg="mod">
          <ac:chgData name="考 张" userId="87b8017596393203" providerId="LiveId" clId="{D3E220F0-6441-F84E-82DB-7CDE45938386}" dt="2024-04-23T11:17:19.765" v="3"/>
          <ac:spMkLst>
            <pc:docMk/>
            <pc:sldMk cId="113124066" sldId="940"/>
            <ac:spMk id="254" creationId="{4A828311-9122-D033-847F-62900DFA0AE5}"/>
          </ac:spMkLst>
        </pc:spChg>
        <pc:spChg chg="mod">
          <ac:chgData name="考 张" userId="87b8017596393203" providerId="LiveId" clId="{D3E220F0-6441-F84E-82DB-7CDE45938386}" dt="2024-04-23T11:17:19.765" v="3"/>
          <ac:spMkLst>
            <pc:docMk/>
            <pc:sldMk cId="113124066" sldId="940"/>
            <ac:spMk id="255" creationId="{A0FF515B-1055-6000-DFC4-6D58FCDC564C}"/>
          </ac:spMkLst>
        </pc:spChg>
        <pc:spChg chg="mod">
          <ac:chgData name="考 张" userId="87b8017596393203" providerId="LiveId" clId="{D3E220F0-6441-F84E-82DB-7CDE45938386}" dt="2024-04-23T11:17:19.765" v="3"/>
          <ac:spMkLst>
            <pc:docMk/>
            <pc:sldMk cId="113124066" sldId="940"/>
            <ac:spMk id="256" creationId="{841E9D93-D0A3-1D99-826D-50523CECE1ED}"/>
          </ac:spMkLst>
        </pc:spChg>
        <pc:spChg chg="mod">
          <ac:chgData name="考 张" userId="87b8017596393203" providerId="LiveId" clId="{D3E220F0-6441-F84E-82DB-7CDE45938386}" dt="2024-04-23T11:17:19.765" v="3"/>
          <ac:spMkLst>
            <pc:docMk/>
            <pc:sldMk cId="113124066" sldId="940"/>
            <ac:spMk id="257" creationId="{A91DFF1C-81CC-FD29-DEA3-D59A04AE9191}"/>
          </ac:spMkLst>
        </pc:spChg>
        <pc:spChg chg="mod">
          <ac:chgData name="考 张" userId="87b8017596393203" providerId="LiveId" clId="{D3E220F0-6441-F84E-82DB-7CDE45938386}" dt="2024-04-23T11:17:19.765" v="3"/>
          <ac:spMkLst>
            <pc:docMk/>
            <pc:sldMk cId="113124066" sldId="940"/>
            <ac:spMk id="258" creationId="{BDDEBBC4-F35E-62BD-79B2-37D965AE674D}"/>
          </ac:spMkLst>
        </pc:spChg>
        <pc:spChg chg="mod">
          <ac:chgData name="考 张" userId="87b8017596393203" providerId="LiveId" clId="{D3E220F0-6441-F84E-82DB-7CDE45938386}" dt="2024-04-23T11:17:19.765" v="3"/>
          <ac:spMkLst>
            <pc:docMk/>
            <pc:sldMk cId="113124066" sldId="940"/>
            <ac:spMk id="259" creationId="{072151E2-D37E-BB90-247F-3817A9078605}"/>
          </ac:spMkLst>
        </pc:spChg>
        <pc:spChg chg="mod">
          <ac:chgData name="考 张" userId="87b8017596393203" providerId="LiveId" clId="{D3E220F0-6441-F84E-82DB-7CDE45938386}" dt="2024-04-23T11:17:19.765" v="3"/>
          <ac:spMkLst>
            <pc:docMk/>
            <pc:sldMk cId="113124066" sldId="940"/>
            <ac:spMk id="260" creationId="{27E5D6F8-32B2-D69B-AB83-9338F929F339}"/>
          </ac:spMkLst>
        </pc:spChg>
        <pc:spChg chg="mod">
          <ac:chgData name="考 张" userId="87b8017596393203" providerId="LiveId" clId="{D3E220F0-6441-F84E-82DB-7CDE45938386}" dt="2024-04-23T11:17:19.765" v="3"/>
          <ac:spMkLst>
            <pc:docMk/>
            <pc:sldMk cId="113124066" sldId="940"/>
            <ac:spMk id="261" creationId="{27786A66-C1ED-3FA7-ABC6-02B4195C48B4}"/>
          </ac:spMkLst>
        </pc:spChg>
        <pc:spChg chg="mod">
          <ac:chgData name="考 张" userId="87b8017596393203" providerId="LiveId" clId="{D3E220F0-6441-F84E-82DB-7CDE45938386}" dt="2024-04-23T11:17:19.765" v="3"/>
          <ac:spMkLst>
            <pc:docMk/>
            <pc:sldMk cId="113124066" sldId="940"/>
            <ac:spMk id="262" creationId="{9506FAE1-C121-BEA4-AF38-268AC652FFFB}"/>
          </ac:spMkLst>
        </pc:spChg>
        <pc:spChg chg="mod">
          <ac:chgData name="考 张" userId="87b8017596393203" providerId="LiveId" clId="{D3E220F0-6441-F84E-82DB-7CDE45938386}" dt="2024-04-23T11:17:19.765" v="3"/>
          <ac:spMkLst>
            <pc:docMk/>
            <pc:sldMk cId="113124066" sldId="940"/>
            <ac:spMk id="263" creationId="{3F98016D-8CAD-F231-5C78-79FF00743E9E}"/>
          </ac:spMkLst>
        </pc:spChg>
        <pc:spChg chg="mod">
          <ac:chgData name="考 张" userId="87b8017596393203" providerId="LiveId" clId="{D3E220F0-6441-F84E-82DB-7CDE45938386}" dt="2024-04-23T11:17:19.765" v="3"/>
          <ac:spMkLst>
            <pc:docMk/>
            <pc:sldMk cId="113124066" sldId="940"/>
            <ac:spMk id="264" creationId="{88EC3AA4-7B6D-C3D7-AA7E-9487F1A1B301}"/>
          </ac:spMkLst>
        </pc:spChg>
        <pc:spChg chg="mod">
          <ac:chgData name="考 张" userId="87b8017596393203" providerId="LiveId" clId="{D3E220F0-6441-F84E-82DB-7CDE45938386}" dt="2024-04-23T11:17:19.765" v="3"/>
          <ac:spMkLst>
            <pc:docMk/>
            <pc:sldMk cId="113124066" sldId="940"/>
            <ac:spMk id="265" creationId="{CECCACE8-65E2-FF9A-1956-61FBDFD45C5C}"/>
          </ac:spMkLst>
        </pc:spChg>
        <pc:spChg chg="mod">
          <ac:chgData name="考 张" userId="87b8017596393203" providerId="LiveId" clId="{D3E220F0-6441-F84E-82DB-7CDE45938386}" dt="2024-04-23T11:17:19.765" v="3"/>
          <ac:spMkLst>
            <pc:docMk/>
            <pc:sldMk cId="113124066" sldId="940"/>
            <ac:spMk id="266" creationId="{D385F947-70DB-B356-B7FD-055B4EDFC0DA}"/>
          </ac:spMkLst>
        </pc:spChg>
        <pc:spChg chg="mod">
          <ac:chgData name="考 张" userId="87b8017596393203" providerId="LiveId" clId="{D3E220F0-6441-F84E-82DB-7CDE45938386}" dt="2024-04-23T11:17:19.765" v="3"/>
          <ac:spMkLst>
            <pc:docMk/>
            <pc:sldMk cId="113124066" sldId="940"/>
            <ac:spMk id="267" creationId="{A5D60146-9D8C-E1FE-816C-E143DAAB61AE}"/>
          </ac:spMkLst>
        </pc:spChg>
        <pc:spChg chg="mod">
          <ac:chgData name="考 张" userId="87b8017596393203" providerId="LiveId" clId="{D3E220F0-6441-F84E-82DB-7CDE45938386}" dt="2024-04-23T11:17:19.765" v="3"/>
          <ac:spMkLst>
            <pc:docMk/>
            <pc:sldMk cId="113124066" sldId="940"/>
            <ac:spMk id="268" creationId="{0CF57454-F180-4712-9BC9-C9F3A256A9A8}"/>
          </ac:spMkLst>
        </pc:spChg>
        <pc:spChg chg="mod">
          <ac:chgData name="考 张" userId="87b8017596393203" providerId="LiveId" clId="{D3E220F0-6441-F84E-82DB-7CDE45938386}" dt="2024-04-23T11:17:19.765" v="3"/>
          <ac:spMkLst>
            <pc:docMk/>
            <pc:sldMk cId="113124066" sldId="940"/>
            <ac:spMk id="269" creationId="{8F4512B9-9D39-A2AF-BFB7-7B27A479D9A4}"/>
          </ac:spMkLst>
        </pc:spChg>
        <pc:spChg chg="mod">
          <ac:chgData name="考 张" userId="87b8017596393203" providerId="LiveId" clId="{D3E220F0-6441-F84E-82DB-7CDE45938386}" dt="2024-04-23T11:17:19.765" v="3"/>
          <ac:spMkLst>
            <pc:docMk/>
            <pc:sldMk cId="113124066" sldId="940"/>
            <ac:spMk id="270" creationId="{CFED3F1B-9CC7-1F95-0167-49D3E5FF2F9F}"/>
          </ac:spMkLst>
        </pc:spChg>
        <pc:spChg chg="mod">
          <ac:chgData name="考 张" userId="87b8017596393203" providerId="LiveId" clId="{D3E220F0-6441-F84E-82DB-7CDE45938386}" dt="2024-04-23T11:17:19.765" v="3"/>
          <ac:spMkLst>
            <pc:docMk/>
            <pc:sldMk cId="113124066" sldId="940"/>
            <ac:spMk id="271" creationId="{7CC3670D-6FAD-5FBF-775B-6BC4B4D1B086}"/>
          </ac:spMkLst>
        </pc:spChg>
        <pc:spChg chg="mod">
          <ac:chgData name="考 张" userId="87b8017596393203" providerId="LiveId" clId="{D3E220F0-6441-F84E-82DB-7CDE45938386}" dt="2024-04-23T11:17:19.765" v="3"/>
          <ac:spMkLst>
            <pc:docMk/>
            <pc:sldMk cId="113124066" sldId="940"/>
            <ac:spMk id="272" creationId="{FD0CA11D-B167-D579-9A68-D9FE39D48A89}"/>
          </ac:spMkLst>
        </pc:spChg>
        <pc:spChg chg="mod">
          <ac:chgData name="考 张" userId="87b8017596393203" providerId="LiveId" clId="{D3E220F0-6441-F84E-82DB-7CDE45938386}" dt="2024-04-23T11:17:19.765" v="3"/>
          <ac:spMkLst>
            <pc:docMk/>
            <pc:sldMk cId="113124066" sldId="940"/>
            <ac:spMk id="273" creationId="{30138B04-4EA1-6D7E-F8B8-2A649D7BAB99}"/>
          </ac:spMkLst>
        </pc:spChg>
        <pc:spChg chg="mod">
          <ac:chgData name="考 张" userId="87b8017596393203" providerId="LiveId" clId="{D3E220F0-6441-F84E-82DB-7CDE45938386}" dt="2024-04-23T11:17:19.765" v="3"/>
          <ac:spMkLst>
            <pc:docMk/>
            <pc:sldMk cId="113124066" sldId="940"/>
            <ac:spMk id="274" creationId="{AF019521-0FA2-C35C-D876-7AAF5DBC2E65}"/>
          </ac:spMkLst>
        </pc:spChg>
        <pc:spChg chg="mod">
          <ac:chgData name="考 张" userId="87b8017596393203" providerId="LiveId" clId="{D3E220F0-6441-F84E-82DB-7CDE45938386}" dt="2024-04-23T11:17:19.765" v="3"/>
          <ac:spMkLst>
            <pc:docMk/>
            <pc:sldMk cId="113124066" sldId="940"/>
            <ac:spMk id="275" creationId="{679DA0F0-213D-00B8-B837-AE7F2F3A926F}"/>
          </ac:spMkLst>
        </pc:spChg>
        <pc:spChg chg="mod">
          <ac:chgData name="考 张" userId="87b8017596393203" providerId="LiveId" clId="{D3E220F0-6441-F84E-82DB-7CDE45938386}" dt="2024-04-23T11:17:19.765" v="3"/>
          <ac:spMkLst>
            <pc:docMk/>
            <pc:sldMk cId="113124066" sldId="940"/>
            <ac:spMk id="276" creationId="{15CCD5C1-C6CF-C9DC-9555-B82472592001}"/>
          </ac:spMkLst>
        </pc:spChg>
        <pc:spChg chg="mod">
          <ac:chgData name="考 张" userId="87b8017596393203" providerId="LiveId" clId="{D3E220F0-6441-F84E-82DB-7CDE45938386}" dt="2024-04-23T11:17:19.765" v="3"/>
          <ac:spMkLst>
            <pc:docMk/>
            <pc:sldMk cId="113124066" sldId="940"/>
            <ac:spMk id="277" creationId="{DC951DD4-BD4A-C9F5-84E0-7721A39C0BFE}"/>
          </ac:spMkLst>
        </pc:spChg>
        <pc:spChg chg="mod">
          <ac:chgData name="考 张" userId="87b8017596393203" providerId="LiveId" clId="{D3E220F0-6441-F84E-82DB-7CDE45938386}" dt="2024-04-23T11:17:19.765" v="3"/>
          <ac:spMkLst>
            <pc:docMk/>
            <pc:sldMk cId="113124066" sldId="940"/>
            <ac:spMk id="278" creationId="{18471072-CF24-E42A-C4D9-9BF02DF1DDFC}"/>
          </ac:spMkLst>
        </pc:spChg>
        <pc:spChg chg="mod">
          <ac:chgData name="考 张" userId="87b8017596393203" providerId="LiveId" clId="{D3E220F0-6441-F84E-82DB-7CDE45938386}" dt="2024-04-23T11:17:19.765" v="3"/>
          <ac:spMkLst>
            <pc:docMk/>
            <pc:sldMk cId="113124066" sldId="940"/>
            <ac:spMk id="279" creationId="{E38DDDA4-8C79-54EA-9094-B2E8CC79BA96}"/>
          </ac:spMkLst>
        </pc:spChg>
        <pc:spChg chg="mod">
          <ac:chgData name="考 张" userId="87b8017596393203" providerId="LiveId" clId="{D3E220F0-6441-F84E-82DB-7CDE45938386}" dt="2024-04-23T11:17:19.765" v="3"/>
          <ac:spMkLst>
            <pc:docMk/>
            <pc:sldMk cId="113124066" sldId="940"/>
            <ac:spMk id="280" creationId="{902F696E-CD94-0513-3F4B-6FD6EB3AB86C}"/>
          </ac:spMkLst>
        </pc:spChg>
        <pc:spChg chg="mod">
          <ac:chgData name="考 张" userId="87b8017596393203" providerId="LiveId" clId="{D3E220F0-6441-F84E-82DB-7CDE45938386}" dt="2024-04-23T11:17:19.765" v="3"/>
          <ac:spMkLst>
            <pc:docMk/>
            <pc:sldMk cId="113124066" sldId="940"/>
            <ac:spMk id="281" creationId="{FFA96EDF-4999-62A0-D005-297E40E85431}"/>
          </ac:spMkLst>
        </pc:spChg>
        <pc:spChg chg="mod">
          <ac:chgData name="考 张" userId="87b8017596393203" providerId="LiveId" clId="{D3E220F0-6441-F84E-82DB-7CDE45938386}" dt="2024-04-23T11:17:19.765" v="3"/>
          <ac:spMkLst>
            <pc:docMk/>
            <pc:sldMk cId="113124066" sldId="940"/>
            <ac:spMk id="282" creationId="{CD5B1C93-DEBF-C718-A30A-A6058C2C6CC0}"/>
          </ac:spMkLst>
        </pc:spChg>
        <pc:spChg chg="mod">
          <ac:chgData name="考 张" userId="87b8017596393203" providerId="LiveId" clId="{D3E220F0-6441-F84E-82DB-7CDE45938386}" dt="2024-04-23T11:17:19.765" v="3"/>
          <ac:spMkLst>
            <pc:docMk/>
            <pc:sldMk cId="113124066" sldId="940"/>
            <ac:spMk id="283" creationId="{13E76486-CF19-195E-7825-3713E5AC8FA4}"/>
          </ac:spMkLst>
        </pc:spChg>
        <pc:spChg chg="mod">
          <ac:chgData name="考 张" userId="87b8017596393203" providerId="LiveId" clId="{D3E220F0-6441-F84E-82DB-7CDE45938386}" dt="2024-04-23T11:17:19.765" v="3"/>
          <ac:spMkLst>
            <pc:docMk/>
            <pc:sldMk cId="113124066" sldId="940"/>
            <ac:spMk id="284" creationId="{478A19A0-CA85-01A1-D586-402B4B20B054}"/>
          </ac:spMkLst>
        </pc:spChg>
        <pc:spChg chg="mod">
          <ac:chgData name="考 张" userId="87b8017596393203" providerId="LiveId" clId="{D3E220F0-6441-F84E-82DB-7CDE45938386}" dt="2024-04-23T11:17:19.765" v="3"/>
          <ac:spMkLst>
            <pc:docMk/>
            <pc:sldMk cId="113124066" sldId="940"/>
            <ac:spMk id="285" creationId="{0D9735C6-C9E0-585A-0D54-B792D8E3E762}"/>
          </ac:spMkLst>
        </pc:spChg>
        <pc:spChg chg="mod">
          <ac:chgData name="考 张" userId="87b8017596393203" providerId="LiveId" clId="{D3E220F0-6441-F84E-82DB-7CDE45938386}" dt="2024-04-23T11:17:19.765" v="3"/>
          <ac:spMkLst>
            <pc:docMk/>
            <pc:sldMk cId="113124066" sldId="940"/>
            <ac:spMk id="286" creationId="{FD1F4233-DB6C-52A4-E2C3-9694895CA8D7}"/>
          </ac:spMkLst>
        </pc:spChg>
        <pc:spChg chg="mod">
          <ac:chgData name="考 张" userId="87b8017596393203" providerId="LiveId" clId="{D3E220F0-6441-F84E-82DB-7CDE45938386}" dt="2024-04-23T11:17:19.765" v="3"/>
          <ac:spMkLst>
            <pc:docMk/>
            <pc:sldMk cId="113124066" sldId="940"/>
            <ac:spMk id="287" creationId="{0CD1AA4A-F9C2-26D9-8AD7-BB604D519A7C}"/>
          </ac:spMkLst>
        </pc:spChg>
        <pc:spChg chg="mod">
          <ac:chgData name="考 张" userId="87b8017596393203" providerId="LiveId" clId="{D3E220F0-6441-F84E-82DB-7CDE45938386}" dt="2024-04-23T11:17:19.765" v="3"/>
          <ac:spMkLst>
            <pc:docMk/>
            <pc:sldMk cId="113124066" sldId="940"/>
            <ac:spMk id="288" creationId="{1DC4311F-49D8-5EC0-5FC9-A04AA2298F91}"/>
          </ac:spMkLst>
        </pc:spChg>
        <pc:spChg chg="mod">
          <ac:chgData name="考 张" userId="87b8017596393203" providerId="LiveId" clId="{D3E220F0-6441-F84E-82DB-7CDE45938386}" dt="2024-04-23T11:17:19.765" v="3"/>
          <ac:spMkLst>
            <pc:docMk/>
            <pc:sldMk cId="113124066" sldId="940"/>
            <ac:spMk id="289" creationId="{C9557363-4B62-DE15-9869-6E707EA2DDC4}"/>
          </ac:spMkLst>
        </pc:spChg>
        <pc:spChg chg="mod">
          <ac:chgData name="考 张" userId="87b8017596393203" providerId="LiveId" clId="{D3E220F0-6441-F84E-82DB-7CDE45938386}" dt="2024-04-23T11:17:19.765" v="3"/>
          <ac:spMkLst>
            <pc:docMk/>
            <pc:sldMk cId="113124066" sldId="940"/>
            <ac:spMk id="290" creationId="{CB8FFE18-9238-77F0-5D17-DC40386D14B2}"/>
          </ac:spMkLst>
        </pc:spChg>
        <pc:spChg chg="mod">
          <ac:chgData name="考 张" userId="87b8017596393203" providerId="LiveId" clId="{D3E220F0-6441-F84E-82DB-7CDE45938386}" dt="2024-04-23T11:17:19.765" v="3"/>
          <ac:spMkLst>
            <pc:docMk/>
            <pc:sldMk cId="113124066" sldId="940"/>
            <ac:spMk id="291" creationId="{0B82F5E0-7C83-97EE-79EE-C90CEDA400AF}"/>
          </ac:spMkLst>
        </pc:spChg>
        <pc:spChg chg="mod">
          <ac:chgData name="考 张" userId="87b8017596393203" providerId="LiveId" clId="{D3E220F0-6441-F84E-82DB-7CDE45938386}" dt="2024-04-23T11:17:19.765" v="3"/>
          <ac:spMkLst>
            <pc:docMk/>
            <pc:sldMk cId="113124066" sldId="940"/>
            <ac:spMk id="292" creationId="{09A3AF97-BBB0-540F-4FDC-C910A53E60B3}"/>
          </ac:spMkLst>
        </pc:spChg>
        <pc:spChg chg="mod">
          <ac:chgData name="考 张" userId="87b8017596393203" providerId="LiveId" clId="{D3E220F0-6441-F84E-82DB-7CDE45938386}" dt="2024-04-23T11:17:19.765" v="3"/>
          <ac:spMkLst>
            <pc:docMk/>
            <pc:sldMk cId="113124066" sldId="940"/>
            <ac:spMk id="293" creationId="{C54F4A71-E3F9-C9E8-2968-9852451B0421}"/>
          </ac:spMkLst>
        </pc:spChg>
        <pc:spChg chg="mod">
          <ac:chgData name="考 张" userId="87b8017596393203" providerId="LiveId" clId="{D3E220F0-6441-F84E-82DB-7CDE45938386}" dt="2024-04-23T11:17:19.765" v="3"/>
          <ac:spMkLst>
            <pc:docMk/>
            <pc:sldMk cId="113124066" sldId="940"/>
            <ac:spMk id="294" creationId="{EE247EB4-E390-262B-B23E-FDBCD5A4DAFC}"/>
          </ac:spMkLst>
        </pc:spChg>
        <pc:spChg chg="mod">
          <ac:chgData name="考 张" userId="87b8017596393203" providerId="LiveId" clId="{D3E220F0-6441-F84E-82DB-7CDE45938386}" dt="2024-04-23T11:17:19.765" v="3"/>
          <ac:spMkLst>
            <pc:docMk/>
            <pc:sldMk cId="113124066" sldId="940"/>
            <ac:spMk id="295" creationId="{E326D1A0-66E6-B5E4-A288-8032116C3087}"/>
          </ac:spMkLst>
        </pc:spChg>
        <pc:spChg chg="mod">
          <ac:chgData name="考 张" userId="87b8017596393203" providerId="LiveId" clId="{D3E220F0-6441-F84E-82DB-7CDE45938386}" dt="2024-04-23T11:17:19.765" v="3"/>
          <ac:spMkLst>
            <pc:docMk/>
            <pc:sldMk cId="113124066" sldId="940"/>
            <ac:spMk id="296" creationId="{32715341-5173-EAC3-F602-C7E169564247}"/>
          </ac:spMkLst>
        </pc:spChg>
        <pc:spChg chg="mod">
          <ac:chgData name="考 张" userId="87b8017596393203" providerId="LiveId" clId="{D3E220F0-6441-F84E-82DB-7CDE45938386}" dt="2024-04-23T11:17:19.765" v="3"/>
          <ac:spMkLst>
            <pc:docMk/>
            <pc:sldMk cId="113124066" sldId="940"/>
            <ac:spMk id="297" creationId="{C165F21A-0600-B672-4F97-4C460DAC230D}"/>
          </ac:spMkLst>
        </pc:spChg>
        <pc:spChg chg="mod">
          <ac:chgData name="考 张" userId="87b8017596393203" providerId="LiveId" clId="{D3E220F0-6441-F84E-82DB-7CDE45938386}" dt="2024-04-23T11:17:19.765" v="3"/>
          <ac:spMkLst>
            <pc:docMk/>
            <pc:sldMk cId="113124066" sldId="940"/>
            <ac:spMk id="298" creationId="{6C4ECFA7-4825-B6F6-D10A-DB17D3F323A1}"/>
          </ac:spMkLst>
        </pc:spChg>
        <pc:spChg chg="mod">
          <ac:chgData name="考 张" userId="87b8017596393203" providerId="LiveId" clId="{D3E220F0-6441-F84E-82DB-7CDE45938386}" dt="2024-04-23T11:17:19.765" v="3"/>
          <ac:spMkLst>
            <pc:docMk/>
            <pc:sldMk cId="113124066" sldId="940"/>
            <ac:spMk id="299" creationId="{3DD6F132-4B2A-4B60-CFC1-D2E7C1D1B9CB}"/>
          </ac:spMkLst>
        </pc:spChg>
        <pc:spChg chg="mod">
          <ac:chgData name="考 张" userId="87b8017596393203" providerId="LiveId" clId="{D3E220F0-6441-F84E-82DB-7CDE45938386}" dt="2024-04-23T11:17:19.765" v="3"/>
          <ac:spMkLst>
            <pc:docMk/>
            <pc:sldMk cId="113124066" sldId="940"/>
            <ac:spMk id="300" creationId="{DC3D643E-18D5-C332-E21B-404F2B7274D7}"/>
          </ac:spMkLst>
        </pc:spChg>
        <pc:spChg chg="mod">
          <ac:chgData name="考 张" userId="87b8017596393203" providerId="LiveId" clId="{D3E220F0-6441-F84E-82DB-7CDE45938386}" dt="2024-04-23T11:17:19.765" v="3"/>
          <ac:spMkLst>
            <pc:docMk/>
            <pc:sldMk cId="113124066" sldId="940"/>
            <ac:spMk id="301" creationId="{65C527B2-9A63-CDA7-01C0-BD5699A8954A}"/>
          </ac:spMkLst>
        </pc:spChg>
        <pc:spChg chg="mod">
          <ac:chgData name="考 张" userId="87b8017596393203" providerId="LiveId" clId="{D3E220F0-6441-F84E-82DB-7CDE45938386}" dt="2024-04-23T11:17:19.765" v="3"/>
          <ac:spMkLst>
            <pc:docMk/>
            <pc:sldMk cId="113124066" sldId="940"/>
            <ac:spMk id="302" creationId="{6EC94B40-A02F-D46C-8DA0-E02622801EC2}"/>
          </ac:spMkLst>
        </pc:spChg>
        <pc:spChg chg="mod">
          <ac:chgData name="考 张" userId="87b8017596393203" providerId="LiveId" clId="{D3E220F0-6441-F84E-82DB-7CDE45938386}" dt="2024-04-23T11:17:19.765" v="3"/>
          <ac:spMkLst>
            <pc:docMk/>
            <pc:sldMk cId="113124066" sldId="940"/>
            <ac:spMk id="303" creationId="{79B0AC19-6B62-4D9A-0691-FF87EBE99A83}"/>
          </ac:spMkLst>
        </pc:spChg>
        <pc:spChg chg="mod">
          <ac:chgData name="考 张" userId="87b8017596393203" providerId="LiveId" clId="{D3E220F0-6441-F84E-82DB-7CDE45938386}" dt="2024-04-23T11:17:19.765" v="3"/>
          <ac:spMkLst>
            <pc:docMk/>
            <pc:sldMk cId="113124066" sldId="940"/>
            <ac:spMk id="304" creationId="{2DAF8EE5-D0FD-87BB-6C7F-C60C27BBDB63}"/>
          </ac:spMkLst>
        </pc:spChg>
        <pc:spChg chg="mod">
          <ac:chgData name="考 张" userId="87b8017596393203" providerId="LiveId" clId="{D3E220F0-6441-F84E-82DB-7CDE45938386}" dt="2024-04-23T11:17:19.765" v="3"/>
          <ac:spMkLst>
            <pc:docMk/>
            <pc:sldMk cId="113124066" sldId="940"/>
            <ac:spMk id="305" creationId="{F1CEAEC5-6FFE-77FF-D1CE-D50D03D72C27}"/>
          </ac:spMkLst>
        </pc:spChg>
        <pc:spChg chg="mod">
          <ac:chgData name="考 张" userId="87b8017596393203" providerId="LiveId" clId="{D3E220F0-6441-F84E-82DB-7CDE45938386}" dt="2024-04-23T11:17:19.765" v="3"/>
          <ac:spMkLst>
            <pc:docMk/>
            <pc:sldMk cId="113124066" sldId="940"/>
            <ac:spMk id="306" creationId="{314CB85D-5CA9-5D6C-0C4E-1D9CF7C144CC}"/>
          </ac:spMkLst>
        </pc:spChg>
        <pc:spChg chg="mod">
          <ac:chgData name="考 张" userId="87b8017596393203" providerId="LiveId" clId="{D3E220F0-6441-F84E-82DB-7CDE45938386}" dt="2024-04-23T11:17:19.765" v="3"/>
          <ac:spMkLst>
            <pc:docMk/>
            <pc:sldMk cId="113124066" sldId="940"/>
            <ac:spMk id="307" creationId="{581BC1BB-503D-BDFB-FEB4-D094E591629C}"/>
          </ac:spMkLst>
        </pc:spChg>
        <pc:spChg chg="mod">
          <ac:chgData name="考 张" userId="87b8017596393203" providerId="LiveId" clId="{D3E220F0-6441-F84E-82DB-7CDE45938386}" dt="2024-04-23T11:17:19.765" v="3"/>
          <ac:spMkLst>
            <pc:docMk/>
            <pc:sldMk cId="113124066" sldId="940"/>
            <ac:spMk id="308" creationId="{4ECFCE0A-AECE-7A57-7A6E-8C39FAB32DBA}"/>
          </ac:spMkLst>
        </pc:spChg>
        <pc:spChg chg="mod">
          <ac:chgData name="考 张" userId="87b8017596393203" providerId="LiveId" clId="{D3E220F0-6441-F84E-82DB-7CDE45938386}" dt="2024-04-23T11:17:19.765" v="3"/>
          <ac:spMkLst>
            <pc:docMk/>
            <pc:sldMk cId="113124066" sldId="940"/>
            <ac:spMk id="309" creationId="{4E715E02-EAA4-909A-809B-E1658FAFC9DB}"/>
          </ac:spMkLst>
        </pc:spChg>
        <pc:spChg chg="mod">
          <ac:chgData name="考 张" userId="87b8017596393203" providerId="LiveId" clId="{D3E220F0-6441-F84E-82DB-7CDE45938386}" dt="2024-04-23T11:17:19.765" v="3"/>
          <ac:spMkLst>
            <pc:docMk/>
            <pc:sldMk cId="113124066" sldId="940"/>
            <ac:spMk id="310" creationId="{EE629BA2-CB8B-5B5C-FC64-5D2CCE6135E9}"/>
          </ac:spMkLst>
        </pc:spChg>
        <pc:spChg chg="mod">
          <ac:chgData name="考 张" userId="87b8017596393203" providerId="LiveId" clId="{D3E220F0-6441-F84E-82DB-7CDE45938386}" dt="2024-04-23T11:17:19.765" v="3"/>
          <ac:spMkLst>
            <pc:docMk/>
            <pc:sldMk cId="113124066" sldId="940"/>
            <ac:spMk id="311" creationId="{614FFFA8-C643-0F51-A034-342B65D322BB}"/>
          </ac:spMkLst>
        </pc:spChg>
        <pc:spChg chg="mod">
          <ac:chgData name="考 张" userId="87b8017596393203" providerId="LiveId" clId="{D3E220F0-6441-F84E-82DB-7CDE45938386}" dt="2024-04-23T11:17:19.765" v="3"/>
          <ac:spMkLst>
            <pc:docMk/>
            <pc:sldMk cId="113124066" sldId="940"/>
            <ac:spMk id="312" creationId="{3112F07A-B9D4-0B5B-BF14-243D8734B795}"/>
          </ac:spMkLst>
        </pc:spChg>
        <pc:spChg chg="mod">
          <ac:chgData name="考 张" userId="87b8017596393203" providerId="LiveId" clId="{D3E220F0-6441-F84E-82DB-7CDE45938386}" dt="2024-04-23T11:17:19.765" v="3"/>
          <ac:spMkLst>
            <pc:docMk/>
            <pc:sldMk cId="113124066" sldId="940"/>
            <ac:spMk id="313" creationId="{2335F436-2933-3E88-7FCA-57DC5DF0C27C}"/>
          </ac:spMkLst>
        </pc:spChg>
        <pc:spChg chg="mod">
          <ac:chgData name="考 张" userId="87b8017596393203" providerId="LiveId" clId="{D3E220F0-6441-F84E-82DB-7CDE45938386}" dt="2024-04-23T11:17:19.765" v="3"/>
          <ac:spMkLst>
            <pc:docMk/>
            <pc:sldMk cId="113124066" sldId="940"/>
            <ac:spMk id="314" creationId="{BE27A868-4DB7-9296-4BD1-AC3068535609}"/>
          </ac:spMkLst>
        </pc:spChg>
        <pc:spChg chg="mod">
          <ac:chgData name="考 张" userId="87b8017596393203" providerId="LiveId" clId="{D3E220F0-6441-F84E-82DB-7CDE45938386}" dt="2024-04-23T11:17:19.765" v="3"/>
          <ac:spMkLst>
            <pc:docMk/>
            <pc:sldMk cId="113124066" sldId="940"/>
            <ac:spMk id="315" creationId="{FF7F60CA-09B8-5F51-2787-72FCFCB87682}"/>
          </ac:spMkLst>
        </pc:spChg>
        <pc:spChg chg="mod">
          <ac:chgData name="考 张" userId="87b8017596393203" providerId="LiveId" clId="{D3E220F0-6441-F84E-82DB-7CDE45938386}" dt="2024-04-23T11:17:19.765" v="3"/>
          <ac:spMkLst>
            <pc:docMk/>
            <pc:sldMk cId="113124066" sldId="940"/>
            <ac:spMk id="316" creationId="{F64D4BB7-9476-6D87-83B6-6F97FDD215FF}"/>
          </ac:spMkLst>
        </pc:spChg>
        <pc:spChg chg="mod">
          <ac:chgData name="考 张" userId="87b8017596393203" providerId="LiveId" clId="{D3E220F0-6441-F84E-82DB-7CDE45938386}" dt="2024-04-23T11:17:19.765" v="3"/>
          <ac:spMkLst>
            <pc:docMk/>
            <pc:sldMk cId="113124066" sldId="940"/>
            <ac:spMk id="317" creationId="{E8082739-A0A6-8F4C-97E8-CEA16F61D959}"/>
          </ac:spMkLst>
        </pc:spChg>
        <pc:spChg chg="mod">
          <ac:chgData name="考 张" userId="87b8017596393203" providerId="LiveId" clId="{D3E220F0-6441-F84E-82DB-7CDE45938386}" dt="2024-04-23T11:17:19.765" v="3"/>
          <ac:spMkLst>
            <pc:docMk/>
            <pc:sldMk cId="113124066" sldId="940"/>
            <ac:spMk id="318" creationId="{EDFBF653-9144-D938-1C99-6010D9751530}"/>
          </ac:spMkLst>
        </pc:spChg>
        <pc:spChg chg="mod">
          <ac:chgData name="考 张" userId="87b8017596393203" providerId="LiveId" clId="{D3E220F0-6441-F84E-82DB-7CDE45938386}" dt="2024-04-23T11:17:19.765" v="3"/>
          <ac:spMkLst>
            <pc:docMk/>
            <pc:sldMk cId="113124066" sldId="940"/>
            <ac:spMk id="319" creationId="{CB7E71D8-E9DA-DFF4-CC04-E958DB6A6D5D}"/>
          </ac:spMkLst>
        </pc:spChg>
        <pc:spChg chg="mod">
          <ac:chgData name="考 张" userId="87b8017596393203" providerId="LiveId" clId="{D3E220F0-6441-F84E-82DB-7CDE45938386}" dt="2024-04-23T11:17:19.765" v="3"/>
          <ac:spMkLst>
            <pc:docMk/>
            <pc:sldMk cId="113124066" sldId="940"/>
            <ac:spMk id="320" creationId="{65506F4F-C9DC-0906-359E-F9A811388CDB}"/>
          </ac:spMkLst>
        </pc:spChg>
        <pc:spChg chg="mod">
          <ac:chgData name="考 张" userId="87b8017596393203" providerId="LiveId" clId="{D3E220F0-6441-F84E-82DB-7CDE45938386}" dt="2024-04-23T11:17:19.765" v="3"/>
          <ac:spMkLst>
            <pc:docMk/>
            <pc:sldMk cId="113124066" sldId="940"/>
            <ac:spMk id="321" creationId="{C4522B72-D152-5860-0DEE-C80A4A3F005D}"/>
          </ac:spMkLst>
        </pc:spChg>
        <pc:spChg chg="mod">
          <ac:chgData name="考 张" userId="87b8017596393203" providerId="LiveId" clId="{D3E220F0-6441-F84E-82DB-7CDE45938386}" dt="2024-04-23T11:17:19.765" v="3"/>
          <ac:spMkLst>
            <pc:docMk/>
            <pc:sldMk cId="113124066" sldId="940"/>
            <ac:spMk id="322" creationId="{E014BE22-8A65-D1B3-DA03-B13894E191A6}"/>
          </ac:spMkLst>
        </pc:spChg>
        <pc:spChg chg="mod">
          <ac:chgData name="考 张" userId="87b8017596393203" providerId="LiveId" clId="{D3E220F0-6441-F84E-82DB-7CDE45938386}" dt="2024-04-23T11:17:19.765" v="3"/>
          <ac:spMkLst>
            <pc:docMk/>
            <pc:sldMk cId="113124066" sldId="940"/>
            <ac:spMk id="323" creationId="{5BAABCED-25F6-589A-18CB-EC069F6D6DAD}"/>
          </ac:spMkLst>
        </pc:spChg>
        <pc:spChg chg="mod">
          <ac:chgData name="考 张" userId="87b8017596393203" providerId="LiveId" clId="{D3E220F0-6441-F84E-82DB-7CDE45938386}" dt="2024-04-23T11:17:19.765" v="3"/>
          <ac:spMkLst>
            <pc:docMk/>
            <pc:sldMk cId="113124066" sldId="940"/>
            <ac:spMk id="324" creationId="{A4FC4F5E-57D9-7329-AF28-8485C5DF2F20}"/>
          </ac:spMkLst>
        </pc:spChg>
        <pc:spChg chg="mod">
          <ac:chgData name="考 张" userId="87b8017596393203" providerId="LiveId" clId="{D3E220F0-6441-F84E-82DB-7CDE45938386}" dt="2024-04-23T11:17:19.765" v="3"/>
          <ac:spMkLst>
            <pc:docMk/>
            <pc:sldMk cId="113124066" sldId="940"/>
            <ac:spMk id="325" creationId="{F0DEFC41-45DA-69C7-8128-CB3795C212DD}"/>
          </ac:spMkLst>
        </pc:spChg>
        <pc:spChg chg="mod">
          <ac:chgData name="考 张" userId="87b8017596393203" providerId="LiveId" clId="{D3E220F0-6441-F84E-82DB-7CDE45938386}" dt="2024-04-23T11:17:19.765" v="3"/>
          <ac:spMkLst>
            <pc:docMk/>
            <pc:sldMk cId="113124066" sldId="940"/>
            <ac:spMk id="326" creationId="{8E88868C-45A1-81C6-9384-DB5DDEFA6753}"/>
          </ac:spMkLst>
        </pc:spChg>
        <pc:spChg chg="mod">
          <ac:chgData name="考 张" userId="87b8017596393203" providerId="LiveId" clId="{D3E220F0-6441-F84E-82DB-7CDE45938386}" dt="2024-04-23T11:17:19.765" v="3"/>
          <ac:spMkLst>
            <pc:docMk/>
            <pc:sldMk cId="113124066" sldId="940"/>
            <ac:spMk id="327" creationId="{C45CF441-63EE-8A5F-4E39-C7F84EF73EB9}"/>
          </ac:spMkLst>
        </pc:spChg>
        <pc:spChg chg="mod">
          <ac:chgData name="考 张" userId="87b8017596393203" providerId="LiveId" clId="{D3E220F0-6441-F84E-82DB-7CDE45938386}" dt="2024-04-23T11:17:19.765" v="3"/>
          <ac:spMkLst>
            <pc:docMk/>
            <pc:sldMk cId="113124066" sldId="940"/>
            <ac:spMk id="328" creationId="{FF16421C-7DEE-6ADC-85A0-AF18008469CC}"/>
          </ac:spMkLst>
        </pc:spChg>
        <pc:spChg chg="mod">
          <ac:chgData name="考 张" userId="87b8017596393203" providerId="LiveId" clId="{D3E220F0-6441-F84E-82DB-7CDE45938386}" dt="2024-04-23T11:17:19.765" v="3"/>
          <ac:spMkLst>
            <pc:docMk/>
            <pc:sldMk cId="113124066" sldId="940"/>
            <ac:spMk id="329" creationId="{E4597DC3-051E-574D-2E40-649DF48EE45B}"/>
          </ac:spMkLst>
        </pc:spChg>
        <pc:spChg chg="mod">
          <ac:chgData name="考 张" userId="87b8017596393203" providerId="LiveId" clId="{D3E220F0-6441-F84E-82DB-7CDE45938386}" dt="2024-04-23T11:17:19.765" v="3"/>
          <ac:spMkLst>
            <pc:docMk/>
            <pc:sldMk cId="113124066" sldId="940"/>
            <ac:spMk id="330" creationId="{D6342C0A-6ECD-BE21-C899-BEB4D3C06853}"/>
          </ac:spMkLst>
        </pc:spChg>
        <pc:spChg chg="mod">
          <ac:chgData name="考 张" userId="87b8017596393203" providerId="LiveId" clId="{D3E220F0-6441-F84E-82DB-7CDE45938386}" dt="2024-04-23T11:17:19.765" v="3"/>
          <ac:spMkLst>
            <pc:docMk/>
            <pc:sldMk cId="113124066" sldId="940"/>
            <ac:spMk id="331" creationId="{E049A625-BF67-08F9-8E8B-DDCE6231C213}"/>
          </ac:spMkLst>
        </pc:spChg>
        <pc:spChg chg="mod">
          <ac:chgData name="考 张" userId="87b8017596393203" providerId="LiveId" clId="{D3E220F0-6441-F84E-82DB-7CDE45938386}" dt="2024-04-23T11:17:19.765" v="3"/>
          <ac:spMkLst>
            <pc:docMk/>
            <pc:sldMk cId="113124066" sldId="940"/>
            <ac:spMk id="332" creationId="{54AAFB1D-7C5D-9F77-BE83-0A96577276D6}"/>
          </ac:spMkLst>
        </pc:spChg>
        <pc:spChg chg="mod">
          <ac:chgData name="考 张" userId="87b8017596393203" providerId="LiveId" clId="{D3E220F0-6441-F84E-82DB-7CDE45938386}" dt="2024-04-23T11:17:19.765" v="3"/>
          <ac:spMkLst>
            <pc:docMk/>
            <pc:sldMk cId="113124066" sldId="940"/>
            <ac:spMk id="333" creationId="{76D4C5FA-FFB6-5F0E-091B-B5CD8776B933}"/>
          </ac:spMkLst>
        </pc:spChg>
        <pc:spChg chg="mod">
          <ac:chgData name="考 张" userId="87b8017596393203" providerId="LiveId" clId="{D3E220F0-6441-F84E-82DB-7CDE45938386}" dt="2024-04-23T11:17:19.765" v="3"/>
          <ac:spMkLst>
            <pc:docMk/>
            <pc:sldMk cId="113124066" sldId="940"/>
            <ac:spMk id="334" creationId="{219C33F3-8BFD-DE63-514C-26E4C25B19AB}"/>
          </ac:spMkLst>
        </pc:spChg>
        <pc:spChg chg="mod">
          <ac:chgData name="考 张" userId="87b8017596393203" providerId="LiveId" clId="{D3E220F0-6441-F84E-82DB-7CDE45938386}" dt="2024-04-23T11:17:19.765" v="3"/>
          <ac:spMkLst>
            <pc:docMk/>
            <pc:sldMk cId="113124066" sldId="940"/>
            <ac:spMk id="335" creationId="{284586A9-C262-D217-CE2A-CED75B6D11DA}"/>
          </ac:spMkLst>
        </pc:spChg>
        <pc:spChg chg="mod">
          <ac:chgData name="考 张" userId="87b8017596393203" providerId="LiveId" clId="{D3E220F0-6441-F84E-82DB-7CDE45938386}" dt="2024-04-23T11:17:19.765" v="3"/>
          <ac:spMkLst>
            <pc:docMk/>
            <pc:sldMk cId="113124066" sldId="940"/>
            <ac:spMk id="336" creationId="{3683EDD1-3166-F492-1B17-B712C5E6A3B8}"/>
          </ac:spMkLst>
        </pc:spChg>
        <pc:spChg chg="mod">
          <ac:chgData name="考 张" userId="87b8017596393203" providerId="LiveId" clId="{D3E220F0-6441-F84E-82DB-7CDE45938386}" dt="2024-04-23T11:17:19.765" v="3"/>
          <ac:spMkLst>
            <pc:docMk/>
            <pc:sldMk cId="113124066" sldId="940"/>
            <ac:spMk id="337" creationId="{3F5846D9-E599-7EFD-3A8C-815E8AF0F8CD}"/>
          </ac:spMkLst>
        </pc:spChg>
        <pc:spChg chg="mod">
          <ac:chgData name="考 张" userId="87b8017596393203" providerId="LiveId" clId="{D3E220F0-6441-F84E-82DB-7CDE45938386}" dt="2024-04-23T11:17:19.765" v="3"/>
          <ac:spMkLst>
            <pc:docMk/>
            <pc:sldMk cId="113124066" sldId="940"/>
            <ac:spMk id="338" creationId="{5EA420EC-81F7-5376-6756-79E31AE193AA}"/>
          </ac:spMkLst>
        </pc:spChg>
        <pc:spChg chg="mod">
          <ac:chgData name="考 张" userId="87b8017596393203" providerId="LiveId" clId="{D3E220F0-6441-F84E-82DB-7CDE45938386}" dt="2024-04-23T11:17:19.765" v="3"/>
          <ac:spMkLst>
            <pc:docMk/>
            <pc:sldMk cId="113124066" sldId="940"/>
            <ac:spMk id="339" creationId="{63D69228-613B-5839-26BC-B704128DE6F3}"/>
          </ac:spMkLst>
        </pc:spChg>
        <pc:spChg chg="mod">
          <ac:chgData name="考 张" userId="87b8017596393203" providerId="LiveId" clId="{D3E220F0-6441-F84E-82DB-7CDE45938386}" dt="2024-04-23T11:17:19.765" v="3"/>
          <ac:spMkLst>
            <pc:docMk/>
            <pc:sldMk cId="113124066" sldId="940"/>
            <ac:spMk id="340" creationId="{65C35006-ED23-AA87-AC24-E313C062DE71}"/>
          </ac:spMkLst>
        </pc:spChg>
        <pc:spChg chg="mod">
          <ac:chgData name="考 张" userId="87b8017596393203" providerId="LiveId" clId="{D3E220F0-6441-F84E-82DB-7CDE45938386}" dt="2024-04-23T11:17:19.765" v="3"/>
          <ac:spMkLst>
            <pc:docMk/>
            <pc:sldMk cId="113124066" sldId="940"/>
            <ac:spMk id="341" creationId="{6A5985ED-11AA-011E-47C1-6B528EE0340A}"/>
          </ac:spMkLst>
        </pc:spChg>
        <pc:spChg chg="mod">
          <ac:chgData name="考 张" userId="87b8017596393203" providerId="LiveId" clId="{D3E220F0-6441-F84E-82DB-7CDE45938386}" dt="2024-04-23T11:17:19.765" v="3"/>
          <ac:spMkLst>
            <pc:docMk/>
            <pc:sldMk cId="113124066" sldId="940"/>
            <ac:spMk id="342" creationId="{4EB4D80F-E967-49F6-A1DC-2B7D16D226C6}"/>
          </ac:spMkLst>
        </pc:spChg>
        <pc:spChg chg="mod">
          <ac:chgData name="考 张" userId="87b8017596393203" providerId="LiveId" clId="{D3E220F0-6441-F84E-82DB-7CDE45938386}" dt="2024-04-23T11:17:19.765" v="3"/>
          <ac:spMkLst>
            <pc:docMk/>
            <pc:sldMk cId="113124066" sldId="940"/>
            <ac:spMk id="343" creationId="{B617DDDC-264A-5705-6847-85BD54B36FAA}"/>
          </ac:spMkLst>
        </pc:spChg>
        <pc:spChg chg="mod">
          <ac:chgData name="考 张" userId="87b8017596393203" providerId="LiveId" clId="{D3E220F0-6441-F84E-82DB-7CDE45938386}" dt="2024-04-23T11:17:19.765" v="3"/>
          <ac:spMkLst>
            <pc:docMk/>
            <pc:sldMk cId="113124066" sldId="940"/>
            <ac:spMk id="344" creationId="{9BEB51A9-DDA9-5528-9689-DEAD1DF3F449}"/>
          </ac:spMkLst>
        </pc:spChg>
        <pc:spChg chg="mod">
          <ac:chgData name="考 张" userId="87b8017596393203" providerId="LiveId" clId="{D3E220F0-6441-F84E-82DB-7CDE45938386}" dt="2024-04-23T11:17:19.765" v="3"/>
          <ac:spMkLst>
            <pc:docMk/>
            <pc:sldMk cId="113124066" sldId="940"/>
            <ac:spMk id="345" creationId="{54286E7A-9D51-7F7C-14DB-6B84EFC4B260}"/>
          </ac:spMkLst>
        </pc:spChg>
        <pc:spChg chg="mod">
          <ac:chgData name="考 张" userId="87b8017596393203" providerId="LiveId" clId="{D3E220F0-6441-F84E-82DB-7CDE45938386}" dt="2024-04-23T11:17:19.765" v="3"/>
          <ac:spMkLst>
            <pc:docMk/>
            <pc:sldMk cId="113124066" sldId="940"/>
            <ac:spMk id="346" creationId="{C8689B9C-C280-D3B4-C5DC-008727E6782C}"/>
          </ac:spMkLst>
        </pc:spChg>
        <pc:spChg chg="mod">
          <ac:chgData name="考 张" userId="87b8017596393203" providerId="LiveId" clId="{D3E220F0-6441-F84E-82DB-7CDE45938386}" dt="2024-04-23T11:17:19.765" v="3"/>
          <ac:spMkLst>
            <pc:docMk/>
            <pc:sldMk cId="113124066" sldId="940"/>
            <ac:spMk id="347" creationId="{750AAAD2-9B11-1FB9-6887-583FBCB961A6}"/>
          </ac:spMkLst>
        </pc:spChg>
        <pc:spChg chg="mod">
          <ac:chgData name="考 张" userId="87b8017596393203" providerId="LiveId" clId="{D3E220F0-6441-F84E-82DB-7CDE45938386}" dt="2024-04-23T11:17:19.765" v="3"/>
          <ac:spMkLst>
            <pc:docMk/>
            <pc:sldMk cId="113124066" sldId="940"/>
            <ac:spMk id="348" creationId="{272D9D2C-130F-EBB4-A353-704405E72D08}"/>
          </ac:spMkLst>
        </pc:spChg>
        <pc:spChg chg="mod">
          <ac:chgData name="考 张" userId="87b8017596393203" providerId="LiveId" clId="{D3E220F0-6441-F84E-82DB-7CDE45938386}" dt="2024-04-23T11:17:19.765" v="3"/>
          <ac:spMkLst>
            <pc:docMk/>
            <pc:sldMk cId="113124066" sldId="940"/>
            <ac:spMk id="349" creationId="{7FBA9E9A-B6E1-BD8B-F69A-EC83AAFCA04F}"/>
          </ac:spMkLst>
        </pc:spChg>
        <pc:spChg chg="mod">
          <ac:chgData name="考 张" userId="87b8017596393203" providerId="LiveId" clId="{D3E220F0-6441-F84E-82DB-7CDE45938386}" dt="2024-04-23T11:17:19.765" v="3"/>
          <ac:spMkLst>
            <pc:docMk/>
            <pc:sldMk cId="113124066" sldId="940"/>
            <ac:spMk id="350" creationId="{50A3897B-99B5-9084-B2AA-75FA843F1AB0}"/>
          </ac:spMkLst>
        </pc:spChg>
        <pc:spChg chg="mod">
          <ac:chgData name="考 张" userId="87b8017596393203" providerId="LiveId" clId="{D3E220F0-6441-F84E-82DB-7CDE45938386}" dt="2024-04-23T11:17:19.765" v="3"/>
          <ac:spMkLst>
            <pc:docMk/>
            <pc:sldMk cId="113124066" sldId="940"/>
            <ac:spMk id="351" creationId="{4ABA0E44-4375-3FA2-0CED-7E81423C4E75}"/>
          </ac:spMkLst>
        </pc:spChg>
        <pc:spChg chg="mod">
          <ac:chgData name="考 张" userId="87b8017596393203" providerId="LiveId" clId="{D3E220F0-6441-F84E-82DB-7CDE45938386}" dt="2024-04-23T11:17:19.765" v="3"/>
          <ac:spMkLst>
            <pc:docMk/>
            <pc:sldMk cId="113124066" sldId="940"/>
            <ac:spMk id="352" creationId="{1BD10DD1-6203-ECE3-826A-A879D81786DA}"/>
          </ac:spMkLst>
        </pc:spChg>
        <pc:spChg chg="mod">
          <ac:chgData name="考 张" userId="87b8017596393203" providerId="LiveId" clId="{D3E220F0-6441-F84E-82DB-7CDE45938386}" dt="2024-04-23T11:17:19.765" v="3"/>
          <ac:spMkLst>
            <pc:docMk/>
            <pc:sldMk cId="113124066" sldId="940"/>
            <ac:spMk id="353" creationId="{430C7C20-412B-6462-1959-7FCD02265DAB}"/>
          </ac:spMkLst>
        </pc:spChg>
        <pc:spChg chg="mod">
          <ac:chgData name="考 张" userId="87b8017596393203" providerId="LiveId" clId="{D3E220F0-6441-F84E-82DB-7CDE45938386}" dt="2024-04-23T11:17:19.765" v="3"/>
          <ac:spMkLst>
            <pc:docMk/>
            <pc:sldMk cId="113124066" sldId="940"/>
            <ac:spMk id="354" creationId="{1B650B8D-6E7D-74B8-7B80-831634763AFA}"/>
          </ac:spMkLst>
        </pc:spChg>
        <pc:spChg chg="mod">
          <ac:chgData name="考 张" userId="87b8017596393203" providerId="LiveId" clId="{D3E220F0-6441-F84E-82DB-7CDE45938386}" dt="2024-04-23T11:17:19.765" v="3"/>
          <ac:spMkLst>
            <pc:docMk/>
            <pc:sldMk cId="113124066" sldId="940"/>
            <ac:spMk id="355" creationId="{30BA6720-CE25-F2AF-C413-64A7328C8AC1}"/>
          </ac:spMkLst>
        </pc:spChg>
        <pc:spChg chg="mod">
          <ac:chgData name="考 张" userId="87b8017596393203" providerId="LiveId" clId="{D3E220F0-6441-F84E-82DB-7CDE45938386}" dt="2024-04-23T11:17:19.765" v="3"/>
          <ac:spMkLst>
            <pc:docMk/>
            <pc:sldMk cId="113124066" sldId="940"/>
            <ac:spMk id="356" creationId="{59CD6B66-4257-1265-B0E3-F63E7E37A68F}"/>
          </ac:spMkLst>
        </pc:spChg>
        <pc:spChg chg="mod">
          <ac:chgData name="考 张" userId="87b8017596393203" providerId="LiveId" clId="{D3E220F0-6441-F84E-82DB-7CDE45938386}" dt="2024-04-23T11:17:19.765" v="3"/>
          <ac:spMkLst>
            <pc:docMk/>
            <pc:sldMk cId="113124066" sldId="940"/>
            <ac:spMk id="357" creationId="{F2D73E89-8F0F-CF5F-9A07-C7CD6F7741C5}"/>
          </ac:spMkLst>
        </pc:spChg>
        <pc:spChg chg="mod">
          <ac:chgData name="考 张" userId="87b8017596393203" providerId="LiveId" clId="{D3E220F0-6441-F84E-82DB-7CDE45938386}" dt="2024-04-23T11:17:19.765" v="3"/>
          <ac:spMkLst>
            <pc:docMk/>
            <pc:sldMk cId="113124066" sldId="940"/>
            <ac:spMk id="358" creationId="{E3717143-6BBD-3DD6-57B7-ABAB6CD75BCB}"/>
          </ac:spMkLst>
        </pc:spChg>
        <pc:spChg chg="mod">
          <ac:chgData name="考 张" userId="87b8017596393203" providerId="LiveId" clId="{D3E220F0-6441-F84E-82DB-7CDE45938386}" dt="2024-04-23T11:17:19.765" v="3"/>
          <ac:spMkLst>
            <pc:docMk/>
            <pc:sldMk cId="113124066" sldId="940"/>
            <ac:spMk id="359" creationId="{696F3E1F-62B5-317E-DA85-9ECF15EC68EE}"/>
          </ac:spMkLst>
        </pc:spChg>
        <pc:spChg chg="mod">
          <ac:chgData name="考 张" userId="87b8017596393203" providerId="LiveId" clId="{D3E220F0-6441-F84E-82DB-7CDE45938386}" dt="2024-04-23T11:17:19.765" v="3"/>
          <ac:spMkLst>
            <pc:docMk/>
            <pc:sldMk cId="113124066" sldId="940"/>
            <ac:spMk id="360" creationId="{18215CFC-A5BD-BA96-EF31-68A09B23131F}"/>
          </ac:spMkLst>
        </pc:spChg>
        <pc:spChg chg="mod">
          <ac:chgData name="考 张" userId="87b8017596393203" providerId="LiveId" clId="{D3E220F0-6441-F84E-82DB-7CDE45938386}" dt="2024-04-23T11:17:19.765" v="3"/>
          <ac:spMkLst>
            <pc:docMk/>
            <pc:sldMk cId="113124066" sldId="940"/>
            <ac:spMk id="361" creationId="{FB71F96E-6FD9-3269-2942-11E94B14CB92}"/>
          </ac:spMkLst>
        </pc:spChg>
        <pc:spChg chg="mod">
          <ac:chgData name="考 张" userId="87b8017596393203" providerId="LiveId" clId="{D3E220F0-6441-F84E-82DB-7CDE45938386}" dt="2024-04-23T11:17:19.765" v="3"/>
          <ac:spMkLst>
            <pc:docMk/>
            <pc:sldMk cId="113124066" sldId="940"/>
            <ac:spMk id="362" creationId="{6B8829E5-ED6A-6DC6-CC20-1DB3DC100194}"/>
          </ac:spMkLst>
        </pc:spChg>
        <pc:spChg chg="mod">
          <ac:chgData name="考 张" userId="87b8017596393203" providerId="LiveId" clId="{D3E220F0-6441-F84E-82DB-7CDE45938386}" dt="2024-04-23T11:17:19.765" v="3"/>
          <ac:spMkLst>
            <pc:docMk/>
            <pc:sldMk cId="113124066" sldId="940"/>
            <ac:spMk id="363" creationId="{E2E3C08D-FCC3-6066-3578-BA21A9AB12AA}"/>
          </ac:spMkLst>
        </pc:spChg>
        <pc:spChg chg="mod">
          <ac:chgData name="考 张" userId="87b8017596393203" providerId="LiveId" clId="{D3E220F0-6441-F84E-82DB-7CDE45938386}" dt="2024-04-23T11:17:19.765" v="3"/>
          <ac:spMkLst>
            <pc:docMk/>
            <pc:sldMk cId="113124066" sldId="940"/>
            <ac:spMk id="364" creationId="{828BAAD2-C6BA-F0A4-13C8-C214E047AF78}"/>
          </ac:spMkLst>
        </pc:spChg>
        <pc:spChg chg="mod">
          <ac:chgData name="考 张" userId="87b8017596393203" providerId="LiveId" clId="{D3E220F0-6441-F84E-82DB-7CDE45938386}" dt="2024-04-23T11:17:19.765" v="3"/>
          <ac:spMkLst>
            <pc:docMk/>
            <pc:sldMk cId="113124066" sldId="940"/>
            <ac:spMk id="365" creationId="{16DB2516-E84F-CC14-3DAB-C8D2B07B5F8E}"/>
          </ac:spMkLst>
        </pc:spChg>
        <pc:spChg chg="mod">
          <ac:chgData name="考 张" userId="87b8017596393203" providerId="LiveId" clId="{D3E220F0-6441-F84E-82DB-7CDE45938386}" dt="2024-04-23T11:17:19.765" v="3"/>
          <ac:spMkLst>
            <pc:docMk/>
            <pc:sldMk cId="113124066" sldId="940"/>
            <ac:spMk id="366" creationId="{5E766EFC-A6D2-8477-B10D-A376D6DFB2D2}"/>
          </ac:spMkLst>
        </pc:spChg>
        <pc:spChg chg="mod">
          <ac:chgData name="考 张" userId="87b8017596393203" providerId="LiveId" clId="{D3E220F0-6441-F84E-82DB-7CDE45938386}" dt="2024-04-23T11:17:19.765" v="3"/>
          <ac:spMkLst>
            <pc:docMk/>
            <pc:sldMk cId="113124066" sldId="940"/>
            <ac:spMk id="367" creationId="{E8A7A77E-21E2-2A4C-F118-66779E62B7FC}"/>
          </ac:spMkLst>
        </pc:spChg>
        <pc:spChg chg="mod">
          <ac:chgData name="考 张" userId="87b8017596393203" providerId="LiveId" clId="{D3E220F0-6441-F84E-82DB-7CDE45938386}" dt="2024-04-23T11:17:19.765" v="3"/>
          <ac:spMkLst>
            <pc:docMk/>
            <pc:sldMk cId="113124066" sldId="940"/>
            <ac:spMk id="368" creationId="{9428F947-02B7-69F8-3F8B-1F41EE476A41}"/>
          </ac:spMkLst>
        </pc:spChg>
        <pc:spChg chg="mod">
          <ac:chgData name="考 张" userId="87b8017596393203" providerId="LiveId" clId="{D3E220F0-6441-F84E-82DB-7CDE45938386}" dt="2024-04-23T11:17:19.765" v="3"/>
          <ac:spMkLst>
            <pc:docMk/>
            <pc:sldMk cId="113124066" sldId="940"/>
            <ac:spMk id="369" creationId="{15FAFB7F-AA33-661E-CD4E-72939FD2A66C}"/>
          </ac:spMkLst>
        </pc:spChg>
        <pc:spChg chg="mod">
          <ac:chgData name="考 张" userId="87b8017596393203" providerId="LiveId" clId="{D3E220F0-6441-F84E-82DB-7CDE45938386}" dt="2024-04-23T11:17:19.765" v="3"/>
          <ac:spMkLst>
            <pc:docMk/>
            <pc:sldMk cId="113124066" sldId="940"/>
            <ac:spMk id="370" creationId="{F1AA290B-71B0-7517-E373-8E5E72382991}"/>
          </ac:spMkLst>
        </pc:spChg>
        <pc:spChg chg="mod">
          <ac:chgData name="考 张" userId="87b8017596393203" providerId="LiveId" clId="{D3E220F0-6441-F84E-82DB-7CDE45938386}" dt="2024-04-23T11:17:19.765" v="3"/>
          <ac:spMkLst>
            <pc:docMk/>
            <pc:sldMk cId="113124066" sldId="940"/>
            <ac:spMk id="371" creationId="{D9F1A2DB-46A1-136D-0535-49941C0D0267}"/>
          </ac:spMkLst>
        </pc:spChg>
        <pc:spChg chg="mod">
          <ac:chgData name="考 张" userId="87b8017596393203" providerId="LiveId" clId="{D3E220F0-6441-F84E-82DB-7CDE45938386}" dt="2024-04-23T11:17:19.765" v="3"/>
          <ac:spMkLst>
            <pc:docMk/>
            <pc:sldMk cId="113124066" sldId="940"/>
            <ac:spMk id="372" creationId="{A9759E4E-90C7-F21E-5ED0-95FB68957C29}"/>
          </ac:spMkLst>
        </pc:spChg>
        <pc:spChg chg="mod">
          <ac:chgData name="考 张" userId="87b8017596393203" providerId="LiveId" clId="{D3E220F0-6441-F84E-82DB-7CDE45938386}" dt="2024-04-23T11:17:19.765" v="3"/>
          <ac:spMkLst>
            <pc:docMk/>
            <pc:sldMk cId="113124066" sldId="940"/>
            <ac:spMk id="373" creationId="{7350398D-4367-ECF4-8F54-7EF34AFC35AC}"/>
          </ac:spMkLst>
        </pc:spChg>
        <pc:spChg chg="mod">
          <ac:chgData name="考 张" userId="87b8017596393203" providerId="LiveId" clId="{D3E220F0-6441-F84E-82DB-7CDE45938386}" dt="2024-04-23T11:33:50.682" v="251" actId="1076"/>
          <ac:spMkLst>
            <pc:docMk/>
            <pc:sldMk cId="113124066" sldId="940"/>
            <ac:spMk id="377" creationId="{30A13251-B828-0648-A6DE-85A389DA63D6}"/>
          </ac:spMkLst>
        </pc:spChg>
        <pc:spChg chg="mod">
          <ac:chgData name="考 张" userId="87b8017596393203" providerId="LiveId" clId="{D3E220F0-6441-F84E-82DB-7CDE45938386}" dt="2024-04-23T11:33:50.682" v="251" actId="1076"/>
          <ac:spMkLst>
            <pc:docMk/>
            <pc:sldMk cId="113124066" sldId="940"/>
            <ac:spMk id="378" creationId="{31497C72-DE34-8949-6781-4FC1CA8F59E4}"/>
          </ac:spMkLst>
        </pc:spChg>
        <pc:spChg chg="mod">
          <ac:chgData name="考 张" userId="87b8017596393203" providerId="LiveId" clId="{D3E220F0-6441-F84E-82DB-7CDE45938386}" dt="2024-04-23T11:33:50.682" v="251" actId="1076"/>
          <ac:spMkLst>
            <pc:docMk/>
            <pc:sldMk cId="113124066" sldId="940"/>
            <ac:spMk id="379" creationId="{976A6C61-E041-FC02-E89F-31C29BAE341D}"/>
          </ac:spMkLst>
        </pc:spChg>
        <pc:spChg chg="mod">
          <ac:chgData name="考 张" userId="87b8017596393203" providerId="LiveId" clId="{D3E220F0-6441-F84E-82DB-7CDE45938386}" dt="2024-04-23T11:33:50.682" v="251" actId="1076"/>
          <ac:spMkLst>
            <pc:docMk/>
            <pc:sldMk cId="113124066" sldId="940"/>
            <ac:spMk id="380" creationId="{E5F80AEC-3389-8AB4-82F2-59EF07077457}"/>
          </ac:spMkLst>
        </pc:spChg>
        <pc:spChg chg="mod">
          <ac:chgData name="考 张" userId="87b8017596393203" providerId="LiveId" clId="{D3E220F0-6441-F84E-82DB-7CDE45938386}" dt="2024-04-23T11:33:50.682" v="251" actId="1076"/>
          <ac:spMkLst>
            <pc:docMk/>
            <pc:sldMk cId="113124066" sldId="940"/>
            <ac:spMk id="381" creationId="{76B52F94-6E01-D34E-DCB1-CFE454883C6C}"/>
          </ac:spMkLst>
        </pc:spChg>
        <pc:spChg chg="mod">
          <ac:chgData name="考 张" userId="87b8017596393203" providerId="LiveId" clId="{D3E220F0-6441-F84E-82DB-7CDE45938386}" dt="2024-04-23T11:33:50.682" v="251" actId="1076"/>
          <ac:spMkLst>
            <pc:docMk/>
            <pc:sldMk cId="113124066" sldId="940"/>
            <ac:spMk id="382" creationId="{8F3FAB80-6A7E-8FB9-B1B6-00810F48E4CF}"/>
          </ac:spMkLst>
        </pc:spChg>
        <pc:spChg chg="mod">
          <ac:chgData name="考 张" userId="87b8017596393203" providerId="LiveId" clId="{D3E220F0-6441-F84E-82DB-7CDE45938386}" dt="2024-04-23T11:33:50.682" v="251" actId="1076"/>
          <ac:spMkLst>
            <pc:docMk/>
            <pc:sldMk cId="113124066" sldId="940"/>
            <ac:spMk id="383" creationId="{87C40BD0-DF35-D9B6-5A92-94CF59A6E642}"/>
          </ac:spMkLst>
        </pc:spChg>
        <pc:spChg chg="mod">
          <ac:chgData name="考 张" userId="87b8017596393203" providerId="LiveId" clId="{D3E220F0-6441-F84E-82DB-7CDE45938386}" dt="2024-04-23T11:33:50.682" v="251" actId="1076"/>
          <ac:spMkLst>
            <pc:docMk/>
            <pc:sldMk cId="113124066" sldId="940"/>
            <ac:spMk id="384" creationId="{A16315A9-7152-0B50-F6B0-38511248252B}"/>
          </ac:spMkLst>
        </pc:spChg>
        <pc:spChg chg="mod">
          <ac:chgData name="考 张" userId="87b8017596393203" providerId="LiveId" clId="{D3E220F0-6441-F84E-82DB-7CDE45938386}" dt="2024-04-23T11:33:50.682" v="251" actId="1076"/>
          <ac:spMkLst>
            <pc:docMk/>
            <pc:sldMk cId="113124066" sldId="940"/>
            <ac:spMk id="385" creationId="{189FB13B-23B2-1A90-6CA6-23147A32C484}"/>
          </ac:spMkLst>
        </pc:spChg>
        <pc:spChg chg="mod">
          <ac:chgData name="考 张" userId="87b8017596393203" providerId="LiveId" clId="{D3E220F0-6441-F84E-82DB-7CDE45938386}" dt="2024-04-23T11:33:50.682" v="251" actId="1076"/>
          <ac:spMkLst>
            <pc:docMk/>
            <pc:sldMk cId="113124066" sldId="940"/>
            <ac:spMk id="386" creationId="{6C298D33-D1FB-074C-CE0D-0BF8A84B5DA7}"/>
          </ac:spMkLst>
        </pc:spChg>
        <pc:spChg chg="mod">
          <ac:chgData name="考 张" userId="87b8017596393203" providerId="LiveId" clId="{D3E220F0-6441-F84E-82DB-7CDE45938386}" dt="2024-04-23T11:33:50.682" v="251" actId="1076"/>
          <ac:spMkLst>
            <pc:docMk/>
            <pc:sldMk cId="113124066" sldId="940"/>
            <ac:spMk id="387" creationId="{3ABF1391-1587-81F3-9E97-4503D396CA21}"/>
          </ac:spMkLst>
        </pc:spChg>
        <pc:spChg chg="mod">
          <ac:chgData name="考 张" userId="87b8017596393203" providerId="LiveId" clId="{D3E220F0-6441-F84E-82DB-7CDE45938386}" dt="2024-04-23T11:33:50.682" v="251" actId="1076"/>
          <ac:spMkLst>
            <pc:docMk/>
            <pc:sldMk cId="113124066" sldId="940"/>
            <ac:spMk id="388" creationId="{48719C17-450A-9B0C-566A-CB844E17D278}"/>
          </ac:spMkLst>
        </pc:spChg>
        <pc:spChg chg="mod">
          <ac:chgData name="考 张" userId="87b8017596393203" providerId="LiveId" clId="{D3E220F0-6441-F84E-82DB-7CDE45938386}" dt="2024-04-23T11:33:50.682" v="251" actId="1076"/>
          <ac:spMkLst>
            <pc:docMk/>
            <pc:sldMk cId="113124066" sldId="940"/>
            <ac:spMk id="390" creationId="{8DF09955-E488-5127-34D0-3328F8575E88}"/>
          </ac:spMkLst>
        </pc:spChg>
        <pc:spChg chg="mod">
          <ac:chgData name="考 张" userId="87b8017596393203" providerId="LiveId" clId="{D3E220F0-6441-F84E-82DB-7CDE45938386}" dt="2024-04-23T11:33:50.682" v="251" actId="1076"/>
          <ac:spMkLst>
            <pc:docMk/>
            <pc:sldMk cId="113124066" sldId="940"/>
            <ac:spMk id="391" creationId="{AC4D27D1-7989-5A42-2BFF-357D64FA542D}"/>
          </ac:spMkLst>
        </pc:spChg>
        <pc:spChg chg="mod">
          <ac:chgData name="考 张" userId="87b8017596393203" providerId="LiveId" clId="{D3E220F0-6441-F84E-82DB-7CDE45938386}" dt="2024-04-23T11:33:50.682" v="251" actId="1076"/>
          <ac:spMkLst>
            <pc:docMk/>
            <pc:sldMk cId="113124066" sldId="940"/>
            <ac:spMk id="392" creationId="{EF0AFBF8-A298-8C62-AE97-119BEE21AFAE}"/>
          </ac:spMkLst>
        </pc:spChg>
        <pc:spChg chg="mod">
          <ac:chgData name="考 张" userId="87b8017596393203" providerId="LiveId" clId="{D3E220F0-6441-F84E-82DB-7CDE45938386}" dt="2024-04-23T11:33:50.682" v="251" actId="1076"/>
          <ac:spMkLst>
            <pc:docMk/>
            <pc:sldMk cId="113124066" sldId="940"/>
            <ac:spMk id="393" creationId="{8A9A694C-0561-984B-9405-AF6CBA78BCFF}"/>
          </ac:spMkLst>
        </pc:spChg>
        <pc:spChg chg="mod">
          <ac:chgData name="考 张" userId="87b8017596393203" providerId="LiveId" clId="{D3E220F0-6441-F84E-82DB-7CDE45938386}" dt="2024-04-23T11:33:50.682" v="251" actId="1076"/>
          <ac:spMkLst>
            <pc:docMk/>
            <pc:sldMk cId="113124066" sldId="940"/>
            <ac:spMk id="394" creationId="{5F6C2BFD-37A1-6CDB-3D19-9E80DC0D7127}"/>
          </ac:spMkLst>
        </pc:spChg>
        <pc:spChg chg="mod">
          <ac:chgData name="考 张" userId="87b8017596393203" providerId="LiveId" clId="{D3E220F0-6441-F84E-82DB-7CDE45938386}" dt="2024-04-23T11:33:50.682" v="251" actId="1076"/>
          <ac:spMkLst>
            <pc:docMk/>
            <pc:sldMk cId="113124066" sldId="940"/>
            <ac:spMk id="395" creationId="{E90EEC20-3B27-57DB-0299-6870027A03EF}"/>
          </ac:spMkLst>
        </pc:spChg>
        <pc:spChg chg="mod">
          <ac:chgData name="考 张" userId="87b8017596393203" providerId="LiveId" clId="{D3E220F0-6441-F84E-82DB-7CDE45938386}" dt="2024-04-23T11:33:50.682" v="251" actId="1076"/>
          <ac:spMkLst>
            <pc:docMk/>
            <pc:sldMk cId="113124066" sldId="940"/>
            <ac:spMk id="396" creationId="{2C2DC9E8-1D50-8944-63D6-9CCF78895C5B}"/>
          </ac:spMkLst>
        </pc:spChg>
        <pc:spChg chg="mod">
          <ac:chgData name="考 张" userId="87b8017596393203" providerId="LiveId" clId="{D3E220F0-6441-F84E-82DB-7CDE45938386}" dt="2024-04-23T11:33:50.682" v="251" actId="1076"/>
          <ac:spMkLst>
            <pc:docMk/>
            <pc:sldMk cId="113124066" sldId="940"/>
            <ac:spMk id="397" creationId="{8FEFD339-FDA6-13A9-5764-7BA696C12950}"/>
          </ac:spMkLst>
        </pc:spChg>
        <pc:spChg chg="mod">
          <ac:chgData name="考 张" userId="87b8017596393203" providerId="LiveId" clId="{D3E220F0-6441-F84E-82DB-7CDE45938386}" dt="2024-04-23T11:33:50.682" v="251" actId="1076"/>
          <ac:spMkLst>
            <pc:docMk/>
            <pc:sldMk cId="113124066" sldId="940"/>
            <ac:spMk id="398" creationId="{AE3D841F-1A03-A779-E8EC-50A0DEEB10AF}"/>
          </ac:spMkLst>
        </pc:spChg>
        <pc:spChg chg="mod">
          <ac:chgData name="考 张" userId="87b8017596393203" providerId="LiveId" clId="{D3E220F0-6441-F84E-82DB-7CDE45938386}" dt="2024-04-23T11:33:50.682" v="251" actId="1076"/>
          <ac:spMkLst>
            <pc:docMk/>
            <pc:sldMk cId="113124066" sldId="940"/>
            <ac:spMk id="399" creationId="{83056336-F8B1-94CE-4A02-2638F9353934}"/>
          </ac:spMkLst>
        </pc:spChg>
        <pc:spChg chg="mod">
          <ac:chgData name="考 张" userId="87b8017596393203" providerId="LiveId" clId="{D3E220F0-6441-F84E-82DB-7CDE45938386}" dt="2024-04-23T11:33:50.682" v="251" actId="1076"/>
          <ac:spMkLst>
            <pc:docMk/>
            <pc:sldMk cId="113124066" sldId="940"/>
            <ac:spMk id="400" creationId="{382822FF-BE6C-EF52-E395-75460FC6C937}"/>
          </ac:spMkLst>
        </pc:spChg>
        <pc:spChg chg="mod">
          <ac:chgData name="考 张" userId="87b8017596393203" providerId="LiveId" clId="{D3E220F0-6441-F84E-82DB-7CDE45938386}" dt="2024-04-23T11:33:50.682" v="251" actId="1076"/>
          <ac:spMkLst>
            <pc:docMk/>
            <pc:sldMk cId="113124066" sldId="940"/>
            <ac:spMk id="401" creationId="{90236F7F-37D0-060A-F4CB-A57BB13DB0BC}"/>
          </ac:spMkLst>
        </pc:spChg>
        <pc:spChg chg="mod">
          <ac:chgData name="考 张" userId="87b8017596393203" providerId="LiveId" clId="{D3E220F0-6441-F84E-82DB-7CDE45938386}" dt="2024-04-23T11:33:50.682" v="251" actId="1076"/>
          <ac:spMkLst>
            <pc:docMk/>
            <pc:sldMk cId="113124066" sldId="940"/>
            <ac:spMk id="402" creationId="{7B3BABA1-527B-7018-8DCC-A834B45B90FC}"/>
          </ac:spMkLst>
        </pc:spChg>
        <pc:spChg chg="mod">
          <ac:chgData name="考 张" userId="87b8017596393203" providerId="LiveId" clId="{D3E220F0-6441-F84E-82DB-7CDE45938386}" dt="2024-04-23T11:33:50.682" v="251" actId="1076"/>
          <ac:spMkLst>
            <pc:docMk/>
            <pc:sldMk cId="113124066" sldId="940"/>
            <ac:spMk id="403" creationId="{A22CD118-63E6-42DA-6537-627D6EBDBE03}"/>
          </ac:spMkLst>
        </pc:spChg>
        <pc:spChg chg="mod">
          <ac:chgData name="考 张" userId="87b8017596393203" providerId="LiveId" clId="{D3E220F0-6441-F84E-82DB-7CDE45938386}" dt="2024-04-23T11:33:50.682" v="251" actId="1076"/>
          <ac:spMkLst>
            <pc:docMk/>
            <pc:sldMk cId="113124066" sldId="940"/>
            <ac:spMk id="404" creationId="{A591F926-091A-F68D-7426-A0AECAD3E20E}"/>
          </ac:spMkLst>
        </pc:spChg>
        <pc:spChg chg="mod">
          <ac:chgData name="考 张" userId="87b8017596393203" providerId="LiveId" clId="{D3E220F0-6441-F84E-82DB-7CDE45938386}" dt="2024-04-23T11:33:50.682" v="251" actId="1076"/>
          <ac:spMkLst>
            <pc:docMk/>
            <pc:sldMk cId="113124066" sldId="940"/>
            <ac:spMk id="405" creationId="{BE223E09-0F9A-DADA-F50F-59DF7F2F8E93}"/>
          </ac:spMkLst>
        </pc:spChg>
        <pc:spChg chg="mod">
          <ac:chgData name="考 张" userId="87b8017596393203" providerId="LiveId" clId="{D3E220F0-6441-F84E-82DB-7CDE45938386}" dt="2024-04-23T11:33:50.682" v="251" actId="1076"/>
          <ac:spMkLst>
            <pc:docMk/>
            <pc:sldMk cId="113124066" sldId="940"/>
            <ac:spMk id="406" creationId="{D77472C5-AEC4-A67D-2EA0-349AE821AE09}"/>
          </ac:spMkLst>
        </pc:spChg>
        <pc:spChg chg="mod">
          <ac:chgData name="考 张" userId="87b8017596393203" providerId="LiveId" clId="{D3E220F0-6441-F84E-82DB-7CDE45938386}" dt="2024-04-23T11:33:50.682" v="251" actId="1076"/>
          <ac:spMkLst>
            <pc:docMk/>
            <pc:sldMk cId="113124066" sldId="940"/>
            <ac:spMk id="407" creationId="{A7A84880-4052-0642-B403-8C6DE407BE53}"/>
          </ac:spMkLst>
        </pc:spChg>
        <pc:spChg chg="mod">
          <ac:chgData name="考 张" userId="87b8017596393203" providerId="LiveId" clId="{D3E220F0-6441-F84E-82DB-7CDE45938386}" dt="2024-04-23T11:33:50.682" v="251" actId="1076"/>
          <ac:spMkLst>
            <pc:docMk/>
            <pc:sldMk cId="113124066" sldId="940"/>
            <ac:spMk id="408" creationId="{E42BBDFD-ED0F-C251-A2DA-CC1FD1E5993E}"/>
          </ac:spMkLst>
        </pc:spChg>
        <pc:spChg chg="mod">
          <ac:chgData name="考 张" userId="87b8017596393203" providerId="LiveId" clId="{D3E220F0-6441-F84E-82DB-7CDE45938386}" dt="2024-04-23T11:33:50.682" v="251" actId="1076"/>
          <ac:spMkLst>
            <pc:docMk/>
            <pc:sldMk cId="113124066" sldId="940"/>
            <ac:spMk id="409" creationId="{179DA341-7F41-77D2-3688-39774197CC0D}"/>
          </ac:spMkLst>
        </pc:spChg>
        <pc:spChg chg="mod">
          <ac:chgData name="考 张" userId="87b8017596393203" providerId="LiveId" clId="{D3E220F0-6441-F84E-82DB-7CDE45938386}" dt="2024-04-23T11:33:50.682" v="251" actId="1076"/>
          <ac:spMkLst>
            <pc:docMk/>
            <pc:sldMk cId="113124066" sldId="940"/>
            <ac:spMk id="410" creationId="{0A973474-99BE-28EA-67CD-A8C6973AEC04}"/>
          </ac:spMkLst>
        </pc:spChg>
        <pc:spChg chg="mod">
          <ac:chgData name="考 张" userId="87b8017596393203" providerId="LiveId" clId="{D3E220F0-6441-F84E-82DB-7CDE45938386}" dt="2024-04-23T11:33:50.682" v="251" actId="1076"/>
          <ac:spMkLst>
            <pc:docMk/>
            <pc:sldMk cId="113124066" sldId="940"/>
            <ac:spMk id="411" creationId="{F0B422E9-58E3-4745-9521-08EE4ECFE78A}"/>
          </ac:spMkLst>
        </pc:spChg>
        <pc:spChg chg="mod">
          <ac:chgData name="考 张" userId="87b8017596393203" providerId="LiveId" clId="{D3E220F0-6441-F84E-82DB-7CDE45938386}" dt="2024-04-23T11:33:50.682" v="251" actId="1076"/>
          <ac:spMkLst>
            <pc:docMk/>
            <pc:sldMk cId="113124066" sldId="940"/>
            <ac:spMk id="412" creationId="{2F8C090F-1AC8-EA73-6E14-4DC04A567609}"/>
          </ac:spMkLst>
        </pc:spChg>
        <pc:spChg chg="mod">
          <ac:chgData name="考 张" userId="87b8017596393203" providerId="LiveId" clId="{D3E220F0-6441-F84E-82DB-7CDE45938386}" dt="2024-04-23T11:33:50.682" v="251" actId="1076"/>
          <ac:spMkLst>
            <pc:docMk/>
            <pc:sldMk cId="113124066" sldId="940"/>
            <ac:spMk id="413" creationId="{996F0CEE-7202-98CF-9FC0-37B195BE305D}"/>
          </ac:spMkLst>
        </pc:spChg>
        <pc:spChg chg="mod">
          <ac:chgData name="考 张" userId="87b8017596393203" providerId="LiveId" clId="{D3E220F0-6441-F84E-82DB-7CDE45938386}" dt="2024-04-23T11:33:50.682" v="251" actId="1076"/>
          <ac:spMkLst>
            <pc:docMk/>
            <pc:sldMk cId="113124066" sldId="940"/>
            <ac:spMk id="414" creationId="{76EA5EDC-E039-23B0-6264-DB0E2D9FD345}"/>
          </ac:spMkLst>
        </pc:spChg>
        <pc:spChg chg="mod">
          <ac:chgData name="考 张" userId="87b8017596393203" providerId="LiveId" clId="{D3E220F0-6441-F84E-82DB-7CDE45938386}" dt="2024-04-23T11:33:50.682" v="251" actId="1076"/>
          <ac:spMkLst>
            <pc:docMk/>
            <pc:sldMk cId="113124066" sldId="940"/>
            <ac:spMk id="415" creationId="{BDE28EC1-1216-F752-7E76-70DCC34D3E1C}"/>
          </ac:spMkLst>
        </pc:spChg>
        <pc:spChg chg="mod">
          <ac:chgData name="考 张" userId="87b8017596393203" providerId="LiveId" clId="{D3E220F0-6441-F84E-82DB-7CDE45938386}" dt="2024-04-23T11:33:50.682" v="251" actId="1076"/>
          <ac:spMkLst>
            <pc:docMk/>
            <pc:sldMk cId="113124066" sldId="940"/>
            <ac:spMk id="416" creationId="{2D1C2C73-4D0D-F51C-A50E-C4DE98AA9AC6}"/>
          </ac:spMkLst>
        </pc:spChg>
        <pc:spChg chg="mod">
          <ac:chgData name="考 张" userId="87b8017596393203" providerId="LiveId" clId="{D3E220F0-6441-F84E-82DB-7CDE45938386}" dt="2024-04-23T11:33:50.682" v="251" actId="1076"/>
          <ac:spMkLst>
            <pc:docMk/>
            <pc:sldMk cId="113124066" sldId="940"/>
            <ac:spMk id="424" creationId="{19EC6420-E7C0-D40C-484F-94391AF6E190}"/>
          </ac:spMkLst>
        </pc:spChg>
        <pc:spChg chg="mod">
          <ac:chgData name="考 张" userId="87b8017596393203" providerId="LiveId" clId="{D3E220F0-6441-F84E-82DB-7CDE45938386}" dt="2024-04-23T11:33:50.682" v="251" actId="1076"/>
          <ac:spMkLst>
            <pc:docMk/>
            <pc:sldMk cId="113124066" sldId="940"/>
            <ac:spMk id="425" creationId="{C44773E8-E3C5-B2F7-E83D-6BB85EDBC128}"/>
          </ac:spMkLst>
        </pc:spChg>
        <pc:spChg chg="mod">
          <ac:chgData name="考 张" userId="87b8017596393203" providerId="LiveId" clId="{D3E220F0-6441-F84E-82DB-7CDE45938386}" dt="2024-04-23T11:33:50.682" v="251" actId="1076"/>
          <ac:spMkLst>
            <pc:docMk/>
            <pc:sldMk cId="113124066" sldId="940"/>
            <ac:spMk id="426" creationId="{AE224DD5-2B6D-FD04-D8B3-E7C907048DE6}"/>
          </ac:spMkLst>
        </pc:spChg>
        <pc:spChg chg="mod">
          <ac:chgData name="考 张" userId="87b8017596393203" providerId="LiveId" clId="{D3E220F0-6441-F84E-82DB-7CDE45938386}" dt="2024-04-23T11:33:50.682" v="251" actId="1076"/>
          <ac:spMkLst>
            <pc:docMk/>
            <pc:sldMk cId="113124066" sldId="940"/>
            <ac:spMk id="427" creationId="{9E5E3067-6D03-8B00-B043-D04A4A38A73F}"/>
          </ac:spMkLst>
        </pc:spChg>
        <pc:spChg chg="mod">
          <ac:chgData name="考 张" userId="87b8017596393203" providerId="LiveId" clId="{D3E220F0-6441-F84E-82DB-7CDE45938386}" dt="2024-04-23T11:33:50.682" v="251" actId="1076"/>
          <ac:spMkLst>
            <pc:docMk/>
            <pc:sldMk cId="113124066" sldId="940"/>
            <ac:spMk id="428" creationId="{6D57D04D-AE3A-C5FA-69BB-6798FD1A859D}"/>
          </ac:spMkLst>
        </pc:spChg>
        <pc:spChg chg="mod">
          <ac:chgData name="考 张" userId="87b8017596393203" providerId="LiveId" clId="{D3E220F0-6441-F84E-82DB-7CDE45938386}" dt="2024-04-23T11:33:50.682" v="251" actId="1076"/>
          <ac:spMkLst>
            <pc:docMk/>
            <pc:sldMk cId="113124066" sldId="940"/>
            <ac:spMk id="429" creationId="{7178BDFD-23E0-8F5D-5459-1F695DF8EBF6}"/>
          </ac:spMkLst>
        </pc:spChg>
        <pc:spChg chg="mod">
          <ac:chgData name="考 张" userId="87b8017596393203" providerId="LiveId" clId="{D3E220F0-6441-F84E-82DB-7CDE45938386}" dt="2024-04-23T11:33:50.682" v="251" actId="1076"/>
          <ac:spMkLst>
            <pc:docMk/>
            <pc:sldMk cId="113124066" sldId="940"/>
            <ac:spMk id="430" creationId="{13902A37-B62B-DF26-B409-3733DA5D769D}"/>
          </ac:spMkLst>
        </pc:spChg>
        <pc:spChg chg="mod">
          <ac:chgData name="考 张" userId="87b8017596393203" providerId="LiveId" clId="{D3E220F0-6441-F84E-82DB-7CDE45938386}" dt="2024-04-23T11:33:50.682" v="251" actId="1076"/>
          <ac:spMkLst>
            <pc:docMk/>
            <pc:sldMk cId="113124066" sldId="940"/>
            <ac:spMk id="431" creationId="{EE47BA42-E093-72EC-0342-D6691098F339}"/>
          </ac:spMkLst>
        </pc:spChg>
        <pc:spChg chg="mod">
          <ac:chgData name="考 张" userId="87b8017596393203" providerId="LiveId" clId="{D3E220F0-6441-F84E-82DB-7CDE45938386}" dt="2024-04-23T11:33:50.682" v="251" actId="1076"/>
          <ac:spMkLst>
            <pc:docMk/>
            <pc:sldMk cId="113124066" sldId="940"/>
            <ac:spMk id="432" creationId="{A31A26B7-4CF8-C315-0E25-DB64F2407826}"/>
          </ac:spMkLst>
        </pc:spChg>
        <pc:spChg chg="mod">
          <ac:chgData name="考 张" userId="87b8017596393203" providerId="LiveId" clId="{D3E220F0-6441-F84E-82DB-7CDE45938386}" dt="2024-04-23T11:33:50.682" v="251" actId="1076"/>
          <ac:spMkLst>
            <pc:docMk/>
            <pc:sldMk cId="113124066" sldId="940"/>
            <ac:spMk id="433" creationId="{B2669E60-5F4E-48AE-02BF-4197236187F8}"/>
          </ac:spMkLst>
        </pc:spChg>
        <pc:spChg chg="mod">
          <ac:chgData name="考 张" userId="87b8017596393203" providerId="LiveId" clId="{D3E220F0-6441-F84E-82DB-7CDE45938386}" dt="2024-04-23T11:33:50.682" v="251" actId="1076"/>
          <ac:spMkLst>
            <pc:docMk/>
            <pc:sldMk cId="113124066" sldId="940"/>
            <ac:spMk id="434" creationId="{FC55FDC0-AE98-9173-3C67-BCD663244828}"/>
          </ac:spMkLst>
        </pc:spChg>
        <pc:spChg chg="mod">
          <ac:chgData name="考 张" userId="87b8017596393203" providerId="LiveId" clId="{D3E220F0-6441-F84E-82DB-7CDE45938386}" dt="2024-04-23T11:33:50.682" v="251" actId="1076"/>
          <ac:spMkLst>
            <pc:docMk/>
            <pc:sldMk cId="113124066" sldId="940"/>
            <ac:spMk id="435" creationId="{C2312574-7FCA-C536-7FFB-C303BC9DD996}"/>
          </ac:spMkLst>
        </pc:spChg>
        <pc:spChg chg="mod">
          <ac:chgData name="考 张" userId="87b8017596393203" providerId="LiveId" clId="{D3E220F0-6441-F84E-82DB-7CDE45938386}" dt="2024-04-23T11:33:50.682" v="251" actId="1076"/>
          <ac:spMkLst>
            <pc:docMk/>
            <pc:sldMk cId="113124066" sldId="940"/>
            <ac:spMk id="436" creationId="{87E5A384-3BFB-0473-6A2A-DE3A16968108}"/>
          </ac:spMkLst>
        </pc:spChg>
        <pc:spChg chg="mod">
          <ac:chgData name="考 张" userId="87b8017596393203" providerId="LiveId" clId="{D3E220F0-6441-F84E-82DB-7CDE45938386}" dt="2024-04-23T11:33:50.682" v="251" actId="1076"/>
          <ac:spMkLst>
            <pc:docMk/>
            <pc:sldMk cId="113124066" sldId="940"/>
            <ac:spMk id="437" creationId="{83124EB7-7612-6D94-019D-72950FFB7970}"/>
          </ac:spMkLst>
        </pc:spChg>
        <pc:spChg chg="mod">
          <ac:chgData name="考 张" userId="87b8017596393203" providerId="LiveId" clId="{D3E220F0-6441-F84E-82DB-7CDE45938386}" dt="2024-04-23T11:33:50.682" v="251" actId="1076"/>
          <ac:spMkLst>
            <pc:docMk/>
            <pc:sldMk cId="113124066" sldId="940"/>
            <ac:spMk id="438" creationId="{A88C1E19-2685-1CC0-C2C0-C2FC58C49B22}"/>
          </ac:spMkLst>
        </pc:spChg>
        <pc:spChg chg="mod">
          <ac:chgData name="考 张" userId="87b8017596393203" providerId="LiveId" clId="{D3E220F0-6441-F84E-82DB-7CDE45938386}" dt="2024-04-23T11:33:50.682" v="251" actId="1076"/>
          <ac:spMkLst>
            <pc:docMk/>
            <pc:sldMk cId="113124066" sldId="940"/>
            <ac:spMk id="439" creationId="{89F0422A-18FD-CA09-D0C7-63C2711592BE}"/>
          </ac:spMkLst>
        </pc:spChg>
        <pc:spChg chg="mod">
          <ac:chgData name="考 张" userId="87b8017596393203" providerId="LiveId" clId="{D3E220F0-6441-F84E-82DB-7CDE45938386}" dt="2024-04-23T11:33:50.682" v="251" actId="1076"/>
          <ac:spMkLst>
            <pc:docMk/>
            <pc:sldMk cId="113124066" sldId="940"/>
            <ac:spMk id="440" creationId="{4215186F-0A03-407E-8A3D-9156781ACD0E}"/>
          </ac:spMkLst>
        </pc:spChg>
        <pc:spChg chg="mod">
          <ac:chgData name="考 张" userId="87b8017596393203" providerId="LiveId" clId="{D3E220F0-6441-F84E-82DB-7CDE45938386}" dt="2024-04-23T11:33:50.682" v="251" actId="1076"/>
          <ac:spMkLst>
            <pc:docMk/>
            <pc:sldMk cId="113124066" sldId="940"/>
            <ac:spMk id="441" creationId="{95E5EC2F-DD0D-9A65-332A-3FC6878EBB76}"/>
          </ac:spMkLst>
        </pc:spChg>
        <pc:spChg chg="mod">
          <ac:chgData name="考 张" userId="87b8017596393203" providerId="LiveId" clId="{D3E220F0-6441-F84E-82DB-7CDE45938386}" dt="2024-04-23T11:33:50.682" v="251" actId="1076"/>
          <ac:spMkLst>
            <pc:docMk/>
            <pc:sldMk cId="113124066" sldId="940"/>
            <ac:spMk id="442" creationId="{A4C68F51-0221-28EB-ABFC-00B02946A2D2}"/>
          </ac:spMkLst>
        </pc:spChg>
        <pc:spChg chg="mod">
          <ac:chgData name="考 张" userId="87b8017596393203" providerId="LiveId" clId="{D3E220F0-6441-F84E-82DB-7CDE45938386}" dt="2024-04-23T11:33:50.682" v="251" actId="1076"/>
          <ac:spMkLst>
            <pc:docMk/>
            <pc:sldMk cId="113124066" sldId="940"/>
            <ac:spMk id="443" creationId="{23A25D32-B73A-C066-EC2C-A4A70D503386}"/>
          </ac:spMkLst>
        </pc:spChg>
        <pc:spChg chg="mod">
          <ac:chgData name="考 张" userId="87b8017596393203" providerId="LiveId" clId="{D3E220F0-6441-F84E-82DB-7CDE45938386}" dt="2024-04-23T11:33:50.682" v="251" actId="1076"/>
          <ac:spMkLst>
            <pc:docMk/>
            <pc:sldMk cId="113124066" sldId="940"/>
            <ac:spMk id="444" creationId="{191080D7-6893-2FB0-5979-CFD61EAF7FEA}"/>
          </ac:spMkLst>
        </pc:spChg>
        <pc:spChg chg="mod">
          <ac:chgData name="考 张" userId="87b8017596393203" providerId="LiveId" clId="{D3E220F0-6441-F84E-82DB-7CDE45938386}" dt="2024-04-23T11:33:50.682" v="251" actId="1076"/>
          <ac:spMkLst>
            <pc:docMk/>
            <pc:sldMk cId="113124066" sldId="940"/>
            <ac:spMk id="445" creationId="{94BFB2B0-CFA4-5BD3-D073-94D2B2C3883F}"/>
          </ac:spMkLst>
        </pc:spChg>
        <pc:spChg chg="mod">
          <ac:chgData name="考 张" userId="87b8017596393203" providerId="LiveId" clId="{D3E220F0-6441-F84E-82DB-7CDE45938386}" dt="2024-04-23T11:33:50.682" v="251" actId="1076"/>
          <ac:spMkLst>
            <pc:docMk/>
            <pc:sldMk cId="113124066" sldId="940"/>
            <ac:spMk id="446" creationId="{08541CAA-3709-6788-917F-190ACE20BF9C}"/>
          </ac:spMkLst>
        </pc:spChg>
        <pc:spChg chg="mod">
          <ac:chgData name="考 张" userId="87b8017596393203" providerId="LiveId" clId="{D3E220F0-6441-F84E-82DB-7CDE45938386}" dt="2024-04-23T11:33:50.682" v="251" actId="1076"/>
          <ac:spMkLst>
            <pc:docMk/>
            <pc:sldMk cId="113124066" sldId="940"/>
            <ac:spMk id="447" creationId="{EA53A9AC-63FF-893B-6E17-6DEB8C16257C}"/>
          </ac:spMkLst>
        </pc:spChg>
        <pc:spChg chg="mod">
          <ac:chgData name="考 张" userId="87b8017596393203" providerId="LiveId" clId="{D3E220F0-6441-F84E-82DB-7CDE45938386}" dt="2024-04-23T11:33:50.682" v="251" actId="1076"/>
          <ac:spMkLst>
            <pc:docMk/>
            <pc:sldMk cId="113124066" sldId="940"/>
            <ac:spMk id="448" creationId="{CEA74503-A9B9-C236-583D-6D7CE73D9526}"/>
          </ac:spMkLst>
        </pc:spChg>
        <pc:spChg chg="mod">
          <ac:chgData name="考 张" userId="87b8017596393203" providerId="LiveId" clId="{D3E220F0-6441-F84E-82DB-7CDE45938386}" dt="2024-04-23T11:33:50.682" v="251" actId="1076"/>
          <ac:spMkLst>
            <pc:docMk/>
            <pc:sldMk cId="113124066" sldId="940"/>
            <ac:spMk id="449" creationId="{476B8E6E-6237-D595-5141-BDE19A835480}"/>
          </ac:spMkLst>
        </pc:spChg>
        <pc:spChg chg="mod">
          <ac:chgData name="考 张" userId="87b8017596393203" providerId="LiveId" clId="{D3E220F0-6441-F84E-82DB-7CDE45938386}" dt="2024-04-23T11:33:50.682" v="251" actId="1076"/>
          <ac:spMkLst>
            <pc:docMk/>
            <pc:sldMk cId="113124066" sldId="940"/>
            <ac:spMk id="450" creationId="{83D1F0F0-791E-08C4-458E-A8F452079175}"/>
          </ac:spMkLst>
        </pc:spChg>
        <pc:spChg chg="mod">
          <ac:chgData name="考 张" userId="87b8017596393203" providerId="LiveId" clId="{D3E220F0-6441-F84E-82DB-7CDE45938386}" dt="2024-04-23T11:33:50.682" v="251" actId="1076"/>
          <ac:spMkLst>
            <pc:docMk/>
            <pc:sldMk cId="113124066" sldId="940"/>
            <ac:spMk id="451" creationId="{2B4D0EDB-887E-9725-811F-7CE4A815A0AD}"/>
          </ac:spMkLst>
        </pc:spChg>
        <pc:spChg chg="mod">
          <ac:chgData name="考 张" userId="87b8017596393203" providerId="LiveId" clId="{D3E220F0-6441-F84E-82DB-7CDE45938386}" dt="2024-04-23T11:33:50.682" v="251" actId="1076"/>
          <ac:spMkLst>
            <pc:docMk/>
            <pc:sldMk cId="113124066" sldId="940"/>
            <ac:spMk id="452" creationId="{51162098-7A21-3011-7FCD-9A154BDFF680}"/>
          </ac:spMkLst>
        </pc:spChg>
        <pc:spChg chg="mod">
          <ac:chgData name="考 张" userId="87b8017596393203" providerId="LiveId" clId="{D3E220F0-6441-F84E-82DB-7CDE45938386}" dt="2024-04-23T11:33:50.682" v="251" actId="1076"/>
          <ac:spMkLst>
            <pc:docMk/>
            <pc:sldMk cId="113124066" sldId="940"/>
            <ac:spMk id="453" creationId="{5D1D978D-FB87-A7CD-D740-ADFAE96A28E4}"/>
          </ac:spMkLst>
        </pc:spChg>
        <pc:spChg chg="mod">
          <ac:chgData name="考 张" userId="87b8017596393203" providerId="LiveId" clId="{D3E220F0-6441-F84E-82DB-7CDE45938386}" dt="2024-04-23T11:33:50.682" v="251" actId="1076"/>
          <ac:spMkLst>
            <pc:docMk/>
            <pc:sldMk cId="113124066" sldId="940"/>
            <ac:spMk id="454" creationId="{154BEF3B-0200-7AD9-51AA-F61A69919705}"/>
          </ac:spMkLst>
        </pc:spChg>
        <pc:spChg chg="mod">
          <ac:chgData name="考 张" userId="87b8017596393203" providerId="LiveId" clId="{D3E220F0-6441-F84E-82DB-7CDE45938386}" dt="2024-04-23T11:33:50.682" v="251" actId="1076"/>
          <ac:spMkLst>
            <pc:docMk/>
            <pc:sldMk cId="113124066" sldId="940"/>
            <ac:spMk id="455" creationId="{C6E6A9FC-03BD-27E1-90DA-5EDFFFE380BF}"/>
          </ac:spMkLst>
        </pc:spChg>
        <pc:spChg chg="mod">
          <ac:chgData name="考 张" userId="87b8017596393203" providerId="LiveId" clId="{D3E220F0-6441-F84E-82DB-7CDE45938386}" dt="2024-04-23T11:33:50.682" v="251" actId="1076"/>
          <ac:spMkLst>
            <pc:docMk/>
            <pc:sldMk cId="113124066" sldId="940"/>
            <ac:spMk id="456" creationId="{E4332D6F-1258-878E-C7EB-AA2800312F5D}"/>
          </ac:spMkLst>
        </pc:spChg>
        <pc:spChg chg="mod">
          <ac:chgData name="考 张" userId="87b8017596393203" providerId="LiveId" clId="{D3E220F0-6441-F84E-82DB-7CDE45938386}" dt="2024-04-23T11:33:50.682" v="251" actId="1076"/>
          <ac:spMkLst>
            <pc:docMk/>
            <pc:sldMk cId="113124066" sldId="940"/>
            <ac:spMk id="457" creationId="{9D7B81F6-03EC-FECE-7CCA-96327C3C8CD6}"/>
          </ac:spMkLst>
        </pc:spChg>
        <pc:spChg chg="mod">
          <ac:chgData name="考 张" userId="87b8017596393203" providerId="LiveId" clId="{D3E220F0-6441-F84E-82DB-7CDE45938386}" dt="2024-04-23T11:33:50.682" v="251" actId="1076"/>
          <ac:spMkLst>
            <pc:docMk/>
            <pc:sldMk cId="113124066" sldId="940"/>
            <ac:spMk id="458" creationId="{8861DF84-8F24-16B0-7C3C-7A599AF0F76F}"/>
          </ac:spMkLst>
        </pc:spChg>
        <pc:spChg chg="mod">
          <ac:chgData name="考 张" userId="87b8017596393203" providerId="LiveId" clId="{D3E220F0-6441-F84E-82DB-7CDE45938386}" dt="2024-04-23T11:33:50.682" v="251" actId="1076"/>
          <ac:spMkLst>
            <pc:docMk/>
            <pc:sldMk cId="113124066" sldId="940"/>
            <ac:spMk id="459" creationId="{5F8ADC76-F8F5-488C-D8C4-0E06AF644646}"/>
          </ac:spMkLst>
        </pc:spChg>
        <pc:spChg chg="mod">
          <ac:chgData name="考 张" userId="87b8017596393203" providerId="LiveId" clId="{D3E220F0-6441-F84E-82DB-7CDE45938386}" dt="2024-04-23T11:33:50.682" v="251" actId="1076"/>
          <ac:spMkLst>
            <pc:docMk/>
            <pc:sldMk cId="113124066" sldId="940"/>
            <ac:spMk id="460" creationId="{EC17DB0B-B45F-525B-1C88-C5EF47567792}"/>
          </ac:spMkLst>
        </pc:spChg>
        <pc:spChg chg="mod">
          <ac:chgData name="考 张" userId="87b8017596393203" providerId="LiveId" clId="{D3E220F0-6441-F84E-82DB-7CDE45938386}" dt="2024-04-23T11:33:50.682" v="251" actId="1076"/>
          <ac:spMkLst>
            <pc:docMk/>
            <pc:sldMk cId="113124066" sldId="940"/>
            <ac:spMk id="461" creationId="{BCBA2176-2E3A-EB83-3977-98FC3647895A}"/>
          </ac:spMkLst>
        </pc:spChg>
        <pc:spChg chg="mod">
          <ac:chgData name="考 张" userId="87b8017596393203" providerId="LiveId" clId="{D3E220F0-6441-F84E-82DB-7CDE45938386}" dt="2024-04-23T11:33:50.682" v="251" actId="1076"/>
          <ac:spMkLst>
            <pc:docMk/>
            <pc:sldMk cId="113124066" sldId="940"/>
            <ac:spMk id="462" creationId="{A811F645-25A8-2BBE-3871-FF296AAFCEE4}"/>
          </ac:spMkLst>
        </pc:spChg>
        <pc:spChg chg="mod">
          <ac:chgData name="考 张" userId="87b8017596393203" providerId="LiveId" clId="{D3E220F0-6441-F84E-82DB-7CDE45938386}" dt="2024-04-23T11:33:50.682" v="251" actId="1076"/>
          <ac:spMkLst>
            <pc:docMk/>
            <pc:sldMk cId="113124066" sldId="940"/>
            <ac:spMk id="463" creationId="{A64ADC12-C898-093B-29DE-56D388E9A9A1}"/>
          </ac:spMkLst>
        </pc:spChg>
        <pc:spChg chg="mod">
          <ac:chgData name="考 张" userId="87b8017596393203" providerId="LiveId" clId="{D3E220F0-6441-F84E-82DB-7CDE45938386}" dt="2024-04-23T11:33:50.682" v="251" actId="1076"/>
          <ac:spMkLst>
            <pc:docMk/>
            <pc:sldMk cId="113124066" sldId="940"/>
            <ac:spMk id="464" creationId="{CC3386A7-D976-17C7-8957-4BE6DD0E6E0A}"/>
          </ac:spMkLst>
        </pc:spChg>
        <pc:spChg chg="mod">
          <ac:chgData name="考 张" userId="87b8017596393203" providerId="LiveId" clId="{D3E220F0-6441-F84E-82DB-7CDE45938386}" dt="2024-04-23T11:33:50.682" v="251" actId="1076"/>
          <ac:spMkLst>
            <pc:docMk/>
            <pc:sldMk cId="113124066" sldId="940"/>
            <ac:spMk id="465" creationId="{C137885C-8247-1963-7290-2B4E6E18D268}"/>
          </ac:spMkLst>
        </pc:spChg>
        <pc:spChg chg="mod">
          <ac:chgData name="考 张" userId="87b8017596393203" providerId="LiveId" clId="{D3E220F0-6441-F84E-82DB-7CDE45938386}" dt="2024-04-23T11:33:50.682" v="251" actId="1076"/>
          <ac:spMkLst>
            <pc:docMk/>
            <pc:sldMk cId="113124066" sldId="940"/>
            <ac:spMk id="466" creationId="{596C25EC-69C2-B0D7-84A0-C0032BDBD36D}"/>
          </ac:spMkLst>
        </pc:spChg>
        <pc:spChg chg="mod">
          <ac:chgData name="考 张" userId="87b8017596393203" providerId="LiveId" clId="{D3E220F0-6441-F84E-82DB-7CDE45938386}" dt="2024-04-23T11:33:50.682" v="251" actId="1076"/>
          <ac:spMkLst>
            <pc:docMk/>
            <pc:sldMk cId="113124066" sldId="940"/>
            <ac:spMk id="467" creationId="{EAF1F2BD-F621-793B-104B-4574A72BA815}"/>
          </ac:spMkLst>
        </pc:spChg>
        <pc:spChg chg="mod">
          <ac:chgData name="考 张" userId="87b8017596393203" providerId="LiveId" clId="{D3E220F0-6441-F84E-82DB-7CDE45938386}" dt="2024-04-23T11:33:50.682" v="251" actId="1076"/>
          <ac:spMkLst>
            <pc:docMk/>
            <pc:sldMk cId="113124066" sldId="940"/>
            <ac:spMk id="468" creationId="{4CB16995-6E9A-1FFF-F83C-0F53D3330EA9}"/>
          </ac:spMkLst>
        </pc:spChg>
        <pc:spChg chg="mod">
          <ac:chgData name="考 张" userId="87b8017596393203" providerId="LiveId" clId="{D3E220F0-6441-F84E-82DB-7CDE45938386}" dt="2024-04-23T11:33:50.682" v="251" actId="1076"/>
          <ac:spMkLst>
            <pc:docMk/>
            <pc:sldMk cId="113124066" sldId="940"/>
            <ac:spMk id="469" creationId="{65B927D6-867A-DAAE-8C95-4F5C165BAE2D}"/>
          </ac:spMkLst>
        </pc:spChg>
        <pc:spChg chg="mod">
          <ac:chgData name="考 张" userId="87b8017596393203" providerId="LiveId" clId="{D3E220F0-6441-F84E-82DB-7CDE45938386}" dt="2024-04-23T11:33:50.682" v="251" actId="1076"/>
          <ac:spMkLst>
            <pc:docMk/>
            <pc:sldMk cId="113124066" sldId="940"/>
            <ac:spMk id="470" creationId="{99494DF8-A9AC-229D-C876-D49FE5EC8812}"/>
          </ac:spMkLst>
        </pc:spChg>
        <pc:spChg chg="mod">
          <ac:chgData name="考 张" userId="87b8017596393203" providerId="LiveId" clId="{D3E220F0-6441-F84E-82DB-7CDE45938386}" dt="2024-04-23T11:33:50.682" v="251" actId="1076"/>
          <ac:spMkLst>
            <pc:docMk/>
            <pc:sldMk cId="113124066" sldId="940"/>
            <ac:spMk id="471" creationId="{321B3E50-8F09-002D-38C9-34A11A107BEE}"/>
          </ac:spMkLst>
        </pc:spChg>
        <pc:spChg chg="mod">
          <ac:chgData name="考 张" userId="87b8017596393203" providerId="LiveId" clId="{D3E220F0-6441-F84E-82DB-7CDE45938386}" dt="2024-04-23T11:33:50.682" v="251" actId="1076"/>
          <ac:spMkLst>
            <pc:docMk/>
            <pc:sldMk cId="113124066" sldId="940"/>
            <ac:spMk id="472" creationId="{C7E9F14A-2676-58D3-6842-5631E52F6EA1}"/>
          </ac:spMkLst>
        </pc:spChg>
        <pc:spChg chg="mod">
          <ac:chgData name="考 张" userId="87b8017596393203" providerId="LiveId" clId="{D3E220F0-6441-F84E-82DB-7CDE45938386}" dt="2024-04-23T11:33:50.682" v="251" actId="1076"/>
          <ac:spMkLst>
            <pc:docMk/>
            <pc:sldMk cId="113124066" sldId="940"/>
            <ac:spMk id="473" creationId="{FC1D3EC8-BC6C-DFC7-6BB9-3625C5A269C7}"/>
          </ac:spMkLst>
        </pc:spChg>
        <pc:spChg chg="mod">
          <ac:chgData name="考 张" userId="87b8017596393203" providerId="LiveId" clId="{D3E220F0-6441-F84E-82DB-7CDE45938386}" dt="2024-04-23T11:33:50.682" v="251" actId="1076"/>
          <ac:spMkLst>
            <pc:docMk/>
            <pc:sldMk cId="113124066" sldId="940"/>
            <ac:spMk id="474" creationId="{F22BF01A-A29E-8F5B-BAC3-4F769977DCBE}"/>
          </ac:spMkLst>
        </pc:spChg>
        <pc:spChg chg="mod">
          <ac:chgData name="考 张" userId="87b8017596393203" providerId="LiveId" clId="{D3E220F0-6441-F84E-82DB-7CDE45938386}" dt="2024-04-23T11:33:50.682" v="251" actId="1076"/>
          <ac:spMkLst>
            <pc:docMk/>
            <pc:sldMk cId="113124066" sldId="940"/>
            <ac:spMk id="475" creationId="{FA897BE8-5422-B102-7136-DB270CE78375}"/>
          </ac:spMkLst>
        </pc:spChg>
        <pc:spChg chg="mod">
          <ac:chgData name="考 张" userId="87b8017596393203" providerId="LiveId" clId="{D3E220F0-6441-F84E-82DB-7CDE45938386}" dt="2024-04-23T11:33:50.682" v="251" actId="1076"/>
          <ac:spMkLst>
            <pc:docMk/>
            <pc:sldMk cId="113124066" sldId="940"/>
            <ac:spMk id="476" creationId="{CA7BE941-F3E0-4AF0-238F-A422B490CD00}"/>
          </ac:spMkLst>
        </pc:spChg>
        <pc:spChg chg="mod">
          <ac:chgData name="考 张" userId="87b8017596393203" providerId="LiveId" clId="{D3E220F0-6441-F84E-82DB-7CDE45938386}" dt="2024-04-23T11:33:50.682" v="251" actId="1076"/>
          <ac:spMkLst>
            <pc:docMk/>
            <pc:sldMk cId="113124066" sldId="940"/>
            <ac:spMk id="477" creationId="{5A5B4F55-E8D1-5F5F-3AE1-F16C09C30361}"/>
          </ac:spMkLst>
        </pc:spChg>
        <pc:spChg chg="mod">
          <ac:chgData name="考 张" userId="87b8017596393203" providerId="LiveId" clId="{D3E220F0-6441-F84E-82DB-7CDE45938386}" dt="2024-04-23T11:33:50.682" v="251" actId="1076"/>
          <ac:spMkLst>
            <pc:docMk/>
            <pc:sldMk cId="113124066" sldId="940"/>
            <ac:spMk id="478" creationId="{EAFF918F-6C9C-7430-2144-5E10CF469F72}"/>
          </ac:spMkLst>
        </pc:spChg>
        <pc:spChg chg="mod">
          <ac:chgData name="考 张" userId="87b8017596393203" providerId="LiveId" clId="{D3E220F0-6441-F84E-82DB-7CDE45938386}" dt="2024-04-23T11:33:50.682" v="251" actId="1076"/>
          <ac:spMkLst>
            <pc:docMk/>
            <pc:sldMk cId="113124066" sldId="940"/>
            <ac:spMk id="479" creationId="{A700253F-B94C-4CA6-ABEC-FF96841A034F}"/>
          </ac:spMkLst>
        </pc:spChg>
        <pc:spChg chg="mod">
          <ac:chgData name="考 张" userId="87b8017596393203" providerId="LiveId" clId="{D3E220F0-6441-F84E-82DB-7CDE45938386}" dt="2024-04-23T11:33:50.682" v="251" actId="1076"/>
          <ac:spMkLst>
            <pc:docMk/>
            <pc:sldMk cId="113124066" sldId="940"/>
            <ac:spMk id="480" creationId="{00FC587E-D483-121A-81B7-8941AB317F35}"/>
          </ac:spMkLst>
        </pc:spChg>
        <pc:spChg chg="mod">
          <ac:chgData name="考 张" userId="87b8017596393203" providerId="LiveId" clId="{D3E220F0-6441-F84E-82DB-7CDE45938386}" dt="2024-04-23T11:33:50.682" v="251" actId="1076"/>
          <ac:spMkLst>
            <pc:docMk/>
            <pc:sldMk cId="113124066" sldId="940"/>
            <ac:spMk id="481" creationId="{E9242C4E-C9D3-64B1-D706-DA548B3A74E4}"/>
          </ac:spMkLst>
        </pc:spChg>
        <pc:spChg chg="mod">
          <ac:chgData name="考 张" userId="87b8017596393203" providerId="LiveId" clId="{D3E220F0-6441-F84E-82DB-7CDE45938386}" dt="2024-04-23T11:33:50.682" v="251" actId="1076"/>
          <ac:spMkLst>
            <pc:docMk/>
            <pc:sldMk cId="113124066" sldId="940"/>
            <ac:spMk id="482" creationId="{915B5F44-4D71-07C1-7CCB-752065CA61A0}"/>
          </ac:spMkLst>
        </pc:spChg>
        <pc:spChg chg="mod">
          <ac:chgData name="考 张" userId="87b8017596393203" providerId="LiveId" clId="{D3E220F0-6441-F84E-82DB-7CDE45938386}" dt="2024-04-23T11:33:50.682" v="251" actId="1076"/>
          <ac:spMkLst>
            <pc:docMk/>
            <pc:sldMk cId="113124066" sldId="940"/>
            <ac:spMk id="483" creationId="{31AA4E48-4C92-EE1B-9E61-7FC68F036514}"/>
          </ac:spMkLst>
        </pc:spChg>
        <pc:spChg chg="mod">
          <ac:chgData name="考 张" userId="87b8017596393203" providerId="LiveId" clId="{D3E220F0-6441-F84E-82DB-7CDE45938386}" dt="2024-04-23T11:33:50.682" v="251" actId="1076"/>
          <ac:spMkLst>
            <pc:docMk/>
            <pc:sldMk cId="113124066" sldId="940"/>
            <ac:spMk id="484" creationId="{2310B7C7-885D-37F5-1E45-6D244E59B2D4}"/>
          </ac:spMkLst>
        </pc:spChg>
        <pc:spChg chg="mod">
          <ac:chgData name="考 张" userId="87b8017596393203" providerId="LiveId" clId="{D3E220F0-6441-F84E-82DB-7CDE45938386}" dt="2024-04-23T11:33:50.682" v="251" actId="1076"/>
          <ac:spMkLst>
            <pc:docMk/>
            <pc:sldMk cId="113124066" sldId="940"/>
            <ac:spMk id="485" creationId="{48CF16BC-8AC3-24A0-235F-962C3D17B10B}"/>
          </ac:spMkLst>
        </pc:spChg>
        <pc:spChg chg="mod">
          <ac:chgData name="考 张" userId="87b8017596393203" providerId="LiveId" clId="{D3E220F0-6441-F84E-82DB-7CDE45938386}" dt="2024-04-23T11:33:50.682" v="251" actId="1076"/>
          <ac:spMkLst>
            <pc:docMk/>
            <pc:sldMk cId="113124066" sldId="940"/>
            <ac:spMk id="486" creationId="{A06DBA33-F40C-F9B8-16D6-4EC04985C580}"/>
          </ac:spMkLst>
        </pc:spChg>
        <pc:spChg chg="mod">
          <ac:chgData name="考 张" userId="87b8017596393203" providerId="LiveId" clId="{D3E220F0-6441-F84E-82DB-7CDE45938386}" dt="2024-04-23T11:33:50.682" v="251" actId="1076"/>
          <ac:spMkLst>
            <pc:docMk/>
            <pc:sldMk cId="113124066" sldId="940"/>
            <ac:spMk id="487" creationId="{AB0626BE-52EB-9669-5B92-B9C6437DB93E}"/>
          </ac:spMkLst>
        </pc:spChg>
        <pc:spChg chg="mod">
          <ac:chgData name="考 张" userId="87b8017596393203" providerId="LiveId" clId="{D3E220F0-6441-F84E-82DB-7CDE45938386}" dt="2024-04-23T11:33:50.682" v="251" actId="1076"/>
          <ac:spMkLst>
            <pc:docMk/>
            <pc:sldMk cId="113124066" sldId="940"/>
            <ac:spMk id="488" creationId="{88E24C56-95AC-7D12-7E77-639E3264C5F4}"/>
          </ac:spMkLst>
        </pc:spChg>
        <pc:spChg chg="mod">
          <ac:chgData name="考 张" userId="87b8017596393203" providerId="LiveId" clId="{D3E220F0-6441-F84E-82DB-7CDE45938386}" dt="2024-04-23T11:33:50.682" v="251" actId="1076"/>
          <ac:spMkLst>
            <pc:docMk/>
            <pc:sldMk cId="113124066" sldId="940"/>
            <ac:spMk id="489" creationId="{61178CFC-922B-F94F-1BA4-DB6EC04BEA3E}"/>
          </ac:spMkLst>
        </pc:spChg>
        <pc:spChg chg="mod">
          <ac:chgData name="考 张" userId="87b8017596393203" providerId="LiveId" clId="{D3E220F0-6441-F84E-82DB-7CDE45938386}" dt="2024-04-23T11:33:50.682" v="251" actId="1076"/>
          <ac:spMkLst>
            <pc:docMk/>
            <pc:sldMk cId="113124066" sldId="940"/>
            <ac:spMk id="490" creationId="{826E6FEE-CADF-0833-90E1-A31B49B0A67B}"/>
          </ac:spMkLst>
        </pc:spChg>
        <pc:spChg chg="mod">
          <ac:chgData name="考 张" userId="87b8017596393203" providerId="LiveId" clId="{D3E220F0-6441-F84E-82DB-7CDE45938386}" dt="2024-04-23T11:33:50.682" v="251" actId="1076"/>
          <ac:spMkLst>
            <pc:docMk/>
            <pc:sldMk cId="113124066" sldId="940"/>
            <ac:spMk id="491" creationId="{C240BBE2-C94C-0E22-2977-4B8301F42ED5}"/>
          </ac:spMkLst>
        </pc:spChg>
        <pc:spChg chg="mod">
          <ac:chgData name="考 张" userId="87b8017596393203" providerId="LiveId" clId="{D3E220F0-6441-F84E-82DB-7CDE45938386}" dt="2024-04-23T11:33:50.682" v="251" actId="1076"/>
          <ac:spMkLst>
            <pc:docMk/>
            <pc:sldMk cId="113124066" sldId="940"/>
            <ac:spMk id="492" creationId="{ECF1BE64-C62D-0B0F-1BDE-074377502A4A}"/>
          </ac:spMkLst>
        </pc:spChg>
        <pc:spChg chg="mod">
          <ac:chgData name="考 张" userId="87b8017596393203" providerId="LiveId" clId="{D3E220F0-6441-F84E-82DB-7CDE45938386}" dt="2024-04-23T11:33:50.682" v="251" actId="1076"/>
          <ac:spMkLst>
            <pc:docMk/>
            <pc:sldMk cId="113124066" sldId="940"/>
            <ac:spMk id="493" creationId="{EB9280B5-80B1-FDBE-ECF8-3C684918B57A}"/>
          </ac:spMkLst>
        </pc:spChg>
        <pc:spChg chg="mod">
          <ac:chgData name="考 张" userId="87b8017596393203" providerId="LiveId" clId="{D3E220F0-6441-F84E-82DB-7CDE45938386}" dt="2024-04-23T11:33:50.682" v="251" actId="1076"/>
          <ac:spMkLst>
            <pc:docMk/>
            <pc:sldMk cId="113124066" sldId="940"/>
            <ac:spMk id="494" creationId="{BDF82066-141C-619F-2F82-87B0A1DD45F0}"/>
          </ac:spMkLst>
        </pc:spChg>
        <pc:spChg chg="mod">
          <ac:chgData name="考 张" userId="87b8017596393203" providerId="LiveId" clId="{D3E220F0-6441-F84E-82DB-7CDE45938386}" dt="2024-04-23T11:33:50.682" v="251" actId="1076"/>
          <ac:spMkLst>
            <pc:docMk/>
            <pc:sldMk cId="113124066" sldId="940"/>
            <ac:spMk id="495" creationId="{4F7F7D19-9045-C6C8-D60A-FA35F331F3A0}"/>
          </ac:spMkLst>
        </pc:spChg>
        <pc:spChg chg="mod">
          <ac:chgData name="考 张" userId="87b8017596393203" providerId="LiveId" clId="{D3E220F0-6441-F84E-82DB-7CDE45938386}" dt="2024-04-23T11:33:50.682" v="251" actId="1076"/>
          <ac:spMkLst>
            <pc:docMk/>
            <pc:sldMk cId="113124066" sldId="940"/>
            <ac:spMk id="496" creationId="{AE399320-C75C-20DB-5C8A-EC914BE561FD}"/>
          </ac:spMkLst>
        </pc:spChg>
        <pc:spChg chg="mod">
          <ac:chgData name="考 张" userId="87b8017596393203" providerId="LiveId" clId="{D3E220F0-6441-F84E-82DB-7CDE45938386}" dt="2024-04-23T11:33:50.682" v="251" actId="1076"/>
          <ac:spMkLst>
            <pc:docMk/>
            <pc:sldMk cId="113124066" sldId="940"/>
            <ac:spMk id="497" creationId="{BB886F49-2DD1-FAA9-1131-76649C7336C1}"/>
          </ac:spMkLst>
        </pc:spChg>
        <pc:spChg chg="mod">
          <ac:chgData name="考 张" userId="87b8017596393203" providerId="LiveId" clId="{D3E220F0-6441-F84E-82DB-7CDE45938386}" dt="2024-04-23T11:33:50.682" v="251" actId="1076"/>
          <ac:spMkLst>
            <pc:docMk/>
            <pc:sldMk cId="113124066" sldId="940"/>
            <ac:spMk id="498" creationId="{7BE9E96C-10FB-DFC0-517E-F461A6897531}"/>
          </ac:spMkLst>
        </pc:spChg>
        <pc:spChg chg="mod">
          <ac:chgData name="考 张" userId="87b8017596393203" providerId="LiveId" clId="{D3E220F0-6441-F84E-82DB-7CDE45938386}" dt="2024-04-23T11:33:50.682" v="251" actId="1076"/>
          <ac:spMkLst>
            <pc:docMk/>
            <pc:sldMk cId="113124066" sldId="940"/>
            <ac:spMk id="499" creationId="{788F95B7-A8BD-18BA-E596-CC6DB87E37C3}"/>
          </ac:spMkLst>
        </pc:spChg>
        <pc:spChg chg="mod">
          <ac:chgData name="考 张" userId="87b8017596393203" providerId="LiveId" clId="{D3E220F0-6441-F84E-82DB-7CDE45938386}" dt="2024-04-23T11:33:50.682" v="251" actId="1076"/>
          <ac:spMkLst>
            <pc:docMk/>
            <pc:sldMk cId="113124066" sldId="940"/>
            <ac:spMk id="500" creationId="{B798BEED-54A2-9725-8700-2DA0DB6415D5}"/>
          </ac:spMkLst>
        </pc:spChg>
        <pc:spChg chg="mod">
          <ac:chgData name="考 张" userId="87b8017596393203" providerId="LiveId" clId="{D3E220F0-6441-F84E-82DB-7CDE45938386}" dt="2024-04-23T11:33:50.682" v="251" actId="1076"/>
          <ac:spMkLst>
            <pc:docMk/>
            <pc:sldMk cId="113124066" sldId="940"/>
            <ac:spMk id="501" creationId="{9729BE26-6F14-1BE2-1D1C-81C60B6EE56C}"/>
          </ac:spMkLst>
        </pc:spChg>
        <pc:spChg chg="mod">
          <ac:chgData name="考 张" userId="87b8017596393203" providerId="LiveId" clId="{D3E220F0-6441-F84E-82DB-7CDE45938386}" dt="2024-04-23T11:33:50.682" v="251" actId="1076"/>
          <ac:spMkLst>
            <pc:docMk/>
            <pc:sldMk cId="113124066" sldId="940"/>
            <ac:spMk id="502" creationId="{A20C24F3-2056-6AE6-199F-61CCF592BA8C}"/>
          </ac:spMkLst>
        </pc:spChg>
        <pc:spChg chg="mod">
          <ac:chgData name="考 张" userId="87b8017596393203" providerId="LiveId" clId="{D3E220F0-6441-F84E-82DB-7CDE45938386}" dt="2024-04-23T11:33:50.682" v="251" actId="1076"/>
          <ac:spMkLst>
            <pc:docMk/>
            <pc:sldMk cId="113124066" sldId="940"/>
            <ac:spMk id="503" creationId="{93D10D71-371A-F5DA-212E-7DEA8A428E0A}"/>
          </ac:spMkLst>
        </pc:spChg>
        <pc:spChg chg="mod">
          <ac:chgData name="考 张" userId="87b8017596393203" providerId="LiveId" clId="{D3E220F0-6441-F84E-82DB-7CDE45938386}" dt="2024-04-23T11:33:50.682" v="251" actId="1076"/>
          <ac:spMkLst>
            <pc:docMk/>
            <pc:sldMk cId="113124066" sldId="940"/>
            <ac:spMk id="504" creationId="{5BC43460-7616-3FA1-2049-EBD02A569874}"/>
          </ac:spMkLst>
        </pc:spChg>
        <pc:spChg chg="mod">
          <ac:chgData name="考 张" userId="87b8017596393203" providerId="LiveId" clId="{D3E220F0-6441-F84E-82DB-7CDE45938386}" dt="2024-04-23T11:33:50.682" v="251" actId="1076"/>
          <ac:spMkLst>
            <pc:docMk/>
            <pc:sldMk cId="113124066" sldId="940"/>
            <ac:spMk id="505" creationId="{5388B2E8-5408-88A4-6611-D9C359E04887}"/>
          </ac:spMkLst>
        </pc:spChg>
        <pc:spChg chg="mod">
          <ac:chgData name="考 张" userId="87b8017596393203" providerId="LiveId" clId="{D3E220F0-6441-F84E-82DB-7CDE45938386}" dt="2024-04-23T11:33:50.682" v="251" actId="1076"/>
          <ac:spMkLst>
            <pc:docMk/>
            <pc:sldMk cId="113124066" sldId="940"/>
            <ac:spMk id="506" creationId="{169E1940-F65D-0DA0-C1CF-6A45A63812C3}"/>
          </ac:spMkLst>
        </pc:spChg>
        <pc:spChg chg="mod">
          <ac:chgData name="考 张" userId="87b8017596393203" providerId="LiveId" clId="{D3E220F0-6441-F84E-82DB-7CDE45938386}" dt="2024-04-23T11:33:50.682" v="251" actId="1076"/>
          <ac:spMkLst>
            <pc:docMk/>
            <pc:sldMk cId="113124066" sldId="940"/>
            <ac:spMk id="507" creationId="{B8FB9E21-1581-ABAB-94FB-16DDDFC17844}"/>
          </ac:spMkLst>
        </pc:spChg>
        <pc:spChg chg="mod">
          <ac:chgData name="考 张" userId="87b8017596393203" providerId="LiveId" clId="{D3E220F0-6441-F84E-82DB-7CDE45938386}" dt="2024-04-23T11:33:50.682" v="251" actId="1076"/>
          <ac:spMkLst>
            <pc:docMk/>
            <pc:sldMk cId="113124066" sldId="940"/>
            <ac:spMk id="508" creationId="{2B7A3C91-7AA6-94DD-4271-654C556A70DB}"/>
          </ac:spMkLst>
        </pc:spChg>
        <pc:spChg chg="mod">
          <ac:chgData name="考 张" userId="87b8017596393203" providerId="LiveId" clId="{D3E220F0-6441-F84E-82DB-7CDE45938386}" dt="2024-04-23T11:33:50.682" v="251" actId="1076"/>
          <ac:spMkLst>
            <pc:docMk/>
            <pc:sldMk cId="113124066" sldId="940"/>
            <ac:spMk id="509" creationId="{F0496166-3801-7431-7263-D8C916CE8E87}"/>
          </ac:spMkLst>
        </pc:spChg>
        <pc:spChg chg="mod">
          <ac:chgData name="考 张" userId="87b8017596393203" providerId="LiveId" clId="{D3E220F0-6441-F84E-82DB-7CDE45938386}" dt="2024-04-23T11:33:50.682" v="251" actId="1076"/>
          <ac:spMkLst>
            <pc:docMk/>
            <pc:sldMk cId="113124066" sldId="940"/>
            <ac:spMk id="510" creationId="{5E60F2E1-9600-09D4-4096-3A4078632A2C}"/>
          </ac:spMkLst>
        </pc:spChg>
        <pc:spChg chg="mod">
          <ac:chgData name="考 张" userId="87b8017596393203" providerId="LiveId" clId="{D3E220F0-6441-F84E-82DB-7CDE45938386}" dt="2024-04-23T11:33:50.682" v="251" actId="1076"/>
          <ac:spMkLst>
            <pc:docMk/>
            <pc:sldMk cId="113124066" sldId="940"/>
            <ac:spMk id="511" creationId="{158118EF-88D2-38D2-0387-462BB15337DC}"/>
          </ac:spMkLst>
        </pc:spChg>
        <pc:spChg chg="mod">
          <ac:chgData name="考 张" userId="87b8017596393203" providerId="LiveId" clId="{D3E220F0-6441-F84E-82DB-7CDE45938386}" dt="2024-04-23T11:33:50.682" v="251" actId="1076"/>
          <ac:spMkLst>
            <pc:docMk/>
            <pc:sldMk cId="113124066" sldId="940"/>
            <ac:spMk id="512" creationId="{A055C7CA-0998-2FED-80CE-4A4204843E36}"/>
          </ac:spMkLst>
        </pc:spChg>
        <pc:spChg chg="mod">
          <ac:chgData name="考 张" userId="87b8017596393203" providerId="LiveId" clId="{D3E220F0-6441-F84E-82DB-7CDE45938386}" dt="2024-04-23T11:33:50.682" v="251" actId="1076"/>
          <ac:spMkLst>
            <pc:docMk/>
            <pc:sldMk cId="113124066" sldId="940"/>
            <ac:spMk id="513" creationId="{5DFE8FFD-AD2E-D7E1-A557-0DBF53EDACEE}"/>
          </ac:spMkLst>
        </pc:spChg>
        <pc:spChg chg="mod">
          <ac:chgData name="考 张" userId="87b8017596393203" providerId="LiveId" clId="{D3E220F0-6441-F84E-82DB-7CDE45938386}" dt="2024-04-23T11:33:50.682" v="251" actId="1076"/>
          <ac:spMkLst>
            <pc:docMk/>
            <pc:sldMk cId="113124066" sldId="940"/>
            <ac:spMk id="514" creationId="{5B8711A4-DDCE-82F8-A62C-100190315349}"/>
          </ac:spMkLst>
        </pc:spChg>
        <pc:spChg chg="mod">
          <ac:chgData name="考 张" userId="87b8017596393203" providerId="LiveId" clId="{D3E220F0-6441-F84E-82DB-7CDE45938386}" dt="2024-04-23T11:33:50.682" v="251" actId="1076"/>
          <ac:spMkLst>
            <pc:docMk/>
            <pc:sldMk cId="113124066" sldId="940"/>
            <ac:spMk id="515" creationId="{3ACE95B4-CC81-9233-8640-440733EC9E0A}"/>
          </ac:spMkLst>
        </pc:spChg>
        <pc:spChg chg="mod">
          <ac:chgData name="考 张" userId="87b8017596393203" providerId="LiveId" clId="{D3E220F0-6441-F84E-82DB-7CDE45938386}" dt="2024-04-23T11:33:50.682" v="251" actId="1076"/>
          <ac:spMkLst>
            <pc:docMk/>
            <pc:sldMk cId="113124066" sldId="940"/>
            <ac:spMk id="516" creationId="{C7A480BD-F3F1-0AB5-C438-91628DB648AB}"/>
          </ac:spMkLst>
        </pc:spChg>
        <pc:spChg chg="mod">
          <ac:chgData name="考 张" userId="87b8017596393203" providerId="LiveId" clId="{D3E220F0-6441-F84E-82DB-7CDE45938386}" dt="2024-04-23T11:33:50.682" v="251" actId="1076"/>
          <ac:spMkLst>
            <pc:docMk/>
            <pc:sldMk cId="113124066" sldId="940"/>
            <ac:spMk id="517" creationId="{31AFFA19-D6C9-D912-9C93-7E80E1D94AC4}"/>
          </ac:spMkLst>
        </pc:spChg>
        <pc:spChg chg="mod">
          <ac:chgData name="考 张" userId="87b8017596393203" providerId="LiveId" clId="{D3E220F0-6441-F84E-82DB-7CDE45938386}" dt="2024-04-23T11:33:50.682" v="251" actId="1076"/>
          <ac:spMkLst>
            <pc:docMk/>
            <pc:sldMk cId="113124066" sldId="940"/>
            <ac:spMk id="518" creationId="{077AE7AA-E35F-A67C-A8E5-DB12603AF8E6}"/>
          </ac:spMkLst>
        </pc:spChg>
        <pc:spChg chg="mod">
          <ac:chgData name="考 张" userId="87b8017596393203" providerId="LiveId" clId="{D3E220F0-6441-F84E-82DB-7CDE45938386}" dt="2024-04-23T11:33:50.682" v="251" actId="1076"/>
          <ac:spMkLst>
            <pc:docMk/>
            <pc:sldMk cId="113124066" sldId="940"/>
            <ac:spMk id="519" creationId="{27C0595A-E05A-ABAE-E844-C5F44BE85FAA}"/>
          </ac:spMkLst>
        </pc:spChg>
        <pc:spChg chg="mod">
          <ac:chgData name="考 张" userId="87b8017596393203" providerId="LiveId" clId="{D3E220F0-6441-F84E-82DB-7CDE45938386}" dt="2024-04-23T11:33:50.682" v="251" actId="1076"/>
          <ac:spMkLst>
            <pc:docMk/>
            <pc:sldMk cId="113124066" sldId="940"/>
            <ac:spMk id="520" creationId="{F1A2366C-1A1A-6C16-5D66-AA2E7634BCA5}"/>
          </ac:spMkLst>
        </pc:spChg>
        <pc:spChg chg="mod">
          <ac:chgData name="考 张" userId="87b8017596393203" providerId="LiveId" clId="{D3E220F0-6441-F84E-82DB-7CDE45938386}" dt="2024-04-23T11:33:50.682" v="251" actId="1076"/>
          <ac:spMkLst>
            <pc:docMk/>
            <pc:sldMk cId="113124066" sldId="940"/>
            <ac:spMk id="521" creationId="{85C71890-CA73-27FF-B5E7-72AC56426561}"/>
          </ac:spMkLst>
        </pc:spChg>
        <pc:spChg chg="mod">
          <ac:chgData name="考 张" userId="87b8017596393203" providerId="LiveId" clId="{D3E220F0-6441-F84E-82DB-7CDE45938386}" dt="2024-04-23T11:33:50.682" v="251" actId="1076"/>
          <ac:spMkLst>
            <pc:docMk/>
            <pc:sldMk cId="113124066" sldId="940"/>
            <ac:spMk id="522" creationId="{9F3CEB33-80F4-A155-1C4F-D0FEAEFA71DB}"/>
          </ac:spMkLst>
        </pc:spChg>
        <pc:spChg chg="mod">
          <ac:chgData name="考 张" userId="87b8017596393203" providerId="LiveId" clId="{D3E220F0-6441-F84E-82DB-7CDE45938386}" dt="2024-04-23T11:33:50.682" v="251" actId="1076"/>
          <ac:spMkLst>
            <pc:docMk/>
            <pc:sldMk cId="113124066" sldId="940"/>
            <ac:spMk id="523" creationId="{A40DC405-3B2C-1E7C-76FA-3CD3A262E3B8}"/>
          </ac:spMkLst>
        </pc:spChg>
        <pc:spChg chg="mod">
          <ac:chgData name="考 张" userId="87b8017596393203" providerId="LiveId" clId="{D3E220F0-6441-F84E-82DB-7CDE45938386}" dt="2024-04-23T11:33:50.682" v="251" actId="1076"/>
          <ac:spMkLst>
            <pc:docMk/>
            <pc:sldMk cId="113124066" sldId="940"/>
            <ac:spMk id="524" creationId="{244909CA-3B0A-F4F3-ED4D-12D52BC9897A}"/>
          </ac:spMkLst>
        </pc:spChg>
        <pc:spChg chg="mod">
          <ac:chgData name="考 张" userId="87b8017596393203" providerId="LiveId" clId="{D3E220F0-6441-F84E-82DB-7CDE45938386}" dt="2024-04-23T11:33:50.682" v="251" actId="1076"/>
          <ac:spMkLst>
            <pc:docMk/>
            <pc:sldMk cId="113124066" sldId="940"/>
            <ac:spMk id="525" creationId="{756088AF-678D-C9D6-099B-3ECE81E63702}"/>
          </ac:spMkLst>
        </pc:spChg>
        <pc:spChg chg="mod">
          <ac:chgData name="考 张" userId="87b8017596393203" providerId="LiveId" clId="{D3E220F0-6441-F84E-82DB-7CDE45938386}" dt="2024-04-23T11:33:50.682" v="251" actId="1076"/>
          <ac:spMkLst>
            <pc:docMk/>
            <pc:sldMk cId="113124066" sldId="940"/>
            <ac:spMk id="526" creationId="{4D15BA97-0DFA-C759-E9B5-A5EED9B7F4CB}"/>
          </ac:spMkLst>
        </pc:spChg>
        <pc:spChg chg="mod">
          <ac:chgData name="考 张" userId="87b8017596393203" providerId="LiveId" clId="{D3E220F0-6441-F84E-82DB-7CDE45938386}" dt="2024-04-23T11:33:50.682" v="251" actId="1076"/>
          <ac:spMkLst>
            <pc:docMk/>
            <pc:sldMk cId="113124066" sldId="940"/>
            <ac:spMk id="527" creationId="{E29E0F63-973A-EB84-590C-AC6E1018F477}"/>
          </ac:spMkLst>
        </pc:spChg>
        <pc:spChg chg="mod">
          <ac:chgData name="考 张" userId="87b8017596393203" providerId="LiveId" clId="{D3E220F0-6441-F84E-82DB-7CDE45938386}" dt="2024-04-23T11:33:50.682" v="251" actId="1076"/>
          <ac:spMkLst>
            <pc:docMk/>
            <pc:sldMk cId="113124066" sldId="940"/>
            <ac:spMk id="528" creationId="{3838FF3A-1797-B634-3B91-68238BFF0AC8}"/>
          </ac:spMkLst>
        </pc:spChg>
        <pc:spChg chg="mod">
          <ac:chgData name="考 张" userId="87b8017596393203" providerId="LiveId" clId="{D3E220F0-6441-F84E-82DB-7CDE45938386}" dt="2024-04-23T11:33:50.682" v="251" actId="1076"/>
          <ac:spMkLst>
            <pc:docMk/>
            <pc:sldMk cId="113124066" sldId="940"/>
            <ac:spMk id="529" creationId="{F8F3916F-F97D-EDBB-4AEA-0459DFE5D1AE}"/>
          </ac:spMkLst>
        </pc:spChg>
        <pc:spChg chg="mod">
          <ac:chgData name="考 张" userId="87b8017596393203" providerId="LiveId" clId="{D3E220F0-6441-F84E-82DB-7CDE45938386}" dt="2024-04-23T11:33:50.682" v="251" actId="1076"/>
          <ac:spMkLst>
            <pc:docMk/>
            <pc:sldMk cId="113124066" sldId="940"/>
            <ac:spMk id="530" creationId="{8B5CDB0A-8CE3-C112-6684-B71C3CCB06D2}"/>
          </ac:spMkLst>
        </pc:spChg>
        <pc:spChg chg="mod">
          <ac:chgData name="考 张" userId="87b8017596393203" providerId="LiveId" clId="{D3E220F0-6441-F84E-82DB-7CDE45938386}" dt="2024-04-23T11:33:50.682" v="251" actId="1076"/>
          <ac:spMkLst>
            <pc:docMk/>
            <pc:sldMk cId="113124066" sldId="940"/>
            <ac:spMk id="531" creationId="{162223A7-8DC3-AB43-6556-E8D5E2FD8AC2}"/>
          </ac:spMkLst>
        </pc:spChg>
        <pc:spChg chg="mod">
          <ac:chgData name="考 张" userId="87b8017596393203" providerId="LiveId" clId="{D3E220F0-6441-F84E-82DB-7CDE45938386}" dt="2024-04-23T11:33:50.682" v="251" actId="1076"/>
          <ac:spMkLst>
            <pc:docMk/>
            <pc:sldMk cId="113124066" sldId="940"/>
            <ac:spMk id="532" creationId="{5C91467E-9C2B-CD15-B4EE-291B7760D953}"/>
          </ac:spMkLst>
        </pc:spChg>
        <pc:spChg chg="mod">
          <ac:chgData name="考 张" userId="87b8017596393203" providerId="LiveId" clId="{D3E220F0-6441-F84E-82DB-7CDE45938386}" dt="2024-04-23T11:33:50.682" v="251" actId="1076"/>
          <ac:spMkLst>
            <pc:docMk/>
            <pc:sldMk cId="113124066" sldId="940"/>
            <ac:spMk id="533" creationId="{F284BD49-65DA-9E65-32CC-3DF1E97043A7}"/>
          </ac:spMkLst>
        </pc:spChg>
        <pc:spChg chg="mod">
          <ac:chgData name="考 张" userId="87b8017596393203" providerId="LiveId" clId="{D3E220F0-6441-F84E-82DB-7CDE45938386}" dt="2024-04-23T11:33:50.682" v="251" actId="1076"/>
          <ac:spMkLst>
            <pc:docMk/>
            <pc:sldMk cId="113124066" sldId="940"/>
            <ac:spMk id="534" creationId="{D4791287-CBB9-FA93-74D2-00C53F566419}"/>
          </ac:spMkLst>
        </pc:spChg>
        <pc:spChg chg="mod">
          <ac:chgData name="考 张" userId="87b8017596393203" providerId="LiveId" clId="{D3E220F0-6441-F84E-82DB-7CDE45938386}" dt="2024-04-23T11:33:50.682" v="251" actId="1076"/>
          <ac:spMkLst>
            <pc:docMk/>
            <pc:sldMk cId="113124066" sldId="940"/>
            <ac:spMk id="535" creationId="{73F564EA-6AE0-CF65-AF44-78B57D96939D}"/>
          </ac:spMkLst>
        </pc:spChg>
        <pc:spChg chg="mod">
          <ac:chgData name="考 张" userId="87b8017596393203" providerId="LiveId" clId="{D3E220F0-6441-F84E-82DB-7CDE45938386}" dt="2024-04-23T11:33:50.682" v="251" actId="1076"/>
          <ac:spMkLst>
            <pc:docMk/>
            <pc:sldMk cId="113124066" sldId="940"/>
            <ac:spMk id="536" creationId="{2EC1FAE9-CDB2-0636-960C-383A2B4ADB62}"/>
          </ac:spMkLst>
        </pc:spChg>
        <pc:spChg chg="mod">
          <ac:chgData name="考 张" userId="87b8017596393203" providerId="LiveId" clId="{D3E220F0-6441-F84E-82DB-7CDE45938386}" dt="2024-04-23T11:33:50.682" v="251" actId="1076"/>
          <ac:spMkLst>
            <pc:docMk/>
            <pc:sldMk cId="113124066" sldId="940"/>
            <ac:spMk id="537" creationId="{0C24093A-A137-3AE5-BF7D-2D03E66CE0F9}"/>
          </ac:spMkLst>
        </pc:spChg>
        <pc:spChg chg="mod">
          <ac:chgData name="考 张" userId="87b8017596393203" providerId="LiveId" clId="{D3E220F0-6441-F84E-82DB-7CDE45938386}" dt="2024-04-23T11:33:50.682" v="251" actId="1076"/>
          <ac:spMkLst>
            <pc:docMk/>
            <pc:sldMk cId="113124066" sldId="940"/>
            <ac:spMk id="538" creationId="{302DF95C-9DC2-9619-73D9-EE110B512152}"/>
          </ac:spMkLst>
        </pc:spChg>
        <pc:spChg chg="mod">
          <ac:chgData name="考 张" userId="87b8017596393203" providerId="LiveId" clId="{D3E220F0-6441-F84E-82DB-7CDE45938386}" dt="2024-04-23T11:33:50.682" v="251" actId="1076"/>
          <ac:spMkLst>
            <pc:docMk/>
            <pc:sldMk cId="113124066" sldId="940"/>
            <ac:spMk id="539" creationId="{4CFADC8F-A8F4-989F-655C-71F085467D62}"/>
          </ac:spMkLst>
        </pc:spChg>
        <pc:spChg chg="mod">
          <ac:chgData name="考 张" userId="87b8017596393203" providerId="LiveId" clId="{D3E220F0-6441-F84E-82DB-7CDE45938386}" dt="2024-04-23T11:33:50.682" v="251" actId="1076"/>
          <ac:spMkLst>
            <pc:docMk/>
            <pc:sldMk cId="113124066" sldId="940"/>
            <ac:spMk id="540" creationId="{AA46DD5E-08F5-C908-6E42-A947F0F7A1B2}"/>
          </ac:spMkLst>
        </pc:spChg>
        <pc:spChg chg="mod">
          <ac:chgData name="考 张" userId="87b8017596393203" providerId="LiveId" clId="{D3E220F0-6441-F84E-82DB-7CDE45938386}" dt="2024-04-23T11:33:50.682" v="251" actId="1076"/>
          <ac:spMkLst>
            <pc:docMk/>
            <pc:sldMk cId="113124066" sldId="940"/>
            <ac:spMk id="541" creationId="{AFCF8B06-1986-C0E2-1C26-445069227FF0}"/>
          </ac:spMkLst>
        </pc:spChg>
        <pc:spChg chg="mod">
          <ac:chgData name="考 张" userId="87b8017596393203" providerId="LiveId" clId="{D3E220F0-6441-F84E-82DB-7CDE45938386}" dt="2024-04-23T11:33:50.682" v="251" actId="1076"/>
          <ac:spMkLst>
            <pc:docMk/>
            <pc:sldMk cId="113124066" sldId="940"/>
            <ac:spMk id="542" creationId="{2B3F51F9-2998-6380-F8F0-890FF90EB276}"/>
          </ac:spMkLst>
        </pc:spChg>
        <pc:spChg chg="mod">
          <ac:chgData name="考 张" userId="87b8017596393203" providerId="LiveId" clId="{D3E220F0-6441-F84E-82DB-7CDE45938386}" dt="2024-04-23T11:33:50.682" v="251" actId="1076"/>
          <ac:spMkLst>
            <pc:docMk/>
            <pc:sldMk cId="113124066" sldId="940"/>
            <ac:spMk id="543" creationId="{21DC59F2-0D38-7DF9-CE69-552390E95717}"/>
          </ac:spMkLst>
        </pc:spChg>
        <pc:spChg chg="mod">
          <ac:chgData name="考 张" userId="87b8017596393203" providerId="LiveId" clId="{D3E220F0-6441-F84E-82DB-7CDE45938386}" dt="2024-04-23T11:33:50.682" v="251" actId="1076"/>
          <ac:spMkLst>
            <pc:docMk/>
            <pc:sldMk cId="113124066" sldId="940"/>
            <ac:spMk id="544" creationId="{B2D8A914-0AF9-3B3C-0A0F-B82DF8B99C9C}"/>
          </ac:spMkLst>
        </pc:spChg>
        <pc:spChg chg="mod">
          <ac:chgData name="考 张" userId="87b8017596393203" providerId="LiveId" clId="{D3E220F0-6441-F84E-82DB-7CDE45938386}" dt="2024-04-23T11:33:50.682" v="251" actId="1076"/>
          <ac:spMkLst>
            <pc:docMk/>
            <pc:sldMk cId="113124066" sldId="940"/>
            <ac:spMk id="545" creationId="{84A39CF1-7F73-C255-303C-4A10BB706038}"/>
          </ac:spMkLst>
        </pc:spChg>
        <pc:spChg chg="mod">
          <ac:chgData name="考 张" userId="87b8017596393203" providerId="LiveId" clId="{D3E220F0-6441-F84E-82DB-7CDE45938386}" dt="2024-04-23T11:33:50.682" v="251" actId="1076"/>
          <ac:spMkLst>
            <pc:docMk/>
            <pc:sldMk cId="113124066" sldId="940"/>
            <ac:spMk id="546" creationId="{DC4DDE0D-6BAC-8862-9573-E9C459AEEB1C}"/>
          </ac:spMkLst>
        </pc:spChg>
        <pc:spChg chg="mod">
          <ac:chgData name="考 张" userId="87b8017596393203" providerId="LiveId" clId="{D3E220F0-6441-F84E-82DB-7CDE45938386}" dt="2024-04-23T11:33:50.682" v="251" actId="1076"/>
          <ac:spMkLst>
            <pc:docMk/>
            <pc:sldMk cId="113124066" sldId="940"/>
            <ac:spMk id="547" creationId="{EB0221BB-755D-BC31-2221-76736BD82FE6}"/>
          </ac:spMkLst>
        </pc:spChg>
        <pc:spChg chg="mod">
          <ac:chgData name="考 张" userId="87b8017596393203" providerId="LiveId" clId="{D3E220F0-6441-F84E-82DB-7CDE45938386}" dt="2024-04-23T11:33:50.682" v="251" actId="1076"/>
          <ac:spMkLst>
            <pc:docMk/>
            <pc:sldMk cId="113124066" sldId="940"/>
            <ac:spMk id="548" creationId="{2FDC6CE4-0346-E201-1139-4B0D3BB237A9}"/>
          </ac:spMkLst>
        </pc:spChg>
        <pc:spChg chg="mod">
          <ac:chgData name="考 张" userId="87b8017596393203" providerId="LiveId" clId="{D3E220F0-6441-F84E-82DB-7CDE45938386}" dt="2024-04-23T11:33:50.682" v="251" actId="1076"/>
          <ac:spMkLst>
            <pc:docMk/>
            <pc:sldMk cId="113124066" sldId="940"/>
            <ac:spMk id="549" creationId="{22101A0C-305B-6A8E-33F4-615FCB8A844E}"/>
          </ac:spMkLst>
        </pc:spChg>
        <pc:spChg chg="mod">
          <ac:chgData name="考 张" userId="87b8017596393203" providerId="LiveId" clId="{D3E220F0-6441-F84E-82DB-7CDE45938386}" dt="2024-04-23T11:33:50.682" v="251" actId="1076"/>
          <ac:spMkLst>
            <pc:docMk/>
            <pc:sldMk cId="113124066" sldId="940"/>
            <ac:spMk id="550" creationId="{5AE0CE33-2F7E-5371-263C-F88EF87CC390}"/>
          </ac:spMkLst>
        </pc:spChg>
        <pc:spChg chg="mod">
          <ac:chgData name="考 张" userId="87b8017596393203" providerId="LiveId" clId="{D3E220F0-6441-F84E-82DB-7CDE45938386}" dt="2024-04-23T11:33:50.682" v="251" actId="1076"/>
          <ac:spMkLst>
            <pc:docMk/>
            <pc:sldMk cId="113124066" sldId="940"/>
            <ac:spMk id="551" creationId="{7C49393F-FBAE-5661-22E9-735C488BEA00}"/>
          </ac:spMkLst>
        </pc:spChg>
        <pc:spChg chg="mod">
          <ac:chgData name="考 张" userId="87b8017596393203" providerId="LiveId" clId="{D3E220F0-6441-F84E-82DB-7CDE45938386}" dt="2024-04-23T11:33:50.682" v="251" actId="1076"/>
          <ac:spMkLst>
            <pc:docMk/>
            <pc:sldMk cId="113124066" sldId="940"/>
            <ac:spMk id="552" creationId="{E6E5276C-DB7B-F9E6-DB36-9AF6007F8C3D}"/>
          </ac:spMkLst>
        </pc:spChg>
        <pc:spChg chg="mod">
          <ac:chgData name="考 张" userId="87b8017596393203" providerId="LiveId" clId="{D3E220F0-6441-F84E-82DB-7CDE45938386}" dt="2024-04-23T11:33:50.682" v="251" actId="1076"/>
          <ac:spMkLst>
            <pc:docMk/>
            <pc:sldMk cId="113124066" sldId="940"/>
            <ac:spMk id="553" creationId="{B5F4910A-6261-1896-35BF-3047941D6354}"/>
          </ac:spMkLst>
        </pc:spChg>
        <pc:spChg chg="mod">
          <ac:chgData name="考 张" userId="87b8017596393203" providerId="LiveId" clId="{D3E220F0-6441-F84E-82DB-7CDE45938386}" dt="2024-04-23T11:33:50.682" v="251" actId="1076"/>
          <ac:spMkLst>
            <pc:docMk/>
            <pc:sldMk cId="113124066" sldId="940"/>
            <ac:spMk id="554" creationId="{EDAEE88C-0C95-2A5D-39C6-8BB0947981FC}"/>
          </ac:spMkLst>
        </pc:spChg>
        <pc:spChg chg="mod">
          <ac:chgData name="考 张" userId="87b8017596393203" providerId="LiveId" clId="{D3E220F0-6441-F84E-82DB-7CDE45938386}" dt="2024-04-23T11:33:50.682" v="251" actId="1076"/>
          <ac:spMkLst>
            <pc:docMk/>
            <pc:sldMk cId="113124066" sldId="940"/>
            <ac:spMk id="555" creationId="{392DD3B7-CAD5-4F06-83E3-69CB9DD81E4B}"/>
          </ac:spMkLst>
        </pc:spChg>
        <pc:spChg chg="mod">
          <ac:chgData name="考 张" userId="87b8017596393203" providerId="LiveId" clId="{D3E220F0-6441-F84E-82DB-7CDE45938386}" dt="2024-04-23T11:33:50.682" v="251" actId="1076"/>
          <ac:spMkLst>
            <pc:docMk/>
            <pc:sldMk cId="113124066" sldId="940"/>
            <ac:spMk id="556" creationId="{A524BF81-059E-88E3-BD79-23355C2D71E3}"/>
          </ac:spMkLst>
        </pc:spChg>
        <pc:spChg chg="mod">
          <ac:chgData name="考 张" userId="87b8017596393203" providerId="LiveId" clId="{D3E220F0-6441-F84E-82DB-7CDE45938386}" dt="2024-04-23T11:33:50.682" v="251" actId="1076"/>
          <ac:spMkLst>
            <pc:docMk/>
            <pc:sldMk cId="113124066" sldId="940"/>
            <ac:spMk id="557" creationId="{BA0A42FD-625C-0455-182D-96B9FD771D0B}"/>
          </ac:spMkLst>
        </pc:spChg>
        <pc:spChg chg="mod">
          <ac:chgData name="考 张" userId="87b8017596393203" providerId="LiveId" clId="{D3E220F0-6441-F84E-82DB-7CDE45938386}" dt="2024-04-23T11:33:50.682" v="251" actId="1076"/>
          <ac:spMkLst>
            <pc:docMk/>
            <pc:sldMk cId="113124066" sldId="940"/>
            <ac:spMk id="558" creationId="{A6C3E68C-D695-72A7-1D47-A977E480DC6D}"/>
          </ac:spMkLst>
        </pc:spChg>
        <pc:spChg chg="mod">
          <ac:chgData name="考 张" userId="87b8017596393203" providerId="LiveId" clId="{D3E220F0-6441-F84E-82DB-7CDE45938386}" dt="2024-04-23T11:33:50.682" v="251" actId="1076"/>
          <ac:spMkLst>
            <pc:docMk/>
            <pc:sldMk cId="113124066" sldId="940"/>
            <ac:spMk id="559" creationId="{2A35ADD5-BFCD-F88C-51C1-D58E55F031F8}"/>
          </ac:spMkLst>
        </pc:spChg>
        <pc:spChg chg="mod">
          <ac:chgData name="考 张" userId="87b8017596393203" providerId="LiveId" clId="{D3E220F0-6441-F84E-82DB-7CDE45938386}" dt="2024-04-23T11:33:50.682" v="251" actId="1076"/>
          <ac:spMkLst>
            <pc:docMk/>
            <pc:sldMk cId="113124066" sldId="940"/>
            <ac:spMk id="560" creationId="{C97A7794-E937-A31A-7BE3-CD00F53855A9}"/>
          </ac:spMkLst>
        </pc:spChg>
        <pc:spChg chg="add mod">
          <ac:chgData name="考 张" userId="87b8017596393203" providerId="LiveId" clId="{D3E220F0-6441-F84E-82DB-7CDE45938386}" dt="2024-04-23T11:19:17.931" v="26" actId="1076"/>
          <ac:spMkLst>
            <pc:docMk/>
            <pc:sldMk cId="113124066" sldId="940"/>
            <ac:spMk id="561" creationId="{E6BBA2E3-14ED-6BFD-280D-AE5A36158462}"/>
          </ac:spMkLst>
        </pc:spChg>
        <pc:spChg chg="add mod">
          <ac:chgData name="考 张" userId="87b8017596393203" providerId="LiveId" clId="{D3E220F0-6441-F84E-82DB-7CDE45938386}" dt="2024-04-23T11:25:59.690" v="73" actId="1076"/>
          <ac:spMkLst>
            <pc:docMk/>
            <pc:sldMk cId="113124066" sldId="940"/>
            <ac:spMk id="564" creationId="{F01DF691-D44F-EF3E-7660-0D485C12A165}"/>
          </ac:spMkLst>
        </pc:spChg>
        <pc:spChg chg="add mod">
          <ac:chgData name="考 张" userId="87b8017596393203" providerId="LiveId" clId="{D3E220F0-6441-F84E-82DB-7CDE45938386}" dt="2024-04-23T11:29:45.900" v="177" actId="2085"/>
          <ac:spMkLst>
            <pc:docMk/>
            <pc:sldMk cId="113124066" sldId="940"/>
            <ac:spMk id="565" creationId="{0EC1DA52-BF52-C3E1-F279-69FB8D83087A}"/>
          </ac:spMkLst>
        </pc:spChg>
        <pc:spChg chg="add mod">
          <ac:chgData name="考 张" userId="87b8017596393203" providerId="LiveId" clId="{D3E220F0-6441-F84E-82DB-7CDE45938386}" dt="2024-04-23T11:36:36.808" v="370" actId="1076"/>
          <ac:spMkLst>
            <pc:docMk/>
            <pc:sldMk cId="113124066" sldId="940"/>
            <ac:spMk id="566" creationId="{62631B14-DD20-A342-1650-2C3619771183}"/>
          </ac:spMkLst>
        </pc:spChg>
        <pc:spChg chg="add mod">
          <ac:chgData name="考 张" userId="87b8017596393203" providerId="LiveId" clId="{D3E220F0-6441-F84E-82DB-7CDE45938386}" dt="2024-04-23T11:36:36.808" v="370" actId="1076"/>
          <ac:spMkLst>
            <pc:docMk/>
            <pc:sldMk cId="113124066" sldId="940"/>
            <ac:spMk id="567" creationId="{B452DC2D-8DC5-3FA6-8C67-997F7E00035F}"/>
          </ac:spMkLst>
        </pc:spChg>
        <pc:grpChg chg="add del mod">
          <ac:chgData name="考 张" userId="87b8017596393203" providerId="LiveId" clId="{D3E220F0-6441-F84E-82DB-7CDE45938386}" dt="2024-04-23T11:17:38.805" v="10" actId="165"/>
          <ac:grpSpMkLst>
            <pc:docMk/>
            <pc:sldMk cId="113124066" sldId="940"/>
            <ac:grpSpMk id="3" creationId="{E7253DA0-C49E-904D-2D91-14EDA51879D1}"/>
          </ac:grpSpMkLst>
        </pc:grpChg>
        <pc:grpChg chg="del mod topLvl">
          <ac:chgData name="考 张" userId="87b8017596393203" providerId="LiveId" clId="{D3E220F0-6441-F84E-82DB-7CDE45938386}" dt="2024-04-23T11:17:47.896" v="11" actId="165"/>
          <ac:grpSpMkLst>
            <pc:docMk/>
            <pc:sldMk cId="113124066" sldId="940"/>
            <ac:grpSpMk id="17" creationId="{B3A09FFA-8A60-F447-7C5E-EE0AF8B8CEFC}"/>
          </ac:grpSpMkLst>
        </pc:grpChg>
        <pc:grpChg chg="add del mod">
          <ac:chgData name="考 张" userId="87b8017596393203" providerId="LiveId" clId="{D3E220F0-6441-F84E-82DB-7CDE45938386}" dt="2024-04-23T11:18:19.622" v="12" actId="478"/>
          <ac:grpSpMkLst>
            <pc:docMk/>
            <pc:sldMk cId="113124066" sldId="940"/>
            <ac:grpSpMk id="189" creationId="{9DD7EDF8-F229-5485-4F53-C6C17682E784}"/>
          </ac:grpSpMkLst>
        </pc:grpChg>
        <pc:grpChg chg="mod">
          <ac:chgData name="考 张" userId="87b8017596393203" providerId="LiveId" clId="{D3E220F0-6441-F84E-82DB-7CDE45938386}" dt="2024-04-23T11:17:19.765" v="3"/>
          <ac:grpSpMkLst>
            <pc:docMk/>
            <pc:sldMk cId="113124066" sldId="940"/>
            <ac:grpSpMk id="202" creationId="{6C4468B4-DBB0-300E-722D-A73CE3E799FC}"/>
          </ac:grpSpMkLst>
        </pc:grpChg>
        <pc:grpChg chg="add del mod">
          <ac:chgData name="考 张" userId="87b8017596393203" providerId="LiveId" clId="{D3E220F0-6441-F84E-82DB-7CDE45938386}" dt="2024-04-23T11:33:51.889" v="252" actId="478"/>
          <ac:grpSpMkLst>
            <pc:docMk/>
            <pc:sldMk cId="113124066" sldId="940"/>
            <ac:grpSpMk id="376" creationId="{FF95FC20-3D81-3B8F-B971-A80BC4B9F21F}"/>
          </ac:grpSpMkLst>
        </pc:grpChg>
        <pc:grpChg chg="mod">
          <ac:chgData name="考 张" userId="87b8017596393203" providerId="LiveId" clId="{D3E220F0-6441-F84E-82DB-7CDE45938386}" dt="2024-04-23T11:33:50.682" v="251" actId="1076"/>
          <ac:grpSpMkLst>
            <pc:docMk/>
            <pc:sldMk cId="113124066" sldId="940"/>
            <ac:grpSpMk id="389" creationId="{9FAA15B1-7C29-7B16-B703-C86D267112DF}"/>
          </ac:grpSpMkLst>
        </pc:grpChg>
        <pc:grpChg chg="add mod">
          <ac:chgData name="考 张" userId="87b8017596393203" providerId="LiveId" clId="{D3E220F0-6441-F84E-82DB-7CDE45938386}" dt="2024-04-23T11:36:36.808" v="370" actId="1076"/>
          <ac:grpSpMkLst>
            <pc:docMk/>
            <pc:sldMk cId="113124066" sldId="940"/>
            <ac:grpSpMk id="568" creationId="{85DCDF64-E59B-53D6-3A55-FD89BB14E4E9}"/>
          </ac:grpSpMkLst>
        </pc:grpChg>
        <pc:graphicFrameChg chg="add del mod">
          <ac:chgData name="考 张" userId="87b8017596393203" providerId="LiveId" clId="{D3E220F0-6441-F84E-82DB-7CDE45938386}" dt="2024-04-23T11:34:11.913" v="255" actId="478"/>
          <ac:graphicFrameMkLst>
            <pc:docMk/>
            <pc:sldMk cId="113124066" sldId="940"/>
            <ac:graphicFrameMk id="374" creationId="{88CF3169-B3F6-52CD-1696-7B3821EBD6D5}"/>
          </ac:graphicFrameMkLst>
        </pc:graphicFrameChg>
        <pc:graphicFrameChg chg="add del mod">
          <ac:chgData name="考 张" userId="87b8017596393203" providerId="LiveId" clId="{D3E220F0-6441-F84E-82DB-7CDE45938386}" dt="2024-04-23T11:34:13.466" v="256" actId="478"/>
          <ac:graphicFrameMkLst>
            <pc:docMk/>
            <pc:sldMk cId="113124066" sldId="940"/>
            <ac:graphicFrameMk id="375" creationId="{F3CF0691-38EE-BC5A-D1AB-D49C846FC448}"/>
          </ac:graphicFrameMkLst>
        </pc:graphicFrameChg>
        <pc:graphicFrameChg chg="add mod">
          <ac:chgData name="考 张" userId="87b8017596393203" providerId="LiveId" clId="{D3E220F0-6441-F84E-82DB-7CDE45938386}" dt="2024-04-23T11:20:43.930" v="34" actId="1076"/>
          <ac:graphicFrameMkLst>
            <pc:docMk/>
            <pc:sldMk cId="113124066" sldId="940"/>
            <ac:graphicFrameMk id="562" creationId="{93736427-0886-278D-9DB7-53A5D3009F7C}"/>
          </ac:graphicFrameMkLst>
        </pc:graphicFrameChg>
        <pc:graphicFrameChg chg="add mod">
          <ac:chgData name="考 张" userId="87b8017596393203" providerId="LiveId" clId="{D3E220F0-6441-F84E-82DB-7CDE45938386}" dt="2024-04-23T11:20:37.530" v="33" actId="1076"/>
          <ac:graphicFrameMkLst>
            <pc:docMk/>
            <pc:sldMk cId="113124066" sldId="940"/>
            <ac:graphicFrameMk id="563" creationId="{C3054C8E-6E37-7787-88ED-2199E2AC6EF0}"/>
          </ac:graphicFrameMkLst>
        </pc:graphicFrameChg>
        <pc:cxnChg chg="del mod topLvl">
          <ac:chgData name="考 张" userId="87b8017596393203" providerId="LiveId" clId="{D3E220F0-6441-F84E-82DB-7CDE45938386}" dt="2024-04-23T11:18:49.293" v="15" actId="478"/>
          <ac:cxnSpMkLst>
            <pc:docMk/>
            <pc:sldMk cId="113124066" sldId="940"/>
            <ac:cxnSpMk id="45" creationId="{507B7364-2B6A-9E44-3CD4-09FAF6CCBD32}"/>
          </ac:cxnSpMkLst>
        </pc:cxnChg>
        <pc:cxnChg chg="del mod topLvl">
          <ac:chgData name="考 张" userId="87b8017596393203" providerId="LiveId" clId="{D3E220F0-6441-F84E-82DB-7CDE45938386}" dt="2024-04-23T11:18:50.865" v="16" actId="478"/>
          <ac:cxnSpMkLst>
            <pc:docMk/>
            <pc:sldMk cId="113124066" sldId="940"/>
            <ac:cxnSpMk id="46" creationId="{F0F382CF-EC8C-1004-7DD7-12CFBFDE77AD}"/>
          </ac:cxnSpMkLst>
        </pc:cxnChg>
        <pc:cxnChg chg="del mod topLvl">
          <ac:chgData name="考 张" userId="87b8017596393203" providerId="LiveId" clId="{D3E220F0-6441-F84E-82DB-7CDE45938386}" dt="2024-04-23T11:18:58.853" v="19" actId="478"/>
          <ac:cxnSpMkLst>
            <pc:docMk/>
            <pc:sldMk cId="113124066" sldId="940"/>
            <ac:cxnSpMk id="47" creationId="{B19B2964-9460-ADDD-658C-2BFB23E62BAE}"/>
          </ac:cxnSpMkLst>
        </pc:cxnChg>
        <pc:cxnChg chg="del mod topLvl">
          <ac:chgData name="考 张" userId="87b8017596393203" providerId="LiveId" clId="{D3E220F0-6441-F84E-82DB-7CDE45938386}" dt="2024-04-23T11:18:59.826" v="20" actId="478"/>
          <ac:cxnSpMkLst>
            <pc:docMk/>
            <pc:sldMk cId="113124066" sldId="940"/>
            <ac:cxnSpMk id="48" creationId="{5627E77C-7D54-C02C-077A-BEA7A1C05DA9}"/>
          </ac:cxnSpMkLst>
        </pc:cxnChg>
        <pc:cxnChg chg="del mod topLvl">
          <ac:chgData name="考 张" userId="87b8017596393203" providerId="LiveId" clId="{D3E220F0-6441-F84E-82DB-7CDE45938386}" dt="2024-04-23T11:19:01.248" v="21" actId="478"/>
          <ac:cxnSpMkLst>
            <pc:docMk/>
            <pc:sldMk cId="113124066" sldId="940"/>
            <ac:cxnSpMk id="49" creationId="{394F4201-B1FB-3634-CB0A-2A07F093C641}"/>
          </ac:cxnSpMkLst>
        </pc:cxnChg>
        <pc:cxnChg chg="del mod topLvl">
          <ac:chgData name="考 张" userId="87b8017596393203" providerId="LiveId" clId="{D3E220F0-6441-F84E-82DB-7CDE45938386}" dt="2024-04-23T11:19:03.147" v="23" actId="478"/>
          <ac:cxnSpMkLst>
            <pc:docMk/>
            <pc:sldMk cId="113124066" sldId="940"/>
            <ac:cxnSpMk id="50" creationId="{2EFB3B5D-E324-D9C3-5096-75BD084A177B}"/>
          </ac:cxnSpMkLst>
        </pc:cxnChg>
        <pc:cxnChg chg="del mod topLvl">
          <ac:chgData name="考 张" userId="87b8017596393203" providerId="LiveId" clId="{D3E220F0-6441-F84E-82DB-7CDE45938386}" dt="2024-04-23T11:19:02.262" v="22" actId="478"/>
          <ac:cxnSpMkLst>
            <pc:docMk/>
            <pc:sldMk cId="113124066" sldId="940"/>
            <ac:cxnSpMk id="51" creationId="{6127457D-E415-3A2E-B675-648B5EEDE4C1}"/>
          </ac:cxnSpMkLst>
        </pc:cxnChg>
        <pc:cxnChg chg="mod">
          <ac:chgData name="考 张" userId="87b8017596393203" providerId="LiveId" clId="{D3E220F0-6441-F84E-82DB-7CDE45938386}" dt="2024-04-23T11:17:19.765" v="3"/>
          <ac:cxnSpMkLst>
            <pc:docMk/>
            <pc:sldMk cId="113124066" sldId="940"/>
            <ac:cxnSpMk id="230" creationId="{E611176A-5CD1-6A30-2F53-78E51DDCF3B0}"/>
          </ac:cxnSpMkLst>
        </pc:cxnChg>
        <pc:cxnChg chg="mod">
          <ac:chgData name="考 张" userId="87b8017596393203" providerId="LiveId" clId="{D3E220F0-6441-F84E-82DB-7CDE45938386}" dt="2024-04-23T11:17:19.765" v="3"/>
          <ac:cxnSpMkLst>
            <pc:docMk/>
            <pc:sldMk cId="113124066" sldId="940"/>
            <ac:cxnSpMk id="231" creationId="{74EFC150-2978-37D4-3CAE-FE0F3DA4EC88}"/>
          </ac:cxnSpMkLst>
        </pc:cxnChg>
        <pc:cxnChg chg="mod">
          <ac:chgData name="考 张" userId="87b8017596393203" providerId="LiveId" clId="{D3E220F0-6441-F84E-82DB-7CDE45938386}" dt="2024-04-23T11:17:19.765" v="3"/>
          <ac:cxnSpMkLst>
            <pc:docMk/>
            <pc:sldMk cId="113124066" sldId="940"/>
            <ac:cxnSpMk id="232" creationId="{E42506E9-BCCB-5808-FEEB-6196687A8790}"/>
          </ac:cxnSpMkLst>
        </pc:cxnChg>
        <pc:cxnChg chg="mod">
          <ac:chgData name="考 张" userId="87b8017596393203" providerId="LiveId" clId="{D3E220F0-6441-F84E-82DB-7CDE45938386}" dt="2024-04-23T11:17:19.765" v="3"/>
          <ac:cxnSpMkLst>
            <pc:docMk/>
            <pc:sldMk cId="113124066" sldId="940"/>
            <ac:cxnSpMk id="233" creationId="{7B21B432-B63F-BB49-D4F9-666BFD49FE2E}"/>
          </ac:cxnSpMkLst>
        </pc:cxnChg>
        <pc:cxnChg chg="mod">
          <ac:chgData name="考 张" userId="87b8017596393203" providerId="LiveId" clId="{D3E220F0-6441-F84E-82DB-7CDE45938386}" dt="2024-04-23T11:17:19.765" v="3"/>
          <ac:cxnSpMkLst>
            <pc:docMk/>
            <pc:sldMk cId="113124066" sldId="940"/>
            <ac:cxnSpMk id="234" creationId="{6643BB94-2593-0FC1-C64C-41DA3FADE871}"/>
          </ac:cxnSpMkLst>
        </pc:cxnChg>
        <pc:cxnChg chg="mod">
          <ac:chgData name="考 张" userId="87b8017596393203" providerId="LiveId" clId="{D3E220F0-6441-F84E-82DB-7CDE45938386}" dt="2024-04-23T11:17:19.765" v="3"/>
          <ac:cxnSpMkLst>
            <pc:docMk/>
            <pc:sldMk cId="113124066" sldId="940"/>
            <ac:cxnSpMk id="235" creationId="{F06E6EB0-AF2A-3D87-A1E7-CEB045FCB9A5}"/>
          </ac:cxnSpMkLst>
        </pc:cxnChg>
        <pc:cxnChg chg="mod">
          <ac:chgData name="考 张" userId="87b8017596393203" providerId="LiveId" clId="{D3E220F0-6441-F84E-82DB-7CDE45938386}" dt="2024-04-23T11:17:19.765" v="3"/>
          <ac:cxnSpMkLst>
            <pc:docMk/>
            <pc:sldMk cId="113124066" sldId="940"/>
            <ac:cxnSpMk id="236" creationId="{DD28C941-02F4-C173-CBE4-5A84F91A4E64}"/>
          </ac:cxnSpMkLst>
        </pc:cxnChg>
        <pc:cxnChg chg="mod">
          <ac:chgData name="考 张" userId="87b8017596393203" providerId="LiveId" clId="{D3E220F0-6441-F84E-82DB-7CDE45938386}" dt="2024-04-23T11:33:50.682" v="251" actId="1076"/>
          <ac:cxnSpMkLst>
            <pc:docMk/>
            <pc:sldMk cId="113124066" sldId="940"/>
            <ac:cxnSpMk id="417" creationId="{F57D1540-6FCD-A04C-2AAA-BA5193A9B315}"/>
          </ac:cxnSpMkLst>
        </pc:cxnChg>
        <pc:cxnChg chg="mod">
          <ac:chgData name="考 张" userId="87b8017596393203" providerId="LiveId" clId="{D3E220F0-6441-F84E-82DB-7CDE45938386}" dt="2024-04-23T11:33:50.682" v="251" actId="1076"/>
          <ac:cxnSpMkLst>
            <pc:docMk/>
            <pc:sldMk cId="113124066" sldId="940"/>
            <ac:cxnSpMk id="418" creationId="{0694456D-C92E-579F-FE7B-D1DE6F700CC7}"/>
          </ac:cxnSpMkLst>
        </pc:cxnChg>
        <pc:cxnChg chg="mod">
          <ac:chgData name="考 张" userId="87b8017596393203" providerId="LiveId" clId="{D3E220F0-6441-F84E-82DB-7CDE45938386}" dt="2024-04-23T11:33:50.682" v="251" actId="1076"/>
          <ac:cxnSpMkLst>
            <pc:docMk/>
            <pc:sldMk cId="113124066" sldId="940"/>
            <ac:cxnSpMk id="419" creationId="{322B51F1-8340-AFE7-6583-F3F15D357E94}"/>
          </ac:cxnSpMkLst>
        </pc:cxnChg>
        <pc:cxnChg chg="mod">
          <ac:chgData name="考 张" userId="87b8017596393203" providerId="LiveId" clId="{D3E220F0-6441-F84E-82DB-7CDE45938386}" dt="2024-04-23T11:33:50.682" v="251" actId="1076"/>
          <ac:cxnSpMkLst>
            <pc:docMk/>
            <pc:sldMk cId="113124066" sldId="940"/>
            <ac:cxnSpMk id="420" creationId="{591E6EE7-63E0-9BD8-034C-AC8C715625CF}"/>
          </ac:cxnSpMkLst>
        </pc:cxnChg>
        <pc:cxnChg chg="mod">
          <ac:chgData name="考 张" userId="87b8017596393203" providerId="LiveId" clId="{D3E220F0-6441-F84E-82DB-7CDE45938386}" dt="2024-04-23T11:33:50.682" v="251" actId="1076"/>
          <ac:cxnSpMkLst>
            <pc:docMk/>
            <pc:sldMk cId="113124066" sldId="940"/>
            <ac:cxnSpMk id="421" creationId="{A617E0DC-90C9-FD23-2B5F-0A3F1F5ADFC9}"/>
          </ac:cxnSpMkLst>
        </pc:cxnChg>
        <pc:cxnChg chg="mod">
          <ac:chgData name="考 张" userId="87b8017596393203" providerId="LiveId" clId="{D3E220F0-6441-F84E-82DB-7CDE45938386}" dt="2024-04-23T11:33:50.682" v="251" actId="1076"/>
          <ac:cxnSpMkLst>
            <pc:docMk/>
            <pc:sldMk cId="113124066" sldId="940"/>
            <ac:cxnSpMk id="422" creationId="{C3C778D6-1F6A-4EBA-92D3-7E737F99B85D}"/>
          </ac:cxnSpMkLst>
        </pc:cxnChg>
        <pc:cxnChg chg="mod">
          <ac:chgData name="考 张" userId="87b8017596393203" providerId="LiveId" clId="{D3E220F0-6441-F84E-82DB-7CDE45938386}" dt="2024-04-23T11:33:50.682" v="251" actId="1076"/>
          <ac:cxnSpMkLst>
            <pc:docMk/>
            <pc:sldMk cId="113124066" sldId="940"/>
            <ac:cxnSpMk id="423" creationId="{25386B45-7A6C-E487-D7D6-2D4A93034C81}"/>
          </ac:cxnSpMkLst>
        </pc:cxnChg>
      </pc:sldChg>
      <pc:sldChg chg="addSp modSp add mod">
        <pc:chgData name="考 张" userId="87b8017596393203" providerId="LiveId" clId="{D3E220F0-6441-F84E-82DB-7CDE45938386}" dt="2024-04-23T12:23:02.342" v="1616" actId="1076"/>
        <pc:sldMkLst>
          <pc:docMk/>
          <pc:sldMk cId="3494517937" sldId="941"/>
        </pc:sldMkLst>
        <pc:spChg chg="mod">
          <ac:chgData name="考 张" userId="87b8017596393203" providerId="LiveId" clId="{D3E220F0-6441-F84E-82DB-7CDE45938386}" dt="2024-04-23T12:22:19.304" v="1605" actId="20577"/>
          <ac:spMkLst>
            <pc:docMk/>
            <pc:sldMk cId="3494517937" sldId="941"/>
            <ac:spMk id="5" creationId="{DEBB5A1B-8E2B-90CF-12F1-7EDB2BB7AED2}"/>
          </ac:spMkLst>
        </pc:spChg>
        <pc:picChg chg="add mod">
          <ac:chgData name="考 张" userId="87b8017596393203" providerId="LiveId" clId="{D3E220F0-6441-F84E-82DB-7CDE45938386}" dt="2024-04-23T12:22:45.468" v="1611" actId="1076"/>
          <ac:picMkLst>
            <pc:docMk/>
            <pc:sldMk cId="3494517937" sldId="941"/>
            <ac:picMk id="3" creationId="{9A535EDA-9394-B048-B605-F3703E8D39A1}"/>
          </ac:picMkLst>
        </pc:picChg>
        <pc:picChg chg="add mod">
          <ac:chgData name="考 张" userId="87b8017596393203" providerId="LiveId" clId="{D3E220F0-6441-F84E-82DB-7CDE45938386}" dt="2024-04-23T12:23:02.342" v="1616" actId="1076"/>
          <ac:picMkLst>
            <pc:docMk/>
            <pc:sldMk cId="3494517937" sldId="941"/>
            <ac:picMk id="4" creationId="{FF9C1906-26AD-31CE-3BC4-A3DDA0F1C006}"/>
          </ac:picMkLst>
        </pc:picChg>
      </pc:sldChg>
      <pc:sldChg chg="modSp add mod">
        <pc:chgData name="考 张" userId="87b8017596393203" providerId="LiveId" clId="{D3E220F0-6441-F84E-82DB-7CDE45938386}" dt="2024-04-23T12:17:21.573" v="1374" actId="20577"/>
        <pc:sldMkLst>
          <pc:docMk/>
          <pc:sldMk cId="4171978341" sldId="942"/>
        </pc:sldMkLst>
        <pc:spChg chg="mod">
          <ac:chgData name="考 张" userId="87b8017596393203" providerId="LiveId" clId="{D3E220F0-6441-F84E-82DB-7CDE45938386}" dt="2024-04-23T12:17:21.573" v="1374" actId="20577"/>
          <ac:spMkLst>
            <pc:docMk/>
            <pc:sldMk cId="4171978341" sldId="942"/>
            <ac:spMk id="5" creationId="{DEBB5A1B-8E2B-90CF-12F1-7EDB2BB7AED2}"/>
          </ac:spMkLst>
        </pc:spChg>
      </pc:sldChg>
      <pc:sldChg chg="modSp add mod">
        <pc:chgData name="考 张" userId="87b8017596393203" providerId="LiveId" clId="{D3E220F0-6441-F84E-82DB-7CDE45938386}" dt="2024-04-23T12:25:03.755" v="1684" actId="20577"/>
        <pc:sldMkLst>
          <pc:docMk/>
          <pc:sldMk cId="174692618" sldId="943"/>
        </pc:sldMkLst>
        <pc:spChg chg="mod">
          <ac:chgData name="考 张" userId="87b8017596393203" providerId="LiveId" clId="{D3E220F0-6441-F84E-82DB-7CDE45938386}" dt="2024-04-23T12:25:03.755" v="1684" actId="20577"/>
          <ac:spMkLst>
            <pc:docMk/>
            <pc:sldMk cId="174692618" sldId="943"/>
            <ac:spMk id="5" creationId="{DEBB5A1B-8E2B-90CF-12F1-7EDB2BB7AED2}"/>
          </ac:spMkLst>
        </pc:spChg>
      </pc:sldChg>
    </pc:docChg>
  </pc:docChgLst>
  <pc:docChgLst>
    <pc:chgData name="考 张" userId="87b8017596393203" providerId="LiveId" clId="{3A5BF4F6-5040-46B2-9AB8-00DCD2047FDB}"/>
    <pc:docChg chg="undo custSel addSld modSld sldOrd">
      <pc:chgData name="考 张" userId="87b8017596393203" providerId="LiveId" clId="{3A5BF4F6-5040-46B2-9AB8-00DCD2047FDB}" dt="2024-04-24T03:25:22.544" v="796"/>
      <pc:docMkLst>
        <pc:docMk/>
      </pc:docMkLst>
      <pc:sldChg chg="modSp mod">
        <pc:chgData name="考 张" userId="87b8017596393203" providerId="LiveId" clId="{3A5BF4F6-5040-46B2-9AB8-00DCD2047FDB}" dt="2024-04-23T13:46:32.279" v="784" actId="1076"/>
        <pc:sldMkLst>
          <pc:docMk/>
          <pc:sldMk cId="1285862847" sldId="936"/>
        </pc:sldMkLst>
        <pc:spChg chg="mod">
          <ac:chgData name="考 张" userId="87b8017596393203" providerId="LiveId" clId="{3A5BF4F6-5040-46B2-9AB8-00DCD2047FDB}" dt="2024-04-23T13:46:32.279" v="784" actId="1076"/>
          <ac:spMkLst>
            <pc:docMk/>
            <pc:sldMk cId="1285862847" sldId="936"/>
            <ac:spMk id="7" creationId="{3C0F2840-FF3C-470F-969F-28D7CCC4F903}"/>
          </ac:spMkLst>
        </pc:spChg>
        <pc:graphicFrameChg chg="mod">
          <ac:chgData name="考 张" userId="87b8017596393203" providerId="LiveId" clId="{3A5BF4F6-5040-46B2-9AB8-00DCD2047FDB}" dt="2024-04-23T13:46:32.279" v="784" actId="1076"/>
          <ac:graphicFrameMkLst>
            <pc:docMk/>
            <pc:sldMk cId="1285862847" sldId="936"/>
            <ac:graphicFrameMk id="4" creationId="{5775B211-4E65-22BF-5B8E-A368BDB73745}"/>
          </ac:graphicFrameMkLst>
        </pc:graphicFrameChg>
      </pc:sldChg>
      <pc:sldChg chg="modSp mod ord">
        <pc:chgData name="考 张" userId="87b8017596393203" providerId="LiveId" clId="{3A5BF4F6-5040-46B2-9AB8-00DCD2047FDB}" dt="2024-04-24T03:25:22.544" v="796"/>
        <pc:sldMkLst>
          <pc:docMk/>
          <pc:sldMk cId="113124066" sldId="940"/>
        </pc:sldMkLst>
        <pc:spChg chg="mod">
          <ac:chgData name="考 张" userId="87b8017596393203" providerId="LiveId" clId="{3A5BF4F6-5040-46B2-9AB8-00DCD2047FDB}" dt="2024-04-24T03:25:03.793" v="793" actId="1076"/>
          <ac:spMkLst>
            <pc:docMk/>
            <pc:sldMk cId="113124066" sldId="940"/>
            <ac:spMk id="4" creationId="{0164927B-1727-7A52-1D8B-0E8CCF4557ED}"/>
          </ac:spMkLst>
        </pc:spChg>
        <pc:spChg chg="mod">
          <ac:chgData name="考 张" userId="87b8017596393203" providerId="LiveId" clId="{3A5BF4F6-5040-46B2-9AB8-00DCD2047FDB}" dt="2024-04-24T03:25:22.544" v="796"/>
          <ac:spMkLst>
            <pc:docMk/>
            <pc:sldMk cId="113124066" sldId="940"/>
            <ac:spMk id="5" creationId="{DEBB5A1B-8E2B-90CF-12F1-7EDB2BB7AED2}"/>
          </ac:spMkLst>
        </pc:spChg>
        <pc:spChg chg="mod">
          <ac:chgData name="考 张" userId="87b8017596393203" providerId="LiveId" clId="{3A5BF4F6-5040-46B2-9AB8-00DCD2047FDB}" dt="2024-04-24T03:25:03.793" v="793" actId="1076"/>
          <ac:spMkLst>
            <pc:docMk/>
            <pc:sldMk cId="113124066" sldId="940"/>
            <ac:spMk id="6" creationId="{3E9F2F49-ABF5-C1EC-3ECC-7C3740B4816B}"/>
          </ac:spMkLst>
        </pc:spChg>
        <pc:spChg chg="mod">
          <ac:chgData name="考 张" userId="87b8017596393203" providerId="LiveId" clId="{3A5BF4F6-5040-46B2-9AB8-00DCD2047FDB}" dt="2024-04-24T03:25:03.793" v="793" actId="1076"/>
          <ac:spMkLst>
            <pc:docMk/>
            <pc:sldMk cId="113124066" sldId="940"/>
            <ac:spMk id="7" creationId="{30E3F51E-BE9C-8589-7E96-7E102EAEB134}"/>
          </ac:spMkLst>
        </pc:spChg>
        <pc:spChg chg="mod">
          <ac:chgData name="考 张" userId="87b8017596393203" providerId="LiveId" clId="{3A5BF4F6-5040-46B2-9AB8-00DCD2047FDB}" dt="2024-04-24T03:25:03.793" v="793" actId="1076"/>
          <ac:spMkLst>
            <pc:docMk/>
            <pc:sldMk cId="113124066" sldId="940"/>
            <ac:spMk id="8" creationId="{B3D1D29B-FC80-03A1-20C0-ACFBB6120DCB}"/>
          </ac:spMkLst>
        </pc:spChg>
        <pc:spChg chg="mod">
          <ac:chgData name="考 张" userId="87b8017596393203" providerId="LiveId" clId="{3A5BF4F6-5040-46B2-9AB8-00DCD2047FDB}" dt="2024-04-24T03:25:03.793" v="793" actId="1076"/>
          <ac:spMkLst>
            <pc:docMk/>
            <pc:sldMk cId="113124066" sldId="940"/>
            <ac:spMk id="9" creationId="{A0ABFB2F-A0AC-E1F0-7AA0-255F26E9CF25}"/>
          </ac:spMkLst>
        </pc:spChg>
        <pc:spChg chg="mod">
          <ac:chgData name="考 张" userId="87b8017596393203" providerId="LiveId" clId="{3A5BF4F6-5040-46B2-9AB8-00DCD2047FDB}" dt="2024-04-24T03:25:03.793" v="793" actId="1076"/>
          <ac:spMkLst>
            <pc:docMk/>
            <pc:sldMk cId="113124066" sldId="940"/>
            <ac:spMk id="10" creationId="{3D45D2AF-1CF7-39A7-9F15-D2DABC655B7D}"/>
          </ac:spMkLst>
        </pc:spChg>
        <pc:spChg chg="mod">
          <ac:chgData name="考 张" userId="87b8017596393203" providerId="LiveId" clId="{3A5BF4F6-5040-46B2-9AB8-00DCD2047FDB}" dt="2024-04-24T03:25:03.793" v="793" actId="1076"/>
          <ac:spMkLst>
            <pc:docMk/>
            <pc:sldMk cId="113124066" sldId="940"/>
            <ac:spMk id="11" creationId="{1A01F5DB-BDAE-757F-ACCC-12BE65CBFB62}"/>
          </ac:spMkLst>
        </pc:spChg>
        <pc:spChg chg="mod">
          <ac:chgData name="考 张" userId="87b8017596393203" providerId="LiveId" clId="{3A5BF4F6-5040-46B2-9AB8-00DCD2047FDB}" dt="2024-04-24T03:25:03.793" v="793" actId="1076"/>
          <ac:spMkLst>
            <pc:docMk/>
            <pc:sldMk cId="113124066" sldId="940"/>
            <ac:spMk id="12" creationId="{0947F710-079A-2B5A-22B8-7FE91CF60246}"/>
          </ac:spMkLst>
        </pc:spChg>
        <pc:spChg chg="mod">
          <ac:chgData name="考 张" userId="87b8017596393203" providerId="LiveId" clId="{3A5BF4F6-5040-46B2-9AB8-00DCD2047FDB}" dt="2024-04-24T03:25:03.793" v="793" actId="1076"/>
          <ac:spMkLst>
            <pc:docMk/>
            <pc:sldMk cId="113124066" sldId="940"/>
            <ac:spMk id="13" creationId="{F38565C1-AD73-D1BD-7FBB-CFD7BCBE9B09}"/>
          </ac:spMkLst>
        </pc:spChg>
        <pc:spChg chg="mod">
          <ac:chgData name="考 张" userId="87b8017596393203" providerId="LiveId" clId="{3A5BF4F6-5040-46B2-9AB8-00DCD2047FDB}" dt="2024-04-24T03:25:03.793" v="793" actId="1076"/>
          <ac:spMkLst>
            <pc:docMk/>
            <pc:sldMk cId="113124066" sldId="940"/>
            <ac:spMk id="14" creationId="{54F78ED9-59C1-5705-0D5B-27D611CAA400}"/>
          </ac:spMkLst>
        </pc:spChg>
        <pc:spChg chg="mod">
          <ac:chgData name="考 张" userId="87b8017596393203" providerId="LiveId" clId="{3A5BF4F6-5040-46B2-9AB8-00DCD2047FDB}" dt="2024-04-24T03:25:03.793" v="793" actId="1076"/>
          <ac:spMkLst>
            <pc:docMk/>
            <pc:sldMk cId="113124066" sldId="940"/>
            <ac:spMk id="15" creationId="{AAD6FA45-AE4F-1D9A-05E7-C15B3491CEE8}"/>
          </ac:spMkLst>
        </pc:spChg>
        <pc:spChg chg="mod">
          <ac:chgData name="考 张" userId="87b8017596393203" providerId="LiveId" clId="{3A5BF4F6-5040-46B2-9AB8-00DCD2047FDB}" dt="2024-04-24T03:25:03.793" v="793" actId="1076"/>
          <ac:spMkLst>
            <pc:docMk/>
            <pc:sldMk cId="113124066" sldId="940"/>
            <ac:spMk id="16" creationId="{E922102B-6F88-60D5-856B-7BB94FBD04AE}"/>
          </ac:spMkLst>
        </pc:spChg>
        <pc:spChg chg="mod">
          <ac:chgData name="考 张" userId="87b8017596393203" providerId="LiveId" clId="{3A5BF4F6-5040-46B2-9AB8-00DCD2047FDB}" dt="2024-04-24T03:25:03.793" v="793" actId="1076"/>
          <ac:spMkLst>
            <pc:docMk/>
            <pc:sldMk cId="113124066" sldId="940"/>
            <ac:spMk id="18" creationId="{818CB1DA-688F-C05D-5B4B-CA70D7D4EC2B}"/>
          </ac:spMkLst>
        </pc:spChg>
        <pc:spChg chg="mod">
          <ac:chgData name="考 张" userId="87b8017596393203" providerId="LiveId" clId="{3A5BF4F6-5040-46B2-9AB8-00DCD2047FDB}" dt="2024-04-24T03:25:03.793" v="793" actId="1076"/>
          <ac:spMkLst>
            <pc:docMk/>
            <pc:sldMk cId="113124066" sldId="940"/>
            <ac:spMk id="19" creationId="{2CBB8970-3483-59C9-2757-C75A96A05C6E}"/>
          </ac:spMkLst>
        </pc:spChg>
        <pc:spChg chg="mod">
          <ac:chgData name="考 张" userId="87b8017596393203" providerId="LiveId" clId="{3A5BF4F6-5040-46B2-9AB8-00DCD2047FDB}" dt="2024-04-24T03:25:03.793" v="793" actId="1076"/>
          <ac:spMkLst>
            <pc:docMk/>
            <pc:sldMk cId="113124066" sldId="940"/>
            <ac:spMk id="20" creationId="{9A3565E3-AB37-1F35-C8D5-821DE89DE359}"/>
          </ac:spMkLst>
        </pc:spChg>
        <pc:spChg chg="mod">
          <ac:chgData name="考 张" userId="87b8017596393203" providerId="LiveId" clId="{3A5BF4F6-5040-46B2-9AB8-00DCD2047FDB}" dt="2024-04-24T03:25:03.793" v="793" actId="1076"/>
          <ac:spMkLst>
            <pc:docMk/>
            <pc:sldMk cId="113124066" sldId="940"/>
            <ac:spMk id="21" creationId="{FEC4F4A4-FA95-949D-77D3-BBCBCD936B92}"/>
          </ac:spMkLst>
        </pc:spChg>
        <pc:spChg chg="mod">
          <ac:chgData name="考 张" userId="87b8017596393203" providerId="LiveId" clId="{3A5BF4F6-5040-46B2-9AB8-00DCD2047FDB}" dt="2024-04-24T03:25:03.793" v="793" actId="1076"/>
          <ac:spMkLst>
            <pc:docMk/>
            <pc:sldMk cId="113124066" sldId="940"/>
            <ac:spMk id="22" creationId="{11880732-1339-5650-8E2B-7B41831FE5A9}"/>
          </ac:spMkLst>
        </pc:spChg>
        <pc:spChg chg="mod">
          <ac:chgData name="考 张" userId="87b8017596393203" providerId="LiveId" clId="{3A5BF4F6-5040-46B2-9AB8-00DCD2047FDB}" dt="2024-04-24T03:25:03.793" v="793" actId="1076"/>
          <ac:spMkLst>
            <pc:docMk/>
            <pc:sldMk cId="113124066" sldId="940"/>
            <ac:spMk id="23" creationId="{31F8AA7B-7C1F-3739-7F70-6579897F600A}"/>
          </ac:spMkLst>
        </pc:spChg>
        <pc:spChg chg="mod">
          <ac:chgData name="考 张" userId="87b8017596393203" providerId="LiveId" clId="{3A5BF4F6-5040-46B2-9AB8-00DCD2047FDB}" dt="2024-04-24T03:25:03.793" v="793" actId="1076"/>
          <ac:spMkLst>
            <pc:docMk/>
            <pc:sldMk cId="113124066" sldId="940"/>
            <ac:spMk id="24" creationId="{E8A7ABE4-5FF8-0EA8-DF1E-6540636FDB14}"/>
          </ac:spMkLst>
        </pc:spChg>
        <pc:spChg chg="mod">
          <ac:chgData name="考 张" userId="87b8017596393203" providerId="LiveId" clId="{3A5BF4F6-5040-46B2-9AB8-00DCD2047FDB}" dt="2024-04-24T03:25:03.793" v="793" actId="1076"/>
          <ac:spMkLst>
            <pc:docMk/>
            <pc:sldMk cId="113124066" sldId="940"/>
            <ac:spMk id="25" creationId="{28C402DA-E3E0-76BA-41E2-FB849CF72C41}"/>
          </ac:spMkLst>
        </pc:spChg>
        <pc:spChg chg="mod">
          <ac:chgData name="考 张" userId="87b8017596393203" providerId="LiveId" clId="{3A5BF4F6-5040-46B2-9AB8-00DCD2047FDB}" dt="2024-04-24T03:25:03.793" v="793" actId="1076"/>
          <ac:spMkLst>
            <pc:docMk/>
            <pc:sldMk cId="113124066" sldId="940"/>
            <ac:spMk id="26" creationId="{0DDD4D5C-0293-E136-C9FC-97103DF17D4A}"/>
          </ac:spMkLst>
        </pc:spChg>
        <pc:spChg chg="mod">
          <ac:chgData name="考 张" userId="87b8017596393203" providerId="LiveId" clId="{3A5BF4F6-5040-46B2-9AB8-00DCD2047FDB}" dt="2024-04-24T03:25:03.793" v="793" actId="1076"/>
          <ac:spMkLst>
            <pc:docMk/>
            <pc:sldMk cId="113124066" sldId="940"/>
            <ac:spMk id="27" creationId="{87E37076-EE5B-3958-8942-2A2AEE1F3E2F}"/>
          </ac:spMkLst>
        </pc:spChg>
        <pc:spChg chg="mod">
          <ac:chgData name="考 张" userId="87b8017596393203" providerId="LiveId" clId="{3A5BF4F6-5040-46B2-9AB8-00DCD2047FDB}" dt="2024-04-24T03:25:03.793" v="793" actId="1076"/>
          <ac:spMkLst>
            <pc:docMk/>
            <pc:sldMk cId="113124066" sldId="940"/>
            <ac:spMk id="28" creationId="{2134CE2A-6277-10F3-3648-3B866015CF9B}"/>
          </ac:spMkLst>
        </pc:spChg>
        <pc:spChg chg="mod">
          <ac:chgData name="考 张" userId="87b8017596393203" providerId="LiveId" clId="{3A5BF4F6-5040-46B2-9AB8-00DCD2047FDB}" dt="2024-04-24T03:25:03.793" v="793" actId="1076"/>
          <ac:spMkLst>
            <pc:docMk/>
            <pc:sldMk cId="113124066" sldId="940"/>
            <ac:spMk id="29" creationId="{73781210-C68F-5C89-A24D-24F0A8AAAD0C}"/>
          </ac:spMkLst>
        </pc:spChg>
        <pc:spChg chg="mod">
          <ac:chgData name="考 张" userId="87b8017596393203" providerId="LiveId" clId="{3A5BF4F6-5040-46B2-9AB8-00DCD2047FDB}" dt="2024-04-24T03:25:03.793" v="793" actId="1076"/>
          <ac:spMkLst>
            <pc:docMk/>
            <pc:sldMk cId="113124066" sldId="940"/>
            <ac:spMk id="30" creationId="{14B53B8E-F5F7-D34C-0AB5-2D61860AF1D7}"/>
          </ac:spMkLst>
        </pc:spChg>
        <pc:spChg chg="mod">
          <ac:chgData name="考 张" userId="87b8017596393203" providerId="LiveId" clId="{3A5BF4F6-5040-46B2-9AB8-00DCD2047FDB}" dt="2024-04-24T03:25:03.793" v="793" actId="1076"/>
          <ac:spMkLst>
            <pc:docMk/>
            <pc:sldMk cId="113124066" sldId="940"/>
            <ac:spMk id="31" creationId="{C74AF482-2836-FF80-0114-A01C008F3F3D}"/>
          </ac:spMkLst>
        </pc:spChg>
        <pc:spChg chg="mod">
          <ac:chgData name="考 张" userId="87b8017596393203" providerId="LiveId" clId="{3A5BF4F6-5040-46B2-9AB8-00DCD2047FDB}" dt="2024-04-24T03:25:03.793" v="793" actId="1076"/>
          <ac:spMkLst>
            <pc:docMk/>
            <pc:sldMk cId="113124066" sldId="940"/>
            <ac:spMk id="32" creationId="{0E314C04-AEEB-9158-7B2C-7E869BD92614}"/>
          </ac:spMkLst>
        </pc:spChg>
        <pc:spChg chg="mod">
          <ac:chgData name="考 张" userId="87b8017596393203" providerId="LiveId" clId="{3A5BF4F6-5040-46B2-9AB8-00DCD2047FDB}" dt="2024-04-24T03:25:03.793" v="793" actId="1076"/>
          <ac:spMkLst>
            <pc:docMk/>
            <pc:sldMk cId="113124066" sldId="940"/>
            <ac:spMk id="33" creationId="{76CCFF3C-E903-110D-D577-E5AC59C55368}"/>
          </ac:spMkLst>
        </pc:spChg>
        <pc:spChg chg="mod">
          <ac:chgData name="考 张" userId="87b8017596393203" providerId="LiveId" clId="{3A5BF4F6-5040-46B2-9AB8-00DCD2047FDB}" dt="2024-04-24T03:25:03.793" v="793" actId="1076"/>
          <ac:spMkLst>
            <pc:docMk/>
            <pc:sldMk cId="113124066" sldId="940"/>
            <ac:spMk id="34" creationId="{A7BD1750-F535-7A55-CC90-C62D50D064CA}"/>
          </ac:spMkLst>
        </pc:spChg>
        <pc:spChg chg="mod">
          <ac:chgData name="考 张" userId="87b8017596393203" providerId="LiveId" clId="{3A5BF4F6-5040-46B2-9AB8-00DCD2047FDB}" dt="2024-04-24T03:25:03.793" v="793" actId="1076"/>
          <ac:spMkLst>
            <pc:docMk/>
            <pc:sldMk cId="113124066" sldId="940"/>
            <ac:spMk id="35" creationId="{D8983860-C0CD-EFFF-A101-B57C591EAE04}"/>
          </ac:spMkLst>
        </pc:spChg>
        <pc:spChg chg="mod">
          <ac:chgData name="考 张" userId="87b8017596393203" providerId="LiveId" clId="{3A5BF4F6-5040-46B2-9AB8-00DCD2047FDB}" dt="2024-04-24T03:25:03.793" v="793" actId="1076"/>
          <ac:spMkLst>
            <pc:docMk/>
            <pc:sldMk cId="113124066" sldId="940"/>
            <ac:spMk id="36" creationId="{20FA1133-B9E7-CF41-C714-6474FACE7497}"/>
          </ac:spMkLst>
        </pc:spChg>
        <pc:spChg chg="mod">
          <ac:chgData name="考 张" userId="87b8017596393203" providerId="LiveId" clId="{3A5BF4F6-5040-46B2-9AB8-00DCD2047FDB}" dt="2024-04-24T03:25:03.793" v="793" actId="1076"/>
          <ac:spMkLst>
            <pc:docMk/>
            <pc:sldMk cId="113124066" sldId="940"/>
            <ac:spMk id="37" creationId="{30DCE699-4065-A51C-FD7D-9D5E0516BF6E}"/>
          </ac:spMkLst>
        </pc:spChg>
        <pc:spChg chg="mod">
          <ac:chgData name="考 张" userId="87b8017596393203" providerId="LiveId" clId="{3A5BF4F6-5040-46B2-9AB8-00DCD2047FDB}" dt="2024-04-24T03:25:03.793" v="793" actId="1076"/>
          <ac:spMkLst>
            <pc:docMk/>
            <pc:sldMk cId="113124066" sldId="940"/>
            <ac:spMk id="38" creationId="{1C08B87A-0F32-907D-B89D-A3FAA5293C03}"/>
          </ac:spMkLst>
        </pc:spChg>
        <pc:spChg chg="mod">
          <ac:chgData name="考 张" userId="87b8017596393203" providerId="LiveId" clId="{3A5BF4F6-5040-46B2-9AB8-00DCD2047FDB}" dt="2024-04-24T03:25:03.793" v="793" actId="1076"/>
          <ac:spMkLst>
            <pc:docMk/>
            <pc:sldMk cId="113124066" sldId="940"/>
            <ac:spMk id="39" creationId="{75B44BFC-0B23-E7A3-6757-D1EA33C3100D}"/>
          </ac:spMkLst>
        </pc:spChg>
        <pc:spChg chg="mod">
          <ac:chgData name="考 张" userId="87b8017596393203" providerId="LiveId" clId="{3A5BF4F6-5040-46B2-9AB8-00DCD2047FDB}" dt="2024-04-24T03:25:03.793" v="793" actId="1076"/>
          <ac:spMkLst>
            <pc:docMk/>
            <pc:sldMk cId="113124066" sldId="940"/>
            <ac:spMk id="40" creationId="{C632FC59-DAA9-6CD3-87DB-A09244D76DBD}"/>
          </ac:spMkLst>
        </pc:spChg>
        <pc:spChg chg="mod">
          <ac:chgData name="考 张" userId="87b8017596393203" providerId="LiveId" clId="{3A5BF4F6-5040-46B2-9AB8-00DCD2047FDB}" dt="2024-04-24T03:25:03.793" v="793" actId="1076"/>
          <ac:spMkLst>
            <pc:docMk/>
            <pc:sldMk cId="113124066" sldId="940"/>
            <ac:spMk id="41" creationId="{286E5022-89B3-C03A-5149-34A0A23A4BA5}"/>
          </ac:spMkLst>
        </pc:spChg>
        <pc:spChg chg="mod">
          <ac:chgData name="考 张" userId="87b8017596393203" providerId="LiveId" clId="{3A5BF4F6-5040-46B2-9AB8-00DCD2047FDB}" dt="2024-04-24T03:25:03.793" v="793" actId="1076"/>
          <ac:spMkLst>
            <pc:docMk/>
            <pc:sldMk cId="113124066" sldId="940"/>
            <ac:spMk id="42" creationId="{50A47B4D-F03B-FA5A-32A7-04CF76B0C22D}"/>
          </ac:spMkLst>
        </pc:spChg>
        <pc:spChg chg="mod">
          <ac:chgData name="考 张" userId="87b8017596393203" providerId="LiveId" clId="{3A5BF4F6-5040-46B2-9AB8-00DCD2047FDB}" dt="2024-04-24T03:25:03.793" v="793" actId="1076"/>
          <ac:spMkLst>
            <pc:docMk/>
            <pc:sldMk cId="113124066" sldId="940"/>
            <ac:spMk id="43" creationId="{386652CD-A3B6-17EF-FB3D-298EF932BA57}"/>
          </ac:spMkLst>
        </pc:spChg>
        <pc:spChg chg="mod">
          <ac:chgData name="考 张" userId="87b8017596393203" providerId="LiveId" clId="{3A5BF4F6-5040-46B2-9AB8-00DCD2047FDB}" dt="2024-04-24T03:25:03.793" v="793" actId="1076"/>
          <ac:spMkLst>
            <pc:docMk/>
            <pc:sldMk cId="113124066" sldId="940"/>
            <ac:spMk id="44" creationId="{0CFA2A76-32D6-A37B-280C-803B929B6E52}"/>
          </ac:spMkLst>
        </pc:spChg>
        <pc:spChg chg="mod">
          <ac:chgData name="考 张" userId="87b8017596393203" providerId="LiveId" clId="{3A5BF4F6-5040-46B2-9AB8-00DCD2047FDB}" dt="2024-04-24T03:25:03.793" v="793" actId="1076"/>
          <ac:spMkLst>
            <pc:docMk/>
            <pc:sldMk cId="113124066" sldId="940"/>
            <ac:spMk id="52" creationId="{0C8608C7-78AF-7D3A-603B-6E268BA2A72C}"/>
          </ac:spMkLst>
        </pc:spChg>
        <pc:spChg chg="mod">
          <ac:chgData name="考 张" userId="87b8017596393203" providerId="LiveId" clId="{3A5BF4F6-5040-46B2-9AB8-00DCD2047FDB}" dt="2024-04-24T03:25:03.793" v="793" actId="1076"/>
          <ac:spMkLst>
            <pc:docMk/>
            <pc:sldMk cId="113124066" sldId="940"/>
            <ac:spMk id="53" creationId="{753B7FA8-4D52-D80A-DB9B-74F16EDC565A}"/>
          </ac:spMkLst>
        </pc:spChg>
        <pc:spChg chg="mod">
          <ac:chgData name="考 张" userId="87b8017596393203" providerId="LiveId" clId="{3A5BF4F6-5040-46B2-9AB8-00DCD2047FDB}" dt="2024-04-24T03:25:03.793" v="793" actId="1076"/>
          <ac:spMkLst>
            <pc:docMk/>
            <pc:sldMk cId="113124066" sldId="940"/>
            <ac:spMk id="54" creationId="{EB6C3B21-4389-E4F4-9152-DD3A350BC3D2}"/>
          </ac:spMkLst>
        </pc:spChg>
        <pc:spChg chg="mod">
          <ac:chgData name="考 张" userId="87b8017596393203" providerId="LiveId" clId="{3A5BF4F6-5040-46B2-9AB8-00DCD2047FDB}" dt="2024-04-24T03:25:03.793" v="793" actId="1076"/>
          <ac:spMkLst>
            <pc:docMk/>
            <pc:sldMk cId="113124066" sldId="940"/>
            <ac:spMk id="55" creationId="{0E853D9B-45C9-4071-8661-2223703A2252}"/>
          </ac:spMkLst>
        </pc:spChg>
        <pc:spChg chg="mod">
          <ac:chgData name="考 张" userId="87b8017596393203" providerId="LiveId" clId="{3A5BF4F6-5040-46B2-9AB8-00DCD2047FDB}" dt="2024-04-24T03:25:03.793" v="793" actId="1076"/>
          <ac:spMkLst>
            <pc:docMk/>
            <pc:sldMk cId="113124066" sldId="940"/>
            <ac:spMk id="56" creationId="{576F136C-DC2D-5718-2E88-08D5162C4662}"/>
          </ac:spMkLst>
        </pc:spChg>
        <pc:spChg chg="mod">
          <ac:chgData name="考 张" userId="87b8017596393203" providerId="LiveId" clId="{3A5BF4F6-5040-46B2-9AB8-00DCD2047FDB}" dt="2024-04-24T03:25:03.793" v="793" actId="1076"/>
          <ac:spMkLst>
            <pc:docMk/>
            <pc:sldMk cId="113124066" sldId="940"/>
            <ac:spMk id="57" creationId="{EB4F9590-46B9-37F2-4494-1928EB75BC75}"/>
          </ac:spMkLst>
        </pc:spChg>
        <pc:spChg chg="mod">
          <ac:chgData name="考 张" userId="87b8017596393203" providerId="LiveId" clId="{3A5BF4F6-5040-46B2-9AB8-00DCD2047FDB}" dt="2024-04-24T03:25:03.793" v="793" actId="1076"/>
          <ac:spMkLst>
            <pc:docMk/>
            <pc:sldMk cId="113124066" sldId="940"/>
            <ac:spMk id="58" creationId="{5F639AB8-D5A9-C7FC-BACE-EBE0E987D425}"/>
          </ac:spMkLst>
        </pc:spChg>
        <pc:spChg chg="mod">
          <ac:chgData name="考 张" userId="87b8017596393203" providerId="LiveId" clId="{3A5BF4F6-5040-46B2-9AB8-00DCD2047FDB}" dt="2024-04-24T03:25:03.793" v="793" actId="1076"/>
          <ac:spMkLst>
            <pc:docMk/>
            <pc:sldMk cId="113124066" sldId="940"/>
            <ac:spMk id="59" creationId="{92D7B81C-61E9-F692-5193-4BCE3F198137}"/>
          </ac:spMkLst>
        </pc:spChg>
        <pc:spChg chg="mod">
          <ac:chgData name="考 张" userId="87b8017596393203" providerId="LiveId" clId="{3A5BF4F6-5040-46B2-9AB8-00DCD2047FDB}" dt="2024-04-24T03:25:03.793" v="793" actId="1076"/>
          <ac:spMkLst>
            <pc:docMk/>
            <pc:sldMk cId="113124066" sldId="940"/>
            <ac:spMk id="60" creationId="{B34F8D2E-9F8C-DBD1-495A-C980B8AE00C3}"/>
          </ac:spMkLst>
        </pc:spChg>
        <pc:spChg chg="mod">
          <ac:chgData name="考 张" userId="87b8017596393203" providerId="LiveId" clId="{3A5BF4F6-5040-46B2-9AB8-00DCD2047FDB}" dt="2024-04-24T03:25:03.793" v="793" actId="1076"/>
          <ac:spMkLst>
            <pc:docMk/>
            <pc:sldMk cId="113124066" sldId="940"/>
            <ac:spMk id="61" creationId="{F1B7B2E1-2F3C-D58E-8CBF-76220B63102F}"/>
          </ac:spMkLst>
        </pc:spChg>
        <pc:spChg chg="mod">
          <ac:chgData name="考 张" userId="87b8017596393203" providerId="LiveId" clId="{3A5BF4F6-5040-46B2-9AB8-00DCD2047FDB}" dt="2024-04-24T03:25:03.793" v="793" actId="1076"/>
          <ac:spMkLst>
            <pc:docMk/>
            <pc:sldMk cId="113124066" sldId="940"/>
            <ac:spMk id="62" creationId="{4F5D519E-F5C8-6C1E-B6C9-68BF18646070}"/>
          </ac:spMkLst>
        </pc:spChg>
        <pc:spChg chg="mod">
          <ac:chgData name="考 张" userId="87b8017596393203" providerId="LiveId" clId="{3A5BF4F6-5040-46B2-9AB8-00DCD2047FDB}" dt="2024-04-24T03:25:03.793" v="793" actId="1076"/>
          <ac:spMkLst>
            <pc:docMk/>
            <pc:sldMk cId="113124066" sldId="940"/>
            <ac:spMk id="63" creationId="{D6253304-4AF0-1EDE-FB20-82146DB4F253}"/>
          </ac:spMkLst>
        </pc:spChg>
        <pc:spChg chg="mod">
          <ac:chgData name="考 张" userId="87b8017596393203" providerId="LiveId" clId="{3A5BF4F6-5040-46B2-9AB8-00DCD2047FDB}" dt="2024-04-24T03:25:03.793" v="793" actId="1076"/>
          <ac:spMkLst>
            <pc:docMk/>
            <pc:sldMk cId="113124066" sldId="940"/>
            <ac:spMk id="64" creationId="{B9DFE360-37BC-805D-E718-9B3F2C9C276F}"/>
          </ac:spMkLst>
        </pc:spChg>
        <pc:spChg chg="mod">
          <ac:chgData name="考 张" userId="87b8017596393203" providerId="LiveId" clId="{3A5BF4F6-5040-46B2-9AB8-00DCD2047FDB}" dt="2024-04-24T03:25:03.793" v="793" actId="1076"/>
          <ac:spMkLst>
            <pc:docMk/>
            <pc:sldMk cId="113124066" sldId="940"/>
            <ac:spMk id="65" creationId="{DD0D8288-31FD-6C7E-C5D0-E7BDD8E77C51}"/>
          </ac:spMkLst>
        </pc:spChg>
        <pc:spChg chg="mod">
          <ac:chgData name="考 张" userId="87b8017596393203" providerId="LiveId" clId="{3A5BF4F6-5040-46B2-9AB8-00DCD2047FDB}" dt="2024-04-24T03:25:03.793" v="793" actId="1076"/>
          <ac:spMkLst>
            <pc:docMk/>
            <pc:sldMk cId="113124066" sldId="940"/>
            <ac:spMk id="66" creationId="{0000020A-7A3A-FCC6-9B84-968D406396CE}"/>
          </ac:spMkLst>
        </pc:spChg>
        <pc:spChg chg="mod">
          <ac:chgData name="考 张" userId="87b8017596393203" providerId="LiveId" clId="{3A5BF4F6-5040-46B2-9AB8-00DCD2047FDB}" dt="2024-04-24T03:25:03.793" v="793" actId="1076"/>
          <ac:spMkLst>
            <pc:docMk/>
            <pc:sldMk cId="113124066" sldId="940"/>
            <ac:spMk id="67" creationId="{6DF8F4AC-0BB0-30D9-AEE7-E3970C03B8A5}"/>
          </ac:spMkLst>
        </pc:spChg>
        <pc:spChg chg="mod">
          <ac:chgData name="考 张" userId="87b8017596393203" providerId="LiveId" clId="{3A5BF4F6-5040-46B2-9AB8-00DCD2047FDB}" dt="2024-04-24T03:25:03.793" v="793" actId="1076"/>
          <ac:spMkLst>
            <pc:docMk/>
            <pc:sldMk cId="113124066" sldId="940"/>
            <ac:spMk id="68" creationId="{A494240C-C678-EF3E-AD04-4808EA6826C9}"/>
          </ac:spMkLst>
        </pc:spChg>
        <pc:spChg chg="mod">
          <ac:chgData name="考 张" userId="87b8017596393203" providerId="LiveId" clId="{3A5BF4F6-5040-46B2-9AB8-00DCD2047FDB}" dt="2024-04-24T03:25:03.793" v="793" actId="1076"/>
          <ac:spMkLst>
            <pc:docMk/>
            <pc:sldMk cId="113124066" sldId="940"/>
            <ac:spMk id="69" creationId="{2E41DC34-FEBD-4B29-7337-D5F66FAA5BE9}"/>
          </ac:spMkLst>
        </pc:spChg>
        <pc:spChg chg="mod">
          <ac:chgData name="考 张" userId="87b8017596393203" providerId="LiveId" clId="{3A5BF4F6-5040-46B2-9AB8-00DCD2047FDB}" dt="2024-04-24T03:25:03.793" v="793" actId="1076"/>
          <ac:spMkLst>
            <pc:docMk/>
            <pc:sldMk cId="113124066" sldId="940"/>
            <ac:spMk id="70" creationId="{DF95D73F-AF7D-8855-3907-29318C59A44A}"/>
          </ac:spMkLst>
        </pc:spChg>
        <pc:spChg chg="mod">
          <ac:chgData name="考 张" userId="87b8017596393203" providerId="LiveId" clId="{3A5BF4F6-5040-46B2-9AB8-00DCD2047FDB}" dt="2024-04-24T03:25:03.793" v="793" actId="1076"/>
          <ac:spMkLst>
            <pc:docMk/>
            <pc:sldMk cId="113124066" sldId="940"/>
            <ac:spMk id="71" creationId="{CCA3C2A5-830C-87D0-C113-264D944DF48A}"/>
          </ac:spMkLst>
        </pc:spChg>
        <pc:spChg chg="mod">
          <ac:chgData name="考 张" userId="87b8017596393203" providerId="LiveId" clId="{3A5BF4F6-5040-46B2-9AB8-00DCD2047FDB}" dt="2024-04-24T03:25:03.793" v="793" actId="1076"/>
          <ac:spMkLst>
            <pc:docMk/>
            <pc:sldMk cId="113124066" sldId="940"/>
            <ac:spMk id="72" creationId="{02B32271-6A2C-5235-F709-7234D97F34FC}"/>
          </ac:spMkLst>
        </pc:spChg>
        <pc:spChg chg="mod">
          <ac:chgData name="考 张" userId="87b8017596393203" providerId="LiveId" clId="{3A5BF4F6-5040-46B2-9AB8-00DCD2047FDB}" dt="2024-04-24T03:25:03.793" v="793" actId="1076"/>
          <ac:spMkLst>
            <pc:docMk/>
            <pc:sldMk cId="113124066" sldId="940"/>
            <ac:spMk id="73" creationId="{242E5187-DA85-C948-5572-FF4D7BE6C08B}"/>
          </ac:spMkLst>
        </pc:spChg>
        <pc:spChg chg="mod">
          <ac:chgData name="考 张" userId="87b8017596393203" providerId="LiveId" clId="{3A5BF4F6-5040-46B2-9AB8-00DCD2047FDB}" dt="2024-04-24T03:25:03.793" v="793" actId="1076"/>
          <ac:spMkLst>
            <pc:docMk/>
            <pc:sldMk cId="113124066" sldId="940"/>
            <ac:spMk id="74" creationId="{E6E8234F-0D43-8835-631C-7462E34B0472}"/>
          </ac:spMkLst>
        </pc:spChg>
        <pc:spChg chg="mod">
          <ac:chgData name="考 张" userId="87b8017596393203" providerId="LiveId" clId="{3A5BF4F6-5040-46B2-9AB8-00DCD2047FDB}" dt="2024-04-24T03:25:03.793" v="793" actId="1076"/>
          <ac:spMkLst>
            <pc:docMk/>
            <pc:sldMk cId="113124066" sldId="940"/>
            <ac:spMk id="75" creationId="{319AE1D6-1D44-0D84-CD36-08A5040BC25C}"/>
          </ac:spMkLst>
        </pc:spChg>
        <pc:spChg chg="mod">
          <ac:chgData name="考 张" userId="87b8017596393203" providerId="LiveId" clId="{3A5BF4F6-5040-46B2-9AB8-00DCD2047FDB}" dt="2024-04-24T03:25:03.793" v="793" actId="1076"/>
          <ac:spMkLst>
            <pc:docMk/>
            <pc:sldMk cId="113124066" sldId="940"/>
            <ac:spMk id="76" creationId="{A8E58990-F1BE-84D2-0891-194D1B0350D9}"/>
          </ac:spMkLst>
        </pc:spChg>
        <pc:spChg chg="mod">
          <ac:chgData name="考 张" userId="87b8017596393203" providerId="LiveId" clId="{3A5BF4F6-5040-46B2-9AB8-00DCD2047FDB}" dt="2024-04-24T03:25:03.793" v="793" actId="1076"/>
          <ac:spMkLst>
            <pc:docMk/>
            <pc:sldMk cId="113124066" sldId="940"/>
            <ac:spMk id="77" creationId="{C3E477B6-6840-C9FF-3F2D-ED6E44E8A76E}"/>
          </ac:spMkLst>
        </pc:spChg>
        <pc:spChg chg="mod">
          <ac:chgData name="考 张" userId="87b8017596393203" providerId="LiveId" clId="{3A5BF4F6-5040-46B2-9AB8-00DCD2047FDB}" dt="2024-04-24T03:25:03.793" v="793" actId="1076"/>
          <ac:spMkLst>
            <pc:docMk/>
            <pc:sldMk cId="113124066" sldId="940"/>
            <ac:spMk id="78" creationId="{E28F8F79-5837-6712-5284-0849AA51696D}"/>
          </ac:spMkLst>
        </pc:spChg>
        <pc:spChg chg="mod">
          <ac:chgData name="考 张" userId="87b8017596393203" providerId="LiveId" clId="{3A5BF4F6-5040-46B2-9AB8-00DCD2047FDB}" dt="2024-04-24T03:25:03.793" v="793" actId="1076"/>
          <ac:spMkLst>
            <pc:docMk/>
            <pc:sldMk cId="113124066" sldId="940"/>
            <ac:spMk id="79" creationId="{046FFAAB-4AF4-A82B-FBB5-1FCAF98D3B9C}"/>
          </ac:spMkLst>
        </pc:spChg>
        <pc:spChg chg="mod">
          <ac:chgData name="考 张" userId="87b8017596393203" providerId="LiveId" clId="{3A5BF4F6-5040-46B2-9AB8-00DCD2047FDB}" dt="2024-04-24T03:25:03.793" v="793" actId="1076"/>
          <ac:spMkLst>
            <pc:docMk/>
            <pc:sldMk cId="113124066" sldId="940"/>
            <ac:spMk id="80" creationId="{EAC2194C-6E6F-59D7-1174-FEB517DE2E87}"/>
          </ac:spMkLst>
        </pc:spChg>
        <pc:spChg chg="mod">
          <ac:chgData name="考 张" userId="87b8017596393203" providerId="LiveId" clId="{3A5BF4F6-5040-46B2-9AB8-00DCD2047FDB}" dt="2024-04-24T03:25:03.793" v="793" actId="1076"/>
          <ac:spMkLst>
            <pc:docMk/>
            <pc:sldMk cId="113124066" sldId="940"/>
            <ac:spMk id="81" creationId="{BBFA53D8-2787-AEDA-04E4-AED435C3266A}"/>
          </ac:spMkLst>
        </pc:spChg>
        <pc:spChg chg="mod">
          <ac:chgData name="考 张" userId="87b8017596393203" providerId="LiveId" clId="{3A5BF4F6-5040-46B2-9AB8-00DCD2047FDB}" dt="2024-04-24T03:25:03.793" v="793" actId="1076"/>
          <ac:spMkLst>
            <pc:docMk/>
            <pc:sldMk cId="113124066" sldId="940"/>
            <ac:spMk id="82" creationId="{A38558DC-ABCF-C7CA-D03C-54774BE9803C}"/>
          </ac:spMkLst>
        </pc:spChg>
        <pc:spChg chg="mod">
          <ac:chgData name="考 张" userId="87b8017596393203" providerId="LiveId" clId="{3A5BF4F6-5040-46B2-9AB8-00DCD2047FDB}" dt="2024-04-24T03:25:03.793" v="793" actId="1076"/>
          <ac:spMkLst>
            <pc:docMk/>
            <pc:sldMk cId="113124066" sldId="940"/>
            <ac:spMk id="83" creationId="{FBB8C04F-0881-E360-2DDA-23F70D006B5B}"/>
          </ac:spMkLst>
        </pc:spChg>
        <pc:spChg chg="mod">
          <ac:chgData name="考 张" userId="87b8017596393203" providerId="LiveId" clId="{3A5BF4F6-5040-46B2-9AB8-00DCD2047FDB}" dt="2024-04-24T03:25:03.793" v="793" actId="1076"/>
          <ac:spMkLst>
            <pc:docMk/>
            <pc:sldMk cId="113124066" sldId="940"/>
            <ac:spMk id="84" creationId="{E147F575-E67F-9633-563B-B6C309196020}"/>
          </ac:spMkLst>
        </pc:spChg>
        <pc:spChg chg="mod">
          <ac:chgData name="考 张" userId="87b8017596393203" providerId="LiveId" clId="{3A5BF4F6-5040-46B2-9AB8-00DCD2047FDB}" dt="2024-04-24T03:25:03.793" v="793" actId="1076"/>
          <ac:spMkLst>
            <pc:docMk/>
            <pc:sldMk cId="113124066" sldId="940"/>
            <ac:spMk id="85" creationId="{8F1457E2-A245-7688-4C30-0A86AA830151}"/>
          </ac:spMkLst>
        </pc:spChg>
        <pc:spChg chg="mod">
          <ac:chgData name="考 张" userId="87b8017596393203" providerId="LiveId" clId="{3A5BF4F6-5040-46B2-9AB8-00DCD2047FDB}" dt="2024-04-24T03:25:03.793" v="793" actId="1076"/>
          <ac:spMkLst>
            <pc:docMk/>
            <pc:sldMk cId="113124066" sldId="940"/>
            <ac:spMk id="86" creationId="{E5BD1DDA-21C2-B972-170F-7C6AFEC89872}"/>
          </ac:spMkLst>
        </pc:spChg>
        <pc:spChg chg="mod">
          <ac:chgData name="考 张" userId="87b8017596393203" providerId="LiveId" clId="{3A5BF4F6-5040-46B2-9AB8-00DCD2047FDB}" dt="2024-04-24T03:25:03.793" v="793" actId="1076"/>
          <ac:spMkLst>
            <pc:docMk/>
            <pc:sldMk cId="113124066" sldId="940"/>
            <ac:spMk id="87" creationId="{0B792586-9E1D-8DAD-63D8-B26C11A52D36}"/>
          </ac:spMkLst>
        </pc:spChg>
        <pc:spChg chg="mod">
          <ac:chgData name="考 张" userId="87b8017596393203" providerId="LiveId" clId="{3A5BF4F6-5040-46B2-9AB8-00DCD2047FDB}" dt="2024-04-24T03:25:03.793" v="793" actId="1076"/>
          <ac:spMkLst>
            <pc:docMk/>
            <pc:sldMk cId="113124066" sldId="940"/>
            <ac:spMk id="88" creationId="{7B80BDF9-A7E7-C482-A9B3-BA23FB661B84}"/>
          </ac:spMkLst>
        </pc:spChg>
        <pc:spChg chg="mod">
          <ac:chgData name="考 张" userId="87b8017596393203" providerId="LiveId" clId="{3A5BF4F6-5040-46B2-9AB8-00DCD2047FDB}" dt="2024-04-24T03:25:03.793" v="793" actId="1076"/>
          <ac:spMkLst>
            <pc:docMk/>
            <pc:sldMk cId="113124066" sldId="940"/>
            <ac:spMk id="89" creationId="{B0BD4394-CE6A-DFB8-8CAB-B7FB73D20FD0}"/>
          </ac:spMkLst>
        </pc:spChg>
        <pc:spChg chg="mod">
          <ac:chgData name="考 张" userId="87b8017596393203" providerId="LiveId" clId="{3A5BF4F6-5040-46B2-9AB8-00DCD2047FDB}" dt="2024-04-24T03:25:03.793" v="793" actId="1076"/>
          <ac:spMkLst>
            <pc:docMk/>
            <pc:sldMk cId="113124066" sldId="940"/>
            <ac:spMk id="90" creationId="{0302AB88-3F83-62E3-DF40-45F1AA677282}"/>
          </ac:spMkLst>
        </pc:spChg>
        <pc:spChg chg="mod">
          <ac:chgData name="考 张" userId="87b8017596393203" providerId="LiveId" clId="{3A5BF4F6-5040-46B2-9AB8-00DCD2047FDB}" dt="2024-04-24T03:25:03.793" v="793" actId="1076"/>
          <ac:spMkLst>
            <pc:docMk/>
            <pc:sldMk cId="113124066" sldId="940"/>
            <ac:spMk id="91" creationId="{C04ADEF0-4446-73F4-F064-3B99719E95E7}"/>
          </ac:spMkLst>
        </pc:spChg>
        <pc:spChg chg="mod">
          <ac:chgData name="考 张" userId="87b8017596393203" providerId="LiveId" clId="{3A5BF4F6-5040-46B2-9AB8-00DCD2047FDB}" dt="2024-04-24T03:25:03.793" v="793" actId="1076"/>
          <ac:spMkLst>
            <pc:docMk/>
            <pc:sldMk cId="113124066" sldId="940"/>
            <ac:spMk id="92" creationId="{5F90AC29-35A5-9AC4-9A12-0CF6DAC07292}"/>
          </ac:spMkLst>
        </pc:spChg>
        <pc:spChg chg="mod">
          <ac:chgData name="考 张" userId="87b8017596393203" providerId="LiveId" clId="{3A5BF4F6-5040-46B2-9AB8-00DCD2047FDB}" dt="2024-04-24T03:25:03.793" v="793" actId="1076"/>
          <ac:spMkLst>
            <pc:docMk/>
            <pc:sldMk cId="113124066" sldId="940"/>
            <ac:spMk id="93" creationId="{11ECA755-F351-DD3E-DCA2-CCE7A5E6B38B}"/>
          </ac:spMkLst>
        </pc:spChg>
        <pc:spChg chg="mod">
          <ac:chgData name="考 张" userId="87b8017596393203" providerId="LiveId" clId="{3A5BF4F6-5040-46B2-9AB8-00DCD2047FDB}" dt="2024-04-24T03:25:03.793" v="793" actId="1076"/>
          <ac:spMkLst>
            <pc:docMk/>
            <pc:sldMk cId="113124066" sldId="940"/>
            <ac:spMk id="94" creationId="{69DAAF17-DCCB-AB20-7E6D-BD4592D19D67}"/>
          </ac:spMkLst>
        </pc:spChg>
        <pc:spChg chg="mod">
          <ac:chgData name="考 张" userId="87b8017596393203" providerId="LiveId" clId="{3A5BF4F6-5040-46B2-9AB8-00DCD2047FDB}" dt="2024-04-24T03:25:03.793" v="793" actId="1076"/>
          <ac:spMkLst>
            <pc:docMk/>
            <pc:sldMk cId="113124066" sldId="940"/>
            <ac:spMk id="95" creationId="{AB5DC14F-1706-75D1-81DB-3E445F79C579}"/>
          </ac:spMkLst>
        </pc:spChg>
        <pc:spChg chg="mod">
          <ac:chgData name="考 张" userId="87b8017596393203" providerId="LiveId" clId="{3A5BF4F6-5040-46B2-9AB8-00DCD2047FDB}" dt="2024-04-24T03:25:03.793" v="793" actId="1076"/>
          <ac:spMkLst>
            <pc:docMk/>
            <pc:sldMk cId="113124066" sldId="940"/>
            <ac:spMk id="96" creationId="{23F2083C-7EEE-F74D-F419-2F9CB441EAA2}"/>
          </ac:spMkLst>
        </pc:spChg>
        <pc:spChg chg="mod">
          <ac:chgData name="考 张" userId="87b8017596393203" providerId="LiveId" clId="{3A5BF4F6-5040-46B2-9AB8-00DCD2047FDB}" dt="2024-04-24T03:25:03.793" v="793" actId="1076"/>
          <ac:spMkLst>
            <pc:docMk/>
            <pc:sldMk cId="113124066" sldId="940"/>
            <ac:spMk id="97" creationId="{738EAB21-2BBE-60FD-13C3-46E9EF3404FA}"/>
          </ac:spMkLst>
        </pc:spChg>
        <pc:spChg chg="mod">
          <ac:chgData name="考 张" userId="87b8017596393203" providerId="LiveId" clId="{3A5BF4F6-5040-46B2-9AB8-00DCD2047FDB}" dt="2024-04-24T03:25:03.793" v="793" actId="1076"/>
          <ac:spMkLst>
            <pc:docMk/>
            <pc:sldMk cId="113124066" sldId="940"/>
            <ac:spMk id="98" creationId="{BFDD7A04-4F75-8721-EF82-EFF6F336AE7C}"/>
          </ac:spMkLst>
        </pc:spChg>
        <pc:spChg chg="mod">
          <ac:chgData name="考 张" userId="87b8017596393203" providerId="LiveId" clId="{3A5BF4F6-5040-46B2-9AB8-00DCD2047FDB}" dt="2024-04-24T03:25:03.793" v="793" actId="1076"/>
          <ac:spMkLst>
            <pc:docMk/>
            <pc:sldMk cId="113124066" sldId="940"/>
            <ac:spMk id="99" creationId="{930B894C-C1CF-B04E-23BB-6FFBA147E48B}"/>
          </ac:spMkLst>
        </pc:spChg>
        <pc:spChg chg="mod">
          <ac:chgData name="考 张" userId="87b8017596393203" providerId="LiveId" clId="{3A5BF4F6-5040-46B2-9AB8-00DCD2047FDB}" dt="2024-04-24T03:25:03.793" v="793" actId="1076"/>
          <ac:spMkLst>
            <pc:docMk/>
            <pc:sldMk cId="113124066" sldId="940"/>
            <ac:spMk id="100" creationId="{26A234BF-DAC0-F447-4786-9DB8EA6F8D38}"/>
          </ac:spMkLst>
        </pc:spChg>
        <pc:spChg chg="mod">
          <ac:chgData name="考 张" userId="87b8017596393203" providerId="LiveId" clId="{3A5BF4F6-5040-46B2-9AB8-00DCD2047FDB}" dt="2024-04-24T03:25:03.793" v="793" actId="1076"/>
          <ac:spMkLst>
            <pc:docMk/>
            <pc:sldMk cId="113124066" sldId="940"/>
            <ac:spMk id="101" creationId="{720098A8-5C91-F1FF-5245-847F353CE064}"/>
          </ac:spMkLst>
        </pc:spChg>
        <pc:spChg chg="mod">
          <ac:chgData name="考 张" userId="87b8017596393203" providerId="LiveId" clId="{3A5BF4F6-5040-46B2-9AB8-00DCD2047FDB}" dt="2024-04-24T03:25:03.793" v="793" actId="1076"/>
          <ac:spMkLst>
            <pc:docMk/>
            <pc:sldMk cId="113124066" sldId="940"/>
            <ac:spMk id="102" creationId="{A7726B20-49D7-A5B9-1B0B-9221BB41A077}"/>
          </ac:spMkLst>
        </pc:spChg>
        <pc:spChg chg="mod">
          <ac:chgData name="考 张" userId="87b8017596393203" providerId="LiveId" clId="{3A5BF4F6-5040-46B2-9AB8-00DCD2047FDB}" dt="2024-04-24T03:25:03.793" v="793" actId="1076"/>
          <ac:spMkLst>
            <pc:docMk/>
            <pc:sldMk cId="113124066" sldId="940"/>
            <ac:spMk id="103" creationId="{4F450711-229A-1C46-389C-BCFF6DB4BA1A}"/>
          </ac:spMkLst>
        </pc:spChg>
        <pc:spChg chg="mod">
          <ac:chgData name="考 张" userId="87b8017596393203" providerId="LiveId" clId="{3A5BF4F6-5040-46B2-9AB8-00DCD2047FDB}" dt="2024-04-24T03:25:03.793" v="793" actId="1076"/>
          <ac:spMkLst>
            <pc:docMk/>
            <pc:sldMk cId="113124066" sldId="940"/>
            <ac:spMk id="104" creationId="{4AD52A1C-019F-B9A8-CA24-5FEA59B4F783}"/>
          </ac:spMkLst>
        </pc:spChg>
        <pc:spChg chg="mod">
          <ac:chgData name="考 张" userId="87b8017596393203" providerId="LiveId" clId="{3A5BF4F6-5040-46B2-9AB8-00DCD2047FDB}" dt="2024-04-24T03:25:03.793" v="793" actId="1076"/>
          <ac:spMkLst>
            <pc:docMk/>
            <pc:sldMk cId="113124066" sldId="940"/>
            <ac:spMk id="105" creationId="{E97C01EB-648E-2098-AD53-5DF645CEAA76}"/>
          </ac:spMkLst>
        </pc:spChg>
        <pc:spChg chg="mod">
          <ac:chgData name="考 张" userId="87b8017596393203" providerId="LiveId" clId="{3A5BF4F6-5040-46B2-9AB8-00DCD2047FDB}" dt="2024-04-24T03:25:03.793" v="793" actId="1076"/>
          <ac:spMkLst>
            <pc:docMk/>
            <pc:sldMk cId="113124066" sldId="940"/>
            <ac:spMk id="106" creationId="{0237A6A2-4EF7-7AD8-6A72-AA9BAE889465}"/>
          </ac:spMkLst>
        </pc:spChg>
        <pc:spChg chg="mod">
          <ac:chgData name="考 张" userId="87b8017596393203" providerId="LiveId" clId="{3A5BF4F6-5040-46B2-9AB8-00DCD2047FDB}" dt="2024-04-24T03:25:03.793" v="793" actId="1076"/>
          <ac:spMkLst>
            <pc:docMk/>
            <pc:sldMk cId="113124066" sldId="940"/>
            <ac:spMk id="107" creationId="{8FDACCDB-23BD-8D9A-55F7-B61B9B43AAD4}"/>
          </ac:spMkLst>
        </pc:spChg>
        <pc:spChg chg="mod">
          <ac:chgData name="考 张" userId="87b8017596393203" providerId="LiveId" clId="{3A5BF4F6-5040-46B2-9AB8-00DCD2047FDB}" dt="2024-04-24T03:25:03.793" v="793" actId="1076"/>
          <ac:spMkLst>
            <pc:docMk/>
            <pc:sldMk cId="113124066" sldId="940"/>
            <ac:spMk id="108" creationId="{D6CD715B-66FD-3E79-70B9-FF7BF12AAFDD}"/>
          </ac:spMkLst>
        </pc:spChg>
        <pc:spChg chg="mod">
          <ac:chgData name="考 张" userId="87b8017596393203" providerId="LiveId" clId="{3A5BF4F6-5040-46B2-9AB8-00DCD2047FDB}" dt="2024-04-24T03:25:03.793" v="793" actId="1076"/>
          <ac:spMkLst>
            <pc:docMk/>
            <pc:sldMk cId="113124066" sldId="940"/>
            <ac:spMk id="109" creationId="{E94ACA97-F226-ED3F-13FF-84A482B34B96}"/>
          </ac:spMkLst>
        </pc:spChg>
        <pc:spChg chg="mod">
          <ac:chgData name="考 张" userId="87b8017596393203" providerId="LiveId" clId="{3A5BF4F6-5040-46B2-9AB8-00DCD2047FDB}" dt="2024-04-24T03:25:03.793" v="793" actId="1076"/>
          <ac:spMkLst>
            <pc:docMk/>
            <pc:sldMk cId="113124066" sldId="940"/>
            <ac:spMk id="110" creationId="{F592AF51-8805-0D85-4C77-84CB1ED4DB6A}"/>
          </ac:spMkLst>
        </pc:spChg>
        <pc:spChg chg="mod">
          <ac:chgData name="考 张" userId="87b8017596393203" providerId="LiveId" clId="{3A5BF4F6-5040-46B2-9AB8-00DCD2047FDB}" dt="2024-04-24T03:25:03.793" v="793" actId="1076"/>
          <ac:spMkLst>
            <pc:docMk/>
            <pc:sldMk cId="113124066" sldId="940"/>
            <ac:spMk id="111" creationId="{D0996117-427D-00B0-CF18-93855F986B32}"/>
          </ac:spMkLst>
        </pc:spChg>
        <pc:spChg chg="mod">
          <ac:chgData name="考 张" userId="87b8017596393203" providerId="LiveId" clId="{3A5BF4F6-5040-46B2-9AB8-00DCD2047FDB}" dt="2024-04-24T03:25:03.793" v="793" actId="1076"/>
          <ac:spMkLst>
            <pc:docMk/>
            <pc:sldMk cId="113124066" sldId="940"/>
            <ac:spMk id="112" creationId="{567A0AB4-B75F-557F-C7ED-A51BF4B2B36C}"/>
          </ac:spMkLst>
        </pc:spChg>
        <pc:spChg chg="mod">
          <ac:chgData name="考 张" userId="87b8017596393203" providerId="LiveId" clId="{3A5BF4F6-5040-46B2-9AB8-00DCD2047FDB}" dt="2024-04-24T03:25:03.793" v="793" actId="1076"/>
          <ac:spMkLst>
            <pc:docMk/>
            <pc:sldMk cId="113124066" sldId="940"/>
            <ac:spMk id="113" creationId="{CA965B2F-1E95-1670-8F34-C486E45B533E}"/>
          </ac:spMkLst>
        </pc:spChg>
        <pc:spChg chg="mod">
          <ac:chgData name="考 张" userId="87b8017596393203" providerId="LiveId" clId="{3A5BF4F6-5040-46B2-9AB8-00DCD2047FDB}" dt="2024-04-24T03:25:03.793" v="793" actId="1076"/>
          <ac:spMkLst>
            <pc:docMk/>
            <pc:sldMk cId="113124066" sldId="940"/>
            <ac:spMk id="114" creationId="{54FFD5BE-118B-3835-32C5-9A15B6B60439}"/>
          </ac:spMkLst>
        </pc:spChg>
        <pc:spChg chg="mod">
          <ac:chgData name="考 张" userId="87b8017596393203" providerId="LiveId" clId="{3A5BF4F6-5040-46B2-9AB8-00DCD2047FDB}" dt="2024-04-24T03:25:03.793" v="793" actId="1076"/>
          <ac:spMkLst>
            <pc:docMk/>
            <pc:sldMk cId="113124066" sldId="940"/>
            <ac:spMk id="115" creationId="{7D4F8E94-5452-E6DA-336B-B8A44E0353E1}"/>
          </ac:spMkLst>
        </pc:spChg>
        <pc:spChg chg="mod">
          <ac:chgData name="考 张" userId="87b8017596393203" providerId="LiveId" clId="{3A5BF4F6-5040-46B2-9AB8-00DCD2047FDB}" dt="2024-04-24T03:25:03.793" v="793" actId="1076"/>
          <ac:spMkLst>
            <pc:docMk/>
            <pc:sldMk cId="113124066" sldId="940"/>
            <ac:spMk id="116" creationId="{7089390D-2A80-58E2-E09C-4C3CB65025C3}"/>
          </ac:spMkLst>
        </pc:spChg>
        <pc:spChg chg="mod">
          <ac:chgData name="考 张" userId="87b8017596393203" providerId="LiveId" clId="{3A5BF4F6-5040-46B2-9AB8-00DCD2047FDB}" dt="2024-04-24T03:25:03.793" v="793" actId="1076"/>
          <ac:spMkLst>
            <pc:docMk/>
            <pc:sldMk cId="113124066" sldId="940"/>
            <ac:spMk id="117" creationId="{3829F397-E1A0-1F01-DCF1-2BE391308D24}"/>
          </ac:spMkLst>
        </pc:spChg>
        <pc:spChg chg="mod">
          <ac:chgData name="考 张" userId="87b8017596393203" providerId="LiveId" clId="{3A5BF4F6-5040-46B2-9AB8-00DCD2047FDB}" dt="2024-04-24T03:25:03.793" v="793" actId="1076"/>
          <ac:spMkLst>
            <pc:docMk/>
            <pc:sldMk cId="113124066" sldId="940"/>
            <ac:spMk id="118" creationId="{1AB2AA7C-62E0-CAE2-2E8E-937EBB086429}"/>
          </ac:spMkLst>
        </pc:spChg>
        <pc:spChg chg="mod">
          <ac:chgData name="考 张" userId="87b8017596393203" providerId="LiveId" clId="{3A5BF4F6-5040-46B2-9AB8-00DCD2047FDB}" dt="2024-04-24T03:25:03.793" v="793" actId="1076"/>
          <ac:spMkLst>
            <pc:docMk/>
            <pc:sldMk cId="113124066" sldId="940"/>
            <ac:spMk id="119" creationId="{A69D84CF-49A4-C376-4B56-2A24F2EE3B0A}"/>
          </ac:spMkLst>
        </pc:spChg>
        <pc:spChg chg="mod">
          <ac:chgData name="考 张" userId="87b8017596393203" providerId="LiveId" clId="{3A5BF4F6-5040-46B2-9AB8-00DCD2047FDB}" dt="2024-04-24T03:25:03.793" v="793" actId="1076"/>
          <ac:spMkLst>
            <pc:docMk/>
            <pc:sldMk cId="113124066" sldId="940"/>
            <ac:spMk id="120" creationId="{9718072D-5EA1-9AC4-0028-3AFACB86CF28}"/>
          </ac:spMkLst>
        </pc:spChg>
        <pc:spChg chg="mod">
          <ac:chgData name="考 张" userId="87b8017596393203" providerId="LiveId" clId="{3A5BF4F6-5040-46B2-9AB8-00DCD2047FDB}" dt="2024-04-24T03:25:03.793" v="793" actId="1076"/>
          <ac:spMkLst>
            <pc:docMk/>
            <pc:sldMk cId="113124066" sldId="940"/>
            <ac:spMk id="121" creationId="{B587C5D2-9486-AFA6-DDF6-7F90BC5C7B5A}"/>
          </ac:spMkLst>
        </pc:spChg>
        <pc:spChg chg="mod">
          <ac:chgData name="考 张" userId="87b8017596393203" providerId="LiveId" clId="{3A5BF4F6-5040-46B2-9AB8-00DCD2047FDB}" dt="2024-04-24T03:25:03.793" v="793" actId="1076"/>
          <ac:spMkLst>
            <pc:docMk/>
            <pc:sldMk cId="113124066" sldId="940"/>
            <ac:spMk id="122" creationId="{C31B852C-1C6B-D82C-406F-06C5150D639D}"/>
          </ac:spMkLst>
        </pc:spChg>
        <pc:spChg chg="mod">
          <ac:chgData name="考 张" userId="87b8017596393203" providerId="LiveId" clId="{3A5BF4F6-5040-46B2-9AB8-00DCD2047FDB}" dt="2024-04-24T03:25:03.793" v="793" actId="1076"/>
          <ac:spMkLst>
            <pc:docMk/>
            <pc:sldMk cId="113124066" sldId="940"/>
            <ac:spMk id="123" creationId="{7F0C912B-0656-F6F9-DDBE-251AC82DA9DF}"/>
          </ac:spMkLst>
        </pc:spChg>
        <pc:spChg chg="mod">
          <ac:chgData name="考 张" userId="87b8017596393203" providerId="LiveId" clId="{3A5BF4F6-5040-46B2-9AB8-00DCD2047FDB}" dt="2024-04-24T03:25:03.793" v="793" actId="1076"/>
          <ac:spMkLst>
            <pc:docMk/>
            <pc:sldMk cId="113124066" sldId="940"/>
            <ac:spMk id="124" creationId="{F8972AFD-7D34-C4BB-4A43-C8A95E5256E1}"/>
          </ac:spMkLst>
        </pc:spChg>
        <pc:spChg chg="mod">
          <ac:chgData name="考 张" userId="87b8017596393203" providerId="LiveId" clId="{3A5BF4F6-5040-46B2-9AB8-00DCD2047FDB}" dt="2024-04-24T03:25:03.793" v="793" actId="1076"/>
          <ac:spMkLst>
            <pc:docMk/>
            <pc:sldMk cId="113124066" sldId="940"/>
            <ac:spMk id="125" creationId="{3914377A-C0F2-E173-E50B-ECAB7A8FDA80}"/>
          </ac:spMkLst>
        </pc:spChg>
        <pc:spChg chg="mod">
          <ac:chgData name="考 张" userId="87b8017596393203" providerId="LiveId" clId="{3A5BF4F6-5040-46B2-9AB8-00DCD2047FDB}" dt="2024-04-24T03:25:03.793" v="793" actId="1076"/>
          <ac:spMkLst>
            <pc:docMk/>
            <pc:sldMk cId="113124066" sldId="940"/>
            <ac:spMk id="126" creationId="{972AD27C-311E-B873-01F7-0247DE92B3C2}"/>
          </ac:spMkLst>
        </pc:spChg>
        <pc:spChg chg="mod">
          <ac:chgData name="考 张" userId="87b8017596393203" providerId="LiveId" clId="{3A5BF4F6-5040-46B2-9AB8-00DCD2047FDB}" dt="2024-04-24T03:25:03.793" v="793" actId="1076"/>
          <ac:spMkLst>
            <pc:docMk/>
            <pc:sldMk cId="113124066" sldId="940"/>
            <ac:spMk id="127" creationId="{C6FE041C-1976-7F17-ED3C-B90C84AA0040}"/>
          </ac:spMkLst>
        </pc:spChg>
        <pc:spChg chg="mod">
          <ac:chgData name="考 张" userId="87b8017596393203" providerId="LiveId" clId="{3A5BF4F6-5040-46B2-9AB8-00DCD2047FDB}" dt="2024-04-24T03:25:03.793" v="793" actId="1076"/>
          <ac:spMkLst>
            <pc:docMk/>
            <pc:sldMk cId="113124066" sldId="940"/>
            <ac:spMk id="128" creationId="{6379140C-34ED-4D2A-1C26-BFA4A3FB0F2C}"/>
          </ac:spMkLst>
        </pc:spChg>
        <pc:spChg chg="mod">
          <ac:chgData name="考 张" userId="87b8017596393203" providerId="LiveId" clId="{3A5BF4F6-5040-46B2-9AB8-00DCD2047FDB}" dt="2024-04-24T03:25:03.793" v="793" actId="1076"/>
          <ac:spMkLst>
            <pc:docMk/>
            <pc:sldMk cId="113124066" sldId="940"/>
            <ac:spMk id="129" creationId="{1CC602F8-1B05-DB90-E1FE-3CF101E4859B}"/>
          </ac:spMkLst>
        </pc:spChg>
        <pc:spChg chg="mod">
          <ac:chgData name="考 张" userId="87b8017596393203" providerId="LiveId" clId="{3A5BF4F6-5040-46B2-9AB8-00DCD2047FDB}" dt="2024-04-24T03:25:03.793" v="793" actId="1076"/>
          <ac:spMkLst>
            <pc:docMk/>
            <pc:sldMk cId="113124066" sldId="940"/>
            <ac:spMk id="130" creationId="{5D99EBCD-AA9A-3337-3C68-278561F08B57}"/>
          </ac:spMkLst>
        </pc:spChg>
        <pc:spChg chg="mod">
          <ac:chgData name="考 张" userId="87b8017596393203" providerId="LiveId" clId="{3A5BF4F6-5040-46B2-9AB8-00DCD2047FDB}" dt="2024-04-24T03:25:03.793" v="793" actId="1076"/>
          <ac:spMkLst>
            <pc:docMk/>
            <pc:sldMk cId="113124066" sldId="940"/>
            <ac:spMk id="131" creationId="{63DF01CA-31AD-1CA1-9DD0-4F6C6D49F9C9}"/>
          </ac:spMkLst>
        </pc:spChg>
        <pc:spChg chg="mod">
          <ac:chgData name="考 张" userId="87b8017596393203" providerId="LiveId" clId="{3A5BF4F6-5040-46B2-9AB8-00DCD2047FDB}" dt="2024-04-24T03:25:03.793" v="793" actId="1076"/>
          <ac:spMkLst>
            <pc:docMk/>
            <pc:sldMk cId="113124066" sldId="940"/>
            <ac:spMk id="132" creationId="{37F506B0-1AC9-4CF8-0AA6-54AFA21DF323}"/>
          </ac:spMkLst>
        </pc:spChg>
        <pc:spChg chg="mod">
          <ac:chgData name="考 张" userId="87b8017596393203" providerId="LiveId" clId="{3A5BF4F6-5040-46B2-9AB8-00DCD2047FDB}" dt="2024-04-24T03:25:03.793" v="793" actId="1076"/>
          <ac:spMkLst>
            <pc:docMk/>
            <pc:sldMk cId="113124066" sldId="940"/>
            <ac:spMk id="133" creationId="{1F5ED6B8-3B3E-583D-DB1A-EE411924AA65}"/>
          </ac:spMkLst>
        </pc:spChg>
        <pc:spChg chg="mod">
          <ac:chgData name="考 张" userId="87b8017596393203" providerId="LiveId" clId="{3A5BF4F6-5040-46B2-9AB8-00DCD2047FDB}" dt="2024-04-24T03:25:03.793" v="793" actId="1076"/>
          <ac:spMkLst>
            <pc:docMk/>
            <pc:sldMk cId="113124066" sldId="940"/>
            <ac:spMk id="134" creationId="{EF818A23-0155-7AEE-9C98-3FA6328C7B19}"/>
          </ac:spMkLst>
        </pc:spChg>
        <pc:spChg chg="mod">
          <ac:chgData name="考 张" userId="87b8017596393203" providerId="LiveId" clId="{3A5BF4F6-5040-46B2-9AB8-00DCD2047FDB}" dt="2024-04-24T03:25:03.793" v="793" actId="1076"/>
          <ac:spMkLst>
            <pc:docMk/>
            <pc:sldMk cId="113124066" sldId="940"/>
            <ac:spMk id="135" creationId="{7B843D49-6DD1-6903-7A50-B6E55D4325A4}"/>
          </ac:spMkLst>
        </pc:spChg>
        <pc:spChg chg="mod">
          <ac:chgData name="考 张" userId="87b8017596393203" providerId="LiveId" clId="{3A5BF4F6-5040-46B2-9AB8-00DCD2047FDB}" dt="2024-04-24T03:25:03.793" v="793" actId="1076"/>
          <ac:spMkLst>
            <pc:docMk/>
            <pc:sldMk cId="113124066" sldId="940"/>
            <ac:spMk id="136" creationId="{E5F49951-15F2-B790-2C6A-8A0CED2B2F6E}"/>
          </ac:spMkLst>
        </pc:spChg>
        <pc:spChg chg="mod">
          <ac:chgData name="考 张" userId="87b8017596393203" providerId="LiveId" clId="{3A5BF4F6-5040-46B2-9AB8-00DCD2047FDB}" dt="2024-04-24T03:25:03.793" v="793" actId="1076"/>
          <ac:spMkLst>
            <pc:docMk/>
            <pc:sldMk cId="113124066" sldId="940"/>
            <ac:spMk id="137" creationId="{5734F974-2DE7-993F-9480-2631C8EE79E3}"/>
          </ac:spMkLst>
        </pc:spChg>
        <pc:spChg chg="mod">
          <ac:chgData name="考 张" userId="87b8017596393203" providerId="LiveId" clId="{3A5BF4F6-5040-46B2-9AB8-00DCD2047FDB}" dt="2024-04-24T03:25:03.793" v="793" actId="1076"/>
          <ac:spMkLst>
            <pc:docMk/>
            <pc:sldMk cId="113124066" sldId="940"/>
            <ac:spMk id="138" creationId="{D576B539-D253-6663-9CEC-85B13E0A24A7}"/>
          </ac:spMkLst>
        </pc:spChg>
        <pc:spChg chg="mod">
          <ac:chgData name="考 张" userId="87b8017596393203" providerId="LiveId" clId="{3A5BF4F6-5040-46B2-9AB8-00DCD2047FDB}" dt="2024-04-24T03:25:03.793" v="793" actId="1076"/>
          <ac:spMkLst>
            <pc:docMk/>
            <pc:sldMk cId="113124066" sldId="940"/>
            <ac:spMk id="139" creationId="{229AC2C2-F512-66A6-ED8F-79832D2C6E0F}"/>
          </ac:spMkLst>
        </pc:spChg>
        <pc:spChg chg="mod">
          <ac:chgData name="考 张" userId="87b8017596393203" providerId="LiveId" clId="{3A5BF4F6-5040-46B2-9AB8-00DCD2047FDB}" dt="2024-04-24T03:25:03.793" v="793" actId="1076"/>
          <ac:spMkLst>
            <pc:docMk/>
            <pc:sldMk cId="113124066" sldId="940"/>
            <ac:spMk id="140" creationId="{7F0BD772-63B5-051A-04EA-537EDA1C0893}"/>
          </ac:spMkLst>
        </pc:spChg>
        <pc:spChg chg="mod">
          <ac:chgData name="考 张" userId="87b8017596393203" providerId="LiveId" clId="{3A5BF4F6-5040-46B2-9AB8-00DCD2047FDB}" dt="2024-04-24T03:25:03.793" v="793" actId="1076"/>
          <ac:spMkLst>
            <pc:docMk/>
            <pc:sldMk cId="113124066" sldId="940"/>
            <ac:spMk id="141" creationId="{AFDDB7AF-1BC7-532D-100A-50F350C25696}"/>
          </ac:spMkLst>
        </pc:spChg>
        <pc:spChg chg="mod">
          <ac:chgData name="考 张" userId="87b8017596393203" providerId="LiveId" clId="{3A5BF4F6-5040-46B2-9AB8-00DCD2047FDB}" dt="2024-04-24T03:25:03.793" v="793" actId="1076"/>
          <ac:spMkLst>
            <pc:docMk/>
            <pc:sldMk cId="113124066" sldId="940"/>
            <ac:spMk id="142" creationId="{9EBBF4EC-05BB-46A6-F0DC-5EC4DBF9B72A}"/>
          </ac:spMkLst>
        </pc:spChg>
        <pc:spChg chg="mod">
          <ac:chgData name="考 张" userId="87b8017596393203" providerId="LiveId" clId="{3A5BF4F6-5040-46B2-9AB8-00DCD2047FDB}" dt="2024-04-24T03:25:03.793" v="793" actId="1076"/>
          <ac:spMkLst>
            <pc:docMk/>
            <pc:sldMk cId="113124066" sldId="940"/>
            <ac:spMk id="143" creationId="{0162E12A-72F6-F525-DEFE-B3B3388A95E6}"/>
          </ac:spMkLst>
        </pc:spChg>
        <pc:spChg chg="mod">
          <ac:chgData name="考 张" userId="87b8017596393203" providerId="LiveId" clId="{3A5BF4F6-5040-46B2-9AB8-00DCD2047FDB}" dt="2024-04-24T03:25:03.793" v="793" actId="1076"/>
          <ac:spMkLst>
            <pc:docMk/>
            <pc:sldMk cId="113124066" sldId="940"/>
            <ac:spMk id="144" creationId="{55C0021C-834B-8D37-9675-E6E43E3BE59A}"/>
          </ac:spMkLst>
        </pc:spChg>
        <pc:spChg chg="mod">
          <ac:chgData name="考 张" userId="87b8017596393203" providerId="LiveId" clId="{3A5BF4F6-5040-46B2-9AB8-00DCD2047FDB}" dt="2024-04-24T03:25:03.793" v="793" actId="1076"/>
          <ac:spMkLst>
            <pc:docMk/>
            <pc:sldMk cId="113124066" sldId="940"/>
            <ac:spMk id="145" creationId="{2E8AB86B-CA7B-F8BF-FAA2-70ACC2A27A42}"/>
          </ac:spMkLst>
        </pc:spChg>
        <pc:spChg chg="mod">
          <ac:chgData name="考 张" userId="87b8017596393203" providerId="LiveId" clId="{3A5BF4F6-5040-46B2-9AB8-00DCD2047FDB}" dt="2024-04-24T03:25:03.793" v="793" actId="1076"/>
          <ac:spMkLst>
            <pc:docMk/>
            <pc:sldMk cId="113124066" sldId="940"/>
            <ac:spMk id="146" creationId="{9AB3CEEB-B103-A458-C8CF-7054AE44C884}"/>
          </ac:spMkLst>
        </pc:spChg>
        <pc:spChg chg="mod">
          <ac:chgData name="考 张" userId="87b8017596393203" providerId="LiveId" clId="{3A5BF4F6-5040-46B2-9AB8-00DCD2047FDB}" dt="2024-04-24T03:25:03.793" v="793" actId="1076"/>
          <ac:spMkLst>
            <pc:docMk/>
            <pc:sldMk cId="113124066" sldId="940"/>
            <ac:spMk id="147" creationId="{C20EBF89-F7F0-6FC1-0381-75FADFA6D377}"/>
          </ac:spMkLst>
        </pc:spChg>
        <pc:spChg chg="mod">
          <ac:chgData name="考 张" userId="87b8017596393203" providerId="LiveId" clId="{3A5BF4F6-5040-46B2-9AB8-00DCD2047FDB}" dt="2024-04-24T03:25:03.793" v="793" actId="1076"/>
          <ac:spMkLst>
            <pc:docMk/>
            <pc:sldMk cId="113124066" sldId="940"/>
            <ac:spMk id="148" creationId="{C7217BCC-875E-319B-46E2-BCF684AEB287}"/>
          </ac:spMkLst>
        </pc:spChg>
        <pc:spChg chg="mod">
          <ac:chgData name="考 张" userId="87b8017596393203" providerId="LiveId" clId="{3A5BF4F6-5040-46B2-9AB8-00DCD2047FDB}" dt="2024-04-24T03:25:03.793" v="793" actId="1076"/>
          <ac:spMkLst>
            <pc:docMk/>
            <pc:sldMk cId="113124066" sldId="940"/>
            <ac:spMk id="149" creationId="{BDEB6615-98AF-AC7D-289B-D20C12BAED10}"/>
          </ac:spMkLst>
        </pc:spChg>
        <pc:spChg chg="mod">
          <ac:chgData name="考 张" userId="87b8017596393203" providerId="LiveId" clId="{3A5BF4F6-5040-46B2-9AB8-00DCD2047FDB}" dt="2024-04-24T03:25:03.793" v="793" actId="1076"/>
          <ac:spMkLst>
            <pc:docMk/>
            <pc:sldMk cId="113124066" sldId="940"/>
            <ac:spMk id="150" creationId="{55C48250-AEFC-75DF-25DC-623A491B49A2}"/>
          </ac:spMkLst>
        </pc:spChg>
        <pc:spChg chg="mod">
          <ac:chgData name="考 张" userId="87b8017596393203" providerId="LiveId" clId="{3A5BF4F6-5040-46B2-9AB8-00DCD2047FDB}" dt="2024-04-24T03:25:03.793" v="793" actId="1076"/>
          <ac:spMkLst>
            <pc:docMk/>
            <pc:sldMk cId="113124066" sldId="940"/>
            <ac:spMk id="151" creationId="{FE411F3D-4660-8CF4-BE60-F2BF2ECBB29B}"/>
          </ac:spMkLst>
        </pc:spChg>
        <pc:spChg chg="mod">
          <ac:chgData name="考 张" userId="87b8017596393203" providerId="LiveId" clId="{3A5BF4F6-5040-46B2-9AB8-00DCD2047FDB}" dt="2024-04-24T03:25:03.793" v="793" actId="1076"/>
          <ac:spMkLst>
            <pc:docMk/>
            <pc:sldMk cId="113124066" sldId="940"/>
            <ac:spMk id="152" creationId="{6D7FEB5C-8554-5DEE-9087-FF9918E12373}"/>
          </ac:spMkLst>
        </pc:spChg>
        <pc:spChg chg="mod">
          <ac:chgData name="考 张" userId="87b8017596393203" providerId="LiveId" clId="{3A5BF4F6-5040-46B2-9AB8-00DCD2047FDB}" dt="2024-04-24T03:25:03.793" v="793" actId="1076"/>
          <ac:spMkLst>
            <pc:docMk/>
            <pc:sldMk cId="113124066" sldId="940"/>
            <ac:spMk id="153" creationId="{03BA04E8-950B-5B1E-5262-DAF77C805AB2}"/>
          </ac:spMkLst>
        </pc:spChg>
        <pc:spChg chg="mod">
          <ac:chgData name="考 张" userId="87b8017596393203" providerId="LiveId" clId="{3A5BF4F6-5040-46B2-9AB8-00DCD2047FDB}" dt="2024-04-24T03:25:03.793" v="793" actId="1076"/>
          <ac:spMkLst>
            <pc:docMk/>
            <pc:sldMk cId="113124066" sldId="940"/>
            <ac:spMk id="154" creationId="{689253E1-14AA-2A37-05B2-695188AA25E3}"/>
          </ac:spMkLst>
        </pc:spChg>
        <pc:spChg chg="mod">
          <ac:chgData name="考 张" userId="87b8017596393203" providerId="LiveId" clId="{3A5BF4F6-5040-46B2-9AB8-00DCD2047FDB}" dt="2024-04-24T03:25:03.793" v="793" actId="1076"/>
          <ac:spMkLst>
            <pc:docMk/>
            <pc:sldMk cId="113124066" sldId="940"/>
            <ac:spMk id="155" creationId="{2913EF6D-9CD0-40A1-43E6-7C9169093B07}"/>
          </ac:spMkLst>
        </pc:spChg>
        <pc:spChg chg="mod">
          <ac:chgData name="考 张" userId="87b8017596393203" providerId="LiveId" clId="{3A5BF4F6-5040-46B2-9AB8-00DCD2047FDB}" dt="2024-04-24T03:25:03.793" v="793" actId="1076"/>
          <ac:spMkLst>
            <pc:docMk/>
            <pc:sldMk cId="113124066" sldId="940"/>
            <ac:spMk id="156" creationId="{A7147172-297E-EC69-F6E7-DB952E5E9EF5}"/>
          </ac:spMkLst>
        </pc:spChg>
        <pc:spChg chg="mod">
          <ac:chgData name="考 张" userId="87b8017596393203" providerId="LiveId" clId="{3A5BF4F6-5040-46B2-9AB8-00DCD2047FDB}" dt="2024-04-24T03:25:03.793" v="793" actId="1076"/>
          <ac:spMkLst>
            <pc:docMk/>
            <pc:sldMk cId="113124066" sldId="940"/>
            <ac:spMk id="157" creationId="{3F647109-9556-1548-6A7F-3A6CE4343397}"/>
          </ac:spMkLst>
        </pc:spChg>
        <pc:spChg chg="mod">
          <ac:chgData name="考 张" userId="87b8017596393203" providerId="LiveId" clId="{3A5BF4F6-5040-46B2-9AB8-00DCD2047FDB}" dt="2024-04-24T03:25:03.793" v="793" actId="1076"/>
          <ac:spMkLst>
            <pc:docMk/>
            <pc:sldMk cId="113124066" sldId="940"/>
            <ac:spMk id="158" creationId="{3394B256-F45C-3DBA-B89F-DE317E9C0C6C}"/>
          </ac:spMkLst>
        </pc:spChg>
        <pc:spChg chg="mod">
          <ac:chgData name="考 张" userId="87b8017596393203" providerId="LiveId" clId="{3A5BF4F6-5040-46B2-9AB8-00DCD2047FDB}" dt="2024-04-24T03:25:03.793" v="793" actId="1076"/>
          <ac:spMkLst>
            <pc:docMk/>
            <pc:sldMk cId="113124066" sldId="940"/>
            <ac:spMk id="159" creationId="{1C8F73BF-6ABD-1482-84B9-142CD46D1930}"/>
          </ac:spMkLst>
        </pc:spChg>
        <pc:spChg chg="mod">
          <ac:chgData name="考 张" userId="87b8017596393203" providerId="LiveId" clId="{3A5BF4F6-5040-46B2-9AB8-00DCD2047FDB}" dt="2024-04-24T03:25:03.793" v="793" actId="1076"/>
          <ac:spMkLst>
            <pc:docMk/>
            <pc:sldMk cId="113124066" sldId="940"/>
            <ac:spMk id="160" creationId="{B6E9FB00-429B-B8F5-E4B4-F4F74161F5BD}"/>
          </ac:spMkLst>
        </pc:spChg>
        <pc:spChg chg="mod">
          <ac:chgData name="考 张" userId="87b8017596393203" providerId="LiveId" clId="{3A5BF4F6-5040-46B2-9AB8-00DCD2047FDB}" dt="2024-04-24T03:25:03.793" v="793" actId="1076"/>
          <ac:spMkLst>
            <pc:docMk/>
            <pc:sldMk cId="113124066" sldId="940"/>
            <ac:spMk id="161" creationId="{42B8D90D-5E60-C159-A034-95EA300C9557}"/>
          </ac:spMkLst>
        </pc:spChg>
        <pc:spChg chg="mod">
          <ac:chgData name="考 张" userId="87b8017596393203" providerId="LiveId" clId="{3A5BF4F6-5040-46B2-9AB8-00DCD2047FDB}" dt="2024-04-24T03:25:03.793" v="793" actId="1076"/>
          <ac:spMkLst>
            <pc:docMk/>
            <pc:sldMk cId="113124066" sldId="940"/>
            <ac:spMk id="162" creationId="{E1D89D45-B757-DDA5-318A-5FF22E0D6795}"/>
          </ac:spMkLst>
        </pc:spChg>
        <pc:spChg chg="mod">
          <ac:chgData name="考 张" userId="87b8017596393203" providerId="LiveId" clId="{3A5BF4F6-5040-46B2-9AB8-00DCD2047FDB}" dt="2024-04-24T03:25:03.793" v="793" actId="1076"/>
          <ac:spMkLst>
            <pc:docMk/>
            <pc:sldMk cId="113124066" sldId="940"/>
            <ac:spMk id="163" creationId="{4A1357B4-2F9D-14B4-45B7-93CB84469E22}"/>
          </ac:spMkLst>
        </pc:spChg>
        <pc:spChg chg="mod">
          <ac:chgData name="考 张" userId="87b8017596393203" providerId="LiveId" clId="{3A5BF4F6-5040-46B2-9AB8-00DCD2047FDB}" dt="2024-04-24T03:25:03.793" v="793" actId="1076"/>
          <ac:spMkLst>
            <pc:docMk/>
            <pc:sldMk cId="113124066" sldId="940"/>
            <ac:spMk id="164" creationId="{040026A4-51DA-350B-6172-1CE33E2C8D23}"/>
          </ac:spMkLst>
        </pc:spChg>
        <pc:spChg chg="mod">
          <ac:chgData name="考 张" userId="87b8017596393203" providerId="LiveId" clId="{3A5BF4F6-5040-46B2-9AB8-00DCD2047FDB}" dt="2024-04-24T03:25:03.793" v="793" actId="1076"/>
          <ac:spMkLst>
            <pc:docMk/>
            <pc:sldMk cId="113124066" sldId="940"/>
            <ac:spMk id="165" creationId="{E6EC81B8-945D-C04E-B1C2-CA9EF59DB266}"/>
          </ac:spMkLst>
        </pc:spChg>
        <pc:spChg chg="mod">
          <ac:chgData name="考 张" userId="87b8017596393203" providerId="LiveId" clId="{3A5BF4F6-5040-46B2-9AB8-00DCD2047FDB}" dt="2024-04-24T03:25:03.793" v="793" actId="1076"/>
          <ac:spMkLst>
            <pc:docMk/>
            <pc:sldMk cId="113124066" sldId="940"/>
            <ac:spMk id="166" creationId="{53DEFB39-DA81-3397-5854-D7F7763A59B8}"/>
          </ac:spMkLst>
        </pc:spChg>
        <pc:spChg chg="mod">
          <ac:chgData name="考 张" userId="87b8017596393203" providerId="LiveId" clId="{3A5BF4F6-5040-46B2-9AB8-00DCD2047FDB}" dt="2024-04-24T03:25:03.793" v="793" actId="1076"/>
          <ac:spMkLst>
            <pc:docMk/>
            <pc:sldMk cId="113124066" sldId="940"/>
            <ac:spMk id="167" creationId="{F18873B8-612F-5F5D-5DFF-60B32DEFBE41}"/>
          </ac:spMkLst>
        </pc:spChg>
        <pc:spChg chg="mod">
          <ac:chgData name="考 张" userId="87b8017596393203" providerId="LiveId" clId="{3A5BF4F6-5040-46B2-9AB8-00DCD2047FDB}" dt="2024-04-24T03:25:03.793" v="793" actId="1076"/>
          <ac:spMkLst>
            <pc:docMk/>
            <pc:sldMk cId="113124066" sldId="940"/>
            <ac:spMk id="168" creationId="{DADE66F5-A289-2055-DC25-A9A896DAD2DB}"/>
          </ac:spMkLst>
        </pc:spChg>
        <pc:spChg chg="mod">
          <ac:chgData name="考 张" userId="87b8017596393203" providerId="LiveId" clId="{3A5BF4F6-5040-46B2-9AB8-00DCD2047FDB}" dt="2024-04-24T03:25:03.793" v="793" actId="1076"/>
          <ac:spMkLst>
            <pc:docMk/>
            <pc:sldMk cId="113124066" sldId="940"/>
            <ac:spMk id="169" creationId="{5DC9A223-A09F-2C64-E2BB-9CB4E31C41C3}"/>
          </ac:spMkLst>
        </pc:spChg>
        <pc:spChg chg="mod">
          <ac:chgData name="考 张" userId="87b8017596393203" providerId="LiveId" clId="{3A5BF4F6-5040-46B2-9AB8-00DCD2047FDB}" dt="2024-04-24T03:25:03.793" v="793" actId="1076"/>
          <ac:spMkLst>
            <pc:docMk/>
            <pc:sldMk cId="113124066" sldId="940"/>
            <ac:spMk id="170" creationId="{CA186CF9-A493-09F9-5B59-B50F4983E3F1}"/>
          </ac:spMkLst>
        </pc:spChg>
        <pc:spChg chg="mod">
          <ac:chgData name="考 张" userId="87b8017596393203" providerId="LiveId" clId="{3A5BF4F6-5040-46B2-9AB8-00DCD2047FDB}" dt="2024-04-24T03:25:03.793" v="793" actId="1076"/>
          <ac:spMkLst>
            <pc:docMk/>
            <pc:sldMk cId="113124066" sldId="940"/>
            <ac:spMk id="171" creationId="{EAB2A59B-9C35-9106-4558-42338B05BF12}"/>
          </ac:spMkLst>
        </pc:spChg>
        <pc:spChg chg="mod">
          <ac:chgData name="考 张" userId="87b8017596393203" providerId="LiveId" clId="{3A5BF4F6-5040-46B2-9AB8-00DCD2047FDB}" dt="2024-04-24T03:25:03.793" v="793" actId="1076"/>
          <ac:spMkLst>
            <pc:docMk/>
            <pc:sldMk cId="113124066" sldId="940"/>
            <ac:spMk id="172" creationId="{E417A238-2F9A-466C-37FA-7A3B84BB7B3E}"/>
          </ac:spMkLst>
        </pc:spChg>
        <pc:spChg chg="mod">
          <ac:chgData name="考 张" userId="87b8017596393203" providerId="LiveId" clId="{3A5BF4F6-5040-46B2-9AB8-00DCD2047FDB}" dt="2024-04-24T03:25:03.793" v="793" actId="1076"/>
          <ac:spMkLst>
            <pc:docMk/>
            <pc:sldMk cId="113124066" sldId="940"/>
            <ac:spMk id="173" creationId="{4476B0FF-070B-2F1E-2D4F-31642273ED20}"/>
          </ac:spMkLst>
        </pc:spChg>
        <pc:spChg chg="mod">
          <ac:chgData name="考 张" userId="87b8017596393203" providerId="LiveId" clId="{3A5BF4F6-5040-46B2-9AB8-00DCD2047FDB}" dt="2024-04-24T03:25:03.793" v="793" actId="1076"/>
          <ac:spMkLst>
            <pc:docMk/>
            <pc:sldMk cId="113124066" sldId="940"/>
            <ac:spMk id="174" creationId="{33B1C7EF-E9E9-03C4-BB78-F0EA9987B7FE}"/>
          </ac:spMkLst>
        </pc:spChg>
        <pc:spChg chg="mod">
          <ac:chgData name="考 张" userId="87b8017596393203" providerId="LiveId" clId="{3A5BF4F6-5040-46B2-9AB8-00DCD2047FDB}" dt="2024-04-24T03:25:03.793" v="793" actId="1076"/>
          <ac:spMkLst>
            <pc:docMk/>
            <pc:sldMk cId="113124066" sldId="940"/>
            <ac:spMk id="175" creationId="{0EA63103-CCD9-5D80-59DB-41F33B06078B}"/>
          </ac:spMkLst>
        </pc:spChg>
        <pc:spChg chg="mod">
          <ac:chgData name="考 张" userId="87b8017596393203" providerId="LiveId" clId="{3A5BF4F6-5040-46B2-9AB8-00DCD2047FDB}" dt="2024-04-24T03:25:03.793" v="793" actId="1076"/>
          <ac:spMkLst>
            <pc:docMk/>
            <pc:sldMk cId="113124066" sldId="940"/>
            <ac:spMk id="176" creationId="{34C89BA8-8384-EEC6-8409-58A7CF979257}"/>
          </ac:spMkLst>
        </pc:spChg>
        <pc:spChg chg="mod">
          <ac:chgData name="考 张" userId="87b8017596393203" providerId="LiveId" clId="{3A5BF4F6-5040-46B2-9AB8-00DCD2047FDB}" dt="2024-04-24T03:25:03.793" v="793" actId="1076"/>
          <ac:spMkLst>
            <pc:docMk/>
            <pc:sldMk cId="113124066" sldId="940"/>
            <ac:spMk id="177" creationId="{E9595EB8-A3F3-F91F-3E89-3C3C2472EF39}"/>
          </ac:spMkLst>
        </pc:spChg>
        <pc:spChg chg="mod">
          <ac:chgData name="考 张" userId="87b8017596393203" providerId="LiveId" clId="{3A5BF4F6-5040-46B2-9AB8-00DCD2047FDB}" dt="2024-04-24T03:25:03.793" v="793" actId="1076"/>
          <ac:spMkLst>
            <pc:docMk/>
            <pc:sldMk cId="113124066" sldId="940"/>
            <ac:spMk id="178" creationId="{37D3DB38-4231-A5B5-CF0B-90BE92E1342E}"/>
          </ac:spMkLst>
        </pc:spChg>
        <pc:spChg chg="mod">
          <ac:chgData name="考 张" userId="87b8017596393203" providerId="LiveId" clId="{3A5BF4F6-5040-46B2-9AB8-00DCD2047FDB}" dt="2024-04-24T03:25:03.793" v="793" actId="1076"/>
          <ac:spMkLst>
            <pc:docMk/>
            <pc:sldMk cId="113124066" sldId="940"/>
            <ac:spMk id="179" creationId="{331ACBB1-CC94-4A8E-305A-A8B0D8F9444A}"/>
          </ac:spMkLst>
        </pc:spChg>
        <pc:spChg chg="mod">
          <ac:chgData name="考 张" userId="87b8017596393203" providerId="LiveId" clId="{3A5BF4F6-5040-46B2-9AB8-00DCD2047FDB}" dt="2024-04-24T03:25:03.793" v="793" actId="1076"/>
          <ac:spMkLst>
            <pc:docMk/>
            <pc:sldMk cId="113124066" sldId="940"/>
            <ac:spMk id="180" creationId="{47D702EE-2A2C-BB82-E9BC-933E5AA4BD01}"/>
          </ac:spMkLst>
        </pc:spChg>
        <pc:spChg chg="mod">
          <ac:chgData name="考 张" userId="87b8017596393203" providerId="LiveId" clId="{3A5BF4F6-5040-46B2-9AB8-00DCD2047FDB}" dt="2024-04-24T03:25:03.793" v="793" actId="1076"/>
          <ac:spMkLst>
            <pc:docMk/>
            <pc:sldMk cId="113124066" sldId="940"/>
            <ac:spMk id="181" creationId="{0060266B-B4ED-73E1-BB67-5CCD337F75B4}"/>
          </ac:spMkLst>
        </pc:spChg>
        <pc:spChg chg="mod">
          <ac:chgData name="考 张" userId="87b8017596393203" providerId="LiveId" clId="{3A5BF4F6-5040-46B2-9AB8-00DCD2047FDB}" dt="2024-04-24T03:25:03.793" v="793" actId="1076"/>
          <ac:spMkLst>
            <pc:docMk/>
            <pc:sldMk cId="113124066" sldId="940"/>
            <ac:spMk id="182" creationId="{F892FF1B-4CF4-7F00-5FB6-6EA86DCF7CAB}"/>
          </ac:spMkLst>
        </pc:spChg>
        <pc:spChg chg="mod">
          <ac:chgData name="考 张" userId="87b8017596393203" providerId="LiveId" clId="{3A5BF4F6-5040-46B2-9AB8-00DCD2047FDB}" dt="2024-04-24T03:25:03.793" v="793" actId="1076"/>
          <ac:spMkLst>
            <pc:docMk/>
            <pc:sldMk cId="113124066" sldId="940"/>
            <ac:spMk id="183" creationId="{D66EDEF1-6CDC-8A5A-4B83-DBEEB66DF2B2}"/>
          </ac:spMkLst>
        </pc:spChg>
        <pc:spChg chg="mod">
          <ac:chgData name="考 张" userId="87b8017596393203" providerId="LiveId" clId="{3A5BF4F6-5040-46B2-9AB8-00DCD2047FDB}" dt="2024-04-24T03:25:03.793" v="793" actId="1076"/>
          <ac:spMkLst>
            <pc:docMk/>
            <pc:sldMk cId="113124066" sldId="940"/>
            <ac:spMk id="184" creationId="{11868432-9993-F632-9713-427A47DC74F9}"/>
          </ac:spMkLst>
        </pc:spChg>
        <pc:spChg chg="mod">
          <ac:chgData name="考 张" userId="87b8017596393203" providerId="LiveId" clId="{3A5BF4F6-5040-46B2-9AB8-00DCD2047FDB}" dt="2024-04-24T03:25:03.793" v="793" actId="1076"/>
          <ac:spMkLst>
            <pc:docMk/>
            <pc:sldMk cId="113124066" sldId="940"/>
            <ac:spMk id="185" creationId="{67E14E92-962C-39E7-DCF3-89E27241D4C2}"/>
          </ac:spMkLst>
        </pc:spChg>
        <pc:spChg chg="mod">
          <ac:chgData name="考 张" userId="87b8017596393203" providerId="LiveId" clId="{3A5BF4F6-5040-46B2-9AB8-00DCD2047FDB}" dt="2024-04-24T03:25:03.793" v="793" actId="1076"/>
          <ac:spMkLst>
            <pc:docMk/>
            <pc:sldMk cId="113124066" sldId="940"/>
            <ac:spMk id="186" creationId="{8499F0F7-A5CE-712B-2D89-27F76F74E4A2}"/>
          </ac:spMkLst>
        </pc:spChg>
        <pc:spChg chg="mod">
          <ac:chgData name="考 张" userId="87b8017596393203" providerId="LiveId" clId="{3A5BF4F6-5040-46B2-9AB8-00DCD2047FDB}" dt="2024-04-24T03:25:03.793" v="793" actId="1076"/>
          <ac:spMkLst>
            <pc:docMk/>
            <pc:sldMk cId="113124066" sldId="940"/>
            <ac:spMk id="187" creationId="{2A4ECE8B-043D-CB12-B7D5-1305792872D0}"/>
          </ac:spMkLst>
        </pc:spChg>
        <pc:spChg chg="mod">
          <ac:chgData name="考 张" userId="87b8017596393203" providerId="LiveId" clId="{3A5BF4F6-5040-46B2-9AB8-00DCD2047FDB}" dt="2024-04-24T03:25:03.793" v="793" actId="1076"/>
          <ac:spMkLst>
            <pc:docMk/>
            <pc:sldMk cId="113124066" sldId="940"/>
            <ac:spMk id="188" creationId="{33337268-47A1-8A2A-04B3-4DCD926DEB23}"/>
          </ac:spMkLst>
        </pc:spChg>
        <pc:spChg chg="mod">
          <ac:chgData name="考 张" userId="87b8017596393203" providerId="LiveId" clId="{3A5BF4F6-5040-46B2-9AB8-00DCD2047FDB}" dt="2024-04-24T03:24:57.920" v="792" actId="1076"/>
          <ac:spMkLst>
            <pc:docMk/>
            <pc:sldMk cId="113124066" sldId="940"/>
            <ac:spMk id="564" creationId="{F01DF691-D44F-EF3E-7660-0D485C12A165}"/>
          </ac:spMkLst>
        </pc:spChg>
        <pc:spChg chg="mod">
          <ac:chgData name="考 张" userId="87b8017596393203" providerId="LiveId" clId="{3A5BF4F6-5040-46B2-9AB8-00DCD2047FDB}" dt="2024-04-24T03:24:57.920" v="792" actId="1076"/>
          <ac:spMkLst>
            <pc:docMk/>
            <pc:sldMk cId="113124066" sldId="940"/>
            <ac:spMk id="565" creationId="{0EC1DA52-BF52-C3E1-F279-69FB8D83087A}"/>
          </ac:spMkLst>
        </pc:spChg>
        <pc:spChg chg="mod">
          <ac:chgData name="考 张" userId="87b8017596393203" providerId="LiveId" clId="{3A5BF4F6-5040-46B2-9AB8-00DCD2047FDB}" dt="2024-04-24T03:25:03.793" v="793" actId="1076"/>
          <ac:spMkLst>
            <pc:docMk/>
            <pc:sldMk cId="113124066" sldId="940"/>
            <ac:spMk id="566" creationId="{62631B14-DD20-A342-1650-2C3619771183}"/>
          </ac:spMkLst>
        </pc:spChg>
        <pc:spChg chg="mod">
          <ac:chgData name="考 张" userId="87b8017596393203" providerId="LiveId" clId="{3A5BF4F6-5040-46B2-9AB8-00DCD2047FDB}" dt="2024-04-24T03:25:03.793" v="793" actId="1076"/>
          <ac:spMkLst>
            <pc:docMk/>
            <pc:sldMk cId="113124066" sldId="940"/>
            <ac:spMk id="567" creationId="{B452DC2D-8DC5-3FA6-8C67-997F7E00035F}"/>
          </ac:spMkLst>
        </pc:spChg>
        <pc:grpChg chg="mod">
          <ac:chgData name="考 张" userId="87b8017596393203" providerId="LiveId" clId="{3A5BF4F6-5040-46B2-9AB8-00DCD2047FDB}" dt="2024-04-24T03:25:03.793" v="793" actId="1076"/>
          <ac:grpSpMkLst>
            <pc:docMk/>
            <pc:sldMk cId="113124066" sldId="940"/>
            <ac:grpSpMk id="568" creationId="{85DCDF64-E59B-53D6-3A55-FD89BB14E4E9}"/>
          </ac:grpSpMkLst>
        </pc:grpChg>
      </pc:sldChg>
      <pc:sldChg chg="modSp mod">
        <pc:chgData name="考 张" userId="87b8017596393203" providerId="LiveId" clId="{3A5BF4F6-5040-46B2-9AB8-00DCD2047FDB}" dt="2024-04-23T13:04:06.290" v="270"/>
        <pc:sldMkLst>
          <pc:docMk/>
          <pc:sldMk cId="4171978341" sldId="942"/>
        </pc:sldMkLst>
        <pc:spChg chg="mod">
          <ac:chgData name="考 张" userId="87b8017596393203" providerId="LiveId" clId="{3A5BF4F6-5040-46B2-9AB8-00DCD2047FDB}" dt="2024-04-23T13:04:06.290" v="270"/>
          <ac:spMkLst>
            <pc:docMk/>
            <pc:sldMk cId="4171978341" sldId="942"/>
            <ac:spMk id="5" creationId="{DEBB5A1B-8E2B-90CF-12F1-7EDB2BB7AED2}"/>
          </ac:spMkLst>
        </pc:spChg>
      </pc:sldChg>
      <pc:sldChg chg="modSp mod">
        <pc:chgData name="考 张" userId="87b8017596393203" providerId="LiveId" clId="{3A5BF4F6-5040-46B2-9AB8-00DCD2047FDB}" dt="2024-04-23T12:44:56.605" v="150"/>
        <pc:sldMkLst>
          <pc:docMk/>
          <pc:sldMk cId="174692618" sldId="943"/>
        </pc:sldMkLst>
        <pc:spChg chg="mod">
          <ac:chgData name="考 张" userId="87b8017596393203" providerId="LiveId" clId="{3A5BF4F6-5040-46B2-9AB8-00DCD2047FDB}" dt="2024-04-23T12:44:56.605" v="150"/>
          <ac:spMkLst>
            <pc:docMk/>
            <pc:sldMk cId="174692618" sldId="943"/>
            <ac:spMk id="5" creationId="{DEBB5A1B-8E2B-90CF-12F1-7EDB2BB7AED2}"/>
          </ac:spMkLst>
        </pc:spChg>
      </pc:sldChg>
      <pc:sldChg chg="modSp add mod">
        <pc:chgData name="考 张" userId="87b8017596393203" providerId="LiveId" clId="{3A5BF4F6-5040-46B2-9AB8-00DCD2047FDB}" dt="2024-04-23T13:26:19.027" v="455"/>
        <pc:sldMkLst>
          <pc:docMk/>
          <pc:sldMk cId="3308763960" sldId="944"/>
        </pc:sldMkLst>
        <pc:spChg chg="mod">
          <ac:chgData name="考 张" userId="87b8017596393203" providerId="LiveId" clId="{3A5BF4F6-5040-46B2-9AB8-00DCD2047FDB}" dt="2024-04-23T13:26:19.027" v="455"/>
          <ac:spMkLst>
            <pc:docMk/>
            <pc:sldMk cId="3308763960" sldId="944"/>
            <ac:spMk id="5" creationId="{DEBB5A1B-8E2B-90CF-12F1-7EDB2BB7AED2}"/>
          </ac:spMkLst>
        </pc:spChg>
      </pc:sldChg>
      <pc:sldChg chg="modSp add mod">
        <pc:chgData name="考 张" userId="87b8017596393203" providerId="LiveId" clId="{3A5BF4F6-5040-46B2-9AB8-00DCD2047FDB}" dt="2024-04-23T13:37:01.515" v="705" actId="20577"/>
        <pc:sldMkLst>
          <pc:docMk/>
          <pc:sldMk cId="1484551094" sldId="945"/>
        </pc:sldMkLst>
        <pc:spChg chg="mod">
          <ac:chgData name="考 张" userId="87b8017596393203" providerId="LiveId" clId="{3A5BF4F6-5040-46B2-9AB8-00DCD2047FDB}" dt="2024-04-23T13:37:01.515" v="705" actId="20577"/>
          <ac:spMkLst>
            <pc:docMk/>
            <pc:sldMk cId="1484551094" sldId="945"/>
            <ac:spMk id="5" creationId="{DEBB5A1B-8E2B-90CF-12F1-7EDB2BB7AED2}"/>
          </ac:spMkLst>
        </pc:spChg>
      </pc:sldChg>
      <pc:sldChg chg="modSp add mod">
        <pc:chgData name="考 张" userId="87b8017596393203" providerId="LiveId" clId="{3A5BF4F6-5040-46B2-9AB8-00DCD2047FDB}" dt="2024-04-23T13:40:35.067" v="783"/>
        <pc:sldMkLst>
          <pc:docMk/>
          <pc:sldMk cId="4189828612" sldId="946"/>
        </pc:sldMkLst>
        <pc:spChg chg="mod">
          <ac:chgData name="考 张" userId="87b8017596393203" providerId="LiveId" clId="{3A5BF4F6-5040-46B2-9AB8-00DCD2047FDB}" dt="2024-04-23T13:40:35.067" v="783"/>
          <ac:spMkLst>
            <pc:docMk/>
            <pc:sldMk cId="4189828612" sldId="946"/>
            <ac:spMk id="5" creationId="{DEBB5A1B-8E2B-90CF-12F1-7EDB2BB7AED2}"/>
          </ac:spMkLst>
        </pc:spChg>
      </pc:sldChg>
    </pc:docChg>
  </pc:docChgLst>
  <pc:docChgLst>
    <pc:chgData name="考 张" userId="87b8017596393203" providerId="LiveId" clId="{1C5CD692-17F6-469E-A892-5E2467B4D8F2}"/>
    <pc:docChg chg="undo custSel addSld modSld sldOrd">
      <pc:chgData name="考 张" userId="87b8017596393203" providerId="LiveId" clId="{1C5CD692-17F6-469E-A892-5E2467B4D8F2}" dt="2024-03-13T05:12:12.492" v="285" actId="207"/>
      <pc:docMkLst>
        <pc:docMk/>
      </pc:docMkLst>
      <pc:sldChg chg="modAnim">
        <pc:chgData name="考 张" userId="87b8017596393203" providerId="LiveId" clId="{1C5CD692-17F6-469E-A892-5E2467B4D8F2}" dt="2024-02-27T14:28:22.610" v="5"/>
        <pc:sldMkLst>
          <pc:docMk/>
          <pc:sldMk cId="0" sldId="593"/>
        </pc:sldMkLst>
      </pc:sldChg>
      <pc:sldChg chg="addSp modSp">
        <pc:chgData name="考 张" userId="87b8017596393203" providerId="LiveId" clId="{1C5CD692-17F6-469E-A892-5E2467B4D8F2}" dt="2024-03-13T05:03:15.574" v="197"/>
        <pc:sldMkLst>
          <pc:docMk/>
          <pc:sldMk cId="2126278005" sldId="876"/>
        </pc:sldMkLst>
        <pc:spChg chg="mod">
          <ac:chgData name="考 张" userId="87b8017596393203" providerId="LiveId" clId="{1C5CD692-17F6-469E-A892-5E2467B4D8F2}" dt="2024-03-13T05:03:15.574" v="197"/>
          <ac:spMkLst>
            <pc:docMk/>
            <pc:sldMk cId="2126278005" sldId="876"/>
            <ac:spMk id="4" creationId="{21BA8A89-1C42-1CCE-E149-B900E9703E49}"/>
          </ac:spMkLst>
        </pc:spChg>
        <pc:spChg chg="mod">
          <ac:chgData name="考 张" userId="87b8017596393203" providerId="LiveId" clId="{1C5CD692-17F6-469E-A892-5E2467B4D8F2}" dt="2024-03-13T05:03:15.574" v="197"/>
          <ac:spMkLst>
            <pc:docMk/>
            <pc:sldMk cId="2126278005" sldId="876"/>
            <ac:spMk id="5" creationId="{CA765CBC-4971-F08C-5E7F-7C69B15EA9E1}"/>
          </ac:spMkLst>
        </pc:spChg>
        <pc:spChg chg="mod">
          <ac:chgData name="考 张" userId="87b8017596393203" providerId="LiveId" clId="{1C5CD692-17F6-469E-A892-5E2467B4D8F2}" dt="2024-03-13T05:03:15.574" v="197"/>
          <ac:spMkLst>
            <pc:docMk/>
            <pc:sldMk cId="2126278005" sldId="876"/>
            <ac:spMk id="6" creationId="{2A6892D3-273D-FB59-3B6A-33828E1996AC}"/>
          </ac:spMkLst>
        </pc:spChg>
        <pc:spChg chg="mod">
          <ac:chgData name="考 张" userId="87b8017596393203" providerId="LiveId" clId="{1C5CD692-17F6-469E-A892-5E2467B4D8F2}" dt="2024-03-13T05:03:15.574" v="197"/>
          <ac:spMkLst>
            <pc:docMk/>
            <pc:sldMk cId="2126278005" sldId="876"/>
            <ac:spMk id="7" creationId="{55E53792-CA6C-2364-BDE6-AA0580C6B2B5}"/>
          </ac:spMkLst>
        </pc:spChg>
        <pc:spChg chg="mod">
          <ac:chgData name="考 张" userId="87b8017596393203" providerId="LiveId" clId="{1C5CD692-17F6-469E-A892-5E2467B4D8F2}" dt="2024-03-13T05:03:15.574" v="197"/>
          <ac:spMkLst>
            <pc:docMk/>
            <pc:sldMk cId="2126278005" sldId="876"/>
            <ac:spMk id="8" creationId="{AC54575F-DB75-E788-9BC1-D0C8FB669888}"/>
          </ac:spMkLst>
        </pc:spChg>
        <pc:spChg chg="mod">
          <ac:chgData name="考 张" userId="87b8017596393203" providerId="LiveId" clId="{1C5CD692-17F6-469E-A892-5E2467B4D8F2}" dt="2024-03-13T05:03:15.574" v="197"/>
          <ac:spMkLst>
            <pc:docMk/>
            <pc:sldMk cId="2126278005" sldId="876"/>
            <ac:spMk id="9" creationId="{A5907F3C-5564-A84C-3C32-C25B2846267D}"/>
          </ac:spMkLst>
        </pc:spChg>
        <pc:spChg chg="mod">
          <ac:chgData name="考 张" userId="87b8017596393203" providerId="LiveId" clId="{1C5CD692-17F6-469E-A892-5E2467B4D8F2}" dt="2024-03-13T05:03:15.574" v="197"/>
          <ac:spMkLst>
            <pc:docMk/>
            <pc:sldMk cId="2126278005" sldId="876"/>
            <ac:spMk id="10" creationId="{7CA9F5E0-52B1-E44F-36FA-CCA5FE0AAF5C}"/>
          </ac:spMkLst>
        </pc:spChg>
        <pc:spChg chg="mod">
          <ac:chgData name="考 张" userId="87b8017596393203" providerId="LiveId" clId="{1C5CD692-17F6-469E-A892-5E2467B4D8F2}" dt="2024-03-13T05:03:15.574" v="197"/>
          <ac:spMkLst>
            <pc:docMk/>
            <pc:sldMk cId="2126278005" sldId="876"/>
            <ac:spMk id="11" creationId="{B47806F8-6507-55B5-0BF5-04857B371400}"/>
          </ac:spMkLst>
        </pc:spChg>
        <pc:spChg chg="mod">
          <ac:chgData name="考 张" userId="87b8017596393203" providerId="LiveId" clId="{1C5CD692-17F6-469E-A892-5E2467B4D8F2}" dt="2024-03-13T05:03:15.574" v="197"/>
          <ac:spMkLst>
            <pc:docMk/>
            <pc:sldMk cId="2126278005" sldId="876"/>
            <ac:spMk id="12" creationId="{04FDA105-FFF3-0ADF-31F4-8A09C56F08B9}"/>
          </ac:spMkLst>
        </pc:spChg>
        <pc:spChg chg="mod">
          <ac:chgData name="考 张" userId="87b8017596393203" providerId="LiveId" clId="{1C5CD692-17F6-469E-A892-5E2467B4D8F2}" dt="2024-03-13T05:03:15.574" v="197"/>
          <ac:spMkLst>
            <pc:docMk/>
            <pc:sldMk cId="2126278005" sldId="876"/>
            <ac:spMk id="13" creationId="{D31C54E7-46C5-E0CD-1E13-590E0FBE8087}"/>
          </ac:spMkLst>
        </pc:spChg>
        <pc:spChg chg="mod">
          <ac:chgData name="考 张" userId="87b8017596393203" providerId="LiveId" clId="{1C5CD692-17F6-469E-A892-5E2467B4D8F2}" dt="2024-03-13T05:03:15.574" v="197"/>
          <ac:spMkLst>
            <pc:docMk/>
            <pc:sldMk cId="2126278005" sldId="876"/>
            <ac:spMk id="14" creationId="{D2258ACA-C7A0-BE2A-037C-011A83DF7E59}"/>
          </ac:spMkLst>
        </pc:spChg>
        <pc:spChg chg="mod">
          <ac:chgData name="考 张" userId="87b8017596393203" providerId="LiveId" clId="{1C5CD692-17F6-469E-A892-5E2467B4D8F2}" dt="2024-03-13T05:03:15.574" v="197"/>
          <ac:spMkLst>
            <pc:docMk/>
            <pc:sldMk cId="2126278005" sldId="876"/>
            <ac:spMk id="15" creationId="{9352AF02-2232-131D-EA54-D09A26CC087F}"/>
          </ac:spMkLst>
        </pc:spChg>
        <pc:spChg chg="mod">
          <ac:chgData name="考 张" userId="87b8017596393203" providerId="LiveId" clId="{1C5CD692-17F6-469E-A892-5E2467B4D8F2}" dt="2024-03-13T05:03:15.574" v="197"/>
          <ac:spMkLst>
            <pc:docMk/>
            <pc:sldMk cId="2126278005" sldId="876"/>
            <ac:spMk id="16" creationId="{B861EB5F-8963-C62B-3EC0-A11B52B40A90}"/>
          </ac:spMkLst>
        </pc:spChg>
        <pc:spChg chg="mod">
          <ac:chgData name="考 张" userId="87b8017596393203" providerId="LiveId" clId="{1C5CD692-17F6-469E-A892-5E2467B4D8F2}" dt="2024-03-13T05:03:15.574" v="197"/>
          <ac:spMkLst>
            <pc:docMk/>
            <pc:sldMk cId="2126278005" sldId="876"/>
            <ac:spMk id="17" creationId="{9029358A-0F49-BB8F-6C7E-2CFA4FE9D833}"/>
          </ac:spMkLst>
        </pc:spChg>
        <pc:spChg chg="mod">
          <ac:chgData name="考 张" userId="87b8017596393203" providerId="LiveId" clId="{1C5CD692-17F6-469E-A892-5E2467B4D8F2}" dt="2024-03-13T05:03:15.574" v="197"/>
          <ac:spMkLst>
            <pc:docMk/>
            <pc:sldMk cId="2126278005" sldId="876"/>
            <ac:spMk id="18" creationId="{75BDE8CB-9EDF-93F6-5D26-1755A10D1D75}"/>
          </ac:spMkLst>
        </pc:spChg>
        <pc:spChg chg="mod">
          <ac:chgData name="考 张" userId="87b8017596393203" providerId="LiveId" clId="{1C5CD692-17F6-469E-A892-5E2467B4D8F2}" dt="2024-03-13T05:03:15.574" v="197"/>
          <ac:spMkLst>
            <pc:docMk/>
            <pc:sldMk cId="2126278005" sldId="876"/>
            <ac:spMk id="19" creationId="{15050F95-6F21-7330-5EC3-8C90A1E4CDDB}"/>
          </ac:spMkLst>
        </pc:spChg>
        <pc:spChg chg="mod">
          <ac:chgData name="考 张" userId="87b8017596393203" providerId="LiveId" clId="{1C5CD692-17F6-469E-A892-5E2467B4D8F2}" dt="2024-03-13T05:03:15.574" v="197"/>
          <ac:spMkLst>
            <pc:docMk/>
            <pc:sldMk cId="2126278005" sldId="876"/>
            <ac:spMk id="20" creationId="{32725FD7-BB6A-3767-1EF8-2D3C429E0F76}"/>
          </ac:spMkLst>
        </pc:spChg>
        <pc:spChg chg="mod">
          <ac:chgData name="考 张" userId="87b8017596393203" providerId="LiveId" clId="{1C5CD692-17F6-469E-A892-5E2467B4D8F2}" dt="2024-03-13T05:03:15.574" v="197"/>
          <ac:spMkLst>
            <pc:docMk/>
            <pc:sldMk cId="2126278005" sldId="876"/>
            <ac:spMk id="21" creationId="{90E12B26-2BA4-B160-7B20-A403AD03B456}"/>
          </ac:spMkLst>
        </pc:spChg>
        <pc:spChg chg="mod">
          <ac:chgData name="考 张" userId="87b8017596393203" providerId="LiveId" clId="{1C5CD692-17F6-469E-A892-5E2467B4D8F2}" dt="2024-03-13T05:03:15.574" v="197"/>
          <ac:spMkLst>
            <pc:docMk/>
            <pc:sldMk cId="2126278005" sldId="876"/>
            <ac:spMk id="22" creationId="{3D9967B1-42B8-F17F-92FE-A7D52F284B71}"/>
          </ac:spMkLst>
        </pc:spChg>
        <pc:grpChg chg="add mod">
          <ac:chgData name="考 张" userId="87b8017596393203" providerId="LiveId" clId="{1C5CD692-17F6-469E-A892-5E2467B4D8F2}" dt="2024-03-13T05:03:15.574" v="197"/>
          <ac:grpSpMkLst>
            <pc:docMk/>
            <pc:sldMk cId="2126278005" sldId="876"/>
            <ac:grpSpMk id="3" creationId="{D55B2EE3-B4DB-E06D-5D1D-7F0AFF185EFB}"/>
          </ac:grpSpMkLst>
        </pc:grpChg>
      </pc:sldChg>
      <pc:sldChg chg="delSp modSp add mod ord">
        <pc:chgData name="考 张" userId="87b8017596393203" providerId="LiveId" clId="{1C5CD692-17F6-469E-A892-5E2467B4D8F2}" dt="2024-02-27T14:29:53.516" v="39"/>
        <pc:sldMkLst>
          <pc:docMk/>
          <pc:sldMk cId="347708960" sldId="885"/>
        </pc:sldMkLst>
        <pc:spChg chg="mod">
          <ac:chgData name="考 张" userId="87b8017596393203" providerId="LiveId" clId="{1C5CD692-17F6-469E-A892-5E2467B4D8F2}" dt="2024-02-27T14:29:26.283" v="31" actId="27636"/>
          <ac:spMkLst>
            <pc:docMk/>
            <pc:sldMk cId="347708960" sldId="885"/>
            <ac:spMk id="2" creationId="{042FA0B5-07BA-461F-652B-99F92FC31512}"/>
          </ac:spMkLst>
        </pc:spChg>
        <pc:spChg chg="del">
          <ac:chgData name="考 张" userId="87b8017596393203" providerId="LiveId" clId="{1C5CD692-17F6-469E-A892-5E2467B4D8F2}" dt="2024-02-27T14:29:13.078" v="7" actId="478"/>
          <ac:spMkLst>
            <pc:docMk/>
            <pc:sldMk cId="347708960" sldId="885"/>
            <ac:spMk id="12" creationId="{833BA8FB-A61D-06BA-B75F-1126E9534EC8}"/>
          </ac:spMkLst>
        </pc:spChg>
        <pc:spChg chg="mod">
          <ac:chgData name="考 张" userId="87b8017596393203" providerId="LiveId" clId="{1C5CD692-17F6-469E-A892-5E2467B4D8F2}" dt="2024-02-27T14:29:44.983" v="37" actId="20577"/>
          <ac:spMkLst>
            <pc:docMk/>
            <pc:sldMk cId="347708960" sldId="885"/>
            <ac:spMk id="50" creationId="{3407F38D-B87B-A466-DF9B-F25880CE4C9F}"/>
          </ac:spMkLst>
        </pc:spChg>
        <pc:cxnChg chg="del">
          <ac:chgData name="考 张" userId="87b8017596393203" providerId="LiveId" clId="{1C5CD692-17F6-469E-A892-5E2467B4D8F2}" dt="2024-02-27T14:29:16.093" v="8" actId="478"/>
          <ac:cxnSpMkLst>
            <pc:docMk/>
            <pc:sldMk cId="347708960" sldId="885"/>
            <ac:cxnSpMk id="5" creationId="{5FC2263C-9C85-FCB9-B365-FFCA67F74F82}"/>
          </ac:cxnSpMkLst>
        </pc:cxnChg>
      </pc:sldChg>
      <pc:sldChg chg="addSp delSp modSp new mod">
        <pc:chgData name="考 张" userId="87b8017596393203" providerId="LiveId" clId="{1C5CD692-17F6-469E-A892-5E2467B4D8F2}" dt="2024-03-13T05:06:23.251" v="237" actId="2711"/>
        <pc:sldMkLst>
          <pc:docMk/>
          <pc:sldMk cId="3200742914" sldId="935"/>
        </pc:sldMkLst>
        <pc:spChg chg="mod">
          <ac:chgData name="考 张" userId="87b8017596393203" providerId="LiveId" clId="{1C5CD692-17F6-469E-A892-5E2467B4D8F2}" dt="2024-03-13T04:52:50.540" v="42"/>
          <ac:spMkLst>
            <pc:docMk/>
            <pc:sldMk cId="3200742914" sldId="935"/>
            <ac:spMk id="2" creationId="{28685236-B527-FD06-0BD4-DE740DB508B2}"/>
          </ac:spMkLst>
        </pc:spChg>
        <pc:spChg chg="del">
          <ac:chgData name="考 张" userId="87b8017596393203" providerId="LiveId" clId="{1C5CD692-17F6-469E-A892-5E2467B4D8F2}" dt="2024-03-13T04:53:01.845" v="43" actId="3680"/>
          <ac:spMkLst>
            <pc:docMk/>
            <pc:sldMk cId="3200742914" sldId="935"/>
            <ac:spMk id="3" creationId="{C806796C-ECB0-D072-DF1C-C12347217EEC}"/>
          </ac:spMkLst>
        </pc:spChg>
        <pc:spChg chg="add mod">
          <ac:chgData name="考 张" userId="87b8017596393203" providerId="LiveId" clId="{1C5CD692-17F6-469E-A892-5E2467B4D8F2}" dt="2024-03-13T05:06:23.251" v="237" actId="2711"/>
          <ac:spMkLst>
            <pc:docMk/>
            <pc:sldMk cId="3200742914" sldId="935"/>
            <ac:spMk id="5" creationId="{DEBB5A1B-8E2B-90CF-12F1-7EDB2BB7AED2}"/>
          </ac:spMkLst>
        </pc:spChg>
        <pc:spChg chg="add del mod">
          <ac:chgData name="考 张" userId="87b8017596393203" providerId="LiveId" clId="{1C5CD692-17F6-469E-A892-5E2467B4D8F2}" dt="2024-03-13T05:02:55.859" v="191" actId="478"/>
          <ac:spMkLst>
            <pc:docMk/>
            <pc:sldMk cId="3200742914" sldId="935"/>
            <ac:spMk id="7" creationId="{3C0F2840-FF3C-470F-969F-28D7CCC4F903}"/>
          </ac:spMkLst>
        </pc:spChg>
        <pc:spChg chg="add del">
          <ac:chgData name="考 张" userId="87b8017596393203" providerId="LiveId" clId="{1C5CD692-17F6-469E-A892-5E2467B4D8F2}" dt="2024-03-13T05:01:28.583" v="183" actId="22"/>
          <ac:spMkLst>
            <pc:docMk/>
            <pc:sldMk cId="3200742914" sldId="935"/>
            <ac:spMk id="9" creationId="{21AD311F-2325-3AB7-4886-7A4737B8DD19}"/>
          </ac:spMkLst>
        </pc:spChg>
        <pc:spChg chg="add del mod">
          <ac:chgData name="考 张" userId="87b8017596393203" providerId="LiveId" clId="{1C5CD692-17F6-469E-A892-5E2467B4D8F2}" dt="2024-03-13T05:02:58.275" v="192" actId="478"/>
          <ac:spMkLst>
            <pc:docMk/>
            <pc:sldMk cId="3200742914" sldId="935"/>
            <ac:spMk id="11" creationId="{308C3293-5F59-83DF-B2D3-983DE8FF4BFC}"/>
          </ac:spMkLst>
        </pc:spChg>
        <pc:spChg chg="mod">
          <ac:chgData name="考 张" userId="87b8017596393203" providerId="LiveId" clId="{1C5CD692-17F6-469E-A892-5E2467B4D8F2}" dt="2024-03-13T05:03:56.074" v="201" actId="14100"/>
          <ac:spMkLst>
            <pc:docMk/>
            <pc:sldMk cId="3200742914" sldId="935"/>
            <ac:spMk id="14" creationId="{6535DB01-0717-A4C4-3B6A-4B9D2523C5BE}"/>
          </ac:spMkLst>
        </pc:spChg>
        <pc:spChg chg="mod">
          <ac:chgData name="考 张" userId="87b8017596393203" providerId="LiveId" clId="{1C5CD692-17F6-469E-A892-5E2467B4D8F2}" dt="2024-03-13T05:03:56.074" v="201" actId="14100"/>
          <ac:spMkLst>
            <pc:docMk/>
            <pc:sldMk cId="3200742914" sldId="935"/>
            <ac:spMk id="15" creationId="{ED321362-7365-5B9E-15D1-6BB9FF4958D0}"/>
          </ac:spMkLst>
        </pc:spChg>
        <pc:spChg chg="mod">
          <ac:chgData name="考 张" userId="87b8017596393203" providerId="LiveId" clId="{1C5CD692-17F6-469E-A892-5E2467B4D8F2}" dt="2024-03-13T05:03:56.074" v="201" actId="14100"/>
          <ac:spMkLst>
            <pc:docMk/>
            <pc:sldMk cId="3200742914" sldId="935"/>
            <ac:spMk id="16" creationId="{FCAAF189-62EF-2B2C-32D6-A5C8109FCDD7}"/>
          </ac:spMkLst>
        </pc:spChg>
        <pc:spChg chg="mod">
          <ac:chgData name="考 张" userId="87b8017596393203" providerId="LiveId" clId="{1C5CD692-17F6-469E-A892-5E2467B4D8F2}" dt="2024-03-13T05:03:56.074" v="201" actId="14100"/>
          <ac:spMkLst>
            <pc:docMk/>
            <pc:sldMk cId="3200742914" sldId="935"/>
            <ac:spMk id="17" creationId="{B8D30398-E23B-565C-1216-FD55EAAD01F1}"/>
          </ac:spMkLst>
        </pc:spChg>
        <pc:spChg chg="mod">
          <ac:chgData name="考 张" userId="87b8017596393203" providerId="LiveId" clId="{1C5CD692-17F6-469E-A892-5E2467B4D8F2}" dt="2024-03-13T05:03:56.074" v="201" actId="14100"/>
          <ac:spMkLst>
            <pc:docMk/>
            <pc:sldMk cId="3200742914" sldId="935"/>
            <ac:spMk id="18" creationId="{F1FF7F6D-B14C-DC7C-F223-D7FDA5931031}"/>
          </ac:spMkLst>
        </pc:spChg>
        <pc:spChg chg="mod">
          <ac:chgData name="考 张" userId="87b8017596393203" providerId="LiveId" clId="{1C5CD692-17F6-469E-A892-5E2467B4D8F2}" dt="2024-03-13T05:03:56.074" v="201" actId="14100"/>
          <ac:spMkLst>
            <pc:docMk/>
            <pc:sldMk cId="3200742914" sldId="935"/>
            <ac:spMk id="19" creationId="{26B8BF79-F2D3-2393-089D-D6CD6A241230}"/>
          </ac:spMkLst>
        </pc:spChg>
        <pc:spChg chg="mod">
          <ac:chgData name="考 张" userId="87b8017596393203" providerId="LiveId" clId="{1C5CD692-17F6-469E-A892-5E2467B4D8F2}" dt="2024-03-13T05:03:56.074" v="201" actId="14100"/>
          <ac:spMkLst>
            <pc:docMk/>
            <pc:sldMk cId="3200742914" sldId="935"/>
            <ac:spMk id="20" creationId="{FFDAF315-40EC-448D-E718-CA4E37A759FA}"/>
          </ac:spMkLst>
        </pc:spChg>
        <pc:spChg chg="mod">
          <ac:chgData name="考 张" userId="87b8017596393203" providerId="LiveId" clId="{1C5CD692-17F6-469E-A892-5E2467B4D8F2}" dt="2024-03-13T05:03:56.074" v="201" actId="14100"/>
          <ac:spMkLst>
            <pc:docMk/>
            <pc:sldMk cId="3200742914" sldId="935"/>
            <ac:spMk id="21" creationId="{C4EF42A1-E565-381A-D6BA-70D740E67AEB}"/>
          </ac:spMkLst>
        </pc:spChg>
        <pc:spChg chg="mod">
          <ac:chgData name="考 张" userId="87b8017596393203" providerId="LiveId" clId="{1C5CD692-17F6-469E-A892-5E2467B4D8F2}" dt="2024-03-13T05:03:56.074" v="201" actId="14100"/>
          <ac:spMkLst>
            <pc:docMk/>
            <pc:sldMk cId="3200742914" sldId="935"/>
            <ac:spMk id="22" creationId="{FA772D4E-82BD-A10A-C7F5-775E90A189D5}"/>
          </ac:spMkLst>
        </pc:spChg>
        <pc:spChg chg="mod">
          <ac:chgData name="考 张" userId="87b8017596393203" providerId="LiveId" clId="{1C5CD692-17F6-469E-A892-5E2467B4D8F2}" dt="2024-03-13T05:03:56.074" v="201" actId="14100"/>
          <ac:spMkLst>
            <pc:docMk/>
            <pc:sldMk cId="3200742914" sldId="935"/>
            <ac:spMk id="23" creationId="{71667944-0748-A053-92A3-19C1900EB86D}"/>
          </ac:spMkLst>
        </pc:spChg>
        <pc:spChg chg="mod">
          <ac:chgData name="考 张" userId="87b8017596393203" providerId="LiveId" clId="{1C5CD692-17F6-469E-A892-5E2467B4D8F2}" dt="2024-03-13T05:03:56.074" v="201" actId="14100"/>
          <ac:spMkLst>
            <pc:docMk/>
            <pc:sldMk cId="3200742914" sldId="935"/>
            <ac:spMk id="24" creationId="{041A3C92-99CE-D526-826B-AE0955A19893}"/>
          </ac:spMkLst>
        </pc:spChg>
        <pc:spChg chg="mod">
          <ac:chgData name="考 张" userId="87b8017596393203" providerId="LiveId" clId="{1C5CD692-17F6-469E-A892-5E2467B4D8F2}" dt="2024-03-13T05:03:56.074" v="201" actId="14100"/>
          <ac:spMkLst>
            <pc:docMk/>
            <pc:sldMk cId="3200742914" sldId="935"/>
            <ac:spMk id="25" creationId="{9798C41A-BDF1-4739-D73B-3CA869E02DFE}"/>
          </ac:spMkLst>
        </pc:spChg>
        <pc:spChg chg="mod">
          <ac:chgData name="考 张" userId="87b8017596393203" providerId="LiveId" clId="{1C5CD692-17F6-469E-A892-5E2467B4D8F2}" dt="2024-03-13T05:03:56.074" v="201" actId="14100"/>
          <ac:spMkLst>
            <pc:docMk/>
            <pc:sldMk cId="3200742914" sldId="935"/>
            <ac:spMk id="26" creationId="{E3EF7EAC-7359-2875-CFCB-AE4662DECC4C}"/>
          </ac:spMkLst>
        </pc:spChg>
        <pc:spChg chg="mod">
          <ac:chgData name="考 张" userId="87b8017596393203" providerId="LiveId" clId="{1C5CD692-17F6-469E-A892-5E2467B4D8F2}" dt="2024-03-13T05:03:56.074" v="201" actId="14100"/>
          <ac:spMkLst>
            <pc:docMk/>
            <pc:sldMk cId="3200742914" sldId="935"/>
            <ac:spMk id="27" creationId="{B8DCEEDC-57CB-75CA-4D88-5F25E78F188A}"/>
          </ac:spMkLst>
        </pc:spChg>
        <pc:spChg chg="mod">
          <ac:chgData name="考 张" userId="87b8017596393203" providerId="LiveId" clId="{1C5CD692-17F6-469E-A892-5E2467B4D8F2}" dt="2024-03-13T05:03:56.074" v="201" actId="14100"/>
          <ac:spMkLst>
            <pc:docMk/>
            <pc:sldMk cId="3200742914" sldId="935"/>
            <ac:spMk id="28" creationId="{BA273513-7732-DE93-2A9D-9ECBE670741A}"/>
          </ac:spMkLst>
        </pc:spChg>
        <pc:spChg chg="mod">
          <ac:chgData name="考 张" userId="87b8017596393203" providerId="LiveId" clId="{1C5CD692-17F6-469E-A892-5E2467B4D8F2}" dt="2024-03-13T05:03:44.763" v="198"/>
          <ac:spMkLst>
            <pc:docMk/>
            <pc:sldMk cId="3200742914" sldId="935"/>
            <ac:spMk id="30" creationId="{AB1461B1-E2D2-071D-020E-9645FB8B0840}"/>
          </ac:spMkLst>
        </pc:spChg>
        <pc:spChg chg="mod">
          <ac:chgData name="考 张" userId="87b8017596393203" providerId="LiveId" clId="{1C5CD692-17F6-469E-A892-5E2467B4D8F2}" dt="2024-03-13T05:03:44.763" v="198"/>
          <ac:spMkLst>
            <pc:docMk/>
            <pc:sldMk cId="3200742914" sldId="935"/>
            <ac:spMk id="31" creationId="{DC79C49D-843F-BC5C-5766-CF7831698F02}"/>
          </ac:spMkLst>
        </pc:spChg>
        <pc:spChg chg="mod">
          <ac:chgData name="考 张" userId="87b8017596393203" providerId="LiveId" clId="{1C5CD692-17F6-469E-A892-5E2467B4D8F2}" dt="2024-03-13T05:03:44.763" v="198"/>
          <ac:spMkLst>
            <pc:docMk/>
            <pc:sldMk cId="3200742914" sldId="935"/>
            <ac:spMk id="32" creationId="{DE75CE90-4BEB-D505-8EB1-67AF4E732533}"/>
          </ac:spMkLst>
        </pc:spChg>
        <pc:spChg chg="mod">
          <ac:chgData name="考 张" userId="87b8017596393203" providerId="LiveId" clId="{1C5CD692-17F6-469E-A892-5E2467B4D8F2}" dt="2024-03-13T05:03:44.763" v="198"/>
          <ac:spMkLst>
            <pc:docMk/>
            <pc:sldMk cId="3200742914" sldId="935"/>
            <ac:spMk id="33" creationId="{7AF775BB-8EBA-632C-7570-A3D9034C8E27}"/>
          </ac:spMkLst>
        </pc:spChg>
        <pc:spChg chg="mod">
          <ac:chgData name="考 张" userId="87b8017596393203" providerId="LiveId" clId="{1C5CD692-17F6-469E-A892-5E2467B4D8F2}" dt="2024-03-13T05:03:44.763" v="198"/>
          <ac:spMkLst>
            <pc:docMk/>
            <pc:sldMk cId="3200742914" sldId="935"/>
            <ac:spMk id="34" creationId="{87B8FC53-A9F4-71C0-9DDC-A38F0ADC3260}"/>
          </ac:spMkLst>
        </pc:spChg>
        <pc:spChg chg="mod">
          <ac:chgData name="考 张" userId="87b8017596393203" providerId="LiveId" clId="{1C5CD692-17F6-469E-A892-5E2467B4D8F2}" dt="2024-03-13T05:03:44.763" v="198"/>
          <ac:spMkLst>
            <pc:docMk/>
            <pc:sldMk cId="3200742914" sldId="935"/>
            <ac:spMk id="35" creationId="{220DF309-495E-7A5C-3F35-AAB3ED878140}"/>
          </ac:spMkLst>
        </pc:spChg>
        <pc:spChg chg="mod">
          <ac:chgData name="考 张" userId="87b8017596393203" providerId="LiveId" clId="{1C5CD692-17F6-469E-A892-5E2467B4D8F2}" dt="2024-03-13T05:03:44.763" v="198"/>
          <ac:spMkLst>
            <pc:docMk/>
            <pc:sldMk cId="3200742914" sldId="935"/>
            <ac:spMk id="36" creationId="{CE31CD65-FD4B-5993-59B2-CFAD7688C95A}"/>
          </ac:spMkLst>
        </pc:spChg>
        <pc:spChg chg="mod">
          <ac:chgData name="考 张" userId="87b8017596393203" providerId="LiveId" clId="{1C5CD692-17F6-469E-A892-5E2467B4D8F2}" dt="2024-03-13T05:03:44.763" v="198"/>
          <ac:spMkLst>
            <pc:docMk/>
            <pc:sldMk cId="3200742914" sldId="935"/>
            <ac:spMk id="37" creationId="{BF6789AA-57EE-CCA2-2808-DFF6A478C96B}"/>
          </ac:spMkLst>
        </pc:spChg>
        <pc:spChg chg="mod">
          <ac:chgData name="考 张" userId="87b8017596393203" providerId="LiveId" clId="{1C5CD692-17F6-469E-A892-5E2467B4D8F2}" dt="2024-03-13T05:03:44.763" v="198"/>
          <ac:spMkLst>
            <pc:docMk/>
            <pc:sldMk cId="3200742914" sldId="935"/>
            <ac:spMk id="38" creationId="{EAC57850-1D69-3AE9-8B1B-32708E82C08E}"/>
          </ac:spMkLst>
        </pc:spChg>
        <pc:spChg chg="mod">
          <ac:chgData name="考 张" userId="87b8017596393203" providerId="LiveId" clId="{1C5CD692-17F6-469E-A892-5E2467B4D8F2}" dt="2024-03-13T05:03:44.763" v="198"/>
          <ac:spMkLst>
            <pc:docMk/>
            <pc:sldMk cId="3200742914" sldId="935"/>
            <ac:spMk id="39" creationId="{DD57F232-6710-1724-040F-A70E04308BF1}"/>
          </ac:spMkLst>
        </pc:spChg>
        <pc:spChg chg="mod">
          <ac:chgData name="考 张" userId="87b8017596393203" providerId="LiveId" clId="{1C5CD692-17F6-469E-A892-5E2467B4D8F2}" dt="2024-03-13T05:03:44.763" v="198"/>
          <ac:spMkLst>
            <pc:docMk/>
            <pc:sldMk cId="3200742914" sldId="935"/>
            <ac:spMk id="40" creationId="{3CD1F389-AA8A-A4C2-614F-036B6779F64B}"/>
          </ac:spMkLst>
        </pc:spChg>
        <pc:spChg chg="mod">
          <ac:chgData name="考 张" userId="87b8017596393203" providerId="LiveId" clId="{1C5CD692-17F6-469E-A892-5E2467B4D8F2}" dt="2024-03-13T05:03:44.763" v="198"/>
          <ac:spMkLst>
            <pc:docMk/>
            <pc:sldMk cId="3200742914" sldId="935"/>
            <ac:spMk id="41" creationId="{BD8D3821-970B-9BFA-DFCC-FAD238BD2D1B}"/>
          </ac:spMkLst>
        </pc:spChg>
        <pc:spChg chg="mod">
          <ac:chgData name="考 张" userId="87b8017596393203" providerId="LiveId" clId="{1C5CD692-17F6-469E-A892-5E2467B4D8F2}" dt="2024-03-13T05:03:44.763" v="198"/>
          <ac:spMkLst>
            <pc:docMk/>
            <pc:sldMk cId="3200742914" sldId="935"/>
            <ac:spMk id="42" creationId="{62C834B9-BAC3-1365-7C3C-E06D4CC09337}"/>
          </ac:spMkLst>
        </pc:spChg>
        <pc:spChg chg="mod">
          <ac:chgData name="考 张" userId="87b8017596393203" providerId="LiveId" clId="{1C5CD692-17F6-469E-A892-5E2467B4D8F2}" dt="2024-03-13T05:03:44.763" v="198"/>
          <ac:spMkLst>
            <pc:docMk/>
            <pc:sldMk cId="3200742914" sldId="935"/>
            <ac:spMk id="43" creationId="{5A98BC86-C37C-7D78-6753-AB91D7FF9424}"/>
          </ac:spMkLst>
        </pc:spChg>
        <pc:spChg chg="mod">
          <ac:chgData name="考 张" userId="87b8017596393203" providerId="LiveId" clId="{1C5CD692-17F6-469E-A892-5E2467B4D8F2}" dt="2024-03-13T05:03:44.763" v="198"/>
          <ac:spMkLst>
            <pc:docMk/>
            <pc:sldMk cId="3200742914" sldId="935"/>
            <ac:spMk id="44" creationId="{F9B02A9C-9910-134D-FB13-529044CB793B}"/>
          </ac:spMkLst>
        </pc:spChg>
        <pc:spChg chg="mod">
          <ac:chgData name="考 张" userId="87b8017596393203" providerId="LiveId" clId="{1C5CD692-17F6-469E-A892-5E2467B4D8F2}" dt="2024-03-13T05:03:44.763" v="198"/>
          <ac:spMkLst>
            <pc:docMk/>
            <pc:sldMk cId="3200742914" sldId="935"/>
            <ac:spMk id="45" creationId="{A00FF866-8C86-A4EB-7B31-87B40F6FE071}"/>
          </ac:spMkLst>
        </pc:spChg>
        <pc:spChg chg="mod">
          <ac:chgData name="考 张" userId="87b8017596393203" providerId="LiveId" clId="{1C5CD692-17F6-469E-A892-5E2467B4D8F2}" dt="2024-03-13T05:03:44.763" v="198"/>
          <ac:spMkLst>
            <pc:docMk/>
            <pc:sldMk cId="3200742914" sldId="935"/>
            <ac:spMk id="46" creationId="{A76340EE-2F80-FC60-9781-9614191ED147}"/>
          </ac:spMkLst>
        </pc:spChg>
        <pc:spChg chg="mod">
          <ac:chgData name="考 张" userId="87b8017596393203" providerId="LiveId" clId="{1C5CD692-17F6-469E-A892-5E2467B4D8F2}" dt="2024-03-13T05:03:44.763" v="198"/>
          <ac:spMkLst>
            <pc:docMk/>
            <pc:sldMk cId="3200742914" sldId="935"/>
            <ac:spMk id="47" creationId="{E1E43E40-8CBD-4949-BEDA-69CA2040649C}"/>
          </ac:spMkLst>
        </pc:spChg>
        <pc:spChg chg="mod">
          <ac:chgData name="考 张" userId="87b8017596393203" providerId="LiveId" clId="{1C5CD692-17F6-469E-A892-5E2467B4D8F2}" dt="2024-03-13T05:03:44.763" v="198"/>
          <ac:spMkLst>
            <pc:docMk/>
            <pc:sldMk cId="3200742914" sldId="935"/>
            <ac:spMk id="48" creationId="{2A55400A-7077-F17B-C6E0-AC8058D190A3}"/>
          </ac:spMkLst>
        </pc:spChg>
        <pc:spChg chg="mod">
          <ac:chgData name="考 张" userId="87b8017596393203" providerId="LiveId" clId="{1C5CD692-17F6-469E-A892-5E2467B4D8F2}" dt="2024-03-13T05:04:36.519" v="209"/>
          <ac:spMkLst>
            <pc:docMk/>
            <pc:sldMk cId="3200742914" sldId="935"/>
            <ac:spMk id="51" creationId="{8E7C5AD6-D256-D026-EBBD-60DD7E30F318}"/>
          </ac:spMkLst>
        </pc:spChg>
        <pc:spChg chg="mod">
          <ac:chgData name="考 张" userId="87b8017596393203" providerId="LiveId" clId="{1C5CD692-17F6-469E-A892-5E2467B4D8F2}" dt="2024-03-13T05:04:36.519" v="209"/>
          <ac:spMkLst>
            <pc:docMk/>
            <pc:sldMk cId="3200742914" sldId="935"/>
            <ac:spMk id="52" creationId="{BEE0921D-6243-A64E-741D-5DE98412A95B}"/>
          </ac:spMkLst>
        </pc:spChg>
        <pc:spChg chg="mod">
          <ac:chgData name="考 张" userId="87b8017596393203" providerId="LiveId" clId="{1C5CD692-17F6-469E-A892-5E2467B4D8F2}" dt="2024-03-13T05:04:36.519" v="209"/>
          <ac:spMkLst>
            <pc:docMk/>
            <pc:sldMk cId="3200742914" sldId="935"/>
            <ac:spMk id="53" creationId="{6414E6DF-2E82-3C75-2896-5C1523F3642F}"/>
          </ac:spMkLst>
        </pc:spChg>
        <pc:spChg chg="mod">
          <ac:chgData name="考 张" userId="87b8017596393203" providerId="LiveId" clId="{1C5CD692-17F6-469E-A892-5E2467B4D8F2}" dt="2024-03-13T05:04:36.519" v="209"/>
          <ac:spMkLst>
            <pc:docMk/>
            <pc:sldMk cId="3200742914" sldId="935"/>
            <ac:spMk id="54" creationId="{2F420D66-BE1D-DF2A-DB88-146A45481258}"/>
          </ac:spMkLst>
        </pc:spChg>
        <pc:spChg chg="mod">
          <ac:chgData name="考 张" userId="87b8017596393203" providerId="LiveId" clId="{1C5CD692-17F6-469E-A892-5E2467B4D8F2}" dt="2024-03-13T05:04:36.519" v="209"/>
          <ac:spMkLst>
            <pc:docMk/>
            <pc:sldMk cId="3200742914" sldId="935"/>
            <ac:spMk id="55" creationId="{6E1ABF91-50CC-DB19-3F88-AD5090E34A0E}"/>
          </ac:spMkLst>
        </pc:spChg>
        <pc:spChg chg="mod">
          <ac:chgData name="考 张" userId="87b8017596393203" providerId="LiveId" clId="{1C5CD692-17F6-469E-A892-5E2467B4D8F2}" dt="2024-03-13T05:04:36.519" v="209"/>
          <ac:spMkLst>
            <pc:docMk/>
            <pc:sldMk cId="3200742914" sldId="935"/>
            <ac:spMk id="56" creationId="{C32E3643-6DF0-142B-EA8C-D48832CC7BFC}"/>
          </ac:spMkLst>
        </pc:spChg>
        <pc:spChg chg="mod">
          <ac:chgData name="考 张" userId="87b8017596393203" providerId="LiveId" clId="{1C5CD692-17F6-469E-A892-5E2467B4D8F2}" dt="2024-03-13T05:04:36.519" v="209"/>
          <ac:spMkLst>
            <pc:docMk/>
            <pc:sldMk cId="3200742914" sldId="935"/>
            <ac:spMk id="57" creationId="{48A77DF0-CBF9-A394-949F-553CB736ACEB}"/>
          </ac:spMkLst>
        </pc:spChg>
        <pc:spChg chg="mod">
          <ac:chgData name="考 张" userId="87b8017596393203" providerId="LiveId" clId="{1C5CD692-17F6-469E-A892-5E2467B4D8F2}" dt="2024-03-13T05:04:36.519" v="209"/>
          <ac:spMkLst>
            <pc:docMk/>
            <pc:sldMk cId="3200742914" sldId="935"/>
            <ac:spMk id="58" creationId="{E61494F3-151A-BF96-51FD-D26D237DFF32}"/>
          </ac:spMkLst>
        </pc:spChg>
        <pc:spChg chg="mod">
          <ac:chgData name="考 张" userId="87b8017596393203" providerId="LiveId" clId="{1C5CD692-17F6-469E-A892-5E2467B4D8F2}" dt="2024-03-13T05:04:36.519" v="209"/>
          <ac:spMkLst>
            <pc:docMk/>
            <pc:sldMk cId="3200742914" sldId="935"/>
            <ac:spMk id="59" creationId="{9C372A45-FB2B-5A29-0A10-F773DFBF5420}"/>
          </ac:spMkLst>
        </pc:spChg>
        <pc:spChg chg="mod">
          <ac:chgData name="考 张" userId="87b8017596393203" providerId="LiveId" clId="{1C5CD692-17F6-469E-A892-5E2467B4D8F2}" dt="2024-03-13T05:04:36.519" v="209"/>
          <ac:spMkLst>
            <pc:docMk/>
            <pc:sldMk cId="3200742914" sldId="935"/>
            <ac:spMk id="60" creationId="{2BEF51B9-75E4-D1C4-84D8-C7D968275046}"/>
          </ac:spMkLst>
        </pc:spChg>
        <pc:spChg chg="mod">
          <ac:chgData name="考 张" userId="87b8017596393203" providerId="LiveId" clId="{1C5CD692-17F6-469E-A892-5E2467B4D8F2}" dt="2024-03-13T05:04:36.519" v="209"/>
          <ac:spMkLst>
            <pc:docMk/>
            <pc:sldMk cId="3200742914" sldId="935"/>
            <ac:spMk id="61" creationId="{5247183B-A925-FEF6-DF3F-EA63E84604D0}"/>
          </ac:spMkLst>
        </pc:spChg>
        <pc:spChg chg="mod">
          <ac:chgData name="考 张" userId="87b8017596393203" providerId="LiveId" clId="{1C5CD692-17F6-469E-A892-5E2467B4D8F2}" dt="2024-03-13T05:04:36.519" v="209"/>
          <ac:spMkLst>
            <pc:docMk/>
            <pc:sldMk cId="3200742914" sldId="935"/>
            <ac:spMk id="62" creationId="{30F370A4-8101-DE0F-2F8D-EDF53ABA1D9C}"/>
          </ac:spMkLst>
        </pc:spChg>
        <pc:spChg chg="mod">
          <ac:chgData name="考 张" userId="87b8017596393203" providerId="LiveId" clId="{1C5CD692-17F6-469E-A892-5E2467B4D8F2}" dt="2024-03-13T05:04:36.519" v="209"/>
          <ac:spMkLst>
            <pc:docMk/>
            <pc:sldMk cId="3200742914" sldId="935"/>
            <ac:spMk id="63" creationId="{C427134A-404C-9AE5-CAD3-57D020F05936}"/>
          </ac:spMkLst>
        </pc:spChg>
        <pc:spChg chg="mod">
          <ac:chgData name="考 张" userId="87b8017596393203" providerId="LiveId" clId="{1C5CD692-17F6-469E-A892-5E2467B4D8F2}" dt="2024-03-13T05:04:36.519" v="209"/>
          <ac:spMkLst>
            <pc:docMk/>
            <pc:sldMk cId="3200742914" sldId="935"/>
            <ac:spMk id="64" creationId="{CEBAA0CE-4F08-70B1-48A9-45D8073E23D5}"/>
          </ac:spMkLst>
        </pc:spChg>
        <pc:spChg chg="mod">
          <ac:chgData name="考 张" userId="87b8017596393203" providerId="LiveId" clId="{1C5CD692-17F6-469E-A892-5E2467B4D8F2}" dt="2024-03-13T05:04:36.519" v="209"/>
          <ac:spMkLst>
            <pc:docMk/>
            <pc:sldMk cId="3200742914" sldId="935"/>
            <ac:spMk id="65" creationId="{70D80444-016A-1E09-F298-DBF34D971611}"/>
          </ac:spMkLst>
        </pc:spChg>
        <pc:spChg chg="add mod">
          <ac:chgData name="考 张" userId="87b8017596393203" providerId="LiveId" clId="{1C5CD692-17F6-469E-A892-5E2467B4D8F2}" dt="2024-03-13T05:05:54.891" v="227" actId="20577"/>
          <ac:spMkLst>
            <pc:docMk/>
            <pc:sldMk cId="3200742914" sldId="935"/>
            <ac:spMk id="68" creationId="{FFC9EDD4-C0F1-07A4-C9BC-9D23FB436E66}"/>
          </ac:spMkLst>
        </pc:spChg>
        <pc:spChg chg="add mod">
          <ac:chgData name="考 张" userId="87b8017596393203" providerId="LiveId" clId="{1C5CD692-17F6-469E-A892-5E2467B4D8F2}" dt="2024-03-13T05:06:01.924" v="230" actId="20577"/>
          <ac:spMkLst>
            <pc:docMk/>
            <pc:sldMk cId="3200742914" sldId="935"/>
            <ac:spMk id="69" creationId="{9FA7B7EC-427B-11E9-2172-0E848FE48E7F}"/>
          </ac:spMkLst>
        </pc:spChg>
        <pc:spChg chg="add mod">
          <ac:chgData name="考 张" userId="87b8017596393203" providerId="LiveId" clId="{1C5CD692-17F6-469E-A892-5E2467B4D8F2}" dt="2024-03-13T05:06:07.640" v="233" actId="20577"/>
          <ac:spMkLst>
            <pc:docMk/>
            <pc:sldMk cId="3200742914" sldId="935"/>
            <ac:spMk id="70" creationId="{A28ACA5A-43C3-05D8-0E6F-FEE9BA4AFB9C}"/>
          </ac:spMkLst>
        </pc:spChg>
        <pc:spChg chg="add mod">
          <ac:chgData name="考 张" userId="87b8017596393203" providerId="LiveId" clId="{1C5CD692-17F6-469E-A892-5E2467B4D8F2}" dt="2024-03-13T05:06:15.013" v="236" actId="20577"/>
          <ac:spMkLst>
            <pc:docMk/>
            <pc:sldMk cId="3200742914" sldId="935"/>
            <ac:spMk id="71" creationId="{0D4683F5-C6AE-90AD-50E1-53DBC925610F}"/>
          </ac:spMkLst>
        </pc:spChg>
        <pc:grpChg chg="add del mod">
          <ac:chgData name="考 张" userId="87b8017596393203" providerId="LiveId" clId="{1C5CD692-17F6-469E-A892-5E2467B4D8F2}" dt="2024-03-13T05:04:08.778" v="204" actId="21"/>
          <ac:grpSpMkLst>
            <pc:docMk/>
            <pc:sldMk cId="3200742914" sldId="935"/>
            <ac:grpSpMk id="13" creationId="{8BE49D7C-8891-CD57-4D52-D61FC5AA8C32}"/>
          </ac:grpSpMkLst>
        </pc:grpChg>
        <pc:grpChg chg="add del mod">
          <ac:chgData name="考 张" userId="87b8017596393203" providerId="LiveId" clId="{1C5CD692-17F6-469E-A892-5E2467B4D8F2}" dt="2024-03-13T05:04:03.439" v="203" actId="478"/>
          <ac:grpSpMkLst>
            <pc:docMk/>
            <pc:sldMk cId="3200742914" sldId="935"/>
            <ac:grpSpMk id="29" creationId="{204E3DEB-51B4-92F8-C13E-3EA1B7F247E1}"/>
          </ac:grpSpMkLst>
        </pc:grpChg>
        <pc:grpChg chg="add mod">
          <ac:chgData name="考 张" userId="87b8017596393203" providerId="LiveId" clId="{1C5CD692-17F6-469E-A892-5E2467B4D8F2}" dt="2024-03-13T05:04:36.519" v="209"/>
          <ac:grpSpMkLst>
            <pc:docMk/>
            <pc:sldMk cId="3200742914" sldId="935"/>
            <ac:grpSpMk id="50" creationId="{ED93B063-4755-1C48-085F-B15F75F580D9}"/>
          </ac:grpSpMkLst>
        </pc:grpChg>
        <pc:graphicFrameChg chg="add del mod ord modGraphic">
          <ac:chgData name="考 张" userId="87b8017596393203" providerId="LiveId" clId="{1C5CD692-17F6-469E-A892-5E2467B4D8F2}" dt="2024-03-13T05:02:55.859" v="191" actId="478"/>
          <ac:graphicFrameMkLst>
            <pc:docMk/>
            <pc:sldMk cId="3200742914" sldId="935"/>
            <ac:graphicFrameMk id="4" creationId="{5775B211-4E65-22BF-5B8E-A368BDB73745}"/>
          </ac:graphicFrameMkLst>
        </pc:graphicFrameChg>
        <pc:picChg chg="add mod">
          <ac:chgData name="考 张" userId="87b8017596393203" providerId="LiveId" clId="{1C5CD692-17F6-469E-A892-5E2467B4D8F2}" dt="2024-03-13T05:05:49.459" v="223" actId="1076"/>
          <ac:picMkLst>
            <pc:docMk/>
            <pc:sldMk cId="3200742914" sldId="935"/>
            <ac:picMk id="12" creationId="{38DD195C-E1ED-3ECC-9A5C-20A63154ADCA}"/>
          </ac:picMkLst>
        </pc:picChg>
        <pc:picChg chg="add mod">
          <ac:chgData name="考 张" userId="87b8017596393203" providerId="LiveId" clId="{1C5CD692-17F6-469E-A892-5E2467B4D8F2}" dt="2024-03-13T05:05:49.459" v="223" actId="1076"/>
          <ac:picMkLst>
            <pc:docMk/>
            <pc:sldMk cId="3200742914" sldId="935"/>
            <ac:picMk id="49" creationId="{4981A7FA-10A2-4524-D459-49933E11B34C}"/>
          </ac:picMkLst>
        </pc:picChg>
        <pc:picChg chg="add mod">
          <ac:chgData name="考 张" userId="87b8017596393203" providerId="LiveId" clId="{1C5CD692-17F6-469E-A892-5E2467B4D8F2}" dt="2024-03-13T05:05:49.459" v="223" actId="1076"/>
          <ac:picMkLst>
            <pc:docMk/>
            <pc:sldMk cId="3200742914" sldId="935"/>
            <ac:picMk id="66" creationId="{6B1B41DD-A97E-DEFF-4217-A429F104DEA2}"/>
          </ac:picMkLst>
        </pc:picChg>
        <pc:picChg chg="add mod">
          <ac:chgData name="考 张" userId="87b8017596393203" providerId="LiveId" clId="{1C5CD692-17F6-469E-A892-5E2467B4D8F2}" dt="2024-03-13T05:05:49.459" v="223" actId="1076"/>
          <ac:picMkLst>
            <pc:docMk/>
            <pc:sldMk cId="3200742914" sldId="935"/>
            <ac:picMk id="67" creationId="{5F0C589F-4E5F-2C24-7CE6-1C1575C2013F}"/>
          </ac:picMkLst>
        </pc:picChg>
      </pc:sldChg>
      <pc:sldChg chg="modSp add mod">
        <pc:chgData name="考 张" userId="87b8017596393203" providerId="LiveId" clId="{1C5CD692-17F6-469E-A892-5E2467B4D8F2}" dt="2024-03-13T05:06:34.394" v="238" actId="1076"/>
        <pc:sldMkLst>
          <pc:docMk/>
          <pc:sldMk cId="1285862847" sldId="936"/>
        </pc:sldMkLst>
        <pc:spChg chg="mod">
          <ac:chgData name="考 张" userId="87b8017596393203" providerId="LiveId" clId="{1C5CD692-17F6-469E-A892-5E2467B4D8F2}" dt="2024-03-13T05:01:37.279" v="186" actId="20577"/>
          <ac:spMkLst>
            <pc:docMk/>
            <pc:sldMk cId="1285862847" sldId="936"/>
            <ac:spMk id="5" creationId="{DEBB5A1B-8E2B-90CF-12F1-7EDB2BB7AED2}"/>
          </ac:spMkLst>
        </pc:spChg>
        <pc:spChg chg="mod">
          <ac:chgData name="考 张" userId="87b8017596393203" providerId="LiveId" clId="{1C5CD692-17F6-469E-A892-5E2467B4D8F2}" dt="2024-03-13T05:06:34.394" v="238" actId="1076"/>
          <ac:spMkLst>
            <pc:docMk/>
            <pc:sldMk cId="1285862847" sldId="936"/>
            <ac:spMk id="7" creationId="{3C0F2840-FF3C-470F-969F-28D7CCC4F903}"/>
          </ac:spMkLst>
        </pc:spChg>
        <pc:graphicFrameChg chg="mod">
          <ac:chgData name="考 张" userId="87b8017596393203" providerId="LiveId" clId="{1C5CD692-17F6-469E-A892-5E2467B4D8F2}" dt="2024-03-13T05:06:34.394" v="238" actId="1076"/>
          <ac:graphicFrameMkLst>
            <pc:docMk/>
            <pc:sldMk cId="1285862847" sldId="936"/>
            <ac:graphicFrameMk id="4" creationId="{5775B211-4E65-22BF-5B8E-A368BDB73745}"/>
          </ac:graphicFrameMkLst>
        </pc:graphicFrameChg>
      </pc:sldChg>
      <pc:sldChg chg="modSp add mod">
        <pc:chgData name="考 张" userId="87b8017596393203" providerId="LiveId" clId="{1C5CD692-17F6-469E-A892-5E2467B4D8F2}" dt="2024-03-13T05:12:12.492" v="285" actId="207"/>
        <pc:sldMkLst>
          <pc:docMk/>
          <pc:sldMk cId="305630434" sldId="937"/>
        </pc:sldMkLst>
        <pc:spChg chg="mod">
          <ac:chgData name="考 张" userId="87b8017596393203" providerId="LiveId" clId="{1C5CD692-17F6-469E-A892-5E2467B4D8F2}" dt="2024-03-13T05:12:12.492" v="285" actId="207"/>
          <ac:spMkLst>
            <pc:docMk/>
            <pc:sldMk cId="305630434" sldId="937"/>
            <ac:spMk id="5" creationId="{DEBB5A1B-8E2B-90CF-12F1-7EDB2BB7AED2}"/>
          </ac:spMkLst>
        </pc:spChg>
        <pc:spChg chg="mod">
          <ac:chgData name="考 张" userId="87b8017596393203" providerId="LiveId" clId="{1C5CD692-17F6-469E-A892-5E2467B4D8F2}" dt="2024-03-13T05:11:32.622" v="279" actId="1076"/>
          <ac:spMkLst>
            <pc:docMk/>
            <pc:sldMk cId="305630434" sldId="937"/>
            <ac:spMk id="7" creationId="{3C0F2840-FF3C-470F-969F-28D7CCC4F903}"/>
          </ac:spMkLst>
        </pc:spChg>
        <pc:graphicFrameChg chg="mod modGraphic">
          <ac:chgData name="考 张" userId="87b8017596393203" providerId="LiveId" clId="{1C5CD692-17F6-469E-A892-5E2467B4D8F2}" dt="2024-03-13T05:11:32.622" v="279" actId="1076"/>
          <ac:graphicFrameMkLst>
            <pc:docMk/>
            <pc:sldMk cId="305630434" sldId="937"/>
            <ac:graphicFrameMk id="4" creationId="{5775B211-4E65-22BF-5B8E-A368BDB73745}"/>
          </ac:graphicFrameMkLst>
        </pc:graphicFrameChg>
      </pc:sldChg>
    </pc:docChg>
  </pc:docChgLst>
  <pc:docChgLst>
    <pc:chgData name="考 张" userId="87b8017596393203" providerId="LiveId" clId="{D567281E-BA97-4C7A-9065-2C3BC76975C9}"/>
    <pc:docChg chg="undo redo custSel addSld delSld modSld sldOrd addMainMaster delMainMaster">
      <pc:chgData name="考 张" userId="87b8017596393203" providerId="LiveId" clId="{D567281E-BA97-4C7A-9065-2C3BC76975C9}" dt="2024-02-27T18:11:50.493" v="207" actId="2696"/>
      <pc:docMkLst>
        <pc:docMk/>
      </pc:docMkLst>
      <pc:sldChg chg="addSp delSp modSp mod">
        <pc:chgData name="考 张" userId="87b8017596393203" providerId="LiveId" clId="{D567281E-BA97-4C7A-9065-2C3BC76975C9}" dt="2024-02-27T17:47:58.641" v="108" actId="114"/>
        <pc:sldMkLst>
          <pc:docMk/>
          <pc:sldMk cId="0" sldId="641"/>
        </pc:sldMkLst>
        <pc:spChg chg="mod">
          <ac:chgData name="考 张" userId="87b8017596393203" providerId="LiveId" clId="{D567281E-BA97-4C7A-9065-2C3BC76975C9}" dt="2024-02-27T17:47:58.641" v="108" actId="114"/>
          <ac:spMkLst>
            <pc:docMk/>
            <pc:sldMk cId="0" sldId="641"/>
            <ac:spMk id="8" creationId="{00000000-0000-0000-0000-000000000000}"/>
          </ac:spMkLst>
        </pc:spChg>
        <pc:grpChg chg="del">
          <ac:chgData name="考 张" userId="87b8017596393203" providerId="LiveId" clId="{D567281E-BA97-4C7A-9065-2C3BC76975C9}" dt="2024-02-27T17:46:28.764" v="90" actId="478"/>
          <ac:grpSpMkLst>
            <pc:docMk/>
            <pc:sldMk cId="0" sldId="641"/>
            <ac:grpSpMk id="20" creationId="{00000000-0000-0000-0000-000000000000}"/>
          </ac:grpSpMkLst>
        </pc:grpChg>
        <pc:picChg chg="add mod">
          <ac:chgData name="考 张" userId="87b8017596393203" providerId="LiveId" clId="{D567281E-BA97-4C7A-9065-2C3BC76975C9}" dt="2024-02-27T17:46:36.658" v="92" actId="1076"/>
          <ac:picMkLst>
            <pc:docMk/>
            <pc:sldMk cId="0" sldId="641"/>
            <ac:picMk id="2" creationId="{F06CA548-24BF-C9A5-7A63-50C833DA827D}"/>
          </ac:picMkLst>
        </pc:picChg>
        <pc:picChg chg="add mod">
          <ac:chgData name="考 张" userId="87b8017596393203" providerId="LiveId" clId="{D567281E-BA97-4C7A-9065-2C3BC76975C9}" dt="2024-02-27T17:46:36.658" v="92" actId="1076"/>
          <ac:picMkLst>
            <pc:docMk/>
            <pc:sldMk cId="0" sldId="641"/>
            <ac:picMk id="3" creationId="{FC67C7D5-BAC0-E0BB-BE72-E3014251D91E}"/>
          </ac:picMkLst>
        </pc:picChg>
      </pc:sldChg>
      <pc:sldChg chg="del">
        <pc:chgData name="考 张" userId="87b8017596393203" providerId="LiveId" clId="{D567281E-BA97-4C7A-9065-2C3BC76975C9}" dt="2024-02-27T17:49:58.367" v="114" actId="2696"/>
        <pc:sldMkLst>
          <pc:docMk/>
          <pc:sldMk cId="0" sldId="643"/>
        </pc:sldMkLst>
      </pc:sldChg>
      <pc:sldChg chg="ord">
        <pc:chgData name="考 张" userId="87b8017596393203" providerId="LiveId" clId="{D567281E-BA97-4C7A-9065-2C3BC76975C9}" dt="2024-02-27T17:58:53.518" v="131" actId="20578"/>
        <pc:sldMkLst>
          <pc:docMk/>
          <pc:sldMk cId="0" sldId="644"/>
        </pc:sldMkLst>
      </pc:sldChg>
      <pc:sldChg chg="addSp delSp modSp mod">
        <pc:chgData name="考 张" userId="87b8017596393203" providerId="LiveId" clId="{D567281E-BA97-4C7A-9065-2C3BC76975C9}" dt="2024-02-27T18:00:45.942" v="160" actId="113"/>
        <pc:sldMkLst>
          <pc:docMk/>
          <pc:sldMk cId="0" sldId="646"/>
        </pc:sldMkLst>
        <pc:spChg chg="add del mod">
          <ac:chgData name="考 张" userId="87b8017596393203" providerId="LiveId" clId="{D567281E-BA97-4C7A-9065-2C3BC76975C9}" dt="2024-02-27T17:57:16.262" v="120"/>
          <ac:spMkLst>
            <pc:docMk/>
            <pc:sldMk cId="0" sldId="646"/>
            <ac:spMk id="2" creationId="{48F9FFBC-DC42-710A-9235-7CE9631493D6}"/>
          </ac:spMkLst>
        </pc:spChg>
        <pc:spChg chg="mod">
          <ac:chgData name="考 张" userId="87b8017596393203" providerId="LiveId" clId="{D567281E-BA97-4C7A-9065-2C3BC76975C9}" dt="2024-02-27T18:00:04.499" v="153" actId="1076"/>
          <ac:spMkLst>
            <pc:docMk/>
            <pc:sldMk cId="0" sldId="646"/>
            <ac:spMk id="7" creationId="{00000000-0000-0000-0000-000000000000}"/>
          </ac:spMkLst>
        </pc:spChg>
        <pc:spChg chg="add del mod">
          <ac:chgData name="考 张" userId="87b8017596393203" providerId="LiveId" clId="{D567281E-BA97-4C7A-9065-2C3BC76975C9}" dt="2024-02-27T18:00:45.942" v="160" actId="113"/>
          <ac:spMkLst>
            <pc:docMk/>
            <pc:sldMk cId="0" sldId="646"/>
            <ac:spMk id="8" creationId="{00000000-0000-0000-0000-000000000000}"/>
          </ac:spMkLst>
        </pc:spChg>
        <pc:spChg chg="add del mod">
          <ac:chgData name="考 张" userId="87b8017596393203" providerId="LiveId" clId="{D567281E-BA97-4C7A-9065-2C3BC76975C9}" dt="2024-02-27T17:58:55.002" v="134"/>
          <ac:spMkLst>
            <pc:docMk/>
            <pc:sldMk cId="0" sldId="646"/>
            <ac:spMk id="12" creationId="{2711D582-025B-5014-D27F-2D96B73D030F}"/>
          </ac:spMkLst>
        </pc:spChg>
        <pc:spChg chg="mod">
          <ac:chgData name="考 张" userId="87b8017596393203" providerId="LiveId" clId="{D567281E-BA97-4C7A-9065-2C3BC76975C9}" dt="2024-02-27T17:58:54.566" v="133" actId="1076"/>
          <ac:spMkLst>
            <pc:docMk/>
            <pc:sldMk cId="0" sldId="646"/>
            <ac:spMk id="22" creationId="{00000000-0000-0000-0000-000000000000}"/>
          </ac:spMkLst>
        </pc:spChg>
        <pc:grpChg chg="mod">
          <ac:chgData name="考 张" userId="87b8017596393203" providerId="LiveId" clId="{D567281E-BA97-4C7A-9065-2C3BC76975C9}" dt="2024-02-27T18:00:04.499" v="153" actId="1076"/>
          <ac:grpSpMkLst>
            <pc:docMk/>
            <pc:sldMk cId="0" sldId="646"/>
            <ac:grpSpMk id="24" creationId="{00000000-0000-0000-0000-000000000000}"/>
          </ac:grpSpMkLst>
        </pc:grpChg>
      </pc:sldChg>
      <pc:sldChg chg="del">
        <pc:chgData name="考 张" userId="87b8017596393203" providerId="LiveId" clId="{D567281E-BA97-4C7A-9065-2C3BC76975C9}" dt="2024-02-27T18:03:14.091" v="171" actId="2696"/>
        <pc:sldMkLst>
          <pc:docMk/>
          <pc:sldMk cId="0" sldId="647"/>
        </pc:sldMkLst>
      </pc:sldChg>
      <pc:sldChg chg="mod ord modShow">
        <pc:chgData name="考 张" userId="87b8017596393203" providerId="LiveId" clId="{D567281E-BA97-4C7A-9065-2C3BC76975C9}" dt="2024-02-27T18:06:08.290" v="189"/>
        <pc:sldMkLst>
          <pc:docMk/>
          <pc:sldMk cId="0" sldId="648"/>
        </pc:sldMkLst>
      </pc:sldChg>
      <pc:sldChg chg="addSp delSp modSp mod">
        <pc:chgData name="考 张" userId="87b8017596393203" providerId="LiveId" clId="{D567281E-BA97-4C7A-9065-2C3BC76975C9}" dt="2024-02-27T18:09:18.946" v="202" actId="732"/>
        <pc:sldMkLst>
          <pc:docMk/>
          <pc:sldMk cId="0" sldId="664"/>
        </pc:sldMkLst>
        <pc:spChg chg="mod">
          <ac:chgData name="考 张" userId="87b8017596393203" providerId="LiveId" clId="{D567281E-BA97-4C7A-9065-2C3BC76975C9}" dt="2024-02-27T18:08:43.606" v="196" actId="14100"/>
          <ac:spMkLst>
            <pc:docMk/>
            <pc:sldMk cId="0" sldId="664"/>
            <ac:spMk id="16" creationId="{00000000-0000-0000-0000-000000000000}"/>
          </ac:spMkLst>
        </pc:spChg>
        <pc:spChg chg="mod">
          <ac:chgData name="考 张" userId="87b8017596393203" providerId="LiveId" clId="{D567281E-BA97-4C7A-9065-2C3BC76975C9}" dt="2024-02-27T18:08:59.828" v="197" actId="164"/>
          <ac:spMkLst>
            <pc:docMk/>
            <pc:sldMk cId="0" sldId="664"/>
            <ac:spMk id="23" creationId="{00000000-0000-0000-0000-000000000000}"/>
          </ac:spMkLst>
        </pc:spChg>
        <pc:spChg chg="mod">
          <ac:chgData name="考 张" userId="87b8017596393203" providerId="LiveId" clId="{D567281E-BA97-4C7A-9065-2C3BC76975C9}" dt="2024-02-27T18:08:59.828" v="197" actId="164"/>
          <ac:spMkLst>
            <pc:docMk/>
            <pc:sldMk cId="0" sldId="664"/>
            <ac:spMk id="25" creationId="{00000000-0000-0000-0000-000000000000}"/>
          </ac:spMkLst>
        </pc:spChg>
        <pc:grpChg chg="add del mod">
          <ac:chgData name="考 张" userId="87b8017596393203" providerId="LiveId" clId="{D567281E-BA97-4C7A-9065-2C3BC76975C9}" dt="2024-02-27T18:09:04.455" v="199" actId="21"/>
          <ac:grpSpMkLst>
            <pc:docMk/>
            <pc:sldMk cId="0" sldId="664"/>
            <ac:grpSpMk id="2" creationId="{6D41E4D4-EC9E-FADB-B73D-43A07F52E9FE}"/>
          </ac:grpSpMkLst>
        </pc:grpChg>
        <pc:grpChg chg="mod">
          <ac:chgData name="考 张" userId="87b8017596393203" providerId="LiveId" clId="{D567281E-BA97-4C7A-9065-2C3BC76975C9}" dt="2024-02-27T18:08:59.828" v="197" actId="164"/>
          <ac:grpSpMkLst>
            <pc:docMk/>
            <pc:sldMk cId="0" sldId="664"/>
            <ac:grpSpMk id="20" creationId="{00000000-0000-0000-0000-000000000000}"/>
          </ac:grpSpMkLst>
        </pc:grpChg>
        <pc:picChg chg="add mod modCrop">
          <ac:chgData name="考 张" userId="87b8017596393203" providerId="LiveId" clId="{D567281E-BA97-4C7A-9065-2C3BC76975C9}" dt="2024-02-27T18:09:18.946" v="202" actId="732"/>
          <ac:picMkLst>
            <pc:docMk/>
            <pc:sldMk cId="0" sldId="664"/>
            <ac:picMk id="5" creationId="{D8599BB4-E48C-CE8D-CF49-7F201F3E236F}"/>
          </ac:picMkLst>
        </pc:picChg>
      </pc:sldChg>
      <pc:sldChg chg="ord">
        <pc:chgData name="考 张" userId="87b8017596393203" providerId="LiveId" clId="{D567281E-BA97-4C7A-9065-2C3BC76975C9}" dt="2024-02-27T18:09:59.650" v="204"/>
        <pc:sldMkLst>
          <pc:docMk/>
          <pc:sldMk cId="0" sldId="665"/>
        </pc:sldMkLst>
      </pc:sldChg>
      <pc:sldChg chg="ord">
        <pc:chgData name="考 张" userId="87b8017596393203" providerId="LiveId" clId="{D567281E-BA97-4C7A-9065-2C3BC76975C9}" dt="2024-02-27T18:09:59.650" v="204"/>
        <pc:sldMkLst>
          <pc:docMk/>
          <pc:sldMk cId="0" sldId="666"/>
        </pc:sldMkLst>
      </pc:sldChg>
      <pc:sldChg chg="del">
        <pc:chgData name="考 张" userId="87b8017596393203" providerId="LiveId" clId="{D567281E-BA97-4C7A-9065-2C3BC76975C9}" dt="2024-02-27T17:43:24.177" v="70" actId="2696"/>
        <pc:sldMkLst>
          <pc:docMk/>
          <pc:sldMk cId="0" sldId="674"/>
        </pc:sldMkLst>
      </pc:sldChg>
      <pc:sldChg chg="add del">
        <pc:chgData name="考 张" userId="87b8017596393203" providerId="LiveId" clId="{D567281E-BA97-4C7A-9065-2C3BC76975C9}" dt="2024-02-27T17:36:56.038" v="6"/>
        <pc:sldMkLst>
          <pc:docMk/>
          <pc:sldMk cId="174589620" sldId="688"/>
        </pc:sldMkLst>
      </pc:sldChg>
      <pc:sldChg chg="addSp delSp modSp mod ord delAnim">
        <pc:chgData name="考 张" userId="87b8017596393203" providerId="LiveId" clId="{D567281E-BA97-4C7A-9065-2C3BC76975C9}" dt="2024-02-27T18:06:05.392" v="187" actId="1076"/>
        <pc:sldMkLst>
          <pc:docMk/>
          <pc:sldMk cId="356051885" sldId="707"/>
        </pc:sldMkLst>
        <pc:spChg chg="add mod">
          <ac:chgData name="考 张" userId="87b8017596393203" providerId="LiveId" clId="{D567281E-BA97-4C7A-9065-2C3BC76975C9}" dt="2024-02-27T18:03:51.767" v="175"/>
          <ac:spMkLst>
            <pc:docMk/>
            <pc:sldMk cId="356051885" sldId="707"/>
            <ac:spMk id="4" creationId="{5E59CF54-A310-66D6-C7DB-E88973DE7329}"/>
          </ac:spMkLst>
        </pc:spChg>
        <pc:spChg chg="mod">
          <ac:chgData name="考 张" userId="87b8017596393203" providerId="LiveId" clId="{D567281E-BA97-4C7A-9065-2C3BC76975C9}" dt="2024-02-27T18:03:51.767" v="175"/>
          <ac:spMkLst>
            <pc:docMk/>
            <pc:sldMk cId="356051885" sldId="707"/>
            <ac:spMk id="7" creationId="{D8D6C14B-207F-79C2-4109-F7BF5040B04C}"/>
          </ac:spMkLst>
        </pc:spChg>
        <pc:spChg chg="mod">
          <ac:chgData name="考 张" userId="87b8017596393203" providerId="LiveId" clId="{D567281E-BA97-4C7A-9065-2C3BC76975C9}" dt="2024-02-27T18:06:05.392" v="187" actId="1076"/>
          <ac:spMkLst>
            <pc:docMk/>
            <pc:sldMk cId="356051885" sldId="707"/>
            <ac:spMk id="9" creationId="{00000000-0000-0000-0000-000000000000}"/>
          </ac:spMkLst>
        </pc:spChg>
        <pc:spChg chg="del mod">
          <ac:chgData name="考 张" userId="87b8017596393203" providerId="LiveId" clId="{D567281E-BA97-4C7A-9065-2C3BC76975C9}" dt="2024-02-27T18:03:49.086" v="173" actId="478"/>
          <ac:spMkLst>
            <pc:docMk/>
            <pc:sldMk cId="356051885" sldId="707"/>
            <ac:spMk id="11" creationId="{00000000-0000-0000-0000-000000000000}"/>
          </ac:spMkLst>
        </pc:spChg>
        <pc:spChg chg="mod">
          <ac:chgData name="考 张" userId="87b8017596393203" providerId="LiveId" clId="{D567281E-BA97-4C7A-9065-2C3BC76975C9}" dt="2024-02-27T18:03:51.767" v="175"/>
          <ac:spMkLst>
            <pc:docMk/>
            <pc:sldMk cId="356051885" sldId="707"/>
            <ac:spMk id="15" creationId="{BC471E0D-EBFA-484A-A668-2DD1EDDF3ED7}"/>
          </ac:spMkLst>
        </pc:spChg>
        <pc:spChg chg="add mod">
          <ac:chgData name="考 张" userId="87b8017596393203" providerId="LiveId" clId="{D567281E-BA97-4C7A-9065-2C3BC76975C9}" dt="2024-02-27T18:04:41.278" v="183" actId="1076"/>
          <ac:spMkLst>
            <pc:docMk/>
            <pc:sldMk cId="356051885" sldId="707"/>
            <ac:spMk id="16" creationId="{D9F409ED-BC24-7F3D-079C-6B956A6E9FAB}"/>
          </ac:spMkLst>
        </pc:spChg>
        <pc:spChg chg="add mod">
          <ac:chgData name="考 张" userId="87b8017596393203" providerId="LiveId" clId="{D567281E-BA97-4C7A-9065-2C3BC76975C9}" dt="2024-02-27T18:04:59.793" v="185" actId="688"/>
          <ac:spMkLst>
            <pc:docMk/>
            <pc:sldMk cId="356051885" sldId="707"/>
            <ac:spMk id="17" creationId="{3E1AD1B6-AA12-81D7-A4C9-63ACDEA69A83}"/>
          </ac:spMkLst>
        </pc:spChg>
        <pc:grpChg chg="add mod">
          <ac:chgData name="考 张" userId="87b8017596393203" providerId="LiveId" clId="{D567281E-BA97-4C7A-9065-2C3BC76975C9}" dt="2024-02-27T18:04:38.070" v="182" actId="1076"/>
          <ac:grpSpMkLst>
            <pc:docMk/>
            <pc:sldMk cId="356051885" sldId="707"/>
            <ac:grpSpMk id="5" creationId="{3775E06C-A16F-4B36-A309-C13444ED0888}"/>
          </ac:grpSpMkLst>
        </pc:grpChg>
        <pc:grpChg chg="mod">
          <ac:chgData name="考 张" userId="87b8017596393203" providerId="LiveId" clId="{D567281E-BA97-4C7A-9065-2C3BC76975C9}" dt="2024-02-27T18:03:51.767" v="175"/>
          <ac:grpSpMkLst>
            <pc:docMk/>
            <pc:sldMk cId="356051885" sldId="707"/>
            <ac:grpSpMk id="6" creationId="{066D3673-B822-65CB-DF9F-75FB96B30BB2}"/>
          </ac:grpSpMkLst>
        </pc:grpChg>
        <pc:graphicFrameChg chg="del">
          <ac:chgData name="考 张" userId="87b8017596393203" providerId="LiveId" clId="{D567281E-BA97-4C7A-9065-2C3BC76975C9}" dt="2024-02-27T18:03:50.717" v="174" actId="478"/>
          <ac:graphicFrameMkLst>
            <pc:docMk/>
            <pc:sldMk cId="356051885" sldId="707"/>
            <ac:graphicFrameMk id="12" creationId="{00000000-0000-0000-0000-000000000000}"/>
          </ac:graphicFrameMkLst>
        </pc:graphicFrameChg>
        <pc:graphicFrameChg chg="del">
          <ac:chgData name="考 张" userId="87b8017596393203" providerId="LiveId" clId="{D567281E-BA97-4C7A-9065-2C3BC76975C9}" dt="2024-02-27T18:02:03.677" v="164" actId="478"/>
          <ac:graphicFrameMkLst>
            <pc:docMk/>
            <pc:sldMk cId="356051885" sldId="707"/>
            <ac:graphicFrameMk id="13" creationId="{00000000-0000-0000-0000-000000000000}"/>
          </ac:graphicFrameMkLst>
        </pc:graphicFrameChg>
        <pc:picChg chg="add mod">
          <ac:chgData name="考 张" userId="87b8017596393203" providerId="LiveId" clId="{D567281E-BA97-4C7A-9065-2C3BC76975C9}" dt="2024-02-27T18:05:03.106" v="186" actId="14100"/>
          <ac:picMkLst>
            <pc:docMk/>
            <pc:sldMk cId="356051885" sldId="707"/>
            <ac:picMk id="3" creationId="{B197C09A-D07E-112E-ECBC-2059046C78B7}"/>
          </ac:picMkLst>
        </pc:picChg>
        <pc:picChg chg="mod">
          <ac:chgData name="考 张" userId="87b8017596393203" providerId="LiveId" clId="{D567281E-BA97-4C7A-9065-2C3BC76975C9}" dt="2024-02-27T18:03:51.767" v="175"/>
          <ac:picMkLst>
            <pc:docMk/>
            <pc:sldMk cId="356051885" sldId="707"/>
            <ac:picMk id="8" creationId="{B37FE541-8E0C-F56B-B451-71A573A58BE0}"/>
          </ac:picMkLst>
        </pc:picChg>
        <pc:picChg chg="del">
          <ac:chgData name="考 张" userId="87b8017596393203" providerId="LiveId" clId="{D567281E-BA97-4C7A-9065-2C3BC76975C9}" dt="2024-02-27T18:03:46.629" v="172" actId="478"/>
          <ac:picMkLst>
            <pc:docMk/>
            <pc:sldMk cId="356051885" sldId="707"/>
            <ac:picMk id="10" creationId="{00000000-0000-0000-0000-000000000000}"/>
          </ac:picMkLst>
        </pc:picChg>
      </pc:sldChg>
      <pc:sldChg chg="add del">
        <pc:chgData name="考 张" userId="87b8017596393203" providerId="LiveId" clId="{D567281E-BA97-4C7A-9065-2C3BC76975C9}" dt="2024-02-27T18:10:28.386" v="206" actId="2696"/>
        <pc:sldMkLst>
          <pc:docMk/>
          <pc:sldMk cId="4209879871" sldId="713"/>
        </pc:sldMkLst>
      </pc:sldChg>
      <pc:sldChg chg="del">
        <pc:chgData name="考 张" userId="87b8017596393203" providerId="LiveId" clId="{D567281E-BA97-4C7A-9065-2C3BC76975C9}" dt="2024-02-27T18:11:50.493" v="207" actId="2696"/>
        <pc:sldMkLst>
          <pc:docMk/>
          <pc:sldMk cId="1999558913" sldId="717"/>
        </pc:sldMkLst>
      </pc:sldChg>
      <pc:sldChg chg="del ord">
        <pc:chgData name="考 张" userId="87b8017596393203" providerId="LiveId" clId="{D567281E-BA97-4C7A-9065-2C3BC76975C9}" dt="2024-02-27T18:00:55.447" v="161" actId="2696"/>
        <pc:sldMkLst>
          <pc:docMk/>
          <pc:sldMk cId="2103047858" sldId="749"/>
        </pc:sldMkLst>
      </pc:sldChg>
      <pc:sldChg chg="add del">
        <pc:chgData name="考 张" userId="87b8017596393203" providerId="LiveId" clId="{D567281E-BA97-4C7A-9065-2C3BC76975C9}" dt="2024-02-27T18:07:35.176" v="191"/>
        <pc:sldMkLst>
          <pc:docMk/>
          <pc:sldMk cId="451625279" sldId="754"/>
        </pc:sldMkLst>
      </pc:sldChg>
      <pc:sldChg chg="add del">
        <pc:chgData name="考 张" userId="87b8017596393203" providerId="LiveId" clId="{D567281E-BA97-4C7A-9065-2C3BC76975C9}" dt="2024-02-27T17:44:20.530" v="74"/>
        <pc:sldMkLst>
          <pc:docMk/>
          <pc:sldMk cId="2062246921" sldId="767"/>
        </pc:sldMkLst>
      </pc:sldChg>
      <pc:sldChg chg="del">
        <pc:chgData name="考 张" userId="87b8017596393203" providerId="LiveId" clId="{D567281E-BA97-4C7A-9065-2C3BC76975C9}" dt="2024-02-27T17:44:02.918" v="72" actId="2696"/>
        <pc:sldMkLst>
          <pc:docMk/>
          <pc:sldMk cId="2281429840" sldId="767"/>
        </pc:sldMkLst>
      </pc:sldChg>
      <pc:sldChg chg="ord">
        <pc:chgData name="考 张" userId="87b8017596393203" providerId="LiveId" clId="{D567281E-BA97-4C7A-9065-2C3BC76975C9}" dt="2024-02-27T17:53:27.361" v="116"/>
        <pc:sldMkLst>
          <pc:docMk/>
          <pc:sldMk cId="597767551" sldId="780"/>
        </pc:sldMkLst>
      </pc:sldChg>
      <pc:sldChg chg="ord">
        <pc:chgData name="考 张" userId="87b8017596393203" providerId="LiveId" clId="{D567281E-BA97-4C7A-9065-2C3BC76975C9}" dt="2024-02-27T17:49:18.639" v="110"/>
        <pc:sldMkLst>
          <pc:docMk/>
          <pc:sldMk cId="3308693985" sldId="878"/>
        </pc:sldMkLst>
      </pc:sldChg>
      <pc:sldChg chg="ord">
        <pc:chgData name="考 张" userId="87b8017596393203" providerId="LiveId" clId="{D567281E-BA97-4C7A-9065-2C3BC76975C9}" dt="2024-02-27T17:49:24.514" v="112"/>
        <pc:sldMkLst>
          <pc:docMk/>
          <pc:sldMk cId="601522213" sldId="880"/>
        </pc:sldMkLst>
      </pc:sldChg>
      <pc:sldChg chg="del">
        <pc:chgData name="考 张" userId="87b8017596393203" providerId="LiveId" clId="{D567281E-BA97-4C7A-9065-2C3BC76975C9}" dt="2024-02-27T17:49:48.274" v="113" actId="2696"/>
        <pc:sldMkLst>
          <pc:docMk/>
          <pc:sldMk cId="1006328773" sldId="884"/>
        </pc:sldMkLst>
      </pc:sldChg>
      <pc:sldChg chg="addSp delSp modSp add mod">
        <pc:chgData name="考 张" userId="87b8017596393203" providerId="LiveId" clId="{D567281E-BA97-4C7A-9065-2C3BC76975C9}" dt="2024-02-27T17:39:39.395" v="48" actId="1076"/>
        <pc:sldMkLst>
          <pc:docMk/>
          <pc:sldMk cId="2113315971" sldId="886"/>
        </pc:sldMkLst>
        <pc:spChg chg="add mod">
          <ac:chgData name="考 张" userId="87b8017596393203" providerId="LiveId" clId="{D567281E-BA97-4C7A-9065-2C3BC76975C9}" dt="2024-02-27T17:38:28.910" v="32" actId="1076"/>
          <ac:spMkLst>
            <pc:docMk/>
            <pc:sldMk cId="2113315971" sldId="886"/>
            <ac:spMk id="2" creationId="{2CE68007-F4B6-5F98-62CD-C7041BF28B29}"/>
          </ac:spMkLst>
        </pc:spChg>
        <pc:spChg chg="del">
          <ac:chgData name="考 张" userId="87b8017596393203" providerId="LiveId" clId="{D567281E-BA97-4C7A-9065-2C3BC76975C9}" dt="2024-02-27T17:38:19.023" v="29" actId="478"/>
          <ac:spMkLst>
            <pc:docMk/>
            <pc:sldMk cId="2113315971" sldId="886"/>
            <ac:spMk id="8" creationId="{00000000-0000-0000-0000-000000000000}"/>
          </ac:spMkLst>
        </pc:spChg>
        <pc:spChg chg="mod">
          <ac:chgData name="考 张" userId="87b8017596393203" providerId="LiveId" clId="{D567281E-BA97-4C7A-9065-2C3BC76975C9}" dt="2024-02-27T17:38:47.492" v="37" actId="20577"/>
          <ac:spMkLst>
            <pc:docMk/>
            <pc:sldMk cId="2113315971" sldId="886"/>
            <ac:spMk id="10" creationId="{00000000-0000-0000-0000-000000000000}"/>
          </ac:spMkLst>
        </pc:spChg>
        <pc:spChg chg="del mod">
          <ac:chgData name="考 张" userId="87b8017596393203" providerId="LiveId" clId="{D567281E-BA97-4C7A-9065-2C3BC76975C9}" dt="2024-02-27T17:37:50.424" v="23" actId="478"/>
          <ac:spMkLst>
            <pc:docMk/>
            <pc:sldMk cId="2113315971" sldId="886"/>
            <ac:spMk id="15" creationId="{00000000-0000-0000-0000-000000000000}"/>
          </ac:spMkLst>
        </pc:spChg>
        <pc:graphicFrameChg chg="add mod">
          <ac:chgData name="考 张" userId="87b8017596393203" providerId="LiveId" clId="{D567281E-BA97-4C7A-9065-2C3BC76975C9}" dt="2024-02-27T17:38:28.910" v="32" actId="1076"/>
          <ac:graphicFrameMkLst>
            <pc:docMk/>
            <pc:sldMk cId="2113315971" sldId="886"/>
            <ac:graphicFrameMk id="4" creationId="{2B48EAF3-FABE-95AB-7D2C-DE40BB9B6C7A}"/>
          </ac:graphicFrameMkLst>
        </pc:graphicFrameChg>
        <pc:graphicFrameChg chg="add mod">
          <ac:chgData name="考 张" userId="87b8017596393203" providerId="LiveId" clId="{D567281E-BA97-4C7A-9065-2C3BC76975C9}" dt="2024-02-27T17:39:36.277" v="47" actId="1076"/>
          <ac:graphicFrameMkLst>
            <pc:docMk/>
            <pc:sldMk cId="2113315971" sldId="886"/>
            <ac:graphicFrameMk id="5" creationId="{0308C2D5-DD47-1BEA-D79F-83C845383546}"/>
          </ac:graphicFrameMkLst>
        </pc:graphicFrameChg>
        <pc:graphicFrameChg chg="add mod">
          <ac:chgData name="考 张" userId="87b8017596393203" providerId="LiveId" clId="{D567281E-BA97-4C7A-9065-2C3BC76975C9}" dt="2024-02-27T17:38:28.910" v="32" actId="1076"/>
          <ac:graphicFrameMkLst>
            <pc:docMk/>
            <pc:sldMk cId="2113315971" sldId="886"/>
            <ac:graphicFrameMk id="6" creationId="{73927088-1E3B-E602-9E9A-B1F907AE7CC5}"/>
          </ac:graphicFrameMkLst>
        </pc:graphicFrameChg>
        <pc:graphicFrameChg chg="add mod">
          <ac:chgData name="考 张" userId="87b8017596393203" providerId="LiveId" clId="{D567281E-BA97-4C7A-9065-2C3BC76975C9}" dt="2024-02-27T17:38:28.910" v="32" actId="1076"/>
          <ac:graphicFrameMkLst>
            <pc:docMk/>
            <pc:sldMk cId="2113315971" sldId="886"/>
            <ac:graphicFrameMk id="7" creationId="{9BCF0ABE-0BF3-D94A-2943-9BEB84B1381E}"/>
          </ac:graphicFrameMkLst>
        </pc:graphicFrameChg>
        <pc:graphicFrameChg chg="add mod">
          <ac:chgData name="考 张" userId="87b8017596393203" providerId="LiveId" clId="{D567281E-BA97-4C7A-9065-2C3BC76975C9}" dt="2024-02-27T17:39:39.395" v="48" actId="1076"/>
          <ac:graphicFrameMkLst>
            <pc:docMk/>
            <pc:sldMk cId="2113315971" sldId="886"/>
            <ac:graphicFrameMk id="12" creationId="{F1988505-A766-7FE4-7435-31F5DC9E9B0B}"/>
          </ac:graphicFrameMkLst>
        </pc:graphicFrameChg>
        <pc:picChg chg="del">
          <ac:chgData name="考 张" userId="87b8017596393203" providerId="LiveId" clId="{D567281E-BA97-4C7A-9065-2C3BC76975C9}" dt="2024-02-27T17:38:21.016" v="30" actId="478"/>
          <ac:picMkLst>
            <pc:docMk/>
            <pc:sldMk cId="2113315971" sldId="886"/>
            <ac:picMk id="3" creationId="{00000000-0000-0000-0000-000000000000}"/>
          </ac:picMkLst>
        </pc:picChg>
      </pc:sldChg>
      <pc:sldChg chg="add del">
        <pc:chgData name="考 张" userId="87b8017596393203" providerId="LiveId" clId="{D567281E-BA97-4C7A-9065-2C3BC76975C9}" dt="2024-02-27T17:38:54.801" v="39" actId="2696"/>
        <pc:sldMkLst>
          <pc:docMk/>
          <pc:sldMk cId="917726885" sldId="887"/>
        </pc:sldMkLst>
      </pc:sldChg>
      <pc:sldChg chg="addSp delSp modSp add mod modAnim">
        <pc:chgData name="考 张" userId="87b8017596393203" providerId="LiveId" clId="{D567281E-BA97-4C7A-9065-2C3BC76975C9}" dt="2024-02-27T17:39:25.427" v="46"/>
        <pc:sldMkLst>
          <pc:docMk/>
          <pc:sldMk cId="313985932" sldId="888"/>
        </pc:sldMkLst>
        <pc:spChg chg="del">
          <ac:chgData name="考 张" userId="87b8017596393203" providerId="LiveId" clId="{D567281E-BA97-4C7A-9065-2C3BC76975C9}" dt="2024-02-27T17:39:09.172" v="40" actId="478"/>
          <ac:spMkLst>
            <pc:docMk/>
            <pc:sldMk cId="313985932" sldId="888"/>
            <ac:spMk id="2" creationId="{2CE68007-F4B6-5F98-62CD-C7041BF28B29}"/>
          </ac:spMkLst>
        </pc:spChg>
        <pc:spChg chg="add del mod">
          <ac:chgData name="考 张" userId="87b8017596393203" providerId="LiveId" clId="{D567281E-BA97-4C7A-9065-2C3BC76975C9}" dt="2024-02-27T17:39:22.997" v="45" actId="478"/>
          <ac:spMkLst>
            <pc:docMk/>
            <pc:sldMk cId="313985932" sldId="888"/>
            <ac:spMk id="8" creationId="{411416E2-0CDB-7CAF-0687-C63EED62441C}"/>
          </ac:spMkLst>
        </pc:spChg>
        <pc:spChg chg="mod">
          <ac:chgData name="考 张" userId="87b8017596393203" providerId="LiveId" clId="{D567281E-BA97-4C7A-9065-2C3BC76975C9}" dt="2024-02-27T17:39:09.874" v="41"/>
          <ac:spMkLst>
            <pc:docMk/>
            <pc:sldMk cId="313985932" sldId="888"/>
            <ac:spMk id="16" creationId="{68798737-9C07-A785-7D8C-475B7FE2CE13}"/>
          </ac:spMkLst>
        </pc:spChg>
        <pc:spChg chg="mod">
          <ac:chgData name="考 张" userId="87b8017596393203" providerId="LiveId" clId="{D567281E-BA97-4C7A-9065-2C3BC76975C9}" dt="2024-02-27T17:39:09.874" v="41"/>
          <ac:spMkLst>
            <pc:docMk/>
            <pc:sldMk cId="313985932" sldId="888"/>
            <ac:spMk id="17" creationId="{0AAA4CA2-E0F2-028A-19EE-0F53E8E4C5D7}"/>
          </ac:spMkLst>
        </pc:spChg>
        <pc:spChg chg="mod">
          <ac:chgData name="考 张" userId="87b8017596393203" providerId="LiveId" clId="{D567281E-BA97-4C7A-9065-2C3BC76975C9}" dt="2024-02-27T17:39:09.874" v="41"/>
          <ac:spMkLst>
            <pc:docMk/>
            <pc:sldMk cId="313985932" sldId="888"/>
            <ac:spMk id="18" creationId="{6C422FA3-64A3-F072-3F4A-8A3A41F1D895}"/>
          </ac:spMkLst>
        </pc:spChg>
        <pc:spChg chg="mod">
          <ac:chgData name="考 张" userId="87b8017596393203" providerId="LiveId" clId="{D567281E-BA97-4C7A-9065-2C3BC76975C9}" dt="2024-02-27T17:39:09.874" v="41"/>
          <ac:spMkLst>
            <pc:docMk/>
            <pc:sldMk cId="313985932" sldId="888"/>
            <ac:spMk id="19" creationId="{158AD849-F31C-C620-886E-79DF3E8017F3}"/>
          </ac:spMkLst>
        </pc:spChg>
        <pc:spChg chg="mod">
          <ac:chgData name="考 张" userId="87b8017596393203" providerId="LiveId" clId="{D567281E-BA97-4C7A-9065-2C3BC76975C9}" dt="2024-02-27T17:39:09.874" v="41"/>
          <ac:spMkLst>
            <pc:docMk/>
            <pc:sldMk cId="313985932" sldId="888"/>
            <ac:spMk id="20" creationId="{857BA824-B270-781C-910E-867305700E8D}"/>
          </ac:spMkLst>
        </pc:spChg>
        <pc:spChg chg="mod">
          <ac:chgData name="考 张" userId="87b8017596393203" providerId="LiveId" clId="{D567281E-BA97-4C7A-9065-2C3BC76975C9}" dt="2024-02-27T17:39:09.874" v="41"/>
          <ac:spMkLst>
            <pc:docMk/>
            <pc:sldMk cId="313985932" sldId="888"/>
            <ac:spMk id="21" creationId="{780EBEE2-D3A3-284A-A451-04BA5871852B}"/>
          </ac:spMkLst>
        </pc:spChg>
        <pc:spChg chg="mod">
          <ac:chgData name="考 张" userId="87b8017596393203" providerId="LiveId" clId="{D567281E-BA97-4C7A-9065-2C3BC76975C9}" dt="2024-02-27T17:39:09.874" v="41"/>
          <ac:spMkLst>
            <pc:docMk/>
            <pc:sldMk cId="313985932" sldId="888"/>
            <ac:spMk id="23" creationId="{A775493E-5E86-3D22-C1CE-65F77A7D862F}"/>
          </ac:spMkLst>
        </pc:spChg>
        <pc:spChg chg="mod">
          <ac:chgData name="考 张" userId="87b8017596393203" providerId="LiveId" clId="{D567281E-BA97-4C7A-9065-2C3BC76975C9}" dt="2024-02-27T17:39:09.874" v="41"/>
          <ac:spMkLst>
            <pc:docMk/>
            <pc:sldMk cId="313985932" sldId="888"/>
            <ac:spMk id="25" creationId="{092336C3-868F-FCD6-2B72-EF2E22CB0FD7}"/>
          </ac:spMkLst>
        </pc:spChg>
        <pc:spChg chg="mod">
          <ac:chgData name="考 张" userId="87b8017596393203" providerId="LiveId" clId="{D567281E-BA97-4C7A-9065-2C3BC76975C9}" dt="2024-02-27T17:39:09.874" v="41"/>
          <ac:spMkLst>
            <pc:docMk/>
            <pc:sldMk cId="313985932" sldId="888"/>
            <ac:spMk id="26" creationId="{8FA20506-3116-C40F-3C5F-ABA6FCA2FA06}"/>
          </ac:spMkLst>
        </pc:spChg>
        <pc:spChg chg="mod">
          <ac:chgData name="考 张" userId="87b8017596393203" providerId="LiveId" clId="{D567281E-BA97-4C7A-9065-2C3BC76975C9}" dt="2024-02-27T17:39:09.874" v="41"/>
          <ac:spMkLst>
            <pc:docMk/>
            <pc:sldMk cId="313985932" sldId="888"/>
            <ac:spMk id="27" creationId="{A94AC455-D51B-1665-620F-DC924D0DA65F}"/>
          </ac:spMkLst>
        </pc:spChg>
        <pc:spChg chg="mod">
          <ac:chgData name="考 张" userId="87b8017596393203" providerId="LiveId" clId="{D567281E-BA97-4C7A-9065-2C3BC76975C9}" dt="2024-02-27T17:39:09.874" v="41"/>
          <ac:spMkLst>
            <pc:docMk/>
            <pc:sldMk cId="313985932" sldId="888"/>
            <ac:spMk id="28" creationId="{95EE5A88-3E37-9D7A-B3FC-08F3EBE78F09}"/>
          </ac:spMkLst>
        </pc:spChg>
        <pc:spChg chg="mod">
          <ac:chgData name="考 张" userId="87b8017596393203" providerId="LiveId" clId="{D567281E-BA97-4C7A-9065-2C3BC76975C9}" dt="2024-02-27T17:39:09.874" v="41"/>
          <ac:spMkLst>
            <pc:docMk/>
            <pc:sldMk cId="313985932" sldId="888"/>
            <ac:spMk id="29" creationId="{41F20E0B-3BAE-DF8E-36E7-4866FF5F676F}"/>
          </ac:spMkLst>
        </pc:spChg>
        <pc:spChg chg="mod">
          <ac:chgData name="考 张" userId="87b8017596393203" providerId="LiveId" clId="{D567281E-BA97-4C7A-9065-2C3BC76975C9}" dt="2024-02-27T17:39:09.874" v="41"/>
          <ac:spMkLst>
            <pc:docMk/>
            <pc:sldMk cId="313985932" sldId="888"/>
            <ac:spMk id="30" creationId="{2C6E15A2-DB62-9500-9066-5917D7D92EE2}"/>
          </ac:spMkLst>
        </pc:spChg>
        <pc:spChg chg="mod">
          <ac:chgData name="考 张" userId="87b8017596393203" providerId="LiveId" clId="{D567281E-BA97-4C7A-9065-2C3BC76975C9}" dt="2024-02-27T17:39:09.874" v="41"/>
          <ac:spMkLst>
            <pc:docMk/>
            <pc:sldMk cId="313985932" sldId="888"/>
            <ac:spMk id="31" creationId="{5A55CD8D-5E40-1EC4-C857-71458739FE89}"/>
          </ac:spMkLst>
        </pc:spChg>
        <pc:spChg chg="mod">
          <ac:chgData name="考 张" userId="87b8017596393203" providerId="LiveId" clId="{D567281E-BA97-4C7A-9065-2C3BC76975C9}" dt="2024-02-27T17:39:09.874" v="41"/>
          <ac:spMkLst>
            <pc:docMk/>
            <pc:sldMk cId="313985932" sldId="888"/>
            <ac:spMk id="32" creationId="{63DBAE29-8A3D-FB05-A0A0-FC66AEB474E0}"/>
          </ac:spMkLst>
        </pc:spChg>
        <pc:spChg chg="mod">
          <ac:chgData name="考 张" userId="87b8017596393203" providerId="LiveId" clId="{D567281E-BA97-4C7A-9065-2C3BC76975C9}" dt="2024-02-27T17:39:09.874" v="41"/>
          <ac:spMkLst>
            <pc:docMk/>
            <pc:sldMk cId="313985932" sldId="888"/>
            <ac:spMk id="33" creationId="{2EFA5040-2846-412A-46CF-15D61EE5C35E}"/>
          </ac:spMkLst>
        </pc:spChg>
        <pc:spChg chg="mod">
          <ac:chgData name="考 张" userId="87b8017596393203" providerId="LiveId" clId="{D567281E-BA97-4C7A-9065-2C3BC76975C9}" dt="2024-02-27T17:39:09.874" v="41"/>
          <ac:spMkLst>
            <pc:docMk/>
            <pc:sldMk cId="313985932" sldId="888"/>
            <ac:spMk id="34" creationId="{0B7190B6-9244-1293-0E0D-A649F3269AF9}"/>
          </ac:spMkLst>
        </pc:spChg>
        <pc:spChg chg="mod">
          <ac:chgData name="考 张" userId="87b8017596393203" providerId="LiveId" clId="{D567281E-BA97-4C7A-9065-2C3BC76975C9}" dt="2024-02-27T17:39:09.874" v="41"/>
          <ac:spMkLst>
            <pc:docMk/>
            <pc:sldMk cId="313985932" sldId="888"/>
            <ac:spMk id="35" creationId="{B24137BD-D84E-E0AE-20E8-8C402DDCEA11}"/>
          </ac:spMkLst>
        </pc:spChg>
        <pc:spChg chg="mod">
          <ac:chgData name="考 张" userId="87b8017596393203" providerId="LiveId" clId="{D567281E-BA97-4C7A-9065-2C3BC76975C9}" dt="2024-02-27T17:39:09.874" v="41"/>
          <ac:spMkLst>
            <pc:docMk/>
            <pc:sldMk cId="313985932" sldId="888"/>
            <ac:spMk id="36" creationId="{E3DA910C-30B1-8E30-F1BB-A02024A62CAA}"/>
          </ac:spMkLst>
        </pc:spChg>
        <pc:spChg chg="mod">
          <ac:chgData name="考 张" userId="87b8017596393203" providerId="LiveId" clId="{D567281E-BA97-4C7A-9065-2C3BC76975C9}" dt="2024-02-27T17:39:09.874" v="41"/>
          <ac:spMkLst>
            <pc:docMk/>
            <pc:sldMk cId="313985932" sldId="888"/>
            <ac:spMk id="37" creationId="{9710149C-CA8A-B6BF-70AC-1D571B6B4F34}"/>
          </ac:spMkLst>
        </pc:spChg>
        <pc:spChg chg="mod">
          <ac:chgData name="考 张" userId="87b8017596393203" providerId="LiveId" clId="{D567281E-BA97-4C7A-9065-2C3BC76975C9}" dt="2024-02-27T17:39:09.874" v="41"/>
          <ac:spMkLst>
            <pc:docMk/>
            <pc:sldMk cId="313985932" sldId="888"/>
            <ac:spMk id="38" creationId="{81692B18-375D-75DC-A2FA-AD5A51FE080F}"/>
          </ac:spMkLst>
        </pc:spChg>
        <pc:spChg chg="mod">
          <ac:chgData name="考 张" userId="87b8017596393203" providerId="LiveId" clId="{D567281E-BA97-4C7A-9065-2C3BC76975C9}" dt="2024-02-27T17:39:09.874" v="41"/>
          <ac:spMkLst>
            <pc:docMk/>
            <pc:sldMk cId="313985932" sldId="888"/>
            <ac:spMk id="39" creationId="{91429FC3-1CAE-F458-79CC-B1678A6DC984}"/>
          </ac:spMkLst>
        </pc:spChg>
        <pc:spChg chg="mod">
          <ac:chgData name="考 张" userId="87b8017596393203" providerId="LiveId" clId="{D567281E-BA97-4C7A-9065-2C3BC76975C9}" dt="2024-02-27T17:39:09.874" v="41"/>
          <ac:spMkLst>
            <pc:docMk/>
            <pc:sldMk cId="313985932" sldId="888"/>
            <ac:spMk id="40" creationId="{2BBB582E-2EB8-7E2A-67B2-21967ADD3870}"/>
          </ac:spMkLst>
        </pc:spChg>
        <pc:spChg chg="mod">
          <ac:chgData name="考 张" userId="87b8017596393203" providerId="LiveId" clId="{D567281E-BA97-4C7A-9065-2C3BC76975C9}" dt="2024-02-27T17:39:09.874" v="41"/>
          <ac:spMkLst>
            <pc:docMk/>
            <pc:sldMk cId="313985932" sldId="888"/>
            <ac:spMk id="41" creationId="{7F371042-593B-FC8D-B50F-BF8169D29070}"/>
          </ac:spMkLst>
        </pc:spChg>
        <pc:spChg chg="mod">
          <ac:chgData name="考 张" userId="87b8017596393203" providerId="LiveId" clId="{D567281E-BA97-4C7A-9065-2C3BC76975C9}" dt="2024-02-27T17:39:09.874" v="41"/>
          <ac:spMkLst>
            <pc:docMk/>
            <pc:sldMk cId="313985932" sldId="888"/>
            <ac:spMk id="42" creationId="{38D7483C-5071-C7EF-2F2B-50D2B493AC80}"/>
          </ac:spMkLst>
        </pc:spChg>
        <pc:spChg chg="mod">
          <ac:chgData name="考 张" userId="87b8017596393203" providerId="LiveId" clId="{D567281E-BA97-4C7A-9065-2C3BC76975C9}" dt="2024-02-27T17:39:09.874" v="41"/>
          <ac:spMkLst>
            <pc:docMk/>
            <pc:sldMk cId="313985932" sldId="888"/>
            <ac:spMk id="43" creationId="{53A80CC8-BA98-AE02-C308-29FE546E2B1C}"/>
          </ac:spMkLst>
        </pc:spChg>
        <pc:spChg chg="mod">
          <ac:chgData name="考 张" userId="87b8017596393203" providerId="LiveId" clId="{D567281E-BA97-4C7A-9065-2C3BC76975C9}" dt="2024-02-27T17:39:09.874" v="41"/>
          <ac:spMkLst>
            <pc:docMk/>
            <pc:sldMk cId="313985932" sldId="888"/>
            <ac:spMk id="44" creationId="{95F34CE7-5904-0A28-6E25-B68992EFA5AF}"/>
          </ac:spMkLst>
        </pc:spChg>
        <pc:spChg chg="mod">
          <ac:chgData name="考 张" userId="87b8017596393203" providerId="LiveId" clId="{D567281E-BA97-4C7A-9065-2C3BC76975C9}" dt="2024-02-27T17:39:09.874" v="41"/>
          <ac:spMkLst>
            <pc:docMk/>
            <pc:sldMk cId="313985932" sldId="888"/>
            <ac:spMk id="45" creationId="{C843CDB3-D0E8-3230-5AE7-5A240837BFAD}"/>
          </ac:spMkLst>
        </pc:spChg>
        <pc:spChg chg="mod">
          <ac:chgData name="考 张" userId="87b8017596393203" providerId="LiveId" clId="{D567281E-BA97-4C7A-9065-2C3BC76975C9}" dt="2024-02-27T17:39:09.874" v="41"/>
          <ac:spMkLst>
            <pc:docMk/>
            <pc:sldMk cId="313985932" sldId="888"/>
            <ac:spMk id="46" creationId="{6110735D-08D1-F6E2-9D6A-A25E0E31D371}"/>
          </ac:spMkLst>
        </pc:spChg>
        <pc:spChg chg="mod">
          <ac:chgData name="考 张" userId="87b8017596393203" providerId="LiveId" clId="{D567281E-BA97-4C7A-9065-2C3BC76975C9}" dt="2024-02-27T17:39:09.874" v="41"/>
          <ac:spMkLst>
            <pc:docMk/>
            <pc:sldMk cId="313985932" sldId="888"/>
            <ac:spMk id="47" creationId="{A6CB29F5-4321-25F1-84E3-9243B5FDEF00}"/>
          </ac:spMkLst>
        </pc:spChg>
        <pc:spChg chg="mod">
          <ac:chgData name="考 张" userId="87b8017596393203" providerId="LiveId" clId="{D567281E-BA97-4C7A-9065-2C3BC76975C9}" dt="2024-02-27T17:39:09.874" v="41"/>
          <ac:spMkLst>
            <pc:docMk/>
            <pc:sldMk cId="313985932" sldId="888"/>
            <ac:spMk id="48" creationId="{C6CF664A-7574-7E0D-E8CF-1BE05CD52670}"/>
          </ac:spMkLst>
        </pc:spChg>
        <pc:spChg chg="mod">
          <ac:chgData name="考 张" userId="87b8017596393203" providerId="LiveId" clId="{D567281E-BA97-4C7A-9065-2C3BC76975C9}" dt="2024-02-27T17:39:09.874" v="41"/>
          <ac:spMkLst>
            <pc:docMk/>
            <pc:sldMk cId="313985932" sldId="888"/>
            <ac:spMk id="49" creationId="{E91CC0BF-FF2D-F8F8-D0B7-1D64E3840D48}"/>
          </ac:spMkLst>
        </pc:spChg>
        <pc:spChg chg="mod">
          <ac:chgData name="考 张" userId="87b8017596393203" providerId="LiveId" clId="{D567281E-BA97-4C7A-9065-2C3BC76975C9}" dt="2024-02-27T17:39:09.874" v="41"/>
          <ac:spMkLst>
            <pc:docMk/>
            <pc:sldMk cId="313985932" sldId="888"/>
            <ac:spMk id="50" creationId="{839A98F1-C9D5-6200-6971-5A42A0852887}"/>
          </ac:spMkLst>
        </pc:spChg>
        <pc:spChg chg="mod">
          <ac:chgData name="考 张" userId="87b8017596393203" providerId="LiveId" clId="{D567281E-BA97-4C7A-9065-2C3BC76975C9}" dt="2024-02-27T17:39:09.874" v="41"/>
          <ac:spMkLst>
            <pc:docMk/>
            <pc:sldMk cId="313985932" sldId="888"/>
            <ac:spMk id="51" creationId="{C0EC7BF7-1902-4AF3-C469-52E3E3D28D5B}"/>
          </ac:spMkLst>
        </pc:spChg>
        <pc:spChg chg="mod">
          <ac:chgData name="考 张" userId="87b8017596393203" providerId="LiveId" clId="{D567281E-BA97-4C7A-9065-2C3BC76975C9}" dt="2024-02-27T17:39:09.874" v="41"/>
          <ac:spMkLst>
            <pc:docMk/>
            <pc:sldMk cId="313985932" sldId="888"/>
            <ac:spMk id="52" creationId="{82A4D525-9858-6502-F935-6C22CC919E0F}"/>
          </ac:spMkLst>
        </pc:spChg>
        <pc:spChg chg="mod">
          <ac:chgData name="考 张" userId="87b8017596393203" providerId="LiveId" clId="{D567281E-BA97-4C7A-9065-2C3BC76975C9}" dt="2024-02-27T17:39:09.874" v="41"/>
          <ac:spMkLst>
            <pc:docMk/>
            <pc:sldMk cId="313985932" sldId="888"/>
            <ac:spMk id="53" creationId="{97C41E7F-E5FE-1B3E-0969-AB35A47AC45F}"/>
          </ac:spMkLst>
        </pc:spChg>
        <pc:spChg chg="mod">
          <ac:chgData name="考 张" userId="87b8017596393203" providerId="LiveId" clId="{D567281E-BA97-4C7A-9065-2C3BC76975C9}" dt="2024-02-27T17:39:09.874" v="41"/>
          <ac:spMkLst>
            <pc:docMk/>
            <pc:sldMk cId="313985932" sldId="888"/>
            <ac:spMk id="54" creationId="{BD5B5360-C3D8-7F6B-E5D5-8730BC1D19A6}"/>
          </ac:spMkLst>
        </pc:spChg>
        <pc:spChg chg="mod">
          <ac:chgData name="考 张" userId="87b8017596393203" providerId="LiveId" clId="{D567281E-BA97-4C7A-9065-2C3BC76975C9}" dt="2024-02-27T17:39:09.874" v="41"/>
          <ac:spMkLst>
            <pc:docMk/>
            <pc:sldMk cId="313985932" sldId="888"/>
            <ac:spMk id="55" creationId="{9393F116-D517-0DB6-D9D9-9676B7F80617}"/>
          </ac:spMkLst>
        </pc:spChg>
        <pc:spChg chg="mod">
          <ac:chgData name="考 张" userId="87b8017596393203" providerId="LiveId" clId="{D567281E-BA97-4C7A-9065-2C3BC76975C9}" dt="2024-02-27T17:39:09.874" v="41"/>
          <ac:spMkLst>
            <pc:docMk/>
            <pc:sldMk cId="313985932" sldId="888"/>
            <ac:spMk id="56" creationId="{1D49FCFD-80CC-E68A-C8B5-64581C7F00B8}"/>
          </ac:spMkLst>
        </pc:spChg>
        <pc:spChg chg="mod">
          <ac:chgData name="考 张" userId="87b8017596393203" providerId="LiveId" clId="{D567281E-BA97-4C7A-9065-2C3BC76975C9}" dt="2024-02-27T17:39:09.874" v="41"/>
          <ac:spMkLst>
            <pc:docMk/>
            <pc:sldMk cId="313985932" sldId="888"/>
            <ac:spMk id="57" creationId="{8B9D0F50-7F1C-F3C2-40AA-02A262AAA009}"/>
          </ac:spMkLst>
        </pc:spChg>
        <pc:spChg chg="mod">
          <ac:chgData name="考 张" userId="87b8017596393203" providerId="LiveId" clId="{D567281E-BA97-4C7A-9065-2C3BC76975C9}" dt="2024-02-27T17:39:09.874" v="41"/>
          <ac:spMkLst>
            <pc:docMk/>
            <pc:sldMk cId="313985932" sldId="888"/>
            <ac:spMk id="58" creationId="{C69E451F-2A12-0342-D24A-C97379D38C60}"/>
          </ac:spMkLst>
        </pc:spChg>
        <pc:spChg chg="mod">
          <ac:chgData name="考 张" userId="87b8017596393203" providerId="LiveId" clId="{D567281E-BA97-4C7A-9065-2C3BC76975C9}" dt="2024-02-27T17:39:09.874" v="41"/>
          <ac:spMkLst>
            <pc:docMk/>
            <pc:sldMk cId="313985932" sldId="888"/>
            <ac:spMk id="59" creationId="{1E8B4DF2-3A44-A3AE-C035-946253681D35}"/>
          </ac:spMkLst>
        </pc:spChg>
        <pc:spChg chg="mod">
          <ac:chgData name="考 张" userId="87b8017596393203" providerId="LiveId" clId="{D567281E-BA97-4C7A-9065-2C3BC76975C9}" dt="2024-02-27T17:39:09.874" v="41"/>
          <ac:spMkLst>
            <pc:docMk/>
            <pc:sldMk cId="313985932" sldId="888"/>
            <ac:spMk id="60" creationId="{278C135B-BD04-D414-CFB1-1FD825D852F3}"/>
          </ac:spMkLst>
        </pc:spChg>
        <pc:spChg chg="mod">
          <ac:chgData name="考 张" userId="87b8017596393203" providerId="LiveId" clId="{D567281E-BA97-4C7A-9065-2C3BC76975C9}" dt="2024-02-27T17:39:09.874" v="41"/>
          <ac:spMkLst>
            <pc:docMk/>
            <pc:sldMk cId="313985932" sldId="888"/>
            <ac:spMk id="61" creationId="{C8BDB189-E2A2-9CBD-56ED-E19989A36E89}"/>
          </ac:spMkLst>
        </pc:spChg>
        <pc:spChg chg="mod">
          <ac:chgData name="考 张" userId="87b8017596393203" providerId="LiveId" clId="{D567281E-BA97-4C7A-9065-2C3BC76975C9}" dt="2024-02-27T17:39:09.874" v="41"/>
          <ac:spMkLst>
            <pc:docMk/>
            <pc:sldMk cId="313985932" sldId="888"/>
            <ac:spMk id="62" creationId="{366AA022-79AF-FD4A-1930-08ED56C27B5A}"/>
          </ac:spMkLst>
        </pc:spChg>
        <pc:spChg chg="mod">
          <ac:chgData name="考 张" userId="87b8017596393203" providerId="LiveId" clId="{D567281E-BA97-4C7A-9065-2C3BC76975C9}" dt="2024-02-27T17:39:09.874" v="41"/>
          <ac:spMkLst>
            <pc:docMk/>
            <pc:sldMk cId="313985932" sldId="888"/>
            <ac:spMk id="63" creationId="{2BAA4320-FD39-58A3-E1DB-3BE5404D0087}"/>
          </ac:spMkLst>
        </pc:spChg>
        <pc:spChg chg="mod">
          <ac:chgData name="考 张" userId="87b8017596393203" providerId="LiveId" clId="{D567281E-BA97-4C7A-9065-2C3BC76975C9}" dt="2024-02-27T17:39:09.874" v="41"/>
          <ac:spMkLst>
            <pc:docMk/>
            <pc:sldMk cId="313985932" sldId="888"/>
            <ac:spMk id="64" creationId="{05C7BB90-C7E1-B2D9-3434-2B6F9386BD30}"/>
          </ac:spMkLst>
        </pc:spChg>
        <pc:spChg chg="mod">
          <ac:chgData name="考 张" userId="87b8017596393203" providerId="LiveId" clId="{D567281E-BA97-4C7A-9065-2C3BC76975C9}" dt="2024-02-27T17:39:09.874" v="41"/>
          <ac:spMkLst>
            <pc:docMk/>
            <pc:sldMk cId="313985932" sldId="888"/>
            <ac:spMk id="65" creationId="{33D1EEEF-EC8F-CFB3-3FA3-711A69F7D57F}"/>
          </ac:spMkLst>
        </pc:spChg>
        <pc:spChg chg="mod">
          <ac:chgData name="考 张" userId="87b8017596393203" providerId="LiveId" clId="{D567281E-BA97-4C7A-9065-2C3BC76975C9}" dt="2024-02-27T17:39:09.874" v="41"/>
          <ac:spMkLst>
            <pc:docMk/>
            <pc:sldMk cId="313985932" sldId="888"/>
            <ac:spMk id="66" creationId="{CA02B412-2F9B-66F4-C8B4-7D6F38ED85D6}"/>
          </ac:spMkLst>
        </pc:spChg>
        <pc:spChg chg="mod">
          <ac:chgData name="考 张" userId="87b8017596393203" providerId="LiveId" clId="{D567281E-BA97-4C7A-9065-2C3BC76975C9}" dt="2024-02-27T17:39:09.874" v="41"/>
          <ac:spMkLst>
            <pc:docMk/>
            <pc:sldMk cId="313985932" sldId="888"/>
            <ac:spMk id="67" creationId="{8E81F89E-7325-2B77-5981-3954195132B3}"/>
          </ac:spMkLst>
        </pc:spChg>
        <pc:spChg chg="mod">
          <ac:chgData name="考 张" userId="87b8017596393203" providerId="LiveId" clId="{D567281E-BA97-4C7A-9065-2C3BC76975C9}" dt="2024-02-27T17:39:09.874" v="41"/>
          <ac:spMkLst>
            <pc:docMk/>
            <pc:sldMk cId="313985932" sldId="888"/>
            <ac:spMk id="68" creationId="{D46F53BE-87AA-95EA-EE84-72E7C42A324B}"/>
          </ac:spMkLst>
        </pc:spChg>
        <pc:spChg chg="mod">
          <ac:chgData name="考 张" userId="87b8017596393203" providerId="LiveId" clId="{D567281E-BA97-4C7A-9065-2C3BC76975C9}" dt="2024-02-27T17:39:09.874" v="41"/>
          <ac:spMkLst>
            <pc:docMk/>
            <pc:sldMk cId="313985932" sldId="888"/>
            <ac:spMk id="69" creationId="{F2890885-1A83-E3C2-ABD6-1DBC9E681336}"/>
          </ac:spMkLst>
        </pc:spChg>
        <pc:spChg chg="mod">
          <ac:chgData name="考 张" userId="87b8017596393203" providerId="LiveId" clId="{D567281E-BA97-4C7A-9065-2C3BC76975C9}" dt="2024-02-27T17:39:09.874" v="41"/>
          <ac:spMkLst>
            <pc:docMk/>
            <pc:sldMk cId="313985932" sldId="888"/>
            <ac:spMk id="70" creationId="{C363475B-D80F-4BA7-29BF-1A61995DCF0E}"/>
          </ac:spMkLst>
        </pc:spChg>
        <pc:spChg chg="mod">
          <ac:chgData name="考 张" userId="87b8017596393203" providerId="LiveId" clId="{D567281E-BA97-4C7A-9065-2C3BC76975C9}" dt="2024-02-27T17:39:09.874" v="41"/>
          <ac:spMkLst>
            <pc:docMk/>
            <pc:sldMk cId="313985932" sldId="888"/>
            <ac:spMk id="71" creationId="{868D8114-9028-1649-BA40-FF7B854139F0}"/>
          </ac:spMkLst>
        </pc:spChg>
        <pc:spChg chg="mod">
          <ac:chgData name="考 张" userId="87b8017596393203" providerId="LiveId" clId="{D567281E-BA97-4C7A-9065-2C3BC76975C9}" dt="2024-02-27T17:39:09.874" v="41"/>
          <ac:spMkLst>
            <pc:docMk/>
            <pc:sldMk cId="313985932" sldId="888"/>
            <ac:spMk id="72" creationId="{E366BC43-A7AB-3BD6-7BA6-1F5936B612E2}"/>
          </ac:spMkLst>
        </pc:spChg>
        <pc:spChg chg="mod">
          <ac:chgData name="考 张" userId="87b8017596393203" providerId="LiveId" clId="{D567281E-BA97-4C7A-9065-2C3BC76975C9}" dt="2024-02-27T17:39:09.874" v="41"/>
          <ac:spMkLst>
            <pc:docMk/>
            <pc:sldMk cId="313985932" sldId="888"/>
            <ac:spMk id="73" creationId="{9B2427E1-E42A-D2C7-26AE-257569657668}"/>
          </ac:spMkLst>
        </pc:spChg>
        <pc:spChg chg="mod">
          <ac:chgData name="考 张" userId="87b8017596393203" providerId="LiveId" clId="{D567281E-BA97-4C7A-9065-2C3BC76975C9}" dt="2024-02-27T17:39:09.874" v="41"/>
          <ac:spMkLst>
            <pc:docMk/>
            <pc:sldMk cId="313985932" sldId="888"/>
            <ac:spMk id="74" creationId="{685A956C-FB82-144B-69DD-14B970C64E83}"/>
          </ac:spMkLst>
        </pc:spChg>
        <pc:spChg chg="mod">
          <ac:chgData name="考 张" userId="87b8017596393203" providerId="LiveId" clId="{D567281E-BA97-4C7A-9065-2C3BC76975C9}" dt="2024-02-27T17:39:09.874" v="41"/>
          <ac:spMkLst>
            <pc:docMk/>
            <pc:sldMk cId="313985932" sldId="888"/>
            <ac:spMk id="75" creationId="{A8BADD23-DF0F-9A41-2E2C-825DD97E82DB}"/>
          </ac:spMkLst>
        </pc:spChg>
        <pc:spChg chg="mod">
          <ac:chgData name="考 张" userId="87b8017596393203" providerId="LiveId" clId="{D567281E-BA97-4C7A-9065-2C3BC76975C9}" dt="2024-02-27T17:39:09.874" v="41"/>
          <ac:spMkLst>
            <pc:docMk/>
            <pc:sldMk cId="313985932" sldId="888"/>
            <ac:spMk id="76" creationId="{C5FE36AB-07B8-9A71-17C7-B8201FC4873B}"/>
          </ac:spMkLst>
        </pc:spChg>
        <pc:spChg chg="mod">
          <ac:chgData name="考 张" userId="87b8017596393203" providerId="LiveId" clId="{D567281E-BA97-4C7A-9065-2C3BC76975C9}" dt="2024-02-27T17:39:09.874" v="41"/>
          <ac:spMkLst>
            <pc:docMk/>
            <pc:sldMk cId="313985932" sldId="888"/>
            <ac:spMk id="77" creationId="{147A71AD-527C-5BC9-61D5-5CA60F2EB39F}"/>
          </ac:spMkLst>
        </pc:spChg>
        <pc:spChg chg="mod">
          <ac:chgData name="考 张" userId="87b8017596393203" providerId="LiveId" clId="{D567281E-BA97-4C7A-9065-2C3BC76975C9}" dt="2024-02-27T17:39:09.874" v="41"/>
          <ac:spMkLst>
            <pc:docMk/>
            <pc:sldMk cId="313985932" sldId="888"/>
            <ac:spMk id="78" creationId="{C89A1A2E-CA64-2FC8-6AF7-2F01BE20E363}"/>
          </ac:spMkLst>
        </pc:spChg>
        <pc:spChg chg="mod">
          <ac:chgData name="考 张" userId="87b8017596393203" providerId="LiveId" clId="{D567281E-BA97-4C7A-9065-2C3BC76975C9}" dt="2024-02-27T17:39:09.874" v="41"/>
          <ac:spMkLst>
            <pc:docMk/>
            <pc:sldMk cId="313985932" sldId="888"/>
            <ac:spMk id="79" creationId="{E7E17E6F-89D1-B309-18C4-216C80DE62BF}"/>
          </ac:spMkLst>
        </pc:spChg>
        <pc:spChg chg="mod">
          <ac:chgData name="考 张" userId="87b8017596393203" providerId="LiveId" clId="{D567281E-BA97-4C7A-9065-2C3BC76975C9}" dt="2024-02-27T17:39:09.874" v="41"/>
          <ac:spMkLst>
            <pc:docMk/>
            <pc:sldMk cId="313985932" sldId="888"/>
            <ac:spMk id="80" creationId="{BBAFCF53-8278-1954-4564-8EAC2084E121}"/>
          </ac:spMkLst>
        </pc:spChg>
        <pc:spChg chg="mod">
          <ac:chgData name="考 张" userId="87b8017596393203" providerId="LiveId" clId="{D567281E-BA97-4C7A-9065-2C3BC76975C9}" dt="2024-02-27T17:39:09.874" v="41"/>
          <ac:spMkLst>
            <pc:docMk/>
            <pc:sldMk cId="313985932" sldId="888"/>
            <ac:spMk id="81" creationId="{598C98B4-CE5B-919C-2AB3-5E6576E2D828}"/>
          </ac:spMkLst>
        </pc:spChg>
        <pc:spChg chg="mod">
          <ac:chgData name="考 张" userId="87b8017596393203" providerId="LiveId" clId="{D567281E-BA97-4C7A-9065-2C3BC76975C9}" dt="2024-02-27T17:39:09.874" v="41"/>
          <ac:spMkLst>
            <pc:docMk/>
            <pc:sldMk cId="313985932" sldId="888"/>
            <ac:spMk id="82" creationId="{A8B00037-8438-ACC6-845B-15003874B933}"/>
          </ac:spMkLst>
        </pc:spChg>
        <pc:spChg chg="mod">
          <ac:chgData name="考 张" userId="87b8017596393203" providerId="LiveId" clId="{D567281E-BA97-4C7A-9065-2C3BC76975C9}" dt="2024-02-27T17:39:09.874" v="41"/>
          <ac:spMkLst>
            <pc:docMk/>
            <pc:sldMk cId="313985932" sldId="888"/>
            <ac:spMk id="83" creationId="{FF05EE19-7B63-8E0C-7E76-E77AD598C74A}"/>
          </ac:spMkLst>
        </pc:spChg>
        <pc:spChg chg="mod">
          <ac:chgData name="考 张" userId="87b8017596393203" providerId="LiveId" clId="{D567281E-BA97-4C7A-9065-2C3BC76975C9}" dt="2024-02-27T17:39:09.874" v="41"/>
          <ac:spMkLst>
            <pc:docMk/>
            <pc:sldMk cId="313985932" sldId="888"/>
            <ac:spMk id="84" creationId="{964C636C-90F1-9869-7B3A-9D8059AF4B97}"/>
          </ac:spMkLst>
        </pc:spChg>
        <pc:spChg chg="mod">
          <ac:chgData name="考 张" userId="87b8017596393203" providerId="LiveId" clId="{D567281E-BA97-4C7A-9065-2C3BC76975C9}" dt="2024-02-27T17:39:09.874" v="41"/>
          <ac:spMkLst>
            <pc:docMk/>
            <pc:sldMk cId="313985932" sldId="888"/>
            <ac:spMk id="85" creationId="{915074A1-0901-7911-1C2A-4578ED35123D}"/>
          </ac:spMkLst>
        </pc:spChg>
        <pc:spChg chg="mod">
          <ac:chgData name="考 张" userId="87b8017596393203" providerId="LiveId" clId="{D567281E-BA97-4C7A-9065-2C3BC76975C9}" dt="2024-02-27T17:39:09.874" v="41"/>
          <ac:spMkLst>
            <pc:docMk/>
            <pc:sldMk cId="313985932" sldId="888"/>
            <ac:spMk id="86" creationId="{74763140-7C1C-474B-05F9-A7924A1B4AD7}"/>
          </ac:spMkLst>
        </pc:spChg>
        <pc:spChg chg="mod">
          <ac:chgData name="考 张" userId="87b8017596393203" providerId="LiveId" clId="{D567281E-BA97-4C7A-9065-2C3BC76975C9}" dt="2024-02-27T17:39:09.874" v="41"/>
          <ac:spMkLst>
            <pc:docMk/>
            <pc:sldMk cId="313985932" sldId="888"/>
            <ac:spMk id="87" creationId="{CBF9927A-8779-1B9B-DC9F-1FEFC86C50B2}"/>
          </ac:spMkLst>
        </pc:spChg>
        <pc:spChg chg="mod">
          <ac:chgData name="考 张" userId="87b8017596393203" providerId="LiveId" clId="{D567281E-BA97-4C7A-9065-2C3BC76975C9}" dt="2024-02-27T17:39:09.874" v="41"/>
          <ac:spMkLst>
            <pc:docMk/>
            <pc:sldMk cId="313985932" sldId="888"/>
            <ac:spMk id="88" creationId="{BB2B4210-996F-FD76-973D-7439DFDDEA1F}"/>
          </ac:spMkLst>
        </pc:spChg>
        <pc:spChg chg="mod">
          <ac:chgData name="考 张" userId="87b8017596393203" providerId="LiveId" clId="{D567281E-BA97-4C7A-9065-2C3BC76975C9}" dt="2024-02-27T17:39:09.874" v="41"/>
          <ac:spMkLst>
            <pc:docMk/>
            <pc:sldMk cId="313985932" sldId="888"/>
            <ac:spMk id="89" creationId="{B0366FD6-0D69-EE01-C3EF-CBA5DB93220D}"/>
          </ac:spMkLst>
        </pc:spChg>
        <pc:spChg chg="mod">
          <ac:chgData name="考 张" userId="87b8017596393203" providerId="LiveId" clId="{D567281E-BA97-4C7A-9065-2C3BC76975C9}" dt="2024-02-27T17:39:09.874" v="41"/>
          <ac:spMkLst>
            <pc:docMk/>
            <pc:sldMk cId="313985932" sldId="888"/>
            <ac:spMk id="90" creationId="{61E3395B-F021-B3B1-7F58-BB6C4F840EE4}"/>
          </ac:spMkLst>
        </pc:spChg>
        <pc:spChg chg="mod">
          <ac:chgData name="考 张" userId="87b8017596393203" providerId="LiveId" clId="{D567281E-BA97-4C7A-9065-2C3BC76975C9}" dt="2024-02-27T17:39:09.874" v="41"/>
          <ac:spMkLst>
            <pc:docMk/>
            <pc:sldMk cId="313985932" sldId="888"/>
            <ac:spMk id="91" creationId="{F88C3BB2-D3D2-D0FD-B4D8-30DF374222AC}"/>
          </ac:spMkLst>
        </pc:spChg>
        <pc:spChg chg="mod">
          <ac:chgData name="考 张" userId="87b8017596393203" providerId="LiveId" clId="{D567281E-BA97-4C7A-9065-2C3BC76975C9}" dt="2024-02-27T17:39:09.874" v="41"/>
          <ac:spMkLst>
            <pc:docMk/>
            <pc:sldMk cId="313985932" sldId="888"/>
            <ac:spMk id="92" creationId="{918CC169-0D79-37CC-2E46-34AA4E113DB7}"/>
          </ac:spMkLst>
        </pc:spChg>
        <pc:spChg chg="mod">
          <ac:chgData name="考 张" userId="87b8017596393203" providerId="LiveId" clId="{D567281E-BA97-4C7A-9065-2C3BC76975C9}" dt="2024-02-27T17:39:09.874" v="41"/>
          <ac:spMkLst>
            <pc:docMk/>
            <pc:sldMk cId="313985932" sldId="888"/>
            <ac:spMk id="93" creationId="{35D63BB4-13DC-30E7-80CC-FF8FD304F1F6}"/>
          </ac:spMkLst>
        </pc:spChg>
        <pc:spChg chg="mod">
          <ac:chgData name="考 张" userId="87b8017596393203" providerId="LiveId" clId="{D567281E-BA97-4C7A-9065-2C3BC76975C9}" dt="2024-02-27T17:39:09.874" v="41"/>
          <ac:spMkLst>
            <pc:docMk/>
            <pc:sldMk cId="313985932" sldId="888"/>
            <ac:spMk id="94" creationId="{0C0CFA13-E861-37B1-066E-D12974D8767C}"/>
          </ac:spMkLst>
        </pc:spChg>
        <pc:spChg chg="mod">
          <ac:chgData name="考 张" userId="87b8017596393203" providerId="LiveId" clId="{D567281E-BA97-4C7A-9065-2C3BC76975C9}" dt="2024-02-27T17:39:09.874" v="41"/>
          <ac:spMkLst>
            <pc:docMk/>
            <pc:sldMk cId="313985932" sldId="888"/>
            <ac:spMk id="95" creationId="{2FD65A9F-E346-A6BA-45A6-87E6AD039001}"/>
          </ac:spMkLst>
        </pc:spChg>
        <pc:spChg chg="mod">
          <ac:chgData name="考 张" userId="87b8017596393203" providerId="LiveId" clId="{D567281E-BA97-4C7A-9065-2C3BC76975C9}" dt="2024-02-27T17:39:09.874" v="41"/>
          <ac:spMkLst>
            <pc:docMk/>
            <pc:sldMk cId="313985932" sldId="888"/>
            <ac:spMk id="96" creationId="{5B2657C2-5C6C-2212-93A7-BCDBFE9B4B5D}"/>
          </ac:spMkLst>
        </pc:spChg>
        <pc:spChg chg="mod">
          <ac:chgData name="考 张" userId="87b8017596393203" providerId="LiveId" clId="{D567281E-BA97-4C7A-9065-2C3BC76975C9}" dt="2024-02-27T17:39:09.874" v="41"/>
          <ac:spMkLst>
            <pc:docMk/>
            <pc:sldMk cId="313985932" sldId="888"/>
            <ac:spMk id="97" creationId="{AE9594CC-1F3E-4133-C4BA-66B655898ED1}"/>
          </ac:spMkLst>
        </pc:spChg>
        <pc:spChg chg="mod">
          <ac:chgData name="考 张" userId="87b8017596393203" providerId="LiveId" clId="{D567281E-BA97-4C7A-9065-2C3BC76975C9}" dt="2024-02-27T17:39:09.874" v="41"/>
          <ac:spMkLst>
            <pc:docMk/>
            <pc:sldMk cId="313985932" sldId="888"/>
            <ac:spMk id="98" creationId="{4B30DDBD-69FF-3509-7C45-787FBFB84301}"/>
          </ac:spMkLst>
        </pc:spChg>
        <pc:spChg chg="mod">
          <ac:chgData name="考 张" userId="87b8017596393203" providerId="LiveId" clId="{D567281E-BA97-4C7A-9065-2C3BC76975C9}" dt="2024-02-27T17:39:09.874" v="41"/>
          <ac:spMkLst>
            <pc:docMk/>
            <pc:sldMk cId="313985932" sldId="888"/>
            <ac:spMk id="99" creationId="{CE2C970A-6A2D-9C15-E94C-1191EE51A6D2}"/>
          </ac:spMkLst>
        </pc:spChg>
        <pc:spChg chg="mod">
          <ac:chgData name="考 张" userId="87b8017596393203" providerId="LiveId" clId="{D567281E-BA97-4C7A-9065-2C3BC76975C9}" dt="2024-02-27T17:39:09.874" v="41"/>
          <ac:spMkLst>
            <pc:docMk/>
            <pc:sldMk cId="313985932" sldId="888"/>
            <ac:spMk id="100" creationId="{C35AD4C4-8CAC-8FB1-C416-F089C23D64E3}"/>
          </ac:spMkLst>
        </pc:spChg>
        <pc:spChg chg="mod">
          <ac:chgData name="考 张" userId="87b8017596393203" providerId="LiveId" clId="{D567281E-BA97-4C7A-9065-2C3BC76975C9}" dt="2024-02-27T17:39:09.874" v="41"/>
          <ac:spMkLst>
            <pc:docMk/>
            <pc:sldMk cId="313985932" sldId="888"/>
            <ac:spMk id="101" creationId="{18DF1831-1451-3364-832E-6BD5B19AC027}"/>
          </ac:spMkLst>
        </pc:spChg>
        <pc:spChg chg="mod">
          <ac:chgData name="考 张" userId="87b8017596393203" providerId="LiveId" clId="{D567281E-BA97-4C7A-9065-2C3BC76975C9}" dt="2024-02-27T17:39:09.874" v="41"/>
          <ac:spMkLst>
            <pc:docMk/>
            <pc:sldMk cId="313985932" sldId="888"/>
            <ac:spMk id="102" creationId="{12A81955-604E-3FCC-84D5-0151162304BB}"/>
          </ac:spMkLst>
        </pc:spChg>
        <pc:spChg chg="mod">
          <ac:chgData name="考 张" userId="87b8017596393203" providerId="LiveId" clId="{D567281E-BA97-4C7A-9065-2C3BC76975C9}" dt="2024-02-27T17:39:09.874" v="41"/>
          <ac:spMkLst>
            <pc:docMk/>
            <pc:sldMk cId="313985932" sldId="888"/>
            <ac:spMk id="103" creationId="{6FDDBA18-CFD4-505B-C01E-3245B5413BE6}"/>
          </ac:spMkLst>
        </pc:spChg>
        <pc:spChg chg="mod">
          <ac:chgData name="考 张" userId="87b8017596393203" providerId="LiveId" clId="{D567281E-BA97-4C7A-9065-2C3BC76975C9}" dt="2024-02-27T17:39:09.874" v="41"/>
          <ac:spMkLst>
            <pc:docMk/>
            <pc:sldMk cId="313985932" sldId="888"/>
            <ac:spMk id="104" creationId="{8514CC0E-08AC-2DB3-C913-EB3E7272773F}"/>
          </ac:spMkLst>
        </pc:spChg>
        <pc:spChg chg="mod">
          <ac:chgData name="考 张" userId="87b8017596393203" providerId="LiveId" clId="{D567281E-BA97-4C7A-9065-2C3BC76975C9}" dt="2024-02-27T17:39:09.874" v="41"/>
          <ac:spMkLst>
            <pc:docMk/>
            <pc:sldMk cId="313985932" sldId="888"/>
            <ac:spMk id="105" creationId="{9A1C1DD5-A3C8-1376-5517-D11FCB133461}"/>
          </ac:spMkLst>
        </pc:spChg>
        <pc:spChg chg="mod">
          <ac:chgData name="考 张" userId="87b8017596393203" providerId="LiveId" clId="{D567281E-BA97-4C7A-9065-2C3BC76975C9}" dt="2024-02-27T17:39:09.874" v="41"/>
          <ac:spMkLst>
            <pc:docMk/>
            <pc:sldMk cId="313985932" sldId="888"/>
            <ac:spMk id="106" creationId="{7BB16098-AB80-47CE-B44B-F3CC4A05D878}"/>
          </ac:spMkLst>
        </pc:spChg>
        <pc:spChg chg="mod">
          <ac:chgData name="考 张" userId="87b8017596393203" providerId="LiveId" clId="{D567281E-BA97-4C7A-9065-2C3BC76975C9}" dt="2024-02-27T17:39:09.874" v="41"/>
          <ac:spMkLst>
            <pc:docMk/>
            <pc:sldMk cId="313985932" sldId="888"/>
            <ac:spMk id="107" creationId="{7C4EE918-AF4F-8C11-38CB-2A6E788EDCD7}"/>
          </ac:spMkLst>
        </pc:spChg>
        <pc:spChg chg="mod">
          <ac:chgData name="考 张" userId="87b8017596393203" providerId="LiveId" clId="{D567281E-BA97-4C7A-9065-2C3BC76975C9}" dt="2024-02-27T17:39:09.874" v="41"/>
          <ac:spMkLst>
            <pc:docMk/>
            <pc:sldMk cId="313985932" sldId="888"/>
            <ac:spMk id="108" creationId="{D5FF4954-4507-746B-2AD3-C19E174AB3C8}"/>
          </ac:spMkLst>
        </pc:spChg>
        <pc:spChg chg="mod">
          <ac:chgData name="考 张" userId="87b8017596393203" providerId="LiveId" clId="{D567281E-BA97-4C7A-9065-2C3BC76975C9}" dt="2024-02-27T17:39:09.874" v="41"/>
          <ac:spMkLst>
            <pc:docMk/>
            <pc:sldMk cId="313985932" sldId="888"/>
            <ac:spMk id="109" creationId="{562E8893-09E3-A9F2-9F90-2BD828019DB0}"/>
          </ac:spMkLst>
        </pc:spChg>
        <pc:spChg chg="mod">
          <ac:chgData name="考 张" userId="87b8017596393203" providerId="LiveId" clId="{D567281E-BA97-4C7A-9065-2C3BC76975C9}" dt="2024-02-27T17:39:09.874" v="41"/>
          <ac:spMkLst>
            <pc:docMk/>
            <pc:sldMk cId="313985932" sldId="888"/>
            <ac:spMk id="110" creationId="{491D0CC7-03F6-EE56-1D57-7A4D48A676D4}"/>
          </ac:spMkLst>
        </pc:spChg>
        <pc:spChg chg="mod">
          <ac:chgData name="考 张" userId="87b8017596393203" providerId="LiveId" clId="{D567281E-BA97-4C7A-9065-2C3BC76975C9}" dt="2024-02-27T17:39:09.874" v="41"/>
          <ac:spMkLst>
            <pc:docMk/>
            <pc:sldMk cId="313985932" sldId="888"/>
            <ac:spMk id="111" creationId="{7FEBE01A-2424-52CC-5387-787B3C9EB098}"/>
          </ac:spMkLst>
        </pc:spChg>
        <pc:spChg chg="mod">
          <ac:chgData name="考 张" userId="87b8017596393203" providerId="LiveId" clId="{D567281E-BA97-4C7A-9065-2C3BC76975C9}" dt="2024-02-27T17:39:09.874" v="41"/>
          <ac:spMkLst>
            <pc:docMk/>
            <pc:sldMk cId="313985932" sldId="888"/>
            <ac:spMk id="112" creationId="{559A376A-1E03-089F-3E90-E3974CB7172D}"/>
          </ac:spMkLst>
        </pc:spChg>
        <pc:spChg chg="mod">
          <ac:chgData name="考 张" userId="87b8017596393203" providerId="LiveId" clId="{D567281E-BA97-4C7A-9065-2C3BC76975C9}" dt="2024-02-27T17:39:09.874" v="41"/>
          <ac:spMkLst>
            <pc:docMk/>
            <pc:sldMk cId="313985932" sldId="888"/>
            <ac:spMk id="113" creationId="{3557D553-6037-4C5A-1D28-43AE8BCE6B78}"/>
          </ac:spMkLst>
        </pc:spChg>
        <pc:spChg chg="mod">
          <ac:chgData name="考 张" userId="87b8017596393203" providerId="LiveId" clId="{D567281E-BA97-4C7A-9065-2C3BC76975C9}" dt="2024-02-27T17:39:09.874" v="41"/>
          <ac:spMkLst>
            <pc:docMk/>
            <pc:sldMk cId="313985932" sldId="888"/>
            <ac:spMk id="114" creationId="{DC914AB2-2B5D-A036-FB29-643DFCC21DA1}"/>
          </ac:spMkLst>
        </pc:spChg>
        <pc:spChg chg="mod">
          <ac:chgData name="考 张" userId="87b8017596393203" providerId="LiveId" clId="{D567281E-BA97-4C7A-9065-2C3BC76975C9}" dt="2024-02-27T17:39:09.874" v="41"/>
          <ac:spMkLst>
            <pc:docMk/>
            <pc:sldMk cId="313985932" sldId="888"/>
            <ac:spMk id="115" creationId="{E76A0C27-572C-3D92-77F6-292CEF8037F3}"/>
          </ac:spMkLst>
        </pc:spChg>
        <pc:spChg chg="mod">
          <ac:chgData name="考 张" userId="87b8017596393203" providerId="LiveId" clId="{D567281E-BA97-4C7A-9065-2C3BC76975C9}" dt="2024-02-27T17:39:09.874" v="41"/>
          <ac:spMkLst>
            <pc:docMk/>
            <pc:sldMk cId="313985932" sldId="888"/>
            <ac:spMk id="116" creationId="{2AD0A3C2-5635-3453-F769-483AB455F0F9}"/>
          </ac:spMkLst>
        </pc:spChg>
        <pc:spChg chg="mod">
          <ac:chgData name="考 张" userId="87b8017596393203" providerId="LiveId" clId="{D567281E-BA97-4C7A-9065-2C3BC76975C9}" dt="2024-02-27T17:39:09.874" v="41"/>
          <ac:spMkLst>
            <pc:docMk/>
            <pc:sldMk cId="313985932" sldId="888"/>
            <ac:spMk id="117" creationId="{CEED82CC-7860-DB6C-44DB-883D2CB8E028}"/>
          </ac:spMkLst>
        </pc:spChg>
        <pc:spChg chg="mod">
          <ac:chgData name="考 张" userId="87b8017596393203" providerId="LiveId" clId="{D567281E-BA97-4C7A-9065-2C3BC76975C9}" dt="2024-02-27T17:39:09.874" v="41"/>
          <ac:spMkLst>
            <pc:docMk/>
            <pc:sldMk cId="313985932" sldId="888"/>
            <ac:spMk id="118" creationId="{B3FC3541-1F4F-6B24-10DE-AF3BCEB59ACB}"/>
          </ac:spMkLst>
        </pc:spChg>
        <pc:spChg chg="mod">
          <ac:chgData name="考 张" userId="87b8017596393203" providerId="LiveId" clId="{D567281E-BA97-4C7A-9065-2C3BC76975C9}" dt="2024-02-27T17:39:09.874" v="41"/>
          <ac:spMkLst>
            <pc:docMk/>
            <pc:sldMk cId="313985932" sldId="888"/>
            <ac:spMk id="119" creationId="{E1276BDC-30AD-3DD0-4A2A-A9E5C651C2BA}"/>
          </ac:spMkLst>
        </pc:spChg>
        <pc:spChg chg="mod">
          <ac:chgData name="考 张" userId="87b8017596393203" providerId="LiveId" clId="{D567281E-BA97-4C7A-9065-2C3BC76975C9}" dt="2024-02-27T17:39:09.874" v="41"/>
          <ac:spMkLst>
            <pc:docMk/>
            <pc:sldMk cId="313985932" sldId="888"/>
            <ac:spMk id="120" creationId="{61C02D98-2A01-0B9E-222D-B78D4750E91B}"/>
          </ac:spMkLst>
        </pc:spChg>
        <pc:spChg chg="mod">
          <ac:chgData name="考 张" userId="87b8017596393203" providerId="LiveId" clId="{D567281E-BA97-4C7A-9065-2C3BC76975C9}" dt="2024-02-27T17:39:09.874" v="41"/>
          <ac:spMkLst>
            <pc:docMk/>
            <pc:sldMk cId="313985932" sldId="888"/>
            <ac:spMk id="121" creationId="{B72915B5-36FA-6214-C376-50D7049DC7D5}"/>
          </ac:spMkLst>
        </pc:spChg>
        <pc:spChg chg="mod">
          <ac:chgData name="考 张" userId="87b8017596393203" providerId="LiveId" clId="{D567281E-BA97-4C7A-9065-2C3BC76975C9}" dt="2024-02-27T17:39:09.874" v="41"/>
          <ac:spMkLst>
            <pc:docMk/>
            <pc:sldMk cId="313985932" sldId="888"/>
            <ac:spMk id="122" creationId="{EE5748C1-692E-3E2A-9BF3-DFE07B814BC9}"/>
          </ac:spMkLst>
        </pc:spChg>
        <pc:spChg chg="mod">
          <ac:chgData name="考 张" userId="87b8017596393203" providerId="LiveId" clId="{D567281E-BA97-4C7A-9065-2C3BC76975C9}" dt="2024-02-27T17:39:09.874" v="41"/>
          <ac:spMkLst>
            <pc:docMk/>
            <pc:sldMk cId="313985932" sldId="888"/>
            <ac:spMk id="123" creationId="{FCA29338-C157-4E55-6B97-47592E7F4318}"/>
          </ac:spMkLst>
        </pc:spChg>
        <pc:spChg chg="mod">
          <ac:chgData name="考 张" userId="87b8017596393203" providerId="LiveId" clId="{D567281E-BA97-4C7A-9065-2C3BC76975C9}" dt="2024-02-27T17:39:09.874" v="41"/>
          <ac:spMkLst>
            <pc:docMk/>
            <pc:sldMk cId="313985932" sldId="888"/>
            <ac:spMk id="124" creationId="{9E260993-9072-D5A8-B4AE-C11007C286C3}"/>
          </ac:spMkLst>
        </pc:spChg>
        <pc:spChg chg="mod">
          <ac:chgData name="考 张" userId="87b8017596393203" providerId="LiveId" clId="{D567281E-BA97-4C7A-9065-2C3BC76975C9}" dt="2024-02-27T17:39:09.874" v="41"/>
          <ac:spMkLst>
            <pc:docMk/>
            <pc:sldMk cId="313985932" sldId="888"/>
            <ac:spMk id="125" creationId="{7E7CB658-BDC2-2689-CFEE-01A23A2B625C}"/>
          </ac:spMkLst>
        </pc:spChg>
        <pc:spChg chg="mod">
          <ac:chgData name="考 张" userId="87b8017596393203" providerId="LiveId" clId="{D567281E-BA97-4C7A-9065-2C3BC76975C9}" dt="2024-02-27T17:39:09.874" v="41"/>
          <ac:spMkLst>
            <pc:docMk/>
            <pc:sldMk cId="313985932" sldId="888"/>
            <ac:spMk id="126" creationId="{851A17AD-5065-5363-529B-0475B83A05C0}"/>
          </ac:spMkLst>
        </pc:spChg>
        <pc:spChg chg="mod">
          <ac:chgData name="考 张" userId="87b8017596393203" providerId="LiveId" clId="{D567281E-BA97-4C7A-9065-2C3BC76975C9}" dt="2024-02-27T17:39:09.874" v="41"/>
          <ac:spMkLst>
            <pc:docMk/>
            <pc:sldMk cId="313985932" sldId="888"/>
            <ac:spMk id="127" creationId="{AC59640C-BFB8-E36E-9088-A00655066D80}"/>
          </ac:spMkLst>
        </pc:spChg>
        <pc:spChg chg="mod">
          <ac:chgData name="考 张" userId="87b8017596393203" providerId="LiveId" clId="{D567281E-BA97-4C7A-9065-2C3BC76975C9}" dt="2024-02-27T17:39:09.874" v="41"/>
          <ac:spMkLst>
            <pc:docMk/>
            <pc:sldMk cId="313985932" sldId="888"/>
            <ac:spMk id="128" creationId="{890959EB-D8E0-DCA5-D4A4-32310E85C52E}"/>
          </ac:spMkLst>
        </pc:spChg>
        <pc:spChg chg="mod">
          <ac:chgData name="考 张" userId="87b8017596393203" providerId="LiveId" clId="{D567281E-BA97-4C7A-9065-2C3BC76975C9}" dt="2024-02-27T17:39:09.874" v="41"/>
          <ac:spMkLst>
            <pc:docMk/>
            <pc:sldMk cId="313985932" sldId="888"/>
            <ac:spMk id="129" creationId="{40448996-DBBF-02E1-F7EE-86C8A3FC5EE9}"/>
          </ac:spMkLst>
        </pc:spChg>
        <pc:spChg chg="mod">
          <ac:chgData name="考 张" userId="87b8017596393203" providerId="LiveId" clId="{D567281E-BA97-4C7A-9065-2C3BC76975C9}" dt="2024-02-27T17:39:09.874" v="41"/>
          <ac:spMkLst>
            <pc:docMk/>
            <pc:sldMk cId="313985932" sldId="888"/>
            <ac:spMk id="130" creationId="{95B3E125-5675-5BE1-4FFC-5A2AB8714EA0}"/>
          </ac:spMkLst>
        </pc:spChg>
        <pc:spChg chg="mod">
          <ac:chgData name="考 张" userId="87b8017596393203" providerId="LiveId" clId="{D567281E-BA97-4C7A-9065-2C3BC76975C9}" dt="2024-02-27T17:39:09.874" v="41"/>
          <ac:spMkLst>
            <pc:docMk/>
            <pc:sldMk cId="313985932" sldId="888"/>
            <ac:spMk id="131" creationId="{536FF51F-A16F-EFC4-1695-D1CAF38F1D0F}"/>
          </ac:spMkLst>
        </pc:spChg>
        <pc:spChg chg="mod">
          <ac:chgData name="考 张" userId="87b8017596393203" providerId="LiveId" clId="{D567281E-BA97-4C7A-9065-2C3BC76975C9}" dt="2024-02-27T17:39:09.874" v="41"/>
          <ac:spMkLst>
            <pc:docMk/>
            <pc:sldMk cId="313985932" sldId="888"/>
            <ac:spMk id="132" creationId="{33AFBBFF-539A-4B98-641F-C3919FFC890A}"/>
          </ac:spMkLst>
        </pc:spChg>
        <pc:spChg chg="mod">
          <ac:chgData name="考 张" userId="87b8017596393203" providerId="LiveId" clId="{D567281E-BA97-4C7A-9065-2C3BC76975C9}" dt="2024-02-27T17:39:09.874" v="41"/>
          <ac:spMkLst>
            <pc:docMk/>
            <pc:sldMk cId="313985932" sldId="888"/>
            <ac:spMk id="133" creationId="{46CD5C78-72A4-C388-0A1B-FCA656B34DFF}"/>
          </ac:spMkLst>
        </pc:spChg>
        <pc:spChg chg="mod">
          <ac:chgData name="考 张" userId="87b8017596393203" providerId="LiveId" clId="{D567281E-BA97-4C7A-9065-2C3BC76975C9}" dt="2024-02-27T17:39:09.874" v="41"/>
          <ac:spMkLst>
            <pc:docMk/>
            <pc:sldMk cId="313985932" sldId="888"/>
            <ac:spMk id="134" creationId="{8730BA48-9858-CA46-5700-BE7BD5C69066}"/>
          </ac:spMkLst>
        </pc:spChg>
        <pc:spChg chg="mod">
          <ac:chgData name="考 张" userId="87b8017596393203" providerId="LiveId" clId="{D567281E-BA97-4C7A-9065-2C3BC76975C9}" dt="2024-02-27T17:39:09.874" v="41"/>
          <ac:spMkLst>
            <pc:docMk/>
            <pc:sldMk cId="313985932" sldId="888"/>
            <ac:spMk id="135" creationId="{7AC7D2D9-EBA1-6CD4-E455-C2FB774D6DE5}"/>
          </ac:spMkLst>
        </pc:spChg>
        <pc:spChg chg="mod">
          <ac:chgData name="考 张" userId="87b8017596393203" providerId="LiveId" clId="{D567281E-BA97-4C7A-9065-2C3BC76975C9}" dt="2024-02-27T17:39:09.874" v="41"/>
          <ac:spMkLst>
            <pc:docMk/>
            <pc:sldMk cId="313985932" sldId="888"/>
            <ac:spMk id="136" creationId="{1B3B0FF3-18D7-DE14-BF2F-6A03958B6E80}"/>
          </ac:spMkLst>
        </pc:spChg>
        <pc:spChg chg="mod">
          <ac:chgData name="考 张" userId="87b8017596393203" providerId="LiveId" clId="{D567281E-BA97-4C7A-9065-2C3BC76975C9}" dt="2024-02-27T17:39:09.874" v="41"/>
          <ac:spMkLst>
            <pc:docMk/>
            <pc:sldMk cId="313985932" sldId="888"/>
            <ac:spMk id="137" creationId="{0E576346-9A54-B727-FCBC-07910B9D000E}"/>
          </ac:spMkLst>
        </pc:spChg>
        <pc:spChg chg="mod">
          <ac:chgData name="考 张" userId="87b8017596393203" providerId="LiveId" clId="{D567281E-BA97-4C7A-9065-2C3BC76975C9}" dt="2024-02-27T17:39:09.874" v="41"/>
          <ac:spMkLst>
            <pc:docMk/>
            <pc:sldMk cId="313985932" sldId="888"/>
            <ac:spMk id="138" creationId="{EE751D9D-9CE3-5DD3-43C1-82D7DBE53DBD}"/>
          </ac:spMkLst>
        </pc:spChg>
        <pc:spChg chg="mod">
          <ac:chgData name="考 张" userId="87b8017596393203" providerId="LiveId" clId="{D567281E-BA97-4C7A-9065-2C3BC76975C9}" dt="2024-02-27T17:39:09.874" v="41"/>
          <ac:spMkLst>
            <pc:docMk/>
            <pc:sldMk cId="313985932" sldId="888"/>
            <ac:spMk id="139" creationId="{B6E0FBA1-0F1C-7268-EFFD-839E5B48C19A}"/>
          </ac:spMkLst>
        </pc:spChg>
        <pc:spChg chg="mod">
          <ac:chgData name="考 张" userId="87b8017596393203" providerId="LiveId" clId="{D567281E-BA97-4C7A-9065-2C3BC76975C9}" dt="2024-02-27T17:39:09.874" v="41"/>
          <ac:spMkLst>
            <pc:docMk/>
            <pc:sldMk cId="313985932" sldId="888"/>
            <ac:spMk id="140" creationId="{FF0D70A5-F39A-D6A9-F418-F5FB79B49303}"/>
          </ac:spMkLst>
        </pc:spChg>
        <pc:spChg chg="mod">
          <ac:chgData name="考 张" userId="87b8017596393203" providerId="LiveId" clId="{D567281E-BA97-4C7A-9065-2C3BC76975C9}" dt="2024-02-27T17:39:09.874" v="41"/>
          <ac:spMkLst>
            <pc:docMk/>
            <pc:sldMk cId="313985932" sldId="888"/>
            <ac:spMk id="141" creationId="{95996CC8-566D-0113-2C35-F0DD5B67113E}"/>
          </ac:spMkLst>
        </pc:spChg>
        <pc:spChg chg="mod">
          <ac:chgData name="考 张" userId="87b8017596393203" providerId="LiveId" clId="{D567281E-BA97-4C7A-9065-2C3BC76975C9}" dt="2024-02-27T17:39:09.874" v="41"/>
          <ac:spMkLst>
            <pc:docMk/>
            <pc:sldMk cId="313985932" sldId="888"/>
            <ac:spMk id="142" creationId="{3E61B494-7DDE-C5A9-3A1D-6861374AC9A9}"/>
          </ac:spMkLst>
        </pc:spChg>
        <pc:spChg chg="mod">
          <ac:chgData name="考 张" userId="87b8017596393203" providerId="LiveId" clId="{D567281E-BA97-4C7A-9065-2C3BC76975C9}" dt="2024-02-27T17:39:09.874" v="41"/>
          <ac:spMkLst>
            <pc:docMk/>
            <pc:sldMk cId="313985932" sldId="888"/>
            <ac:spMk id="143" creationId="{26A1A60E-01D5-8A38-C5D7-EF2DA3A8DA13}"/>
          </ac:spMkLst>
        </pc:spChg>
        <pc:spChg chg="mod">
          <ac:chgData name="考 张" userId="87b8017596393203" providerId="LiveId" clId="{D567281E-BA97-4C7A-9065-2C3BC76975C9}" dt="2024-02-27T17:39:09.874" v="41"/>
          <ac:spMkLst>
            <pc:docMk/>
            <pc:sldMk cId="313985932" sldId="888"/>
            <ac:spMk id="144" creationId="{9AC6B647-3F59-228F-E1D8-72FF488AC809}"/>
          </ac:spMkLst>
        </pc:spChg>
        <pc:spChg chg="mod">
          <ac:chgData name="考 张" userId="87b8017596393203" providerId="LiveId" clId="{D567281E-BA97-4C7A-9065-2C3BC76975C9}" dt="2024-02-27T17:39:09.874" v="41"/>
          <ac:spMkLst>
            <pc:docMk/>
            <pc:sldMk cId="313985932" sldId="888"/>
            <ac:spMk id="145" creationId="{F429F7E1-8A98-EBB9-D819-10A9B1B89660}"/>
          </ac:spMkLst>
        </pc:spChg>
        <pc:spChg chg="mod">
          <ac:chgData name="考 张" userId="87b8017596393203" providerId="LiveId" clId="{D567281E-BA97-4C7A-9065-2C3BC76975C9}" dt="2024-02-27T17:39:09.874" v="41"/>
          <ac:spMkLst>
            <pc:docMk/>
            <pc:sldMk cId="313985932" sldId="888"/>
            <ac:spMk id="146" creationId="{E6C3551B-DF23-BAA6-DD33-E76F87801576}"/>
          </ac:spMkLst>
        </pc:spChg>
        <pc:spChg chg="mod">
          <ac:chgData name="考 张" userId="87b8017596393203" providerId="LiveId" clId="{D567281E-BA97-4C7A-9065-2C3BC76975C9}" dt="2024-02-27T17:39:09.874" v="41"/>
          <ac:spMkLst>
            <pc:docMk/>
            <pc:sldMk cId="313985932" sldId="888"/>
            <ac:spMk id="147" creationId="{74CF8C26-DD73-AD83-5831-A694317920C8}"/>
          </ac:spMkLst>
        </pc:spChg>
        <pc:spChg chg="mod">
          <ac:chgData name="考 张" userId="87b8017596393203" providerId="LiveId" clId="{D567281E-BA97-4C7A-9065-2C3BC76975C9}" dt="2024-02-27T17:39:09.874" v="41"/>
          <ac:spMkLst>
            <pc:docMk/>
            <pc:sldMk cId="313985932" sldId="888"/>
            <ac:spMk id="148" creationId="{B3C13F51-F9A9-9E15-9DDB-4609FE7E9873}"/>
          </ac:spMkLst>
        </pc:spChg>
        <pc:spChg chg="mod">
          <ac:chgData name="考 张" userId="87b8017596393203" providerId="LiveId" clId="{D567281E-BA97-4C7A-9065-2C3BC76975C9}" dt="2024-02-27T17:39:09.874" v="41"/>
          <ac:spMkLst>
            <pc:docMk/>
            <pc:sldMk cId="313985932" sldId="888"/>
            <ac:spMk id="149" creationId="{F08E69A8-3E71-FD85-E365-D405512AB718}"/>
          </ac:spMkLst>
        </pc:spChg>
        <pc:spChg chg="mod">
          <ac:chgData name="考 张" userId="87b8017596393203" providerId="LiveId" clId="{D567281E-BA97-4C7A-9065-2C3BC76975C9}" dt="2024-02-27T17:39:09.874" v="41"/>
          <ac:spMkLst>
            <pc:docMk/>
            <pc:sldMk cId="313985932" sldId="888"/>
            <ac:spMk id="150" creationId="{8091DBBE-ECDB-3F1A-CD97-25CC34F1A8F3}"/>
          </ac:spMkLst>
        </pc:spChg>
        <pc:spChg chg="mod">
          <ac:chgData name="考 张" userId="87b8017596393203" providerId="LiveId" clId="{D567281E-BA97-4C7A-9065-2C3BC76975C9}" dt="2024-02-27T17:39:09.874" v="41"/>
          <ac:spMkLst>
            <pc:docMk/>
            <pc:sldMk cId="313985932" sldId="888"/>
            <ac:spMk id="151" creationId="{C5EBE3E3-450E-92BA-7401-6D617DB5C274}"/>
          </ac:spMkLst>
        </pc:spChg>
        <pc:spChg chg="mod">
          <ac:chgData name="考 张" userId="87b8017596393203" providerId="LiveId" clId="{D567281E-BA97-4C7A-9065-2C3BC76975C9}" dt="2024-02-27T17:39:09.874" v="41"/>
          <ac:spMkLst>
            <pc:docMk/>
            <pc:sldMk cId="313985932" sldId="888"/>
            <ac:spMk id="152" creationId="{7AB8A21D-16C5-EED7-80E8-E802142D3073}"/>
          </ac:spMkLst>
        </pc:spChg>
        <pc:spChg chg="mod">
          <ac:chgData name="考 张" userId="87b8017596393203" providerId="LiveId" clId="{D567281E-BA97-4C7A-9065-2C3BC76975C9}" dt="2024-02-27T17:39:09.874" v="41"/>
          <ac:spMkLst>
            <pc:docMk/>
            <pc:sldMk cId="313985932" sldId="888"/>
            <ac:spMk id="153" creationId="{FF66743F-9255-AD23-FDD8-3767AE734CD2}"/>
          </ac:spMkLst>
        </pc:spChg>
        <pc:spChg chg="mod">
          <ac:chgData name="考 张" userId="87b8017596393203" providerId="LiveId" clId="{D567281E-BA97-4C7A-9065-2C3BC76975C9}" dt="2024-02-27T17:39:09.874" v="41"/>
          <ac:spMkLst>
            <pc:docMk/>
            <pc:sldMk cId="313985932" sldId="888"/>
            <ac:spMk id="154" creationId="{3E0A6BA3-6129-B2CB-F325-65166D61F148}"/>
          </ac:spMkLst>
        </pc:spChg>
        <pc:spChg chg="mod">
          <ac:chgData name="考 张" userId="87b8017596393203" providerId="LiveId" clId="{D567281E-BA97-4C7A-9065-2C3BC76975C9}" dt="2024-02-27T17:39:09.874" v="41"/>
          <ac:spMkLst>
            <pc:docMk/>
            <pc:sldMk cId="313985932" sldId="888"/>
            <ac:spMk id="155" creationId="{E5974161-3C6F-4677-144D-29D99F0D7679}"/>
          </ac:spMkLst>
        </pc:spChg>
        <pc:spChg chg="mod">
          <ac:chgData name="考 张" userId="87b8017596393203" providerId="LiveId" clId="{D567281E-BA97-4C7A-9065-2C3BC76975C9}" dt="2024-02-27T17:39:09.874" v="41"/>
          <ac:spMkLst>
            <pc:docMk/>
            <pc:sldMk cId="313985932" sldId="888"/>
            <ac:spMk id="156" creationId="{569C7C14-E5DD-52E4-F212-C460AEAC7ABD}"/>
          </ac:spMkLst>
        </pc:spChg>
        <pc:spChg chg="mod">
          <ac:chgData name="考 张" userId="87b8017596393203" providerId="LiveId" clId="{D567281E-BA97-4C7A-9065-2C3BC76975C9}" dt="2024-02-27T17:39:09.874" v="41"/>
          <ac:spMkLst>
            <pc:docMk/>
            <pc:sldMk cId="313985932" sldId="888"/>
            <ac:spMk id="157" creationId="{02E606E1-5DD4-5932-F110-AC1D0F96C26E}"/>
          </ac:spMkLst>
        </pc:spChg>
        <pc:spChg chg="mod">
          <ac:chgData name="考 张" userId="87b8017596393203" providerId="LiveId" clId="{D567281E-BA97-4C7A-9065-2C3BC76975C9}" dt="2024-02-27T17:39:09.874" v="41"/>
          <ac:spMkLst>
            <pc:docMk/>
            <pc:sldMk cId="313985932" sldId="888"/>
            <ac:spMk id="158" creationId="{C908F913-2CD1-1F43-75A6-684A62C23237}"/>
          </ac:spMkLst>
        </pc:spChg>
        <pc:spChg chg="mod">
          <ac:chgData name="考 张" userId="87b8017596393203" providerId="LiveId" clId="{D567281E-BA97-4C7A-9065-2C3BC76975C9}" dt="2024-02-27T17:39:09.874" v="41"/>
          <ac:spMkLst>
            <pc:docMk/>
            <pc:sldMk cId="313985932" sldId="888"/>
            <ac:spMk id="159" creationId="{DA21EF04-06F5-6E83-FB65-B32DB9EFA281}"/>
          </ac:spMkLst>
        </pc:spChg>
        <pc:spChg chg="mod">
          <ac:chgData name="考 张" userId="87b8017596393203" providerId="LiveId" clId="{D567281E-BA97-4C7A-9065-2C3BC76975C9}" dt="2024-02-27T17:39:09.874" v="41"/>
          <ac:spMkLst>
            <pc:docMk/>
            <pc:sldMk cId="313985932" sldId="888"/>
            <ac:spMk id="160" creationId="{0F2A5C69-E3A8-6EF2-4DD4-301CD58499F6}"/>
          </ac:spMkLst>
        </pc:spChg>
        <pc:spChg chg="mod">
          <ac:chgData name="考 张" userId="87b8017596393203" providerId="LiveId" clId="{D567281E-BA97-4C7A-9065-2C3BC76975C9}" dt="2024-02-27T17:39:09.874" v="41"/>
          <ac:spMkLst>
            <pc:docMk/>
            <pc:sldMk cId="313985932" sldId="888"/>
            <ac:spMk id="161" creationId="{19462189-5FB2-DBD9-2EB1-F7659B377B00}"/>
          </ac:spMkLst>
        </pc:spChg>
        <pc:spChg chg="mod">
          <ac:chgData name="考 张" userId="87b8017596393203" providerId="LiveId" clId="{D567281E-BA97-4C7A-9065-2C3BC76975C9}" dt="2024-02-27T17:39:09.874" v="41"/>
          <ac:spMkLst>
            <pc:docMk/>
            <pc:sldMk cId="313985932" sldId="888"/>
            <ac:spMk id="162" creationId="{1B706E87-B42E-0A5F-91CE-A6320F59B56C}"/>
          </ac:spMkLst>
        </pc:spChg>
        <pc:spChg chg="mod">
          <ac:chgData name="考 张" userId="87b8017596393203" providerId="LiveId" clId="{D567281E-BA97-4C7A-9065-2C3BC76975C9}" dt="2024-02-27T17:39:09.874" v="41"/>
          <ac:spMkLst>
            <pc:docMk/>
            <pc:sldMk cId="313985932" sldId="888"/>
            <ac:spMk id="163" creationId="{00B3EC10-72CB-CBF9-D4FE-BF5F75C99194}"/>
          </ac:spMkLst>
        </pc:spChg>
        <pc:spChg chg="mod">
          <ac:chgData name="考 张" userId="87b8017596393203" providerId="LiveId" clId="{D567281E-BA97-4C7A-9065-2C3BC76975C9}" dt="2024-02-27T17:39:09.874" v="41"/>
          <ac:spMkLst>
            <pc:docMk/>
            <pc:sldMk cId="313985932" sldId="888"/>
            <ac:spMk id="164" creationId="{A49698C9-5692-15BB-502C-6F10116F00CD}"/>
          </ac:spMkLst>
        </pc:spChg>
        <pc:spChg chg="mod">
          <ac:chgData name="考 张" userId="87b8017596393203" providerId="LiveId" clId="{D567281E-BA97-4C7A-9065-2C3BC76975C9}" dt="2024-02-27T17:39:09.874" v="41"/>
          <ac:spMkLst>
            <pc:docMk/>
            <pc:sldMk cId="313985932" sldId="888"/>
            <ac:spMk id="165" creationId="{6267D66F-93AD-0FDC-D40F-B36C5FF92438}"/>
          </ac:spMkLst>
        </pc:spChg>
        <pc:spChg chg="mod">
          <ac:chgData name="考 张" userId="87b8017596393203" providerId="LiveId" clId="{D567281E-BA97-4C7A-9065-2C3BC76975C9}" dt="2024-02-27T17:39:09.874" v="41"/>
          <ac:spMkLst>
            <pc:docMk/>
            <pc:sldMk cId="313985932" sldId="888"/>
            <ac:spMk id="166" creationId="{55461F3D-C04C-4E18-CC1B-AF6B29F27100}"/>
          </ac:spMkLst>
        </pc:spChg>
        <pc:spChg chg="mod">
          <ac:chgData name="考 张" userId="87b8017596393203" providerId="LiveId" clId="{D567281E-BA97-4C7A-9065-2C3BC76975C9}" dt="2024-02-27T17:39:09.874" v="41"/>
          <ac:spMkLst>
            <pc:docMk/>
            <pc:sldMk cId="313985932" sldId="888"/>
            <ac:spMk id="167" creationId="{B80DED7B-1E17-239E-3CB4-B5F512A7002D}"/>
          </ac:spMkLst>
        </pc:spChg>
        <pc:spChg chg="mod">
          <ac:chgData name="考 张" userId="87b8017596393203" providerId="LiveId" clId="{D567281E-BA97-4C7A-9065-2C3BC76975C9}" dt="2024-02-27T17:39:09.874" v="41"/>
          <ac:spMkLst>
            <pc:docMk/>
            <pc:sldMk cId="313985932" sldId="888"/>
            <ac:spMk id="168" creationId="{88107DFC-454D-B7CA-6CDE-7D95EF9C6BA9}"/>
          </ac:spMkLst>
        </pc:spChg>
        <pc:spChg chg="mod">
          <ac:chgData name="考 张" userId="87b8017596393203" providerId="LiveId" clId="{D567281E-BA97-4C7A-9065-2C3BC76975C9}" dt="2024-02-27T17:39:09.874" v="41"/>
          <ac:spMkLst>
            <pc:docMk/>
            <pc:sldMk cId="313985932" sldId="888"/>
            <ac:spMk id="169" creationId="{E8A3817D-B288-D35E-D3F3-A283348F5D60}"/>
          </ac:spMkLst>
        </pc:spChg>
        <pc:spChg chg="mod">
          <ac:chgData name="考 张" userId="87b8017596393203" providerId="LiveId" clId="{D567281E-BA97-4C7A-9065-2C3BC76975C9}" dt="2024-02-27T17:39:09.874" v="41"/>
          <ac:spMkLst>
            <pc:docMk/>
            <pc:sldMk cId="313985932" sldId="888"/>
            <ac:spMk id="170" creationId="{885AA585-894B-7FC6-2195-3ECA711655F9}"/>
          </ac:spMkLst>
        </pc:spChg>
        <pc:spChg chg="mod">
          <ac:chgData name="考 张" userId="87b8017596393203" providerId="LiveId" clId="{D567281E-BA97-4C7A-9065-2C3BC76975C9}" dt="2024-02-27T17:39:09.874" v="41"/>
          <ac:spMkLst>
            <pc:docMk/>
            <pc:sldMk cId="313985932" sldId="888"/>
            <ac:spMk id="171" creationId="{A9B87724-8269-2790-4106-E930AE9BAC9E}"/>
          </ac:spMkLst>
        </pc:spChg>
        <pc:spChg chg="mod">
          <ac:chgData name="考 张" userId="87b8017596393203" providerId="LiveId" clId="{D567281E-BA97-4C7A-9065-2C3BC76975C9}" dt="2024-02-27T17:39:09.874" v="41"/>
          <ac:spMkLst>
            <pc:docMk/>
            <pc:sldMk cId="313985932" sldId="888"/>
            <ac:spMk id="172" creationId="{9D43885E-F10B-B3B3-F65A-B513B689F07E}"/>
          </ac:spMkLst>
        </pc:spChg>
        <pc:spChg chg="mod">
          <ac:chgData name="考 张" userId="87b8017596393203" providerId="LiveId" clId="{D567281E-BA97-4C7A-9065-2C3BC76975C9}" dt="2024-02-27T17:39:09.874" v="41"/>
          <ac:spMkLst>
            <pc:docMk/>
            <pc:sldMk cId="313985932" sldId="888"/>
            <ac:spMk id="173" creationId="{9708E47F-C390-F096-5A02-BE933B04D584}"/>
          </ac:spMkLst>
        </pc:spChg>
        <pc:spChg chg="mod">
          <ac:chgData name="考 张" userId="87b8017596393203" providerId="LiveId" clId="{D567281E-BA97-4C7A-9065-2C3BC76975C9}" dt="2024-02-27T17:39:09.874" v="41"/>
          <ac:spMkLst>
            <pc:docMk/>
            <pc:sldMk cId="313985932" sldId="888"/>
            <ac:spMk id="174" creationId="{4760B6EC-ED98-068C-B45B-E968AAD53DE7}"/>
          </ac:spMkLst>
        </pc:spChg>
        <pc:spChg chg="mod">
          <ac:chgData name="考 张" userId="87b8017596393203" providerId="LiveId" clId="{D567281E-BA97-4C7A-9065-2C3BC76975C9}" dt="2024-02-27T17:39:09.874" v="41"/>
          <ac:spMkLst>
            <pc:docMk/>
            <pc:sldMk cId="313985932" sldId="888"/>
            <ac:spMk id="175" creationId="{FA410806-6423-FC13-0BBD-AE65BD248B13}"/>
          </ac:spMkLst>
        </pc:spChg>
        <pc:spChg chg="mod">
          <ac:chgData name="考 张" userId="87b8017596393203" providerId="LiveId" clId="{D567281E-BA97-4C7A-9065-2C3BC76975C9}" dt="2024-02-27T17:39:09.874" v="41"/>
          <ac:spMkLst>
            <pc:docMk/>
            <pc:sldMk cId="313985932" sldId="888"/>
            <ac:spMk id="176" creationId="{D0F16FD1-FA90-59EE-3B43-D88A979E2061}"/>
          </ac:spMkLst>
        </pc:spChg>
        <pc:spChg chg="mod">
          <ac:chgData name="考 张" userId="87b8017596393203" providerId="LiveId" clId="{D567281E-BA97-4C7A-9065-2C3BC76975C9}" dt="2024-02-27T17:39:09.874" v="41"/>
          <ac:spMkLst>
            <pc:docMk/>
            <pc:sldMk cId="313985932" sldId="888"/>
            <ac:spMk id="177" creationId="{DC33108E-0056-31E1-C7FA-34EA231E2A2C}"/>
          </ac:spMkLst>
        </pc:spChg>
        <pc:spChg chg="mod">
          <ac:chgData name="考 张" userId="87b8017596393203" providerId="LiveId" clId="{D567281E-BA97-4C7A-9065-2C3BC76975C9}" dt="2024-02-27T17:39:09.874" v="41"/>
          <ac:spMkLst>
            <pc:docMk/>
            <pc:sldMk cId="313985932" sldId="888"/>
            <ac:spMk id="178" creationId="{6AA83B05-B8EA-7CFE-2F6B-8384A59382B1}"/>
          </ac:spMkLst>
        </pc:spChg>
        <pc:spChg chg="mod">
          <ac:chgData name="考 张" userId="87b8017596393203" providerId="LiveId" clId="{D567281E-BA97-4C7A-9065-2C3BC76975C9}" dt="2024-02-27T17:39:09.874" v="41"/>
          <ac:spMkLst>
            <pc:docMk/>
            <pc:sldMk cId="313985932" sldId="888"/>
            <ac:spMk id="179" creationId="{EF4B3EA7-14ED-4228-CCB0-792FA43F308F}"/>
          </ac:spMkLst>
        </pc:spChg>
        <pc:spChg chg="mod">
          <ac:chgData name="考 张" userId="87b8017596393203" providerId="LiveId" clId="{D567281E-BA97-4C7A-9065-2C3BC76975C9}" dt="2024-02-27T17:39:09.874" v="41"/>
          <ac:spMkLst>
            <pc:docMk/>
            <pc:sldMk cId="313985932" sldId="888"/>
            <ac:spMk id="180" creationId="{2AA1B4E3-39DD-454A-A244-047DAC0F411E}"/>
          </ac:spMkLst>
        </pc:spChg>
        <pc:spChg chg="mod">
          <ac:chgData name="考 张" userId="87b8017596393203" providerId="LiveId" clId="{D567281E-BA97-4C7A-9065-2C3BC76975C9}" dt="2024-02-27T17:39:09.874" v="41"/>
          <ac:spMkLst>
            <pc:docMk/>
            <pc:sldMk cId="313985932" sldId="888"/>
            <ac:spMk id="181" creationId="{B7E03E6E-297F-38F7-5988-28091ECF0153}"/>
          </ac:spMkLst>
        </pc:spChg>
        <pc:spChg chg="mod">
          <ac:chgData name="考 张" userId="87b8017596393203" providerId="LiveId" clId="{D567281E-BA97-4C7A-9065-2C3BC76975C9}" dt="2024-02-27T17:39:09.874" v="41"/>
          <ac:spMkLst>
            <pc:docMk/>
            <pc:sldMk cId="313985932" sldId="888"/>
            <ac:spMk id="182" creationId="{3D72B46B-601B-4BC3-E2CD-B3FE4914C038}"/>
          </ac:spMkLst>
        </pc:spChg>
        <pc:spChg chg="mod">
          <ac:chgData name="考 张" userId="87b8017596393203" providerId="LiveId" clId="{D567281E-BA97-4C7A-9065-2C3BC76975C9}" dt="2024-02-27T17:39:09.874" v="41"/>
          <ac:spMkLst>
            <pc:docMk/>
            <pc:sldMk cId="313985932" sldId="888"/>
            <ac:spMk id="183" creationId="{EB312078-61A1-2841-6631-0B501F91E8B5}"/>
          </ac:spMkLst>
        </pc:spChg>
        <pc:spChg chg="mod">
          <ac:chgData name="考 张" userId="87b8017596393203" providerId="LiveId" clId="{D567281E-BA97-4C7A-9065-2C3BC76975C9}" dt="2024-02-27T17:39:09.874" v="41"/>
          <ac:spMkLst>
            <pc:docMk/>
            <pc:sldMk cId="313985932" sldId="888"/>
            <ac:spMk id="184" creationId="{97D44CA6-078C-436E-B7BB-4CDF54E67197}"/>
          </ac:spMkLst>
        </pc:spChg>
        <pc:spChg chg="mod">
          <ac:chgData name="考 张" userId="87b8017596393203" providerId="LiveId" clId="{D567281E-BA97-4C7A-9065-2C3BC76975C9}" dt="2024-02-27T17:39:09.874" v="41"/>
          <ac:spMkLst>
            <pc:docMk/>
            <pc:sldMk cId="313985932" sldId="888"/>
            <ac:spMk id="185" creationId="{961F8995-5881-AF69-6393-79B80AAEE54D}"/>
          </ac:spMkLst>
        </pc:spChg>
        <pc:spChg chg="mod">
          <ac:chgData name="考 张" userId="87b8017596393203" providerId="LiveId" clId="{D567281E-BA97-4C7A-9065-2C3BC76975C9}" dt="2024-02-27T17:39:09.874" v="41"/>
          <ac:spMkLst>
            <pc:docMk/>
            <pc:sldMk cId="313985932" sldId="888"/>
            <ac:spMk id="186" creationId="{EF37B955-47D7-1DC7-CBDC-A2E6ED00EF45}"/>
          </ac:spMkLst>
        </pc:spChg>
        <pc:spChg chg="mod">
          <ac:chgData name="考 张" userId="87b8017596393203" providerId="LiveId" clId="{D567281E-BA97-4C7A-9065-2C3BC76975C9}" dt="2024-02-27T17:39:09.874" v="41"/>
          <ac:spMkLst>
            <pc:docMk/>
            <pc:sldMk cId="313985932" sldId="888"/>
            <ac:spMk id="187" creationId="{36FB0260-609F-2AD6-4337-D27B0C3088D9}"/>
          </ac:spMkLst>
        </pc:spChg>
        <pc:spChg chg="mod">
          <ac:chgData name="考 张" userId="87b8017596393203" providerId="LiveId" clId="{D567281E-BA97-4C7A-9065-2C3BC76975C9}" dt="2024-02-27T17:39:09.874" v="41"/>
          <ac:spMkLst>
            <pc:docMk/>
            <pc:sldMk cId="313985932" sldId="888"/>
            <ac:spMk id="188" creationId="{00DBE34D-2166-3D17-2322-0D7B5491BCA8}"/>
          </ac:spMkLst>
        </pc:spChg>
        <pc:spChg chg="mod">
          <ac:chgData name="考 张" userId="87b8017596393203" providerId="LiveId" clId="{D567281E-BA97-4C7A-9065-2C3BC76975C9}" dt="2024-02-27T17:39:09.874" v="41"/>
          <ac:spMkLst>
            <pc:docMk/>
            <pc:sldMk cId="313985932" sldId="888"/>
            <ac:spMk id="189" creationId="{F99D7C8A-DCB0-6376-DC77-76541FC1C0BE}"/>
          </ac:spMkLst>
        </pc:spChg>
        <pc:spChg chg="mod">
          <ac:chgData name="考 张" userId="87b8017596393203" providerId="LiveId" clId="{D567281E-BA97-4C7A-9065-2C3BC76975C9}" dt="2024-02-27T17:39:09.874" v="41"/>
          <ac:spMkLst>
            <pc:docMk/>
            <pc:sldMk cId="313985932" sldId="888"/>
            <ac:spMk id="190" creationId="{2845958A-9A3C-9447-B5D0-7B451CB445FF}"/>
          </ac:spMkLst>
        </pc:spChg>
        <pc:spChg chg="mod">
          <ac:chgData name="考 张" userId="87b8017596393203" providerId="LiveId" clId="{D567281E-BA97-4C7A-9065-2C3BC76975C9}" dt="2024-02-27T17:39:09.874" v="41"/>
          <ac:spMkLst>
            <pc:docMk/>
            <pc:sldMk cId="313985932" sldId="888"/>
            <ac:spMk id="191" creationId="{E6AE4E31-C1C1-DE4F-6715-66B096E109D2}"/>
          </ac:spMkLst>
        </pc:spChg>
        <pc:spChg chg="mod">
          <ac:chgData name="考 张" userId="87b8017596393203" providerId="LiveId" clId="{D567281E-BA97-4C7A-9065-2C3BC76975C9}" dt="2024-02-27T17:39:09.874" v="41"/>
          <ac:spMkLst>
            <pc:docMk/>
            <pc:sldMk cId="313985932" sldId="888"/>
            <ac:spMk id="192" creationId="{A6C58950-653B-E766-76F5-A6067BBF3D5A}"/>
          </ac:spMkLst>
        </pc:spChg>
        <pc:spChg chg="mod">
          <ac:chgData name="考 张" userId="87b8017596393203" providerId="LiveId" clId="{D567281E-BA97-4C7A-9065-2C3BC76975C9}" dt="2024-02-27T17:39:09.874" v="41"/>
          <ac:spMkLst>
            <pc:docMk/>
            <pc:sldMk cId="313985932" sldId="888"/>
            <ac:spMk id="193" creationId="{5562C849-E6A4-68B7-978B-FC8F0752B02C}"/>
          </ac:spMkLst>
        </pc:spChg>
        <pc:spChg chg="mod">
          <ac:chgData name="考 张" userId="87b8017596393203" providerId="LiveId" clId="{D567281E-BA97-4C7A-9065-2C3BC76975C9}" dt="2024-02-27T17:39:09.874" v="41"/>
          <ac:spMkLst>
            <pc:docMk/>
            <pc:sldMk cId="313985932" sldId="888"/>
            <ac:spMk id="194" creationId="{CF1B4AE2-0CDE-CFBD-E127-35BF445C02B8}"/>
          </ac:spMkLst>
        </pc:spChg>
        <pc:spChg chg="mod">
          <ac:chgData name="考 张" userId="87b8017596393203" providerId="LiveId" clId="{D567281E-BA97-4C7A-9065-2C3BC76975C9}" dt="2024-02-27T17:39:09.874" v="41"/>
          <ac:spMkLst>
            <pc:docMk/>
            <pc:sldMk cId="313985932" sldId="888"/>
            <ac:spMk id="195" creationId="{7E1F40C1-E0DE-72C0-3EFA-7E1912868545}"/>
          </ac:spMkLst>
        </pc:spChg>
        <pc:spChg chg="mod">
          <ac:chgData name="考 张" userId="87b8017596393203" providerId="LiveId" clId="{D567281E-BA97-4C7A-9065-2C3BC76975C9}" dt="2024-02-27T17:39:09.874" v="41"/>
          <ac:spMkLst>
            <pc:docMk/>
            <pc:sldMk cId="313985932" sldId="888"/>
            <ac:spMk id="196" creationId="{ECB4A4E8-B669-5D47-FEF5-D99C1B4EC058}"/>
          </ac:spMkLst>
        </pc:spChg>
        <pc:spChg chg="mod">
          <ac:chgData name="考 张" userId="87b8017596393203" providerId="LiveId" clId="{D567281E-BA97-4C7A-9065-2C3BC76975C9}" dt="2024-02-27T17:39:09.874" v="41"/>
          <ac:spMkLst>
            <pc:docMk/>
            <pc:sldMk cId="313985932" sldId="888"/>
            <ac:spMk id="197" creationId="{4F79C386-980E-E414-0C31-05C447B4C9AA}"/>
          </ac:spMkLst>
        </pc:spChg>
        <pc:spChg chg="mod">
          <ac:chgData name="考 张" userId="87b8017596393203" providerId="LiveId" clId="{D567281E-BA97-4C7A-9065-2C3BC76975C9}" dt="2024-02-27T17:39:09.874" v="41"/>
          <ac:spMkLst>
            <pc:docMk/>
            <pc:sldMk cId="313985932" sldId="888"/>
            <ac:spMk id="198" creationId="{29E936D8-573C-1C5B-CC63-73F04EC33861}"/>
          </ac:spMkLst>
        </pc:spChg>
        <pc:spChg chg="mod">
          <ac:chgData name="考 张" userId="87b8017596393203" providerId="LiveId" clId="{D567281E-BA97-4C7A-9065-2C3BC76975C9}" dt="2024-02-27T17:39:09.874" v="41"/>
          <ac:spMkLst>
            <pc:docMk/>
            <pc:sldMk cId="313985932" sldId="888"/>
            <ac:spMk id="199" creationId="{9BAC4262-42B6-38F8-A302-8ECD9237CF97}"/>
          </ac:spMkLst>
        </pc:spChg>
        <pc:spChg chg="mod">
          <ac:chgData name="考 张" userId="87b8017596393203" providerId="LiveId" clId="{D567281E-BA97-4C7A-9065-2C3BC76975C9}" dt="2024-02-27T17:39:09.874" v="41"/>
          <ac:spMkLst>
            <pc:docMk/>
            <pc:sldMk cId="313985932" sldId="888"/>
            <ac:spMk id="200" creationId="{93298AFF-5B20-39F0-CD20-68586F54D1B9}"/>
          </ac:spMkLst>
        </pc:spChg>
        <pc:spChg chg="mod">
          <ac:chgData name="考 张" userId="87b8017596393203" providerId="LiveId" clId="{D567281E-BA97-4C7A-9065-2C3BC76975C9}" dt="2024-02-27T17:39:09.874" v="41"/>
          <ac:spMkLst>
            <pc:docMk/>
            <pc:sldMk cId="313985932" sldId="888"/>
            <ac:spMk id="201" creationId="{6161D92F-2EEE-AD96-73DC-092F31E3C3B6}"/>
          </ac:spMkLst>
        </pc:spChg>
        <pc:spChg chg="mod">
          <ac:chgData name="考 张" userId="87b8017596393203" providerId="LiveId" clId="{D567281E-BA97-4C7A-9065-2C3BC76975C9}" dt="2024-02-27T17:39:09.874" v="41"/>
          <ac:spMkLst>
            <pc:docMk/>
            <pc:sldMk cId="313985932" sldId="888"/>
            <ac:spMk id="202" creationId="{2FCD9226-3B24-653C-5C76-F533CD331560}"/>
          </ac:spMkLst>
        </pc:spChg>
        <pc:spChg chg="mod">
          <ac:chgData name="考 张" userId="87b8017596393203" providerId="LiveId" clId="{D567281E-BA97-4C7A-9065-2C3BC76975C9}" dt="2024-02-27T17:39:09.874" v="41"/>
          <ac:spMkLst>
            <pc:docMk/>
            <pc:sldMk cId="313985932" sldId="888"/>
            <ac:spMk id="203" creationId="{DF49F44D-CAA7-0577-03DB-71C3EA5959BA}"/>
          </ac:spMkLst>
        </pc:spChg>
        <pc:spChg chg="mod">
          <ac:chgData name="考 张" userId="87b8017596393203" providerId="LiveId" clId="{D567281E-BA97-4C7A-9065-2C3BC76975C9}" dt="2024-02-27T17:39:09.874" v="41"/>
          <ac:spMkLst>
            <pc:docMk/>
            <pc:sldMk cId="313985932" sldId="888"/>
            <ac:spMk id="204" creationId="{621D3760-1371-8CC7-BDEA-7A3D68CBF77F}"/>
          </ac:spMkLst>
        </pc:spChg>
        <pc:spChg chg="mod">
          <ac:chgData name="考 张" userId="87b8017596393203" providerId="LiveId" clId="{D567281E-BA97-4C7A-9065-2C3BC76975C9}" dt="2024-02-27T17:39:09.874" v="41"/>
          <ac:spMkLst>
            <pc:docMk/>
            <pc:sldMk cId="313985932" sldId="888"/>
            <ac:spMk id="205" creationId="{B9883DCD-9D2F-E178-3B48-9A8750D2F36C}"/>
          </ac:spMkLst>
        </pc:spChg>
        <pc:spChg chg="mod">
          <ac:chgData name="考 张" userId="87b8017596393203" providerId="LiveId" clId="{D567281E-BA97-4C7A-9065-2C3BC76975C9}" dt="2024-02-27T17:39:09.874" v="41"/>
          <ac:spMkLst>
            <pc:docMk/>
            <pc:sldMk cId="313985932" sldId="888"/>
            <ac:spMk id="206" creationId="{E5C6D711-BC9C-E058-3DB8-C083B335CC8F}"/>
          </ac:spMkLst>
        </pc:spChg>
        <pc:spChg chg="mod">
          <ac:chgData name="考 张" userId="87b8017596393203" providerId="LiveId" clId="{D567281E-BA97-4C7A-9065-2C3BC76975C9}" dt="2024-02-27T17:39:09.874" v="41"/>
          <ac:spMkLst>
            <pc:docMk/>
            <pc:sldMk cId="313985932" sldId="888"/>
            <ac:spMk id="207" creationId="{0307D71C-28EE-9A4B-0575-B4BAC898535C}"/>
          </ac:spMkLst>
        </pc:spChg>
        <pc:spChg chg="mod">
          <ac:chgData name="考 张" userId="87b8017596393203" providerId="LiveId" clId="{D567281E-BA97-4C7A-9065-2C3BC76975C9}" dt="2024-02-27T17:39:09.874" v="41"/>
          <ac:spMkLst>
            <pc:docMk/>
            <pc:sldMk cId="313985932" sldId="888"/>
            <ac:spMk id="208" creationId="{161C8A86-9D46-E0BD-4567-E2B6A1FE9AA0}"/>
          </ac:spMkLst>
        </pc:spChg>
        <pc:spChg chg="mod">
          <ac:chgData name="考 张" userId="87b8017596393203" providerId="LiveId" clId="{D567281E-BA97-4C7A-9065-2C3BC76975C9}" dt="2024-02-27T17:39:09.874" v="41"/>
          <ac:spMkLst>
            <pc:docMk/>
            <pc:sldMk cId="313985932" sldId="888"/>
            <ac:spMk id="209" creationId="{6B5DAAC3-E132-29C2-08FD-FF6FABCB9EBC}"/>
          </ac:spMkLst>
        </pc:spChg>
        <pc:spChg chg="mod">
          <ac:chgData name="考 张" userId="87b8017596393203" providerId="LiveId" clId="{D567281E-BA97-4C7A-9065-2C3BC76975C9}" dt="2024-02-27T17:39:09.874" v="41"/>
          <ac:spMkLst>
            <pc:docMk/>
            <pc:sldMk cId="313985932" sldId="888"/>
            <ac:spMk id="210" creationId="{F4149250-6B01-BE8B-0786-EED73F0357E3}"/>
          </ac:spMkLst>
        </pc:spChg>
        <pc:spChg chg="mod">
          <ac:chgData name="考 张" userId="87b8017596393203" providerId="LiveId" clId="{D567281E-BA97-4C7A-9065-2C3BC76975C9}" dt="2024-02-27T17:39:09.874" v="41"/>
          <ac:spMkLst>
            <pc:docMk/>
            <pc:sldMk cId="313985932" sldId="888"/>
            <ac:spMk id="211" creationId="{9F2AFD4A-1DB8-F51F-1B64-459A3CA12BD2}"/>
          </ac:spMkLst>
        </pc:spChg>
        <pc:spChg chg="mod">
          <ac:chgData name="考 张" userId="87b8017596393203" providerId="LiveId" clId="{D567281E-BA97-4C7A-9065-2C3BC76975C9}" dt="2024-02-27T17:39:09.874" v="41"/>
          <ac:spMkLst>
            <pc:docMk/>
            <pc:sldMk cId="313985932" sldId="888"/>
            <ac:spMk id="212" creationId="{0F6471E5-7F61-2A24-61BB-DC33C93C45E0}"/>
          </ac:spMkLst>
        </pc:spChg>
        <pc:spChg chg="mod">
          <ac:chgData name="考 张" userId="87b8017596393203" providerId="LiveId" clId="{D567281E-BA97-4C7A-9065-2C3BC76975C9}" dt="2024-02-27T17:39:09.874" v="41"/>
          <ac:spMkLst>
            <pc:docMk/>
            <pc:sldMk cId="313985932" sldId="888"/>
            <ac:spMk id="213" creationId="{B387ECEF-2BD8-8452-5C64-A159350B7B3F}"/>
          </ac:spMkLst>
        </pc:spChg>
        <pc:spChg chg="mod">
          <ac:chgData name="考 张" userId="87b8017596393203" providerId="LiveId" clId="{D567281E-BA97-4C7A-9065-2C3BC76975C9}" dt="2024-02-27T17:39:09.874" v="41"/>
          <ac:spMkLst>
            <pc:docMk/>
            <pc:sldMk cId="313985932" sldId="888"/>
            <ac:spMk id="214" creationId="{54E77EB2-2BB2-C7BC-067C-5DF0902CCC1C}"/>
          </ac:spMkLst>
        </pc:spChg>
        <pc:spChg chg="mod">
          <ac:chgData name="考 张" userId="87b8017596393203" providerId="LiveId" clId="{D567281E-BA97-4C7A-9065-2C3BC76975C9}" dt="2024-02-27T17:39:09.874" v="41"/>
          <ac:spMkLst>
            <pc:docMk/>
            <pc:sldMk cId="313985932" sldId="888"/>
            <ac:spMk id="215" creationId="{1FD5A702-AC15-B238-52EE-30054FBE17D7}"/>
          </ac:spMkLst>
        </pc:spChg>
        <pc:spChg chg="mod">
          <ac:chgData name="考 张" userId="87b8017596393203" providerId="LiveId" clId="{D567281E-BA97-4C7A-9065-2C3BC76975C9}" dt="2024-02-27T17:39:09.874" v="41"/>
          <ac:spMkLst>
            <pc:docMk/>
            <pc:sldMk cId="313985932" sldId="888"/>
            <ac:spMk id="216" creationId="{D13F8083-BA27-997F-885B-1E87A192E32E}"/>
          </ac:spMkLst>
        </pc:spChg>
        <pc:spChg chg="mod">
          <ac:chgData name="考 张" userId="87b8017596393203" providerId="LiveId" clId="{D567281E-BA97-4C7A-9065-2C3BC76975C9}" dt="2024-02-27T17:39:09.874" v="41"/>
          <ac:spMkLst>
            <pc:docMk/>
            <pc:sldMk cId="313985932" sldId="888"/>
            <ac:spMk id="217" creationId="{3BA49D69-6D9E-E837-DA5E-D08E7C8D2446}"/>
          </ac:spMkLst>
        </pc:spChg>
        <pc:spChg chg="mod">
          <ac:chgData name="考 张" userId="87b8017596393203" providerId="LiveId" clId="{D567281E-BA97-4C7A-9065-2C3BC76975C9}" dt="2024-02-27T17:39:09.874" v="41"/>
          <ac:spMkLst>
            <pc:docMk/>
            <pc:sldMk cId="313985932" sldId="888"/>
            <ac:spMk id="218" creationId="{13AFB048-9D52-390D-89A9-A122D4C765DE}"/>
          </ac:spMkLst>
        </pc:spChg>
        <pc:spChg chg="mod">
          <ac:chgData name="考 张" userId="87b8017596393203" providerId="LiveId" clId="{D567281E-BA97-4C7A-9065-2C3BC76975C9}" dt="2024-02-27T17:39:09.874" v="41"/>
          <ac:spMkLst>
            <pc:docMk/>
            <pc:sldMk cId="313985932" sldId="888"/>
            <ac:spMk id="219" creationId="{792CC63F-5B2A-F76B-5166-BC1A28CAD585}"/>
          </ac:spMkLst>
        </pc:spChg>
        <pc:spChg chg="mod">
          <ac:chgData name="考 张" userId="87b8017596393203" providerId="LiveId" clId="{D567281E-BA97-4C7A-9065-2C3BC76975C9}" dt="2024-02-27T17:39:09.874" v="41"/>
          <ac:spMkLst>
            <pc:docMk/>
            <pc:sldMk cId="313985932" sldId="888"/>
            <ac:spMk id="220" creationId="{E3C3E745-3177-51DC-E2B2-B20185D64E6F}"/>
          </ac:spMkLst>
        </pc:spChg>
        <pc:spChg chg="mod">
          <ac:chgData name="考 张" userId="87b8017596393203" providerId="LiveId" clId="{D567281E-BA97-4C7A-9065-2C3BC76975C9}" dt="2024-02-27T17:39:09.874" v="41"/>
          <ac:spMkLst>
            <pc:docMk/>
            <pc:sldMk cId="313985932" sldId="888"/>
            <ac:spMk id="221" creationId="{C1941446-46AB-6C9E-1E06-5900665022F9}"/>
          </ac:spMkLst>
        </pc:spChg>
        <pc:spChg chg="mod">
          <ac:chgData name="考 张" userId="87b8017596393203" providerId="LiveId" clId="{D567281E-BA97-4C7A-9065-2C3BC76975C9}" dt="2024-02-27T17:39:09.874" v="41"/>
          <ac:spMkLst>
            <pc:docMk/>
            <pc:sldMk cId="313985932" sldId="888"/>
            <ac:spMk id="222" creationId="{1FEB6728-364B-5814-2CD3-06D2EDE08AD9}"/>
          </ac:spMkLst>
        </pc:spChg>
        <pc:spChg chg="mod">
          <ac:chgData name="考 张" userId="87b8017596393203" providerId="LiveId" clId="{D567281E-BA97-4C7A-9065-2C3BC76975C9}" dt="2024-02-27T17:39:09.874" v="41"/>
          <ac:spMkLst>
            <pc:docMk/>
            <pc:sldMk cId="313985932" sldId="888"/>
            <ac:spMk id="223" creationId="{B2286703-1A76-3832-B027-AED0560CB64C}"/>
          </ac:spMkLst>
        </pc:spChg>
        <pc:spChg chg="mod">
          <ac:chgData name="考 张" userId="87b8017596393203" providerId="LiveId" clId="{D567281E-BA97-4C7A-9065-2C3BC76975C9}" dt="2024-02-27T17:39:09.874" v="41"/>
          <ac:spMkLst>
            <pc:docMk/>
            <pc:sldMk cId="313985932" sldId="888"/>
            <ac:spMk id="224" creationId="{7FE1BFB8-44B1-34FF-CD49-FD88EA0F1E45}"/>
          </ac:spMkLst>
        </pc:spChg>
        <pc:spChg chg="mod">
          <ac:chgData name="考 张" userId="87b8017596393203" providerId="LiveId" clId="{D567281E-BA97-4C7A-9065-2C3BC76975C9}" dt="2024-02-27T17:39:09.874" v="41"/>
          <ac:spMkLst>
            <pc:docMk/>
            <pc:sldMk cId="313985932" sldId="888"/>
            <ac:spMk id="225" creationId="{D2BD483E-6256-A8BC-2872-90D06A5FD251}"/>
          </ac:spMkLst>
        </pc:spChg>
        <pc:spChg chg="mod">
          <ac:chgData name="考 张" userId="87b8017596393203" providerId="LiveId" clId="{D567281E-BA97-4C7A-9065-2C3BC76975C9}" dt="2024-02-27T17:39:09.874" v="41"/>
          <ac:spMkLst>
            <pc:docMk/>
            <pc:sldMk cId="313985932" sldId="888"/>
            <ac:spMk id="226" creationId="{AA558CA0-A356-BD9A-4BE4-C71CAC018213}"/>
          </ac:spMkLst>
        </pc:spChg>
        <pc:spChg chg="mod">
          <ac:chgData name="考 张" userId="87b8017596393203" providerId="LiveId" clId="{D567281E-BA97-4C7A-9065-2C3BC76975C9}" dt="2024-02-27T17:39:09.874" v="41"/>
          <ac:spMkLst>
            <pc:docMk/>
            <pc:sldMk cId="313985932" sldId="888"/>
            <ac:spMk id="227" creationId="{03C59C93-FAC5-0050-ADD2-7DB54E0074BE}"/>
          </ac:spMkLst>
        </pc:spChg>
        <pc:spChg chg="mod">
          <ac:chgData name="考 张" userId="87b8017596393203" providerId="LiveId" clId="{D567281E-BA97-4C7A-9065-2C3BC76975C9}" dt="2024-02-27T17:39:09.874" v="41"/>
          <ac:spMkLst>
            <pc:docMk/>
            <pc:sldMk cId="313985932" sldId="888"/>
            <ac:spMk id="228" creationId="{770ED788-C41E-928B-C2A0-A809E036AEB7}"/>
          </ac:spMkLst>
        </pc:spChg>
        <pc:spChg chg="mod">
          <ac:chgData name="考 张" userId="87b8017596393203" providerId="LiveId" clId="{D567281E-BA97-4C7A-9065-2C3BC76975C9}" dt="2024-02-27T17:39:09.874" v="41"/>
          <ac:spMkLst>
            <pc:docMk/>
            <pc:sldMk cId="313985932" sldId="888"/>
            <ac:spMk id="229" creationId="{720DB1C2-B677-5BC5-6B21-D27A4A18D217}"/>
          </ac:spMkLst>
        </pc:spChg>
        <pc:spChg chg="mod">
          <ac:chgData name="考 张" userId="87b8017596393203" providerId="LiveId" clId="{D567281E-BA97-4C7A-9065-2C3BC76975C9}" dt="2024-02-27T17:39:09.874" v="41"/>
          <ac:spMkLst>
            <pc:docMk/>
            <pc:sldMk cId="313985932" sldId="888"/>
            <ac:spMk id="230" creationId="{F90F592C-61F1-4F2C-C2BD-ED14253BC1DC}"/>
          </ac:spMkLst>
        </pc:spChg>
        <pc:spChg chg="mod">
          <ac:chgData name="考 张" userId="87b8017596393203" providerId="LiveId" clId="{D567281E-BA97-4C7A-9065-2C3BC76975C9}" dt="2024-02-27T17:39:09.874" v="41"/>
          <ac:spMkLst>
            <pc:docMk/>
            <pc:sldMk cId="313985932" sldId="888"/>
            <ac:spMk id="231" creationId="{700389B5-1385-6CD8-2468-E876274AD80F}"/>
          </ac:spMkLst>
        </pc:spChg>
        <pc:spChg chg="mod">
          <ac:chgData name="考 张" userId="87b8017596393203" providerId="LiveId" clId="{D567281E-BA97-4C7A-9065-2C3BC76975C9}" dt="2024-02-27T17:39:09.874" v="41"/>
          <ac:spMkLst>
            <pc:docMk/>
            <pc:sldMk cId="313985932" sldId="888"/>
            <ac:spMk id="232" creationId="{603732D6-174D-03FC-089E-A7C1576BF394}"/>
          </ac:spMkLst>
        </pc:spChg>
        <pc:spChg chg="mod">
          <ac:chgData name="考 张" userId="87b8017596393203" providerId="LiveId" clId="{D567281E-BA97-4C7A-9065-2C3BC76975C9}" dt="2024-02-27T17:39:09.874" v="41"/>
          <ac:spMkLst>
            <pc:docMk/>
            <pc:sldMk cId="313985932" sldId="888"/>
            <ac:spMk id="233" creationId="{787524BB-B344-DECF-4D05-CAED80628A40}"/>
          </ac:spMkLst>
        </pc:spChg>
        <pc:spChg chg="mod">
          <ac:chgData name="考 张" userId="87b8017596393203" providerId="LiveId" clId="{D567281E-BA97-4C7A-9065-2C3BC76975C9}" dt="2024-02-27T17:39:09.874" v="41"/>
          <ac:spMkLst>
            <pc:docMk/>
            <pc:sldMk cId="313985932" sldId="888"/>
            <ac:spMk id="234" creationId="{43F44D9A-FBEA-429E-5093-430FBB792554}"/>
          </ac:spMkLst>
        </pc:spChg>
        <pc:spChg chg="mod">
          <ac:chgData name="考 张" userId="87b8017596393203" providerId="LiveId" clId="{D567281E-BA97-4C7A-9065-2C3BC76975C9}" dt="2024-02-27T17:39:09.874" v="41"/>
          <ac:spMkLst>
            <pc:docMk/>
            <pc:sldMk cId="313985932" sldId="888"/>
            <ac:spMk id="235" creationId="{7B58A805-2F1C-FB6D-81B9-8CD4DC146EFD}"/>
          </ac:spMkLst>
        </pc:spChg>
        <pc:spChg chg="mod">
          <ac:chgData name="考 张" userId="87b8017596393203" providerId="LiveId" clId="{D567281E-BA97-4C7A-9065-2C3BC76975C9}" dt="2024-02-27T17:39:09.874" v="41"/>
          <ac:spMkLst>
            <pc:docMk/>
            <pc:sldMk cId="313985932" sldId="888"/>
            <ac:spMk id="236" creationId="{0AAD8AAB-7262-49B3-9D95-F367029934CA}"/>
          </ac:spMkLst>
        </pc:spChg>
        <pc:spChg chg="mod">
          <ac:chgData name="考 张" userId="87b8017596393203" providerId="LiveId" clId="{D567281E-BA97-4C7A-9065-2C3BC76975C9}" dt="2024-02-27T17:39:09.874" v="41"/>
          <ac:spMkLst>
            <pc:docMk/>
            <pc:sldMk cId="313985932" sldId="888"/>
            <ac:spMk id="237" creationId="{2A7DD6C3-31FC-78D3-E5A8-D59B62737ADF}"/>
          </ac:spMkLst>
        </pc:spChg>
        <pc:spChg chg="mod">
          <ac:chgData name="考 张" userId="87b8017596393203" providerId="LiveId" clId="{D567281E-BA97-4C7A-9065-2C3BC76975C9}" dt="2024-02-27T17:39:09.874" v="41"/>
          <ac:spMkLst>
            <pc:docMk/>
            <pc:sldMk cId="313985932" sldId="888"/>
            <ac:spMk id="238" creationId="{2DA68F0D-0736-5707-4D5B-36CE1C80C7CE}"/>
          </ac:spMkLst>
        </pc:spChg>
        <pc:spChg chg="mod">
          <ac:chgData name="考 张" userId="87b8017596393203" providerId="LiveId" clId="{D567281E-BA97-4C7A-9065-2C3BC76975C9}" dt="2024-02-27T17:39:09.874" v="41"/>
          <ac:spMkLst>
            <pc:docMk/>
            <pc:sldMk cId="313985932" sldId="888"/>
            <ac:spMk id="239" creationId="{EACA0457-6BD7-F43C-B5B3-CB05C3B0110C}"/>
          </ac:spMkLst>
        </pc:spChg>
        <pc:spChg chg="mod">
          <ac:chgData name="考 张" userId="87b8017596393203" providerId="LiveId" clId="{D567281E-BA97-4C7A-9065-2C3BC76975C9}" dt="2024-02-27T17:39:09.874" v="41"/>
          <ac:spMkLst>
            <pc:docMk/>
            <pc:sldMk cId="313985932" sldId="888"/>
            <ac:spMk id="240" creationId="{AD08B113-671E-2150-5505-4E92A77EFAF1}"/>
          </ac:spMkLst>
        </pc:spChg>
        <pc:spChg chg="mod">
          <ac:chgData name="考 张" userId="87b8017596393203" providerId="LiveId" clId="{D567281E-BA97-4C7A-9065-2C3BC76975C9}" dt="2024-02-27T17:39:09.874" v="41"/>
          <ac:spMkLst>
            <pc:docMk/>
            <pc:sldMk cId="313985932" sldId="888"/>
            <ac:spMk id="241" creationId="{45B8A4E9-8CE2-DA3C-C452-0D8B3F7F80CE}"/>
          </ac:spMkLst>
        </pc:spChg>
        <pc:spChg chg="mod">
          <ac:chgData name="考 张" userId="87b8017596393203" providerId="LiveId" clId="{D567281E-BA97-4C7A-9065-2C3BC76975C9}" dt="2024-02-27T17:39:09.874" v="41"/>
          <ac:spMkLst>
            <pc:docMk/>
            <pc:sldMk cId="313985932" sldId="888"/>
            <ac:spMk id="242" creationId="{218170AC-9C81-BCCA-0DA9-701D09A5F58A}"/>
          </ac:spMkLst>
        </pc:spChg>
        <pc:spChg chg="mod">
          <ac:chgData name="考 张" userId="87b8017596393203" providerId="LiveId" clId="{D567281E-BA97-4C7A-9065-2C3BC76975C9}" dt="2024-02-27T17:39:09.874" v="41"/>
          <ac:spMkLst>
            <pc:docMk/>
            <pc:sldMk cId="313985932" sldId="888"/>
            <ac:spMk id="243" creationId="{729D9E63-FB72-B1A4-09B3-03FF8037953E}"/>
          </ac:spMkLst>
        </pc:spChg>
        <pc:spChg chg="mod">
          <ac:chgData name="考 张" userId="87b8017596393203" providerId="LiveId" clId="{D567281E-BA97-4C7A-9065-2C3BC76975C9}" dt="2024-02-27T17:39:09.874" v="41"/>
          <ac:spMkLst>
            <pc:docMk/>
            <pc:sldMk cId="313985932" sldId="888"/>
            <ac:spMk id="244" creationId="{19222ED5-DE37-45B7-2473-1ED43B7AFA85}"/>
          </ac:spMkLst>
        </pc:spChg>
        <pc:spChg chg="mod">
          <ac:chgData name="考 张" userId="87b8017596393203" providerId="LiveId" clId="{D567281E-BA97-4C7A-9065-2C3BC76975C9}" dt="2024-02-27T17:39:09.874" v="41"/>
          <ac:spMkLst>
            <pc:docMk/>
            <pc:sldMk cId="313985932" sldId="888"/>
            <ac:spMk id="245" creationId="{8D8B3158-8750-AD23-EF7B-57B298923111}"/>
          </ac:spMkLst>
        </pc:spChg>
        <pc:spChg chg="mod">
          <ac:chgData name="考 张" userId="87b8017596393203" providerId="LiveId" clId="{D567281E-BA97-4C7A-9065-2C3BC76975C9}" dt="2024-02-27T17:39:09.874" v="41"/>
          <ac:spMkLst>
            <pc:docMk/>
            <pc:sldMk cId="313985932" sldId="888"/>
            <ac:spMk id="246" creationId="{03085017-C0E7-F184-793F-5FB5B22341F7}"/>
          </ac:spMkLst>
        </pc:spChg>
        <pc:spChg chg="mod">
          <ac:chgData name="考 张" userId="87b8017596393203" providerId="LiveId" clId="{D567281E-BA97-4C7A-9065-2C3BC76975C9}" dt="2024-02-27T17:39:09.874" v="41"/>
          <ac:spMkLst>
            <pc:docMk/>
            <pc:sldMk cId="313985932" sldId="888"/>
            <ac:spMk id="247" creationId="{24412774-F62C-CE7B-C544-D25ED51DD91D}"/>
          </ac:spMkLst>
        </pc:spChg>
        <pc:spChg chg="mod">
          <ac:chgData name="考 张" userId="87b8017596393203" providerId="LiveId" clId="{D567281E-BA97-4C7A-9065-2C3BC76975C9}" dt="2024-02-27T17:39:09.874" v="41"/>
          <ac:spMkLst>
            <pc:docMk/>
            <pc:sldMk cId="313985932" sldId="888"/>
            <ac:spMk id="248" creationId="{C07D613E-692C-104F-A843-ACD73A0ACC91}"/>
          </ac:spMkLst>
        </pc:spChg>
        <pc:spChg chg="mod">
          <ac:chgData name="考 张" userId="87b8017596393203" providerId="LiveId" clId="{D567281E-BA97-4C7A-9065-2C3BC76975C9}" dt="2024-02-27T17:39:09.874" v="41"/>
          <ac:spMkLst>
            <pc:docMk/>
            <pc:sldMk cId="313985932" sldId="888"/>
            <ac:spMk id="249" creationId="{C7D3AD9B-D6D4-690D-7E43-1B6A6FFEBAD8}"/>
          </ac:spMkLst>
        </pc:spChg>
        <pc:spChg chg="mod">
          <ac:chgData name="考 张" userId="87b8017596393203" providerId="LiveId" clId="{D567281E-BA97-4C7A-9065-2C3BC76975C9}" dt="2024-02-27T17:39:09.874" v="41"/>
          <ac:spMkLst>
            <pc:docMk/>
            <pc:sldMk cId="313985932" sldId="888"/>
            <ac:spMk id="250" creationId="{FB646ACF-5CD0-8167-9D61-785027E56C4C}"/>
          </ac:spMkLst>
        </pc:spChg>
        <pc:spChg chg="mod">
          <ac:chgData name="考 张" userId="87b8017596393203" providerId="LiveId" clId="{D567281E-BA97-4C7A-9065-2C3BC76975C9}" dt="2024-02-27T17:39:09.874" v="41"/>
          <ac:spMkLst>
            <pc:docMk/>
            <pc:sldMk cId="313985932" sldId="888"/>
            <ac:spMk id="251" creationId="{61DE2672-D540-9159-C6DF-5CA88C6DF2B2}"/>
          </ac:spMkLst>
        </pc:spChg>
        <pc:spChg chg="mod">
          <ac:chgData name="考 张" userId="87b8017596393203" providerId="LiveId" clId="{D567281E-BA97-4C7A-9065-2C3BC76975C9}" dt="2024-02-27T17:39:09.874" v="41"/>
          <ac:spMkLst>
            <pc:docMk/>
            <pc:sldMk cId="313985932" sldId="888"/>
            <ac:spMk id="252" creationId="{8C5AFEF7-B825-3499-A725-2182C14C05ED}"/>
          </ac:spMkLst>
        </pc:spChg>
        <pc:spChg chg="mod">
          <ac:chgData name="考 张" userId="87b8017596393203" providerId="LiveId" clId="{D567281E-BA97-4C7A-9065-2C3BC76975C9}" dt="2024-02-27T17:39:09.874" v="41"/>
          <ac:spMkLst>
            <pc:docMk/>
            <pc:sldMk cId="313985932" sldId="888"/>
            <ac:spMk id="253" creationId="{D5A0E264-1891-61C8-F779-AC0BB7B8A679}"/>
          </ac:spMkLst>
        </pc:spChg>
        <pc:spChg chg="mod">
          <ac:chgData name="考 张" userId="87b8017596393203" providerId="LiveId" clId="{D567281E-BA97-4C7A-9065-2C3BC76975C9}" dt="2024-02-27T17:39:09.874" v="41"/>
          <ac:spMkLst>
            <pc:docMk/>
            <pc:sldMk cId="313985932" sldId="888"/>
            <ac:spMk id="254" creationId="{67DEDC00-4E67-364B-B1BA-F348E3C43FA9}"/>
          </ac:spMkLst>
        </pc:spChg>
        <pc:spChg chg="mod">
          <ac:chgData name="考 张" userId="87b8017596393203" providerId="LiveId" clId="{D567281E-BA97-4C7A-9065-2C3BC76975C9}" dt="2024-02-27T17:39:09.874" v="41"/>
          <ac:spMkLst>
            <pc:docMk/>
            <pc:sldMk cId="313985932" sldId="888"/>
            <ac:spMk id="255" creationId="{286BBEF0-0930-2FE5-679C-1F02DFD1967D}"/>
          </ac:spMkLst>
        </pc:spChg>
        <pc:spChg chg="mod">
          <ac:chgData name="考 张" userId="87b8017596393203" providerId="LiveId" clId="{D567281E-BA97-4C7A-9065-2C3BC76975C9}" dt="2024-02-27T17:39:09.874" v="41"/>
          <ac:spMkLst>
            <pc:docMk/>
            <pc:sldMk cId="313985932" sldId="888"/>
            <ac:spMk id="256" creationId="{EADDBF78-1232-0E8C-2A81-E824635C73AB}"/>
          </ac:spMkLst>
        </pc:spChg>
        <pc:spChg chg="mod">
          <ac:chgData name="考 张" userId="87b8017596393203" providerId="LiveId" clId="{D567281E-BA97-4C7A-9065-2C3BC76975C9}" dt="2024-02-27T17:39:09.874" v="41"/>
          <ac:spMkLst>
            <pc:docMk/>
            <pc:sldMk cId="313985932" sldId="888"/>
            <ac:spMk id="257" creationId="{0D6EA0C8-9AAB-56A3-DCA7-2AB7CA378950}"/>
          </ac:spMkLst>
        </pc:spChg>
        <pc:spChg chg="mod">
          <ac:chgData name="考 张" userId="87b8017596393203" providerId="LiveId" clId="{D567281E-BA97-4C7A-9065-2C3BC76975C9}" dt="2024-02-27T17:39:09.874" v="41"/>
          <ac:spMkLst>
            <pc:docMk/>
            <pc:sldMk cId="313985932" sldId="888"/>
            <ac:spMk id="258" creationId="{662C06C6-6A40-53B4-7135-86E81EE2CF94}"/>
          </ac:spMkLst>
        </pc:spChg>
        <pc:spChg chg="mod">
          <ac:chgData name="考 张" userId="87b8017596393203" providerId="LiveId" clId="{D567281E-BA97-4C7A-9065-2C3BC76975C9}" dt="2024-02-27T17:39:09.874" v="41"/>
          <ac:spMkLst>
            <pc:docMk/>
            <pc:sldMk cId="313985932" sldId="888"/>
            <ac:spMk id="259" creationId="{5FE6DC88-5599-8DC5-872A-98341A8D3C93}"/>
          </ac:spMkLst>
        </pc:spChg>
        <pc:spChg chg="mod">
          <ac:chgData name="考 张" userId="87b8017596393203" providerId="LiveId" clId="{D567281E-BA97-4C7A-9065-2C3BC76975C9}" dt="2024-02-27T17:39:09.874" v="41"/>
          <ac:spMkLst>
            <pc:docMk/>
            <pc:sldMk cId="313985932" sldId="888"/>
            <ac:spMk id="260" creationId="{57395FB0-83B9-54F7-E863-4CCD5921ADCE}"/>
          </ac:spMkLst>
        </pc:spChg>
        <pc:spChg chg="mod">
          <ac:chgData name="考 张" userId="87b8017596393203" providerId="LiveId" clId="{D567281E-BA97-4C7A-9065-2C3BC76975C9}" dt="2024-02-27T17:39:09.874" v="41"/>
          <ac:spMkLst>
            <pc:docMk/>
            <pc:sldMk cId="313985932" sldId="888"/>
            <ac:spMk id="261" creationId="{B86159A0-0984-A367-C5BA-C15A273DF4B6}"/>
          </ac:spMkLst>
        </pc:spChg>
        <pc:spChg chg="mod">
          <ac:chgData name="考 张" userId="87b8017596393203" providerId="LiveId" clId="{D567281E-BA97-4C7A-9065-2C3BC76975C9}" dt="2024-02-27T17:39:09.874" v="41"/>
          <ac:spMkLst>
            <pc:docMk/>
            <pc:sldMk cId="313985932" sldId="888"/>
            <ac:spMk id="262" creationId="{490DD10A-4497-2AF3-EEF5-E8B50FE2E276}"/>
          </ac:spMkLst>
        </pc:spChg>
        <pc:spChg chg="mod">
          <ac:chgData name="考 张" userId="87b8017596393203" providerId="LiveId" clId="{D567281E-BA97-4C7A-9065-2C3BC76975C9}" dt="2024-02-27T17:39:09.874" v="41"/>
          <ac:spMkLst>
            <pc:docMk/>
            <pc:sldMk cId="313985932" sldId="888"/>
            <ac:spMk id="263" creationId="{75810E79-6713-EA5C-54E1-9044EE0B820D}"/>
          </ac:spMkLst>
        </pc:spChg>
        <pc:spChg chg="mod">
          <ac:chgData name="考 张" userId="87b8017596393203" providerId="LiveId" clId="{D567281E-BA97-4C7A-9065-2C3BC76975C9}" dt="2024-02-27T17:39:09.874" v="41"/>
          <ac:spMkLst>
            <pc:docMk/>
            <pc:sldMk cId="313985932" sldId="888"/>
            <ac:spMk id="264" creationId="{B8F25586-7D66-176C-DAB8-F22E2EB3A615}"/>
          </ac:spMkLst>
        </pc:spChg>
        <pc:spChg chg="add del mod">
          <ac:chgData name="考 张" userId="87b8017596393203" providerId="LiveId" clId="{D567281E-BA97-4C7A-9065-2C3BC76975C9}" dt="2024-02-27T17:39:20.849" v="44"/>
          <ac:spMkLst>
            <pc:docMk/>
            <pc:sldMk cId="313985932" sldId="888"/>
            <ac:spMk id="265" creationId="{7F899714-537B-AA2E-FD70-A37916EDF3FC}"/>
          </ac:spMkLst>
        </pc:spChg>
        <pc:spChg chg="mod">
          <ac:chgData name="考 张" userId="87b8017596393203" providerId="LiveId" clId="{D567281E-BA97-4C7A-9065-2C3BC76975C9}" dt="2024-02-27T17:39:09.874" v="41"/>
          <ac:spMkLst>
            <pc:docMk/>
            <pc:sldMk cId="313985932" sldId="888"/>
            <ac:spMk id="268" creationId="{7F82B511-BED5-3906-CEA7-57ED31634D6B}"/>
          </ac:spMkLst>
        </pc:spChg>
        <pc:spChg chg="mod">
          <ac:chgData name="考 张" userId="87b8017596393203" providerId="LiveId" clId="{D567281E-BA97-4C7A-9065-2C3BC76975C9}" dt="2024-02-27T17:39:09.874" v="41"/>
          <ac:spMkLst>
            <pc:docMk/>
            <pc:sldMk cId="313985932" sldId="888"/>
            <ac:spMk id="269" creationId="{D720CFDD-3AAA-E113-B9A5-F270F511BE7E}"/>
          </ac:spMkLst>
        </pc:spChg>
        <pc:spChg chg="mod">
          <ac:chgData name="考 张" userId="87b8017596393203" providerId="LiveId" clId="{D567281E-BA97-4C7A-9065-2C3BC76975C9}" dt="2024-02-27T17:39:09.874" v="41"/>
          <ac:spMkLst>
            <pc:docMk/>
            <pc:sldMk cId="313985932" sldId="888"/>
            <ac:spMk id="270" creationId="{9A30CCA0-DCA7-F6D3-34A5-5709720FB43C}"/>
          </ac:spMkLst>
        </pc:spChg>
        <pc:spChg chg="mod">
          <ac:chgData name="考 张" userId="87b8017596393203" providerId="LiveId" clId="{D567281E-BA97-4C7A-9065-2C3BC76975C9}" dt="2024-02-27T17:39:09.874" v="41"/>
          <ac:spMkLst>
            <pc:docMk/>
            <pc:sldMk cId="313985932" sldId="888"/>
            <ac:spMk id="271" creationId="{732433FA-CB76-94D6-FCF7-F76B24C77A0E}"/>
          </ac:spMkLst>
        </pc:spChg>
        <pc:spChg chg="mod">
          <ac:chgData name="考 张" userId="87b8017596393203" providerId="LiveId" clId="{D567281E-BA97-4C7A-9065-2C3BC76975C9}" dt="2024-02-27T17:39:09.874" v="41"/>
          <ac:spMkLst>
            <pc:docMk/>
            <pc:sldMk cId="313985932" sldId="888"/>
            <ac:spMk id="272" creationId="{48B1301A-5FB4-C2DB-18CD-B9C8864993A3}"/>
          </ac:spMkLst>
        </pc:spChg>
        <pc:spChg chg="mod">
          <ac:chgData name="考 张" userId="87b8017596393203" providerId="LiveId" clId="{D567281E-BA97-4C7A-9065-2C3BC76975C9}" dt="2024-02-27T17:39:09.874" v="41"/>
          <ac:spMkLst>
            <pc:docMk/>
            <pc:sldMk cId="313985932" sldId="888"/>
            <ac:spMk id="273" creationId="{5458B147-38E2-6ABB-675D-E900D4866A85}"/>
          </ac:spMkLst>
        </pc:spChg>
        <pc:spChg chg="mod">
          <ac:chgData name="考 张" userId="87b8017596393203" providerId="LiveId" clId="{D567281E-BA97-4C7A-9065-2C3BC76975C9}" dt="2024-02-27T17:39:09.874" v="41"/>
          <ac:spMkLst>
            <pc:docMk/>
            <pc:sldMk cId="313985932" sldId="888"/>
            <ac:spMk id="274" creationId="{9E4C480E-57CC-2D29-B1DD-A89991F6AF6B}"/>
          </ac:spMkLst>
        </pc:spChg>
        <pc:spChg chg="mod">
          <ac:chgData name="考 张" userId="87b8017596393203" providerId="LiveId" clId="{D567281E-BA97-4C7A-9065-2C3BC76975C9}" dt="2024-02-27T17:39:09.874" v="41"/>
          <ac:spMkLst>
            <pc:docMk/>
            <pc:sldMk cId="313985932" sldId="888"/>
            <ac:spMk id="275" creationId="{3DCEED8D-E541-13C8-B89C-18464D115489}"/>
          </ac:spMkLst>
        </pc:spChg>
        <pc:spChg chg="mod">
          <ac:chgData name="考 张" userId="87b8017596393203" providerId="LiveId" clId="{D567281E-BA97-4C7A-9065-2C3BC76975C9}" dt="2024-02-27T17:39:09.874" v="41"/>
          <ac:spMkLst>
            <pc:docMk/>
            <pc:sldMk cId="313985932" sldId="888"/>
            <ac:spMk id="277" creationId="{9F4BF45E-9DAA-35CA-A69D-715AD6C5BA29}"/>
          </ac:spMkLst>
        </pc:spChg>
        <pc:spChg chg="mod">
          <ac:chgData name="考 张" userId="87b8017596393203" providerId="LiveId" clId="{D567281E-BA97-4C7A-9065-2C3BC76975C9}" dt="2024-02-27T17:39:09.874" v="41"/>
          <ac:spMkLst>
            <pc:docMk/>
            <pc:sldMk cId="313985932" sldId="888"/>
            <ac:spMk id="278" creationId="{2CC74C80-17CE-AFC3-14B3-E669F3A546DF}"/>
          </ac:spMkLst>
        </pc:spChg>
        <pc:spChg chg="mod">
          <ac:chgData name="考 张" userId="87b8017596393203" providerId="LiveId" clId="{D567281E-BA97-4C7A-9065-2C3BC76975C9}" dt="2024-02-27T17:39:09.874" v="41"/>
          <ac:spMkLst>
            <pc:docMk/>
            <pc:sldMk cId="313985932" sldId="888"/>
            <ac:spMk id="279" creationId="{3A5C00CC-51E1-C2FE-0C01-312A958221DB}"/>
          </ac:spMkLst>
        </pc:spChg>
        <pc:spChg chg="mod">
          <ac:chgData name="考 张" userId="87b8017596393203" providerId="LiveId" clId="{D567281E-BA97-4C7A-9065-2C3BC76975C9}" dt="2024-02-27T17:39:09.874" v="41"/>
          <ac:spMkLst>
            <pc:docMk/>
            <pc:sldMk cId="313985932" sldId="888"/>
            <ac:spMk id="280" creationId="{DC636673-C062-C314-FB64-43FFE9E6362D}"/>
          </ac:spMkLst>
        </pc:spChg>
        <pc:spChg chg="mod">
          <ac:chgData name="考 张" userId="87b8017596393203" providerId="LiveId" clId="{D567281E-BA97-4C7A-9065-2C3BC76975C9}" dt="2024-02-27T17:39:09.874" v="41"/>
          <ac:spMkLst>
            <pc:docMk/>
            <pc:sldMk cId="313985932" sldId="888"/>
            <ac:spMk id="281" creationId="{D63327E9-944A-EB06-A054-C233ED2D1D25}"/>
          </ac:spMkLst>
        </pc:spChg>
        <pc:spChg chg="mod">
          <ac:chgData name="考 张" userId="87b8017596393203" providerId="LiveId" clId="{D567281E-BA97-4C7A-9065-2C3BC76975C9}" dt="2024-02-27T17:39:09.874" v="41"/>
          <ac:spMkLst>
            <pc:docMk/>
            <pc:sldMk cId="313985932" sldId="888"/>
            <ac:spMk id="282" creationId="{9E60EA59-0B26-1E43-CE4D-2958E6F234D9}"/>
          </ac:spMkLst>
        </pc:spChg>
        <pc:spChg chg="mod">
          <ac:chgData name="考 张" userId="87b8017596393203" providerId="LiveId" clId="{D567281E-BA97-4C7A-9065-2C3BC76975C9}" dt="2024-02-27T17:39:09.874" v="41"/>
          <ac:spMkLst>
            <pc:docMk/>
            <pc:sldMk cId="313985932" sldId="888"/>
            <ac:spMk id="283" creationId="{2361D245-0B6A-D145-DC0D-48DCF9ABDB98}"/>
          </ac:spMkLst>
        </pc:spChg>
        <pc:spChg chg="mod">
          <ac:chgData name="考 张" userId="87b8017596393203" providerId="LiveId" clId="{D567281E-BA97-4C7A-9065-2C3BC76975C9}" dt="2024-02-27T17:39:09.874" v="41"/>
          <ac:spMkLst>
            <pc:docMk/>
            <pc:sldMk cId="313985932" sldId="888"/>
            <ac:spMk id="284" creationId="{2F9A0B40-AEC5-A0AF-4E12-F8243DAF0652}"/>
          </ac:spMkLst>
        </pc:spChg>
        <pc:spChg chg="mod">
          <ac:chgData name="考 张" userId="87b8017596393203" providerId="LiveId" clId="{D567281E-BA97-4C7A-9065-2C3BC76975C9}" dt="2024-02-27T17:39:09.874" v="41"/>
          <ac:spMkLst>
            <pc:docMk/>
            <pc:sldMk cId="313985932" sldId="888"/>
            <ac:spMk id="285" creationId="{CA7264E3-3D8E-3DE1-7ECB-271615DD7720}"/>
          </ac:spMkLst>
        </pc:spChg>
        <pc:spChg chg="mod">
          <ac:chgData name="考 张" userId="87b8017596393203" providerId="LiveId" clId="{D567281E-BA97-4C7A-9065-2C3BC76975C9}" dt="2024-02-27T17:39:09.874" v="41"/>
          <ac:spMkLst>
            <pc:docMk/>
            <pc:sldMk cId="313985932" sldId="888"/>
            <ac:spMk id="286" creationId="{805DBCA8-BB14-A98F-99CF-B85FDB37FFB6}"/>
          </ac:spMkLst>
        </pc:spChg>
        <pc:spChg chg="mod">
          <ac:chgData name="考 张" userId="87b8017596393203" providerId="LiveId" clId="{D567281E-BA97-4C7A-9065-2C3BC76975C9}" dt="2024-02-27T17:39:09.874" v="41"/>
          <ac:spMkLst>
            <pc:docMk/>
            <pc:sldMk cId="313985932" sldId="888"/>
            <ac:spMk id="287" creationId="{9C6F4EEF-E956-0336-3584-5C921DA14CFE}"/>
          </ac:spMkLst>
        </pc:spChg>
        <pc:spChg chg="mod">
          <ac:chgData name="考 张" userId="87b8017596393203" providerId="LiveId" clId="{D567281E-BA97-4C7A-9065-2C3BC76975C9}" dt="2024-02-27T17:39:09.874" v="41"/>
          <ac:spMkLst>
            <pc:docMk/>
            <pc:sldMk cId="313985932" sldId="888"/>
            <ac:spMk id="288" creationId="{89880D68-AB14-0290-64DC-0567D77301B4}"/>
          </ac:spMkLst>
        </pc:spChg>
        <pc:spChg chg="mod">
          <ac:chgData name="考 张" userId="87b8017596393203" providerId="LiveId" clId="{D567281E-BA97-4C7A-9065-2C3BC76975C9}" dt="2024-02-27T17:39:09.874" v="41"/>
          <ac:spMkLst>
            <pc:docMk/>
            <pc:sldMk cId="313985932" sldId="888"/>
            <ac:spMk id="289" creationId="{7C66E6C9-BBB3-0C8A-55FD-BA4D2CA3DBBD}"/>
          </ac:spMkLst>
        </pc:spChg>
        <pc:spChg chg="mod">
          <ac:chgData name="考 张" userId="87b8017596393203" providerId="LiveId" clId="{D567281E-BA97-4C7A-9065-2C3BC76975C9}" dt="2024-02-27T17:39:09.874" v="41"/>
          <ac:spMkLst>
            <pc:docMk/>
            <pc:sldMk cId="313985932" sldId="888"/>
            <ac:spMk id="290" creationId="{32ABC2A8-FB30-5F36-BF1B-D997B0F85988}"/>
          </ac:spMkLst>
        </pc:spChg>
        <pc:spChg chg="mod">
          <ac:chgData name="考 张" userId="87b8017596393203" providerId="LiveId" clId="{D567281E-BA97-4C7A-9065-2C3BC76975C9}" dt="2024-02-27T17:39:09.874" v="41"/>
          <ac:spMkLst>
            <pc:docMk/>
            <pc:sldMk cId="313985932" sldId="888"/>
            <ac:spMk id="291" creationId="{3B509BD7-7858-BFF1-485E-69D707874937}"/>
          </ac:spMkLst>
        </pc:spChg>
        <pc:spChg chg="mod">
          <ac:chgData name="考 张" userId="87b8017596393203" providerId="LiveId" clId="{D567281E-BA97-4C7A-9065-2C3BC76975C9}" dt="2024-02-27T17:39:09.874" v="41"/>
          <ac:spMkLst>
            <pc:docMk/>
            <pc:sldMk cId="313985932" sldId="888"/>
            <ac:spMk id="292" creationId="{ADD603BB-C650-DBE0-7767-EC4B61F2AFE4}"/>
          </ac:spMkLst>
        </pc:spChg>
        <pc:spChg chg="mod">
          <ac:chgData name="考 张" userId="87b8017596393203" providerId="LiveId" clId="{D567281E-BA97-4C7A-9065-2C3BC76975C9}" dt="2024-02-27T17:39:09.874" v="41"/>
          <ac:spMkLst>
            <pc:docMk/>
            <pc:sldMk cId="313985932" sldId="888"/>
            <ac:spMk id="293" creationId="{450063EE-C0D3-062E-C86A-AD10A4738FC3}"/>
          </ac:spMkLst>
        </pc:spChg>
        <pc:spChg chg="mod">
          <ac:chgData name="考 张" userId="87b8017596393203" providerId="LiveId" clId="{D567281E-BA97-4C7A-9065-2C3BC76975C9}" dt="2024-02-27T17:39:09.874" v="41"/>
          <ac:spMkLst>
            <pc:docMk/>
            <pc:sldMk cId="313985932" sldId="888"/>
            <ac:spMk id="294" creationId="{0617049F-368C-8E87-29AA-263559CCDCDD}"/>
          </ac:spMkLst>
        </pc:spChg>
        <pc:spChg chg="mod">
          <ac:chgData name="考 张" userId="87b8017596393203" providerId="LiveId" clId="{D567281E-BA97-4C7A-9065-2C3BC76975C9}" dt="2024-02-27T17:39:09.874" v="41"/>
          <ac:spMkLst>
            <pc:docMk/>
            <pc:sldMk cId="313985932" sldId="888"/>
            <ac:spMk id="295" creationId="{8C62F62A-2301-3B78-3F19-5D008DD02AE0}"/>
          </ac:spMkLst>
        </pc:spChg>
        <pc:spChg chg="mod">
          <ac:chgData name="考 张" userId="87b8017596393203" providerId="LiveId" clId="{D567281E-BA97-4C7A-9065-2C3BC76975C9}" dt="2024-02-27T17:39:09.874" v="41"/>
          <ac:spMkLst>
            <pc:docMk/>
            <pc:sldMk cId="313985932" sldId="888"/>
            <ac:spMk id="296" creationId="{B8B43966-5AA7-1925-2F9C-C771B1F8D9FC}"/>
          </ac:spMkLst>
        </pc:spChg>
        <pc:spChg chg="mod">
          <ac:chgData name="考 张" userId="87b8017596393203" providerId="LiveId" clId="{D567281E-BA97-4C7A-9065-2C3BC76975C9}" dt="2024-02-27T17:39:09.874" v="41"/>
          <ac:spMkLst>
            <pc:docMk/>
            <pc:sldMk cId="313985932" sldId="888"/>
            <ac:spMk id="297" creationId="{34BE6AEA-411B-3C51-8676-52576D31471A}"/>
          </ac:spMkLst>
        </pc:spChg>
        <pc:spChg chg="mod">
          <ac:chgData name="考 张" userId="87b8017596393203" providerId="LiveId" clId="{D567281E-BA97-4C7A-9065-2C3BC76975C9}" dt="2024-02-27T17:39:09.874" v="41"/>
          <ac:spMkLst>
            <pc:docMk/>
            <pc:sldMk cId="313985932" sldId="888"/>
            <ac:spMk id="298" creationId="{1A255A9B-C89B-05F8-7F72-6F049DADC009}"/>
          </ac:spMkLst>
        </pc:spChg>
        <pc:spChg chg="mod">
          <ac:chgData name="考 张" userId="87b8017596393203" providerId="LiveId" clId="{D567281E-BA97-4C7A-9065-2C3BC76975C9}" dt="2024-02-27T17:39:09.874" v="41"/>
          <ac:spMkLst>
            <pc:docMk/>
            <pc:sldMk cId="313985932" sldId="888"/>
            <ac:spMk id="299" creationId="{ABC50A6C-801C-2E29-8AFE-E655A54F320C}"/>
          </ac:spMkLst>
        </pc:spChg>
        <pc:spChg chg="mod">
          <ac:chgData name="考 张" userId="87b8017596393203" providerId="LiveId" clId="{D567281E-BA97-4C7A-9065-2C3BC76975C9}" dt="2024-02-27T17:39:09.874" v="41"/>
          <ac:spMkLst>
            <pc:docMk/>
            <pc:sldMk cId="313985932" sldId="888"/>
            <ac:spMk id="300" creationId="{F03EB46C-A362-CDC0-C9EB-983B256C6CAC}"/>
          </ac:spMkLst>
        </pc:spChg>
        <pc:spChg chg="mod">
          <ac:chgData name="考 张" userId="87b8017596393203" providerId="LiveId" clId="{D567281E-BA97-4C7A-9065-2C3BC76975C9}" dt="2024-02-27T17:39:09.874" v="41"/>
          <ac:spMkLst>
            <pc:docMk/>
            <pc:sldMk cId="313985932" sldId="888"/>
            <ac:spMk id="301" creationId="{DC38178B-9FC3-4395-4220-E901F6EEFF6B}"/>
          </ac:spMkLst>
        </pc:spChg>
        <pc:spChg chg="mod">
          <ac:chgData name="考 张" userId="87b8017596393203" providerId="LiveId" clId="{D567281E-BA97-4C7A-9065-2C3BC76975C9}" dt="2024-02-27T17:39:09.874" v="41"/>
          <ac:spMkLst>
            <pc:docMk/>
            <pc:sldMk cId="313985932" sldId="888"/>
            <ac:spMk id="302" creationId="{833139AD-AF29-3997-D816-75D273E4837B}"/>
          </ac:spMkLst>
        </pc:spChg>
        <pc:spChg chg="mod">
          <ac:chgData name="考 张" userId="87b8017596393203" providerId="LiveId" clId="{D567281E-BA97-4C7A-9065-2C3BC76975C9}" dt="2024-02-27T17:39:09.874" v="41"/>
          <ac:spMkLst>
            <pc:docMk/>
            <pc:sldMk cId="313985932" sldId="888"/>
            <ac:spMk id="303" creationId="{129A4078-F193-C33C-504E-5EF945270045}"/>
          </ac:spMkLst>
        </pc:spChg>
        <pc:spChg chg="mod">
          <ac:chgData name="考 张" userId="87b8017596393203" providerId="LiveId" clId="{D567281E-BA97-4C7A-9065-2C3BC76975C9}" dt="2024-02-27T17:39:09.874" v="41"/>
          <ac:spMkLst>
            <pc:docMk/>
            <pc:sldMk cId="313985932" sldId="888"/>
            <ac:spMk id="304" creationId="{A9E18969-6B5E-603D-3427-5698C2AD39E0}"/>
          </ac:spMkLst>
        </pc:spChg>
        <pc:spChg chg="mod">
          <ac:chgData name="考 张" userId="87b8017596393203" providerId="LiveId" clId="{D567281E-BA97-4C7A-9065-2C3BC76975C9}" dt="2024-02-27T17:39:09.874" v="41"/>
          <ac:spMkLst>
            <pc:docMk/>
            <pc:sldMk cId="313985932" sldId="888"/>
            <ac:spMk id="305" creationId="{03D5D72E-D154-72B2-29FD-9F84A9979B01}"/>
          </ac:spMkLst>
        </pc:spChg>
        <pc:spChg chg="mod">
          <ac:chgData name="考 张" userId="87b8017596393203" providerId="LiveId" clId="{D567281E-BA97-4C7A-9065-2C3BC76975C9}" dt="2024-02-27T17:39:09.874" v="41"/>
          <ac:spMkLst>
            <pc:docMk/>
            <pc:sldMk cId="313985932" sldId="888"/>
            <ac:spMk id="306" creationId="{E690674D-169F-3707-0846-50A99858E9EF}"/>
          </ac:spMkLst>
        </pc:spChg>
        <pc:spChg chg="mod">
          <ac:chgData name="考 张" userId="87b8017596393203" providerId="LiveId" clId="{D567281E-BA97-4C7A-9065-2C3BC76975C9}" dt="2024-02-27T17:39:09.874" v="41"/>
          <ac:spMkLst>
            <pc:docMk/>
            <pc:sldMk cId="313985932" sldId="888"/>
            <ac:spMk id="307" creationId="{E61B1702-5D79-317C-B466-82920FF0E629}"/>
          </ac:spMkLst>
        </pc:spChg>
        <pc:spChg chg="mod">
          <ac:chgData name="考 张" userId="87b8017596393203" providerId="LiveId" clId="{D567281E-BA97-4C7A-9065-2C3BC76975C9}" dt="2024-02-27T17:39:09.874" v="41"/>
          <ac:spMkLst>
            <pc:docMk/>
            <pc:sldMk cId="313985932" sldId="888"/>
            <ac:spMk id="308" creationId="{33A928B9-53BB-3AE2-9DF8-59B47E9F0413}"/>
          </ac:spMkLst>
        </pc:spChg>
        <pc:spChg chg="mod">
          <ac:chgData name="考 张" userId="87b8017596393203" providerId="LiveId" clId="{D567281E-BA97-4C7A-9065-2C3BC76975C9}" dt="2024-02-27T17:39:09.874" v="41"/>
          <ac:spMkLst>
            <pc:docMk/>
            <pc:sldMk cId="313985932" sldId="888"/>
            <ac:spMk id="309" creationId="{C590A603-8F35-1D4B-941B-3CAE8244149C}"/>
          </ac:spMkLst>
        </pc:spChg>
        <pc:spChg chg="mod">
          <ac:chgData name="考 张" userId="87b8017596393203" providerId="LiveId" clId="{D567281E-BA97-4C7A-9065-2C3BC76975C9}" dt="2024-02-27T17:39:09.874" v="41"/>
          <ac:spMkLst>
            <pc:docMk/>
            <pc:sldMk cId="313985932" sldId="888"/>
            <ac:spMk id="310" creationId="{A833C1FB-4440-DE81-2A56-D995052D1FF4}"/>
          </ac:spMkLst>
        </pc:spChg>
        <pc:spChg chg="mod">
          <ac:chgData name="考 张" userId="87b8017596393203" providerId="LiveId" clId="{D567281E-BA97-4C7A-9065-2C3BC76975C9}" dt="2024-02-27T17:39:09.874" v="41"/>
          <ac:spMkLst>
            <pc:docMk/>
            <pc:sldMk cId="313985932" sldId="888"/>
            <ac:spMk id="311" creationId="{A9E9ADA9-DBB8-ECBB-6DE0-F7A87F509745}"/>
          </ac:spMkLst>
        </pc:spChg>
        <pc:spChg chg="mod">
          <ac:chgData name="考 张" userId="87b8017596393203" providerId="LiveId" clId="{D567281E-BA97-4C7A-9065-2C3BC76975C9}" dt="2024-02-27T17:39:09.874" v="41"/>
          <ac:spMkLst>
            <pc:docMk/>
            <pc:sldMk cId="313985932" sldId="888"/>
            <ac:spMk id="312" creationId="{A60BCC93-A701-EC5A-A366-65720B379A76}"/>
          </ac:spMkLst>
        </pc:spChg>
        <pc:spChg chg="mod">
          <ac:chgData name="考 张" userId="87b8017596393203" providerId="LiveId" clId="{D567281E-BA97-4C7A-9065-2C3BC76975C9}" dt="2024-02-27T17:39:09.874" v="41"/>
          <ac:spMkLst>
            <pc:docMk/>
            <pc:sldMk cId="313985932" sldId="888"/>
            <ac:spMk id="313" creationId="{689A22C8-B1F4-BC5B-1F1D-FE66AD9C86B2}"/>
          </ac:spMkLst>
        </pc:spChg>
        <pc:spChg chg="mod">
          <ac:chgData name="考 张" userId="87b8017596393203" providerId="LiveId" clId="{D567281E-BA97-4C7A-9065-2C3BC76975C9}" dt="2024-02-27T17:39:09.874" v="41"/>
          <ac:spMkLst>
            <pc:docMk/>
            <pc:sldMk cId="313985932" sldId="888"/>
            <ac:spMk id="314" creationId="{DC766AF9-3F6F-26D8-4D3D-5267CAA948F6}"/>
          </ac:spMkLst>
        </pc:spChg>
        <pc:spChg chg="mod">
          <ac:chgData name="考 张" userId="87b8017596393203" providerId="LiveId" clId="{D567281E-BA97-4C7A-9065-2C3BC76975C9}" dt="2024-02-27T17:39:09.874" v="41"/>
          <ac:spMkLst>
            <pc:docMk/>
            <pc:sldMk cId="313985932" sldId="888"/>
            <ac:spMk id="315" creationId="{62DEA2FF-518E-007F-414A-021ABB6D42FF}"/>
          </ac:spMkLst>
        </pc:spChg>
        <pc:spChg chg="mod">
          <ac:chgData name="考 张" userId="87b8017596393203" providerId="LiveId" clId="{D567281E-BA97-4C7A-9065-2C3BC76975C9}" dt="2024-02-27T17:39:09.874" v="41"/>
          <ac:spMkLst>
            <pc:docMk/>
            <pc:sldMk cId="313985932" sldId="888"/>
            <ac:spMk id="316" creationId="{ED5F6115-48FB-3828-CB9D-F69D9B91AB4A}"/>
          </ac:spMkLst>
        </pc:spChg>
        <pc:spChg chg="mod">
          <ac:chgData name="考 张" userId="87b8017596393203" providerId="LiveId" clId="{D567281E-BA97-4C7A-9065-2C3BC76975C9}" dt="2024-02-27T17:39:09.874" v="41"/>
          <ac:spMkLst>
            <pc:docMk/>
            <pc:sldMk cId="313985932" sldId="888"/>
            <ac:spMk id="317" creationId="{77FA7FCE-54BE-A0C1-FADC-9E7B7099A103}"/>
          </ac:spMkLst>
        </pc:spChg>
        <pc:spChg chg="mod">
          <ac:chgData name="考 张" userId="87b8017596393203" providerId="LiveId" clId="{D567281E-BA97-4C7A-9065-2C3BC76975C9}" dt="2024-02-27T17:39:09.874" v="41"/>
          <ac:spMkLst>
            <pc:docMk/>
            <pc:sldMk cId="313985932" sldId="888"/>
            <ac:spMk id="318" creationId="{3AC4F265-7833-B2DA-E2AA-6ECEE21A3CF4}"/>
          </ac:spMkLst>
        </pc:spChg>
        <pc:spChg chg="mod">
          <ac:chgData name="考 张" userId="87b8017596393203" providerId="LiveId" clId="{D567281E-BA97-4C7A-9065-2C3BC76975C9}" dt="2024-02-27T17:39:09.874" v="41"/>
          <ac:spMkLst>
            <pc:docMk/>
            <pc:sldMk cId="313985932" sldId="888"/>
            <ac:spMk id="319" creationId="{B1D1388E-468B-5FB6-F9D4-081315BE5241}"/>
          </ac:spMkLst>
        </pc:spChg>
        <pc:spChg chg="mod">
          <ac:chgData name="考 张" userId="87b8017596393203" providerId="LiveId" clId="{D567281E-BA97-4C7A-9065-2C3BC76975C9}" dt="2024-02-27T17:39:09.874" v="41"/>
          <ac:spMkLst>
            <pc:docMk/>
            <pc:sldMk cId="313985932" sldId="888"/>
            <ac:spMk id="320" creationId="{6FEB2D88-6CB8-DA40-A52C-D7D36021BADE}"/>
          </ac:spMkLst>
        </pc:spChg>
        <pc:spChg chg="mod">
          <ac:chgData name="考 张" userId="87b8017596393203" providerId="LiveId" clId="{D567281E-BA97-4C7A-9065-2C3BC76975C9}" dt="2024-02-27T17:39:09.874" v="41"/>
          <ac:spMkLst>
            <pc:docMk/>
            <pc:sldMk cId="313985932" sldId="888"/>
            <ac:spMk id="321" creationId="{2A54C8E3-926F-511E-AE50-03B68F5B9DBF}"/>
          </ac:spMkLst>
        </pc:spChg>
        <pc:spChg chg="mod">
          <ac:chgData name="考 张" userId="87b8017596393203" providerId="LiveId" clId="{D567281E-BA97-4C7A-9065-2C3BC76975C9}" dt="2024-02-27T17:39:09.874" v="41"/>
          <ac:spMkLst>
            <pc:docMk/>
            <pc:sldMk cId="313985932" sldId="888"/>
            <ac:spMk id="322" creationId="{46CA3337-ADAD-A0C5-161D-F5AE8EF04BE4}"/>
          </ac:spMkLst>
        </pc:spChg>
        <pc:spChg chg="mod">
          <ac:chgData name="考 张" userId="87b8017596393203" providerId="LiveId" clId="{D567281E-BA97-4C7A-9065-2C3BC76975C9}" dt="2024-02-27T17:39:09.874" v="41"/>
          <ac:spMkLst>
            <pc:docMk/>
            <pc:sldMk cId="313985932" sldId="888"/>
            <ac:spMk id="323" creationId="{B4D97629-F9E9-2122-525D-98D790664E14}"/>
          </ac:spMkLst>
        </pc:spChg>
        <pc:spChg chg="mod">
          <ac:chgData name="考 张" userId="87b8017596393203" providerId="LiveId" clId="{D567281E-BA97-4C7A-9065-2C3BC76975C9}" dt="2024-02-27T17:39:09.874" v="41"/>
          <ac:spMkLst>
            <pc:docMk/>
            <pc:sldMk cId="313985932" sldId="888"/>
            <ac:spMk id="324" creationId="{5B7D8907-6033-2877-8D68-E5BFDB3CC8AD}"/>
          </ac:spMkLst>
        </pc:spChg>
        <pc:spChg chg="mod">
          <ac:chgData name="考 张" userId="87b8017596393203" providerId="LiveId" clId="{D567281E-BA97-4C7A-9065-2C3BC76975C9}" dt="2024-02-27T17:39:09.874" v="41"/>
          <ac:spMkLst>
            <pc:docMk/>
            <pc:sldMk cId="313985932" sldId="888"/>
            <ac:spMk id="325" creationId="{20F06864-C19A-FA9F-CC68-9FA18756897E}"/>
          </ac:spMkLst>
        </pc:spChg>
        <pc:spChg chg="mod">
          <ac:chgData name="考 张" userId="87b8017596393203" providerId="LiveId" clId="{D567281E-BA97-4C7A-9065-2C3BC76975C9}" dt="2024-02-27T17:39:09.874" v="41"/>
          <ac:spMkLst>
            <pc:docMk/>
            <pc:sldMk cId="313985932" sldId="888"/>
            <ac:spMk id="326" creationId="{78BC30BC-13F2-9508-22F7-932ED2DBBA6B}"/>
          </ac:spMkLst>
        </pc:spChg>
        <pc:spChg chg="mod">
          <ac:chgData name="考 张" userId="87b8017596393203" providerId="LiveId" clId="{D567281E-BA97-4C7A-9065-2C3BC76975C9}" dt="2024-02-27T17:39:09.874" v="41"/>
          <ac:spMkLst>
            <pc:docMk/>
            <pc:sldMk cId="313985932" sldId="888"/>
            <ac:spMk id="327" creationId="{AD2E9A72-FDAE-95CE-F418-BB008F64B5E4}"/>
          </ac:spMkLst>
        </pc:spChg>
        <pc:spChg chg="mod">
          <ac:chgData name="考 张" userId="87b8017596393203" providerId="LiveId" clId="{D567281E-BA97-4C7A-9065-2C3BC76975C9}" dt="2024-02-27T17:39:09.874" v="41"/>
          <ac:spMkLst>
            <pc:docMk/>
            <pc:sldMk cId="313985932" sldId="888"/>
            <ac:spMk id="328" creationId="{AC9C8105-62F9-31FA-4521-792DB8FC5A65}"/>
          </ac:spMkLst>
        </pc:spChg>
        <pc:spChg chg="mod">
          <ac:chgData name="考 张" userId="87b8017596393203" providerId="LiveId" clId="{D567281E-BA97-4C7A-9065-2C3BC76975C9}" dt="2024-02-27T17:39:09.874" v="41"/>
          <ac:spMkLst>
            <pc:docMk/>
            <pc:sldMk cId="313985932" sldId="888"/>
            <ac:spMk id="329" creationId="{9C46962C-1746-9157-E340-AC28A7283A31}"/>
          </ac:spMkLst>
        </pc:spChg>
        <pc:spChg chg="mod">
          <ac:chgData name="考 张" userId="87b8017596393203" providerId="LiveId" clId="{D567281E-BA97-4C7A-9065-2C3BC76975C9}" dt="2024-02-27T17:39:09.874" v="41"/>
          <ac:spMkLst>
            <pc:docMk/>
            <pc:sldMk cId="313985932" sldId="888"/>
            <ac:spMk id="330" creationId="{C8953FEA-761E-3086-DBAC-BB5EFE68AD1C}"/>
          </ac:spMkLst>
        </pc:spChg>
        <pc:spChg chg="mod">
          <ac:chgData name="考 张" userId="87b8017596393203" providerId="LiveId" clId="{D567281E-BA97-4C7A-9065-2C3BC76975C9}" dt="2024-02-27T17:39:09.874" v="41"/>
          <ac:spMkLst>
            <pc:docMk/>
            <pc:sldMk cId="313985932" sldId="888"/>
            <ac:spMk id="331" creationId="{DF80EB35-FC86-4988-61E7-25F8E56AC880}"/>
          </ac:spMkLst>
        </pc:spChg>
        <pc:spChg chg="mod">
          <ac:chgData name="考 张" userId="87b8017596393203" providerId="LiveId" clId="{D567281E-BA97-4C7A-9065-2C3BC76975C9}" dt="2024-02-27T17:39:09.874" v="41"/>
          <ac:spMkLst>
            <pc:docMk/>
            <pc:sldMk cId="313985932" sldId="888"/>
            <ac:spMk id="332" creationId="{B7186689-CB21-9BB7-E717-CCE3AC5E81E3}"/>
          </ac:spMkLst>
        </pc:spChg>
        <pc:spChg chg="mod">
          <ac:chgData name="考 张" userId="87b8017596393203" providerId="LiveId" clId="{D567281E-BA97-4C7A-9065-2C3BC76975C9}" dt="2024-02-27T17:39:09.874" v="41"/>
          <ac:spMkLst>
            <pc:docMk/>
            <pc:sldMk cId="313985932" sldId="888"/>
            <ac:spMk id="333" creationId="{BDF0A061-2759-C579-B788-55768ED83780}"/>
          </ac:spMkLst>
        </pc:spChg>
        <pc:spChg chg="mod">
          <ac:chgData name="考 张" userId="87b8017596393203" providerId="LiveId" clId="{D567281E-BA97-4C7A-9065-2C3BC76975C9}" dt="2024-02-27T17:39:09.874" v="41"/>
          <ac:spMkLst>
            <pc:docMk/>
            <pc:sldMk cId="313985932" sldId="888"/>
            <ac:spMk id="334" creationId="{57480144-82D5-85EA-8FCD-C2CBD0283B83}"/>
          </ac:spMkLst>
        </pc:spChg>
        <pc:spChg chg="mod">
          <ac:chgData name="考 张" userId="87b8017596393203" providerId="LiveId" clId="{D567281E-BA97-4C7A-9065-2C3BC76975C9}" dt="2024-02-27T17:39:09.874" v="41"/>
          <ac:spMkLst>
            <pc:docMk/>
            <pc:sldMk cId="313985932" sldId="888"/>
            <ac:spMk id="335" creationId="{C6281DBE-0FBC-0624-EDE8-BC999099FCD4}"/>
          </ac:spMkLst>
        </pc:spChg>
        <pc:spChg chg="mod">
          <ac:chgData name="考 张" userId="87b8017596393203" providerId="LiveId" clId="{D567281E-BA97-4C7A-9065-2C3BC76975C9}" dt="2024-02-27T17:39:09.874" v="41"/>
          <ac:spMkLst>
            <pc:docMk/>
            <pc:sldMk cId="313985932" sldId="888"/>
            <ac:spMk id="336" creationId="{609AD057-90A4-2236-C675-D9FD5C41DFED}"/>
          </ac:spMkLst>
        </pc:spChg>
        <pc:spChg chg="mod">
          <ac:chgData name="考 张" userId="87b8017596393203" providerId="LiveId" clId="{D567281E-BA97-4C7A-9065-2C3BC76975C9}" dt="2024-02-27T17:39:09.874" v="41"/>
          <ac:spMkLst>
            <pc:docMk/>
            <pc:sldMk cId="313985932" sldId="888"/>
            <ac:spMk id="337" creationId="{D8375ACA-B344-96CD-ABC8-0815B32F4FAE}"/>
          </ac:spMkLst>
        </pc:spChg>
        <pc:spChg chg="mod">
          <ac:chgData name="考 张" userId="87b8017596393203" providerId="LiveId" clId="{D567281E-BA97-4C7A-9065-2C3BC76975C9}" dt="2024-02-27T17:39:09.874" v="41"/>
          <ac:spMkLst>
            <pc:docMk/>
            <pc:sldMk cId="313985932" sldId="888"/>
            <ac:spMk id="338" creationId="{ED83CB45-726D-2531-571F-5678F0641593}"/>
          </ac:spMkLst>
        </pc:spChg>
        <pc:spChg chg="mod">
          <ac:chgData name="考 张" userId="87b8017596393203" providerId="LiveId" clId="{D567281E-BA97-4C7A-9065-2C3BC76975C9}" dt="2024-02-27T17:39:09.874" v="41"/>
          <ac:spMkLst>
            <pc:docMk/>
            <pc:sldMk cId="313985932" sldId="888"/>
            <ac:spMk id="339" creationId="{3AD5C739-6055-9F95-4575-F2A7A4DA7976}"/>
          </ac:spMkLst>
        </pc:spChg>
        <pc:spChg chg="mod">
          <ac:chgData name="考 张" userId="87b8017596393203" providerId="LiveId" clId="{D567281E-BA97-4C7A-9065-2C3BC76975C9}" dt="2024-02-27T17:39:09.874" v="41"/>
          <ac:spMkLst>
            <pc:docMk/>
            <pc:sldMk cId="313985932" sldId="888"/>
            <ac:spMk id="340" creationId="{F5AD7C33-5B30-E695-DD27-5D42EB7B1E1D}"/>
          </ac:spMkLst>
        </pc:spChg>
        <pc:spChg chg="mod">
          <ac:chgData name="考 张" userId="87b8017596393203" providerId="LiveId" clId="{D567281E-BA97-4C7A-9065-2C3BC76975C9}" dt="2024-02-27T17:39:09.874" v="41"/>
          <ac:spMkLst>
            <pc:docMk/>
            <pc:sldMk cId="313985932" sldId="888"/>
            <ac:spMk id="341" creationId="{8390701C-FF22-379D-D91D-3B3AE2FC6727}"/>
          </ac:spMkLst>
        </pc:spChg>
        <pc:spChg chg="mod">
          <ac:chgData name="考 张" userId="87b8017596393203" providerId="LiveId" clId="{D567281E-BA97-4C7A-9065-2C3BC76975C9}" dt="2024-02-27T17:39:09.874" v="41"/>
          <ac:spMkLst>
            <pc:docMk/>
            <pc:sldMk cId="313985932" sldId="888"/>
            <ac:spMk id="342" creationId="{36048727-71F7-EE07-C3A0-0B3FCF9E0195}"/>
          </ac:spMkLst>
        </pc:spChg>
        <pc:spChg chg="mod">
          <ac:chgData name="考 张" userId="87b8017596393203" providerId="LiveId" clId="{D567281E-BA97-4C7A-9065-2C3BC76975C9}" dt="2024-02-27T17:39:09.874" v="41"/>
          <ac:spMkLst>
            <pc:docMk/>
            <pc:sldMk cId="313985932" sldId="888"/>
            <ac:spMk id="343" creationId="{46C5A13A-031F-21C9-A79B-C31EE15AB104}"/>
          </ac:spMkLst>
        </pc:spChg>
        <pc:spChg chg="mod">
          <ac:chgData name="考 张" userId="87b8017596393203" providerId="LiveId" clId="{D567281E-BA97-4C7A-9065-2C3BC76975C9}" dt="2024-02-27T17:39:09.874" v="41"/>
          <ac:spMkLst>
            <pc:docMk/>
            <pc:sldMk cId="313985932" sldId="888"/>
            <ac:spMk id="344" creationId="{8D1EC8C2-ED72-2C07-F722-46EB02273750}"/>
          </ac:spMkLst>
        </pc:spChg>
        <pc:spChg chg="mod">
          <ac:chgData name="考 张" userId="87b8017596393203" providerId="LiveId" clId="{D567281E-BA97-4C7A-9065-2C3BC76975C9}" dt="2024-02-27T17:39:09.874" v="41"/>
          <ac:spMkLst>
            <pc:docMk/>
            <pc:sldMk cId="313985932" sldId="888"/>
            <ac:spMk id="345" creationId="{D54F99C7-68EF-9952-E5CE-42DC968CA977}"/>
          </ac:spMkLst>
        </pc:spChg>
        <pc:spChg chg="mod">
          <ac:chgData name="考 张" userId="87b8017596393203" providerId="LiveId" clId="{D567281E-BA97-4C7A-9065-2C3BC76975C9}" dt="2024-02-27T17:39:09.874" v="41"/>
          <ac:spMkLst>
            <pc:docMk/>
            <pc:sldMk cId="313985932" sldId="888"/>
            <ac:spMk id="346" creationId="{91D032A6-9BAF-AC23-E0AA-A425739369ED}"/>
          </ac:spMkLst>
        </pc:spChg>
        <pc:spChg chg="mod">
          <ac:chgData name="考 张" userId="87b8017596393203" providerId="LiveId" clId="{D567281E-BA97-4C7A-9065-2C3BC76975C9}" dt="2024-02-27T17:39:09.874" v="41"/>
          <ac:spMkLst>
            <pc:docMk/>
            <pc:sldMk cId="313985932" sldId="888"/>
            <ac:spMk id="347" creationId="{57DA3CE5-C61E-DA47-CB8B-3C06FB62C6BC}"/>
          </ac:spMkLst>
        </pc:spChg>
        <pc:spChg chg="mod">
          <ac:chgData name="考 张" userId="87b8017596393203" providerId="LiveId" clId="{D567281E-BA97-4C7A-9065-2C3BC76975C9}" dt="2024-02-27T17:39:09.874" v="41"/>
          <ac:spMkLst>
            <pc:docMk/>
            <pc:sldMk cId="313985932" sldId="888"/>
            <ac:spMk id="348" creationId="{BF783ACC-059D-D683-69BD-5C8A0E685B30}"/>
          </ac:spMkLst>
        </pc:spChg>
        <pc:spChg chg="mod">
          <ac:chgData name="考 张" userId="87b8017596393203" providerId="LiveId" clId="{D567281E-BA97-4C7A-9065-2C3BC76975C9}" dt="2024-02-27T17:39:09.874" v="41"/>
          <ac:spMkLst>
            <pc:docMk/>
            <pc:sldMk cId="313985932" sldId="888"/>
            <ac:spMk id="349" creationId="{1250C995-CCD0-CB8A-B1EB-7D232FF97364}"/>
          </ac:spMkLst>
        </pc:spChg>
        <pc:spChg chg="mod">
          <ac:chgData name="考 张" userId="87b8017596393203" providerId="LiveId" clId="{D567281E-BA97-4C7A-9065-2C3BC76975C9}" dt="2024-02-27T17:39:09.874" v="41"/>
          <ac:spMkLst>
            <pc:docMk/>
            <pc:sldMk cId="313985932" sldId="888"/>
            <ac:spMk id="350" creationId="{C7B577E9-1C6C-0911-CE0E-1844E8FB5A93}"/>
          </ac:spMkLst>
        </pc:spChg>
        <pc:spChg chg="mod">
          <ac:chgData name="考 张" userId="87b8017596393203" providerId="LiveId" clId="{D567281E-BA97-4C7A-9065-2C3BC76975C9}" dt="2024-02-27T17:39:09.874" v="41"/>
          <ac:spMkLst>
            <pc:docMk/>
            <pc:sldMk cId="313985932" sldId="888"/>
            <ac:spMk id="351" creationId="{AF0E404A-E8AD-70FC-A606-470878A19B28}"/>
          </ac:spMkLst>
        </pc:spChg>
        <pc:spChg chg="mod">
          <ac:chgData name="考 张" userId="87b8017596393203" providerId="LiveId" clId="{D567281E-BA97-4C7A-9065-2C3BC76975C9}" dt="2024-02-27T17:39:09.874" v="41"/>
          <ac:spMkLst>
            <pc:docMk/>
            <pc:sldMk cId="313985932" sldId="888"/>
            <ac:spMk id="352" creationId="{B47FDE4E-53F6-AEF9-EEE6-34171F736B3D}"/>
          </ac:spMkLst>
        </pc:spChg>
        <pc:spChg chg="mod">
          <ac:chgData name="考 张" userId="87b8017596393203" providerId="LiveId" clId="{D567281E-BA97-4C7A-9065-2C3BC76975C9}" dt="2024-02-27T17:39:09.874" v="41"/>
          <ac:spMkLst>
            <pc:docMk/>
            <pc:sldMk cId="313985932" sldId="888"/>
            <ac:spMk id="353" creationId="{387D54F1-53D5-8921-C13E-6B683C4560F6}"/>
          </ac:spMkLst>
        </pc:spChg>
        <pc:spChg chg="mod">
          <ac:chgData name="考 张" userId="87b8017596393203" providerId="LiveId" clId="{D567281E-BA97-4C7A-9065-2C3BC76975C9}" dt="2024-02-27T17:39:09.874" v="41"/>
          <ac:spMkLst>
            <pc:docMk/>
            <pc:sldMk cId="313985932" sldId="888"/>
            <ac:spMk id="354" creationId="{B85C7B68-7067-2730-DFA5-D630FD9C23FC}"/>
          </ac:spMkLst>
        </pc:spChg>
        <pc:spChg chg="mod">
          <ac:chgData name="考 张" userId="87b8017596393203" providerId="LiveId" clId="{D567281E-BA97-4C7A-9065-2C3BC76975C9}" dt="2024-02-27T17:39:09.874" v="41"/>
          <ac:spMkLst>
            <pc:docMk/>
            <pc:sldMk cId="313985932" sldId="888"/>
            <ac:spMk id="355" creationId="{96FB97A6-FE91-0C55-A5F0-5D52461B07D7}"/>
          </ac:spMkLst>
        </pc:spChg>
        <pc:spChg chg="mod">
          <ac:chgData name="考 张" userId="87b8017596393203" providerId="LiveId" clId="{D567281E-BA97-4C7A-9065-2C3BC76975C9}" dt="2024-02-27T17:39:09.874" v="41"/>
          <ac:spMkLst>
            <pc:docMk/>
            <pc:sldMk cId="313985932" sldId="888"/>
            <ac:spMk id="356" creationId="{7E719ACB-9EB5-2847-2866-E6BF14D726F2}"/>
          </ac:spMkLst>
        </pc:spChg>
        <pc:spChg chg="mod">
          <ac:chgData name="考 张" userId="87b8017596393203" providerId="LiveId" clId="{D567281E-BA97-4C7A-9065-2C3BC76975C9}" dt="2024-02-27T17:39:09.874" v="41"/>
          <ac:spMkLst>
            <pc:docMk/>
            <pc:sldMk cId="313985932" sldId="888"/>
            <ac:spMk id="357" creationId="{85529D25-1732-1E76-38C5-E8A3E70A56D8}"/>
          </ac:spMkLst>
        </pc:spChg>
        <pc:spChg chg="mod">
          <ac:chgData name="考 张" userId="87b8017596393203" providerId="LiveId" clId="{D567281E-BA97-4C7A-9065-2C3BC76975C9}" dt="2024-02-27T17:39:09.874" v="41"/>
          <ac:spMkLst>
            <pc:docMk/>
            <pc:sldMk cId="313985932" sldId="888"/>
            <ac:spMk id="358" creationId="{5517971A-471F-76F9-DF95-93C724139039}"/>
          </ac:spMkLst>
        </pc:spChg>
        <pc:spChg chg="mod">
          <ac:chgData name="考 张" userId="87b8017596393203" providerId="LiveId" clId="{D567281E-BA97-4C7A-9065-2C3BC76975C9}" dt="2024-02-27T17:39:09.874" v="41"/>
          <ac:spMkLst>
            <pc:docMk/>
            <pc:sldMk cId="313985932" sldId="888"/>
            <ac:spMk id="359" creationId="{446B7270-4809-FDF2-9381-A8C19254F5F7}"/>
          </ac:spMkLst>
        </pc:spChg>
        <pc:spChg chg="mod">
          <ac:chgData name="考 张" userId="87b8017596393203" providerId="LiveId" clId="{D567281E-BA97-4C7A-9065-2C3BC76975C9}" dt="2024-02-27T17:39:09.874" v="41"/>
          <ac:spMkLst>
            <pc:docMk/>
            <pc:sldMk cId="313985932" sldId="888"/>
            <ac:spMk id="360" creationId="{8BD9859C-8BB2-2964-29EC-25D2D7B0E783}"/>
          </ac:spMkLst>
        </pc:spChg>
        <pc:spChg chg="mod">
          <ac:chgData name="考 张" userId="87b8017596393203" providerId="LiveId" clId="{D567281E-BA97-4C7A-9065-2C3BC76975C9}" dt="2024-02-27T17:39:09.874" v="41"/>
          <ac:spMkLst>
            <pc:docMk/>
            <pc:sldMk cId="313985932" sldId="888"/>
            <ac:spMk id="361" creationId="{847D6600-DB0E-A98B-1527-37F9E8A2B26D}"/>
          </ac:spMkLst>
        </pc:spChg>
        <pc:spChg chg="mod">
          <ac:chgData name="考 张" userId="87b8017596393203" providerId="LiveId" clId="{D567281E-BA97-4C7A-9065-2C3BC76975C9}" dt="2024-02-27T17:39:09.874" v="41"/>
          <ac:spMkLst>
            <pc:docMk/>
            <pc:sldMk cId="313985932" sldId="888"/>
            <ac:spMk id="362" creationId="{BD06D847-451A-2B5F-A91B-173C6D96EC6A}"/>
          </ac:spMkLst>
        </pc:spChg>
        <pc:spChg chg="mod">
          <ac:chgData name="考 张" userId="87b8017596393203" providerId="LiveId" clId="{D567281E-BA97-4C7A-9065-2C3BC76975C9}" dt="2024-02-27T17:39:09.874" v="41"/>
          <ac:spMkLst>
            <pc:docMk/>
            <pc:sldMk cId="313985932" sldId="888"/>
            <ac:spMk id="363" creationId="{2CA9C351-3319-AFAA-24B5-E4E3DA03AE29}"/>
          </ac:spMkLst>
        </pc:spChg>
        <pc:spChg chg="mod">
          <ac:chgData name="考 张" userId="87b8017596393203" providerId="LiveId" clId="{D567281E-BA97-4C7A-9065-2C3BC76975C9}" dt="2024-02-27T17:39:09.874" v="41"/>
          <ac:spMkLst>
            <pc:docMk/>
            <pc:sldMk cId="313985932" sldId="888"/>
            <ac:spMk id="364" creationId="{FA4800D0-D02A-90D1-1760-4040AA9400C5}"/>
          </ac:spMkLst>
        </pc:spChg>
        <pc:spChg chg="mod">
          <ac:chgData name="考 张" userId="87b8017596393203" providerId="LiveId" clId="{D567281E-BA97-4C7A-9065-2C3BC76975C9}" dt="2024-02-27T17:39:09.874" v="41"/>
          <ac:spMkLst>
            <pc:docMk/>
            <pc:sldMk cId="313985932" sldId="888"/>
            <ac:spMk id="365" creationId="{2C2FBCE0-C386-B0B3-56C4-FC6FDCB153D2}"/>
          </ac:spMkLst>
        </pc:spChg>
        <pc:spChg chg="mod">
          <ac:chgData name="考 张" userId="87b8017596393203" providerId="LiveId" clId="{D567281E-BA97-4C7A-9065-2C3BC76975C9}" dt="2024-02-27T17:39:09.874" v="41"/>
          <ac:spMkLst>
            <pc:docMk/>
            <pc:sldMk cId="313985932" sldId="888"/>
            <ac:spMk id="366" creationId="{5962344E-A0D6-2DAF-2359-F85FBA592AB9}"/>
          </ac:spMkLst>
        </pc:spChg>
        <pc:spChg chg="mod">
          <ac:chgData name="考 张" userId="87b8017596393203" providerId="LiveId" clId="{D567281E-BA97-4C7A-9065-2C3BC76975C9}" dt="2024-02-27T17:39:09.874" v="41"/>
          <ac:spMkLst>
            <pc:docMk/>
            <pc:sldMk cId="313985932" sldId="888"/>
            <ac:spMk id="367" creationId="{10FC3F71-E050-0C8E-461A-C024DB62F0E6}"/>
          </ac:spMkLst>
        </pc:spChg>
        <pc:spChg chg="mod">
          <ac:chgData name="考 张" userId="87b8017596393203" providerId="LiveId" clId="{D567281E-BA97-4C7A-9065-2C3BC76975C9}" dt="2024-02-27T17:39:09.874" v="41"/>
          <ac:spMkLst>
            <pc:docMk/>
            <pc:sldMk cId="313985932" sldId="888"/>
            <ac:spMk id="368" creationId="{EE6B1E36-89C9-302A-03E0-A419D4839487}"/>
          </ac:spMkLst>
        </pc:spChg>
        <pc:spChg chg="mod">
          <ac:chgData name="考 张" userId="87b8017596393203" providerId="LiveId" clId="{D567281E-BA97-4C7A-9065-2C3BC76975C9}" dt="2024-02-27T17:39:09.874" v="41"/>
          <ac:spMkLst>
            <pc:docMk/>
            <pc:sldMk cId="313985932" sldId="888"/>
            <ac:spMk id="369" creationId="{7B6B53B7-E591-FE7E-597E-E8456A12327E}"/>
          </ac:spMkLst>
        </pc:spChg>
        <pc:spChg chg="mod">
          <ac:chgData name="考 张" userId="87b8017596393203" providerId="LiveId" clId="{D567281E-BA97-4C7A-9065-2C3BC76975C9}" dt="2024-02-27T17:39:09.874" v="41"/>
          <ac:spMkLst>
            <pc:docMk/>
            <pc:sldMk cId="313985932" sldId="888"/>
            <ac:spMk id="370" creationId="{B4D8B56F-2B9C-51C5-1F1D-34C870D265B9}"/>
          </ac:spMkLst>
        </pc:spChg>
        <pc:spChg chg="mod">
          <ac:chgData name="考 张" userId="87b8017596393203" providerId="LiveId" clId="{D567281E-BA97-4C7A-9065-2C3BC76975C9}" dt="2024-02-27T17:39:09.874" v="41"/>
          <ac:spMkLst>
            <pc:docMk/>
            <pc:sldMk cId="313985932" sldId="888"/>
            <ac:spMk id="371" creationId="{BA0A283E-82F6-A863-174C-68B71E47D4EA}"/>
          </ac:spMkLst>
        </pc:spChg>
        <pc:spChg chg="mod">
          <ac:chgData name="考 张" userId="87b8017596393203" providerId="LiveId" clId="{D567281E-BA97-4C7A-9065-2C3BC76975C9}" dt="2024-02-27T17:39:09.874" v="41"/>
          <ac:spMkLst>
            <pc:docMk/>
            <pc:sldMk cId="313985932" sldId="888"/>
            <ac:spMk id="372" creationId="{7B019C5C-CA0C-C5C7-948E-63B2C2ADD198}"/>
          </ac:spMkLst>
        </pc:spChg>
        <pc:spChg chg="mod">
          <ac:chgData name="考 张" userId="87b8017596393203" providerId="LiveId" clId="{D567281E-BA97-4C7A-9065-2C3BC76975C9}" dt="2024-02-27T17:39:09.874" v="41"/>
          <ac:spMkLst>
            <pc:docMk/>
            <pc:sldMk cId="313985932" sldId="888"/>
            <ac:spMk id="373" creationId="{782F58DC-FB4C-3CF5-FC88-90F0AE8EE16E}"/>
          </ac:spMkLst>
        </pc:spChg>
        <pc:spChg chg="mod">
          <ac:chgData name="考 张" userId="87b8017596393203" providerId="LiveId" clId="{D567281E-BA97-4C7A-9065-2C3BC76975C9}" dt="2024-02-27T17:39:09.874" v="41"/>
          <ac:spMkLst>
            <pc:docMk/>
            <pc:sldMk cId="313985932" sldId="888"/>
            <ac:spMk id="374" creationId="{053D6F01-EB2B-9AB2-BB62-F3FD8E53C2BF}"/>
          </ac:spMkLst>
        </pc:spChg>
        <pc:spChg chg="mod">
          <ac:chgData name="考 张" userId="87b8017596393203" providerId="LiveId" clId="{D567281E-BA97-4C7A-9065-2C3BC76975C9}" dt="2024-02-27T17:39:09.874" v="41"/>
          <ac:spMkLst>
            <pc:docMk/>
            <pc:sldMk cId="313985932" sldId="888"/>
            <ac:spMk id="375" creationId="{011C99D9-03D5-35E5-1E0F-253CEC1B14D6}"/>
          </ac:spMkLst>
        </pc:spChg>
        <pc:spChg chg="mod">
          <ac:chgData name="考 张" userId="87b8017596393203" providerId="LiveId" clId="{D567281E-BA97-4C7A-9065-2C3BC76975C9}" dt="2024-02-27T17:39:09.874" v="41"/>
          <ac:spMkLst>
            <pc:docMk/>
            <pc:sldMk cId="313985932" sldId="888"/>
            <ac:spMk id="376" creationId="{1E6AF951-3029-CD62-7900-021E5B6053CD}"/>
          </ac:spMkLst>
        </pc:spChg>
        <pc:spChg chg="mod">
          <ac:chgData name="考 张" userId="87b8017596393203" providerId="LiveId" clId="{D567281E-BA97-4C7A-9065-2C3BC76975C9}" dt="2024-02-27T17:39:09.874" v="41"/>
          <ac:spMkLst>
            <pc:docMk/>
            <pc:sldMk cId="313985932" sldId="888"/>
            <ac:spMk id="377" creationId="{D9E3544D-608B-ACBD-5C79-1993ED01F718}"/>
          </ac:spMkLst>
        </pc:spChg>
        <pc:spChg chg="mod">
          <ac:chgData name="考 张" userId="87b8017596393203" providerId="LiveId" clId="{D567281E-BA97-4C7A-9065-2C3BC76975C9}" dt="2024-02-27T17:39:09.874" v="41"/>
          <ac:spMkLst>
            <pc:docMk/>
            <pc:sldMk cId="313985932" sldId="888"/>
            <ac:spMk id="378" creationId="{E61034E5-B76F-F8D5-0ECD-F7B792DBDBFA}"/>
          </ac:spMkLst>
        </pc:spChg>
        <pc:spChg chg="mod">
          <ac:chgData name="考 张" userId="87b8017596393203" providerId="LiveId" clId="{D567281E-BA97-4C7A-9065-2C3BC76975C9}" dt="2024-02-27T17:39:09.874" v="41"/>
          <ac:spMkLst>
            <pc:docMk/>
            <pc:sldMk cId="313985932" sldId="888"/>
            <ac:spMk id="379" creationId="{4E127BCA-BCE6-E187-2F72-7D54DDCF10C8}"/>
          </ac:spMkLst>
        </pc:spChg>
        <pc:spChg chg="mod">
          <ac:chgData name="考 张" userId="87b8017596393203" providerId="LiveId" clId="{D567281E-BA97-4C7A-9065-2C3BC76975C9}" dt="2024-02-27T17:39:09.874" v="41"/>
          <ac:spMkLst>
            <pc:docMk/>
            <pc:sldMk cId="313985932" sldId="888"/>
            <ac:spMk id="380" creationId="{7BD72EE5-2E2B-C4F4-C8E1-60A63D08D352}"/>
          </ac:spMkLst>
        </pc:spChg>
        <pc:spChg chg="mod">
          <ac:chgData name="考 张" userId="87b8017596393203" providerId="LiveId" clId="{D567281E-BA97-4C7A-9065-2C3BC76975C9}" dt="2024-02-27T17:39:09.874" v="41"/>
          <ac:spMkLst>
            <pc:docMk/>
            <pc:sldMk cId="313985932" sldId="888"/>
            <ac:spMk id="381" creationId="{33B3480A-E0EF-1A55-7547-CCB7511935C5}"/>
          </ac:spMkLst>
        </pc:spChg>
        <pc:spChg chg="mod">
          <ac:chgData name="考 张" userId="87b8017596393203" providerId="LiveId" clId="{D567281E-BA97-4C7A-9065-2C3BC76975C9}" dt="2024-02-27T17:39:09.874" v="41"/>
          <ac:spMkLst>
            <pc:docMk/>
            <pc:sldMk cId="313985932" sldId="888"/>
            <ac:spMk id="382" creationId="{449E6E6E-F702-B13B-F138-9E83B7FF26C1}"/>
          </ac:spMkLst>
        </pc:spChg>
        <pc:spChg chg="mod">
          <ac:chgData name="考 张" userId="87b8017596393203" providerId="LiveId" clId="{D567281E-BA97-4C7A-9065-2C3BC76975C9}" dt="2024-02-27T17:39:09.874" v="41"/>
          <ac:spMkLst>
            <pc:docMk/>
            <pc:sldMk cId="313985932" sldId="888"/>
            <ac:spMk id="383" creationId="{3A415E21-7D0A-8199-6BE5-28A695627616}"/>
          </ac:spMkLst>
        </pc:spChg>
        <pc:spChg chg="mod">
          <ac:chgData name="考 张" userId="87b8017596393203" providerId="LiveId" clId="{D567281E-BA97-4C7A-9065-2C3BC76975C9}" dt="2024-02-27T17:39:09.874" v="41"/>
          <ac:spMkLst>
            <pc:docMk/>
            <pc:sldMk cId="313985932" sldId="888"/>
            <ac:spMk id="384" creationId="{8C673B3F-FFEE-6C2E-EAB5-241696E7A005}"/>
          </ac:spMkLst>
        </pc:spChg>
        <pc:spChg chg="mod">
          <ac:chgData name="考 张" userId="87b8017596393203" providerId="LiveId" clId="{D567281E-BA97-4C7A-9065-2C3BC76975C9}" dt="2024-02-27T17:39:09.874" v="41"/>
          <ac:spMkLst>
            <pc:docMk/>
            <pc:sldMk cId="313985932" sldId="888"/>
            <ac:spMk id="385" creationId="{DC343739-2B76-22E6-0513-105CF60883AC}"/>
          </ac:spMkLst>
        </pc:spChg>
        <pc:spChg chg="mod">
          <ac:chgData name="考 张" userId="87b8017596393203" providerId="LiveId" clId="{D567281E-BA97-4C7A-9065-2C3BC76975C9}" dt="2024-02-27T17:39:09.874" v="41"/>
          <ac:spMkLst>
            <pc:docMk/>
            <pc:sldMk cId="313985932" sldId="888"/>
            <ac:spMk id="386" creationId="{A0EA5C75-81DF-13BD-3C9B-82662887D940}"/>
          </ac:spMkLst>
        </pc:spChg>
        <pc:spChg chg="mod">
          <ac:chgData name="考 张" userId="87b8017596393203" providerId="LiveId" clId="{D567281E-BA97-4C7A-9065-2C3BC76975C9}" dt="2024-02-27T17:39:09.874" v="41"/>
          <ac:spMkLst>
            <pc:docMk/>
            <pc:sldMk cId="313985932" sldId="888"/>
            <ac:spMk id="387" creationId="{73924D0F-D92C-0ABC-502A-B3E8A0CCA517}"/>
          </ac:spMkLst>
        </pc:spChg>
        <pc:spChg chg="mod">
          <ac:chgData name="考 张" userId="87b8017596393203" providerId="LiveId" clId="{D567281E-BA97-4C7A-9065-2C3BC76975C9}" dt="2024-02-27T17:39:09.874" v="41"/>
          <ac:spMkLst>
            <pc:docMk/>
            <pc:sldMk cId="313985932" sldId="888"/>
            <ac:spMk id="388" creationId="{3FE2B419-2C22-A333-5973-9AB4B038F4A0}"/>
          </ac:spMkLst>
        </pc:spChg>
        <pc:spChg chg="mod">
          <ac:chgData name="考 张" userId="87b8017596393203" providerId="LiveId" clId="{D567281E-BA97-4C7A-9065-2C3BC76975C9}" dt="2024-02-27T17:39:09.874" v="41"/>
          <ac:spMkLst>
            <pc:docMk/>
            <pc:sldMk cId="313985932" sldId="888"/>
            <ac:spMk id="389" creationId="{458EF700-EB85-4E0B-5522-EAA17500C541}"/>
          </ac:spMkLst>
        </pc:spChg>
        <pc:spChg chg="mod">
          <ac:chgData name="考 张" userId="87b8017596393203" providerId="LiveId" clId="{D567281E-BA97-4C7A-9065-2C3BC76975C9}" dt="2024-02-27T17:39:09.874" v="41"/>
          <ac:spMkLst>
            <pc:docMk/>
            <pc:sldMk cId="313985932" sldId="888"/>
            <ac:spMk id="390" creationId="{6C8ED315-EF1D-05F7-F09E-2BFD40013B44}"/>
          </ac:spMkLst>
        </pc:spChg>
        <pc:spChg chg="mod">
          <ac:chgData name="考 张" userId="87b8017596393203" providerId="LiveId" clId="{D567281E-BA97-4C7A-9065-2C3BC76975C9}" dt="2024-02-27T17:39:09.874" v="41"/>
          <ac:spMkLst>
            <pc:docMk/>
            <pc:sldMk cId="313985932" sldId="888"/>
            <ac:spMk id="391" creationId="{1D83ADA5-0686-1DBB-85BA-D25B72AD1E05}"/>
          </ac:spMkLst>
        </pc:spChg>
        <pc:spChg chg="mod">
          <ac:chgData name="考 张" userId="87b8017596393203" providerId="LiveId" clId="{D567281E-BA97-4C7A-9065-2C3BC76975C9}" dt="2024-02-27T17:39:09.874" v="41"/>
          <ac:spMkLst>
            <pc:docMk/>
            <pc:sldMk cId="313985932" sldId="888"/>
            <ac:spMk id="392" creationId="{7CC892C0-110B-CDAF-CCD1-764DABF06A2B}"/>
          </ac:spMkLst>
        </pc:spChg>
        <pc:spChg chg="mod">
          <ac:chgData name="考 张" userId="87b8017596393203" providerId="LiveId" clId="{D567281E-BA97-4C7A-9065-2C3BC76975C9}" dt="2024-02-27T17:39:09.874" v="41"/>
          <ac:spMkLst>
            <pc:docMk/>
            <pc:sldMk cId="313985932" sldId="888"/>
            <ac:spMk id="393" creationId="{63C37DF8-EFC5-F926-BFFF-6E404AF27F79}"/>
          </ac:spMkLst>
        </pc:spChg>
        <pc:spChg chg="mod">
          <ac:chgData name="考 张" userId="87b8017596393203" providerId="LiveId" clId="{D567281E-BA97-4C7A-9065-2C3BC76975C9}" dt="2024-02-27T17:39:09.874" v="41"/>
          <ac:spMkLst>
            <pc:docMk/>
            <pc:sldMk cId="313985932" sldId="888"/>
            <ac:spMk id="394" creationId="{2E528D57-5EAE-5AE5-3B44-A1330DCF5747}"/>
          </ac:spMkLst>
        </pc:spChg>
        <pc:spChg chg="mod">
          <ac:chgData name="考 张" userId="87b8017596393203" providerId="LiveId" clId="{D567281E-BA97-4C7A-9065-2C3BC76975C9}" dt="2024-02-27T17:39:09.874" v="41"/>
          <ac:spMkLst>
            <pc:docMk/>
            <pc:sldMk cId="313985932" sldId="888"/>
            <ac:spMk id="395" creationId="{2D30729B-614E-60F3-C551-79B181FE8E50}"/>
          </ac:spMkLst>
        </pc:spChg>
        <pc:spChg chg="mod">
          <ac:chgData name="考 张" userId="87b8017596393203" providerId="LiveId" clId="{D567281E-BA97-4C7A-9065-2C3BC76975C9}" dt="2024-02-27T17:39:09.874" v="41"/>
          <ac:spMkLst>
            <pc:docMk/>
            <pc:sldMk cId="313985932" sldId="888"/>
            <ac:spMk id="396" creationId="{92368542-3742-CFFA-4AA7-1391E151172C}"/>
          </ac:spMkLst>
        </pc:spChg>
        <pc:spChg chg="mod">
          <ac:chgData name="考 张" userId="87b8017596393203" providerId="LiveId" clId="{D567281E-BA97-4C7A-9065-2C3BC76975C9}" dt="2024-02-27T17:39:09.874" v="41"/>
          <ac:spMkLst>
            <pc:docMk/>
            <pc:sldMk cId="313985932" sldId="888"/>
            <ac:spMk id="397" creationId="{D6C6F3C3-0EC7-A9FD-9638-1C9959B653BA}"/>
          </ac:spMkLst>
        </pc:spChg>
        <pc:spChg chg="mod">
          <ac:chgData name="考 张" userId="87b8017596393203" providerId="LiveId" clId="{D567281E-BA97-4C7A-9065-2C3BC76975C9}" dt="2024-02-27T17:39:09.874" v="41"/>
          <ac:spMkLst>
            <pc:docMk/>
            <pc:sldMk cId="313985932" sldId="888"/>
            <ac:spMk id="398" creationId="{0BAC092F-B56E-C0D7-BEB8-3E94CA369072}"/>
          </ac:spMkLst>
        </pc:spChg>
        <pc:spChg chg="mod">
          <ac:chgData name="考 张" userId="87b8017596393203" providerId="LiveId" clId="{D567281E-BA97-4C7A-9065-2C3BC76975C9}" dt="2024-02-27T17:39:09.874" v="41"/>
          <ac:spMkLst>
            <pc:docMk/>
            <pc:sldMk cId="313985932" sldId="888"/>
            <ac:spMk id="399" creationId="{646E7755-65A4-97C1-AC71-246DB2338EC8}"/>
          </ac:spMkLst>
        </pc:spChg>
        <pc:spChg chg="mod">
          <ac:chgData name="考 张" userId="87b8017596393203" providerId="LiveId" clId="{D567281E-BA97-4C7A-9065-2C3BC76975C9}" dt="2024-02-27T17:39:09.874" v="41"/>
          <ac:spMkLst>
            <pc:docMk/>
            <pc:sldMk cId="313985932" sldId="888"/>
            <ac:spMk id="400" creationId="{A968435B-09C5-8CB5-3FF0-1B5C86200CDF}"/>
          </ac:spMkLst>
        </pc:spChg>
        <pc:spChg chg="mod">
          <ac:chgData name="考 张" userId="87b8017596393203" providerId="LiveId" clId="{D567281E-BA97-4C7A-9065-2C3BC76975C9}" dt="2024-02-27T17:39:09.874" v="41"/>
          <ac:spMkLst>
            <pc:docMk/>
            <pc:sldMk cId="313985932" sldId="888"/>
            <ac:spMk id="401" creationId="{4E112560-CE21-7731-6BEA-2879BEBD7DDB}"/>
          </ac:spMkLst>
        </pc:spChg>
        <pc:spChg chg="mod">
          <ac:chgData name="考 张" userId="87b8017596393203" providerId="LiveId" clId="{D567281E-BA97-4C7A-9065-2C3BC76975C9}" dt="2024-02-27T17:39:09.874" v="41"/>
          <ac:spMkLst>
            <pc:docMk/>
            <pc:sldMk cId="313985932" sldId="888"/>
            <ac:spMk id="402" creationId="{87ADA71A-51F3-18DA-3EFF-F888D71100DD}"/>
          </ac:spMkLst>
        </pc:spChg>
        <pc:spChg chg="mod">
          <ac:chgData name="考 张" userId="87b8017596393203" providerId="LiveId" clId="{D567281E-BA97-4C7A-9065-2C3BC76975C9}" dt="2024-02-27T17:39:09.874" v="41"/>
          <ac:spMkLst>
            <pc:docMk/>
            <pc:sldMk cId="313985932" sldId="888"/>
            <ac:spMk id="403" creationId="{84F2A742-D3EC-0213-C244-3871D279CD3A}"/>
          </ac:spMkLst>
        </pc:spChg>
        <pc:spChg chg="mod">
          <ac:chgData name="考 张" userId="87b8017596393203" providerId="LiveId" clId="{D567281E-BA97-4C7A-9065-2C3BC76975C9}" dt="2024-02-27T17:39:09.874" v="41"/>
          <ac:spMkLst>
            <pc:docMk/>
            <pc:sldMk cId="313985932" sldId="888"/>
            <ac:spMk id="404" creationId="{B749A092-247C-B6FD-7ED7-60A57A441DBB}"/>
          </ac:spMkLst>
        </pc:spChg>
        <pc:spChg chg="mod">
          <ac:chgData name="考 张" userId="87b8017596393203" providerId="LiveId" clId="{D567281E-BA97-4C7A-9065-2C3BC76975C9}" dt="2024-02-27T17:39:09.874" v="41"/>
          <ac:spMkLst>
            <pc:docMk/>
            <pc:sldMk cId="313985932" sldId="888"/>
            <ac:spMk id="405" creationId="{5D9AE798-6C97-F9F5-21C7-C6DB70DF41FF}"/>
          </ac:spMkLst>
        </pc:spChg>
        <pc:spChg chg="mod">
          <ac:chgData name="考 张" userId="87b8017596393203" providerId="LiveId" clId="{D567281E-BA97-4C7A-9065-2C3BC76975C9}" dt="2024-02-27T17:39:09.874" v="41"/>
          <ac:spMkLst>
            <pc:docMk/>
            <pc:sldMk cId="313985932" sldId="888"/>
            <ac:spMk id="406" creationId="{9E9796EE-6399-8CBD-BBE9-90F014BA660D}"/>
          </ac:spMkLst>
        </pc:spChg>
        <pc:spChg chg="mod">
          <ac:chgData name="考 张" userId="87b8017596393203" providerId="LiveId" clId="{D567281E-BA97-4C7A-9065-2C3BC76975C9}" dt="2024-02-27T17:39:09.874" v="41"/>
          <ac:spMkLst>
            <pc:docMk/>
            <pc:sldMk cId="313985932" sldId="888"/>
            <ac:spMk id="407" creationId="{D1EC27AF-4331-1375-CD65-4E3AE71AAD90}"/>
          </ac:spMkLst>
        </pc:spChg>
        <pc:spChg chg="mod">
          <ac:chgData name="考 张" userId="87b8017596393203" providerId="LiveId" clId="{D567281E-BA97-4C7A-9065-2C3BC76975C9}" dt="2024-02-27T17:39:09.874" v="41"/>
          <ac:spMkLst>
            <pc:docMk/>
            <pc:sldMk cId="313985932" sldId="888"/>
            <ac:spMk id="408" creationId="{B281C1EB-8C02-4AA2-F36F-C828513ED2F3}"/>
          </ac:spMkLst>
        </pc:spChg>
        <pc:spChg chg="mod">
          <ac:chgData name="考 张" userId="87b8017596393203" providerId="LiveId" clId="{D567281E-BA97-4C7A-9065-2C3BC76975C9}" dt="2024-02-27T17:39:09.874" v="41"/>
          <ac:spMkLst>
            <pc:docMk/>
            <pc:sldMk cId="313985932" sldId="888"/>
            <ac:spMk id="409" creationId="{F8A624A8-B974-0328-23D0-BA92F4EEF3BC}"/>
          </ac:spMkLst>
        </pc:spChg>
        <pc:spChg chg="mod">
          <ac:chgData name="考 张" userId="87b8017596393203" providerId="LiveId" clId="{D567281E-BA97-4C7A-9065-2C3BC76975C9}" dt="2024-02-27T17:39:09.874" v="41"/>
          <ac:spMkLst>
            <pc:docMk/>
            <pc:sldMk cId="313985932" sldId="888"/>
            <ac:spMk id="410" creationId="{1B894CA3-5C6F-ECDC-F794-2A70439FCDC0}"/>
          </ac:spMkLst>
        </pc:spChg>
        <pc:spChg chg="mod">
          <ac:chgData name="考 张" userId="87b8017596393203" providerId="LiveId" clId="{D567281E-BA97-4C7A-9065-2C3BC76975C9}" dt="2024-02-27T17:39:09.874" v="41"/>
          <ac:spMkLst>
            <pc:docMk/>
            <pc:sldMk cId="313985932" sldId="888"/>
            <ac:spMk id="411" creationId="{0555EBB7-81B7-E79C-6DB6-F130B9A0E6A9}"/>
          </ac:spMkLst>
        </pc:spChg>
        <pc:spChg chg="mod">
          <ac:chgData name="考 张" userId="87b8017596393203" providerId="LiveId" clId="{D567281E-BA97-4C7A-9065-2C3BC76975C9}" dt="2024-02-27T17:39:09.874" v="41"/>
          <ac:spMkLst>
            <pc:docMk/>
            <pc:sldMk cId="313985932" sldId="888"/>
            <ac:spMk id="412" creationId="{75121BE3-C7C3-1EA2-5DB1-C787D9F1F388}"/>
          </ac:spMkLst>
        </pc:spChg>
        <pc:spChg chg="mod">
          <ac:chgData name="考 张" userId="87b8017596393203" providerId="LiveId" clId="{D567281E-BA97-4C7A-9065-2C3BC76975C9}" dt="2024-02-27T17:39:09.874" v="41"/>
          <ac:spMkLst>
            <pc:docMk/>
            <pc:sldMk cId="313985932" sldId="888"/>
            <ac:spMk id="413" creationId="{1CB3FF5F-31A6-2386-4368-38DC26FA9507}"/>
          </ac:spMkLst>
        </pc:spChg>
        <pc:spChg chg="mod">
          <ac:chgData name="考 张" userId="87b8017596393203" providerId="LiveId" clId="{D567281E-BA97-4C7A-9065-2C3BC76975C9}" dt="2024-02-27T17:39:09.874" v="41"/>
          <ac:spMkLst>
            <pc:docMk/>
            <pc:sldMk cId="313985932" sldId="888"/>
            <ac:spMk id="414" creationId="{CC1D2C8F-1728-9C91-C540-D29E586D2D4F}"/>
          </ac:spMkLst>
        </pc:spChg>
        <pc:spChg chg="mod">
          <ac:chgData name="考 张" userId="87b8017596393203" providerId="LiveId" clId="{D567281E-BA97-4C7A-9065-2C3BC76975C9}" dt="2024-02-27T17:39:09.874" v="41"/>
          <ac:spMkLst>
            <pc:docMk/>
            <pc:sldMk cId="313985932" sldId="888"/>
            <ac:spMk id="415" creationId="{4A03354A-8DC1-22AC-BC98-202E33B27799}"/>
          </ac:spMkLst>
        </pc:spChg>
        <pc:spChg chg="mod">
          <ac:chgData name="考 张" userId="87b8017596393203" providerId="LiveId" clId="{D567281E-BA97-4C7A-9065-2C3BC76975C9}" dt="2024-02-27T17:39:09.874" v="41"/>
          <ac:spMkLst>
            <pc:docMk/>
            <pc:sldMk cId="313985932" sldId="888"/>
            <ac:spMk id="416" creationId="{CFC7BA4A-C2DA-291B-2A5E-9E1AB66E69A4}"/>
          </ac:spMkLst>
        </pc:spChg>
        <pc:spChg chg="mod">
          <ac:chgData name="考 张" userId="87b8017596393203" providerId="LiveId" clId="{D567281E-BA97-4C7A-9065-2C3BC76975C9}" dt="2024-02-27T17:39:09.874" v="41"/>
          <ac:spMkLst>
            <pc:docMk/>
            <pc:sldMk cId="313985932" sldId="888"/>
            <ac:spMk id="417" creationId="{E415EF81-22EC-B7F2-3B6C-DA0078D6C41F}"/>
          </ac:spMkLst>
        </pc:spChg>
        <pc:spChg chg="mod">
          <ac:chgData name="考 张" userId="87b8017596393203" providerId="LiveId" clId="{D567281E-BA97-4C7A-9065-2C3BC76975C9}" dt="2024-02-27T17:39:09.874" v="41"/>
          <ac:spMkLst>
            <pc:docMk/>
            <pc:sldMk cId="313985932" sldId="888"/>
            <ac:spMk id="418" creationId="{1B685AD6-A3E7-06A6-A1EC-8A5B5B2025D1}"/>
          </ac:spMkLst>
        </pc:spChg>
        <pc:spChg chg="mod">
          <ac:chgData name="考 张" userId="87b8017596393203" providerId="LiveId" clId="{D567281E-BA97-4C7A-9065-2C3BC76975C9}" dt="2024-02-27T17:39:09.874" v="41"/>
          <ac:spMkLst>
            <pc:docMk/>
            <pc:sldMk cId="313985932" sldId="888"/>
            <ac:spMk id="419" creationId="{2BC38054-FFD3-6370-C78A-5DF9164C2C6B}"/>
          </ac:spMkLst>
        </pc:spChg>
        <pc:spChg chg="mod">
          <ac:chgData name="考 张" userId="87b8017596393203" providerId="LiveId" clId="{D567281E-BA97-4C7A-9065-2C3BC76975C9}" dt="2024-02-27T17:39:09.874" v="41"/>
          <ac:spMkLst>
            <pc:docMk/>
            <pc:sldMk cId="313985932" sldId="888"/>
            <ac:spMk id="420" creationId="{BB706682-E0A2-D0CE-9FF9-62BF2C9E39DB}"/>
          </ac:spMkLst>
        </pc:spChg>
        <pc:spChg chg="mod">
          <ac:chgData name="考 张" userId="87b8017596393203" providerId="LiveId" clId="{D567281E-BA97-4C7A-9065-2C3BC76975C9}" dt="2024-02-27T17:39:09.874" v="41"/>
          <ac:spMkLst>
            <pc:docMk/>
            <pc:sldMk cId="313985932" sldId="888"/>
            <ac:spMk id="421" creationId="{FD6C32DB-6890-768D-AD2F-9F60447087FF}"/>
          </ac:spMkLst>
        </pc:spChg>
        <pc:spChg chg="mod">
          <ac:chgData name="考 张" userId="87b8017596393203" providerId="LiveId" clId="{D567281E-BA97-4C7A-9065-2C3BC76975C9}" dt="2024-02-27T17:39:09.874" v="41"/>
          <ac:spMkLst>
            <pc:docMk/>
            <pc:sldMk cId="313985932" sldId="888"/>
            <ac:spMk id="422" creationId="{5FE40062-B21E-459C-CF36-9E2BECD9110B}"/>
          </ac:spMkLst>
        </pc:spChg>
        <pc:spChg chg="mod">
          <ac:chgData name="考 张" userId="87b8017596393203" providerId="LiveId" clId="{D567281E-BA97-4C7A-9065-2C3BC76975C9}" dt="2024-02-27T17:39:09.874" v="41"/>
          <ac:spMkLst>
            <pc:docMk/>
            <pc:sldMk cId="313985932" sldId="888"/>
            <ac:spMk id="423" creationId="{11A0B575-AEAC-A9ED-4C68-87FA9DB5E5B9}"/>
          </ac:spMkLst>
        </pc:spChg>
        <pc:spChg chg="mod">
          <ac:chgData name="考 张" userId="87b8017596393203" providerId="LiveId" clId="{D567281E-BA97-4C7A-9065-2C3BC76975C9}" dt="2024-02-27T17:39:09.874" v="41"/>
          <ac:spMkLst>
            <pc:docMk/>
            <pc:sldMk cId="313985932" sldId="888"/>
            <ac:spMk id="424" creationId="{7FE3C028-9F91-18AD-2D11-C073266E918B}"/>
          </ac:spMkLst>
        </pc:spChg>
        <pc:spChg chg="mod">
          <ac:chgData name="考 张" userId="87b8017596393203" providerId="LiveId" clId="{D567281E-BA97-4C7A-9065-2C3BC76975C9}" dt="2024-02-27T17:39:09.874" v="41"/>
          <ac:spMkLst>
            <pc:docMk/>
            <pc:sldMk cId="313985932" sldId="888"/>
            <ac:spMk id="425" creationId="{4049B4E9-A74C-FAAE-2B6A-0B1AFC801A10}"/>
          </ac:spMkLst>
        </pc:spChg>
        <pc:spChg chg="mod">
          <ac:chgData name="考 张" userId="87b8017596393203" providerId="LiveId" clId="{D567281E-BA97-4C7A-9065-2C3BC76975C9}" dt="2024-02-27T17:39:09.874" v="41"/>
          <ac:spMkLst>
            <pc:docMk/>
            <pc:sldMk cId="313985932" sldId="888"/>
            <ac:spMk id="426" creationId="{CA7092BD-C20B-22D1-7B3D-35C376073950}"/>
          </ac:spMkLst>
        </pc:spChg>
        <pc:spChg chg="mod">
          <ac:chgData name="考 张" userId="87b8017596393203" providerId="LiveId" clId="{D567281E-BA97-4C7A-9065-2C3BC76975C9}" dt="2024-02-27T17:39:09.874" v="41"/>
          <ac:spMkLst>
            <pc:docMk/>
            <pc:sldMk cId="313985932" sldId="888"/>
            <ac:spMk id="427" creationId="{AC2837E9-C63A-CC0F-6F66-2D60640D586E}"/>
          </ac:spMkLst>
        </pc:spChg>
        <pc:spChg chg="mod">
          <ac:chgData name="考 张" userId="87b8017596393203" providerId="LiveId" clId="{D567281E-BA97-4C7A-9065-2C3BC76975C9}" dt="2024-02-27T17:39:09.874" v="41"/>
          <ac:spMkLst>
            <pc:docMk/>
            <pc:sldMk cId="313985932" sldId="888"/>
            <ac:spMk id="428" creationId="{A3993A1C-C699-45F2-12E7-9E313EF82CAC}"/>
          </ac:spMkLst>
        </pc:spChg>
        <pc:spChg chg="mod">
          <ac:chgData name="考 张" userId="87b8017596393203" providerId="LiveId" clId="{D567281E-BA97-4C7A-9065-2C3BC76975C9}" dt="2024-02-27T17:39:09.874" v="41"/>
          <ac:spMkLst>
            <pc:docMk/>
            <pc:sldMk cId="313985932" sldId="888"/>
            <ac:spMk id="429" creationId="{C4FB819C-4865-ECF8-C87A-4315FAE9F2C3}"/>
          </ac:spMkLst>
        </pc:spChg>
        <pc:spChg chg="mod">
          <ac:chgData name="考 张" userId="87b8017596393203" providerId="LiveId" clId="{D567281E-BA97-4C7A-9065-2C3BC76975C9}" dt="2024-02-27T17:39:09.874" v="41"/>
          <ac:spMkLst>
            <pc:docMk/>
            <pc:sldMk cId="313985932" sldId="888"/>
            <ac:spMk id="430" creationId="{B1B98BBF-44E5-6546-F497-F86694C5EB1A}"/>
          </ac:spMkLst>
        </pc:spChg>
        <pc:spChg chg="mod">
          <ac:chgData name="考 张" userId="87b8017596393203" providerId="LiveId" clId="{D567281E-BA97-4C7A-9065-2C3BC76975C9}" dt="2024-02-27T17:39:09.874" v="41"/>
          <ac:spMkLst>
            <pc:docMk/>
            <pc:sldMk cId="313985932" sldId="888"/>
            <ac:spMk id="431" creationId="{D85B1B15-D858-70A4-87CF-6F48708C2F15}"/>
          </ac:spMkLst>
        </pc:spChg>
        <pc:spChg chg="mod">
          <ac:chgData name="考 张" userId="87b8017596393203" providerId="LiveId" clId="{D567281E-BA97-4C7A-9065-2C3BC76975C9}" dt="2024-02-27T17:39:09.874" v="41"/>
          <ac:spMkLst>
            <pc:docMk/>
            <pc:sldMk cId="313985932" sldId="888"/>
            <ac:spMk id="432" creationId="{B3433B39-33ED-BFD3-8C02-2A0C72A7EAE7}"/>
          </ac:spMkLst>
        </pc:spChg>
        <pc:spChg chg="mod">
          <ac:chgData name="考 张" userId="87b8017596393203" providerId="LiveId" clId="{D567281E-BA97-4C7A-9065-2C3BC76975C9}" dt="2024-02-27T17:39:09.874" v="41"/>
          <ac:spMkLst>
            <pc:docMk/>
            <pc:sldMk cId="313985932" sldId="888"/>
            <ac:spMk id="433" creationId="{93DC948A-75A0-1A08-A59A-1D7B07772B19}"/>
          </ac:spMkLst>
        </pc:spChg>
        <pc:spChg chg="mod">
          <ac:chgData name="考 张" userId="87b8017596393203" providerId="LiveId" clId="{D567281E-BA97-4C7A-9065-2C3BC76975C9}" dt="2024-02-27T17:39:09.874" v="41"/>
          <ac:spMkLst>
            <pc:docMk/>
            <pc:sldMk cId="313985932" sldId="888"/>
            <ac:spMk id="434" creationId="{99546009-5C2E-A8CF-2771-8732EF870B91}"/>
          </ac:spMkLst>
        </pc:spChg>
        <pc:spChg chg="mod">
          <ac:chgData name="考 张" userId="87b8017596393203" providerId="LiveId" clId="{D567281E-BA97-4C7A-9065-2C3BC76975C9}" dt="2024-02-27T17:39:09.874" v="41"/>
          <ac:spMkLst>
            <pc:docMk/>
            <pc:sldMk cId="313985932" sldId="888"/>
            <ac:spMk id="435" creationId="{10E103DC-9014-1E45-2447-D5075354EE92}"/>
          </ac:spMkLst>
        </pc:spChg>
        <pc:spChg chg="mod">
          <ac:chgData name="考 张" userId="87b8017596393203" providerId="LiveId" clId="{D567281E-BA97-4C7A-9065-2C3BC76975C9}" dt="2024-02-27T17:39:09.874" v="41"/>
          <ac:spMkLst>
            <pc:docMk/>
            <pc:sldMk cId="313985932" sldId="888"/>
            <ac:spMk id="436" creationId="{985B37CD-9D8D-F868-DFB6-FA585686D211}"/>
          </ac:spMkLst>
        </pc:spChg>
        <pc:spChg chg="mod">
          <ac:chgData name="考 张" userId="87b8017596393203" providerId="LiveId" clId="{D567281E-BA97-4C7A-9065-2C3BC76975C9}" dt="2024-02-27T17:39:09.874" v="41"/>
          <ac:spMkLst>
            <pc:docMk/>
            <pc:sldMk cId="313985932" sldId="888"/>
            <ac:spMk id="437" creationId="{877E408F-8144-E49F-AB1D-F82CC0BDF3C2}"/>
          </ac:spMkLst>
        </pc:spChg>
        <pc:spChg chg="mod">
          <ac:chgData name="考 张" userId="87b8017596393203" providerId="LiveId" clId="{D567281E-BA97-4C7A-9065-2C3BC76975C9}" dt="2024-02-27T17:39:09.874" v="41"/>
          <ac:spMkLst>
            <pc:docMk/>
            <pc:sldMk cId="313985932" sldId="888"/>
            <ac:spMk id="438" creationId="{6FBB9C89-3D1E-07F0-340C-610488D249A3}"/>
          </ac:spMkLst>
        </pc:spChg>
        <pc:spChg chg="mod">
          <ac:chgData name="考 张" userId="87b8017596393203" providerId="LiveId" clId="{D567281E-BA97-4C7A-9065-2C3BC76975C9}" dt="2024-02-27T17:39:09.874" v="41"/>
          <ac:spMkLst>
            <pc:docMk/>
            <pc:sldMk cId="313985932" sldId="888"/>
            <ac:spMk id="439" creationId="{E2DDD23C-1B01-DC5E-D00A-E6B138304195}"/>
          </ac:spMkLst>
        </pc:spChg>
        <pc:spChg chg="mod">
          <ac:chgData name="考 张" userId="87b8017596393203" providerId="LiveId" clId="{D567281E-BA97-4C7A-9065-2C3BC76975C9}" dt="2024-02-27T17:39:09.874" v="41"/>
          <ac:spMkLst>
            <pc:docMk/>
            <pc:sldMk cId="313985932" sldId="888"/>
            <ac:spMk id="440" creationId="{D72ADCC6-59CF-65DD-4DA9-DACEF0E9452F}"/>
          </ac:spMkLst>
        </pc:spChg>
        <pc:spChg chg="mod">
          <ac:chgData name="考 张" userId="87b8017596393203" providerId="LiveId" clId="{D567281E-BA97-4C7A-9065-2C3BC76975C9}" dt="2024-02-27T17:39:09.874" v="41"/>
          <ac:spMkLst>
            <pc:docMk/>
            <pc:sldMk cId="313985932" sldId="888"/>
            <ac:spMk id="441" creationId="{1F471F4E-432B-37A4-4713-739B6C2BFAD9}"/>
          </ac:spMkLst>
        </pc:spChg>
        <pc:spChg chg="mod">
          <ac:chgData name="考 张" userId="87b8017596393203" providerId="LiveId" clId="{D567281E-BA97-4C7A-9065-2C3BC76975C9}" dt="2024-02-27T17:39:09.874" v="41"/>
          <ac:spMkLst>
            <pc:docMk/>
            <pc:sldMk cId="313985932" sldId="888"/>
            <ac:spMk id="442" creationId="{87EE18AF-A5A2-D4EC-4C39-2099CCD4D290}"/>
          </ac:spMkLst>
        </pc:spChg>
        <pc:spChg chg="mod">
          <ac:chgData name="考 张" userId="87b8017596393203" providerId="LiveId" clId="{D567281E-BA97-4C7A-9065-2C3BC76975C9}" dt="2024-02-27T17:39:09.874" v="41"/>
          <ac:spMkLst>
            <pc:docMk/>
            <pc:sldMk cId="313985932" sldId="888"/>
            <ac:spMk id="443" creationId="{E9ECC73B-B08E-9BDF-FB16-E58BCF889824}"/>
          </ac:spMkLst>
        </pc:spChg>
        <pc:spChg chg="mod">
          <ac:chgData name="考 张" userId="87b8017596393203" providerId="LiveId" clId="{D567281E-BA97-4C7A-9065-2C3BC76975C9}" dt="2024-02-27T17:39:09.874" v="41"/>
          <ac:spMkLst>
            <pc:docMk/>
            <pc:sldMk cId="313985932" sldId="888"/>
            <ac:spMk id="444" creationId="{76C2C84E-3460-D5D4-0C23-6416127965A4}"/>
          </ac:spMkLst>
        </pc:spChg>
        <pc:spChg chg="mod">
          <ac:chgData name="考 张" userId="87b8017596393203" providerId="LiveId" clId="{D567281E-BA97-4C7A-9065-2C3BC76975C9}" dt="2024-02-27T17:39:09.874" v="41"/>
          <ac:spMkLst>
            <pc:docMk/>
            <pc:sldMk cId="313985932" sldId="888"/>
            <ac:spMk id="445" creationId="{C0371C11-AA4C-69EE-EB7C-16056B3357D3}"/>
          </ac:spMkLst>
        </pc:spChg>
        <pc:spChg chg="mod">
          <ac:chgData name="考 张" userId="87b8017596393203" providerId="LiveId" clId="{D567281E-BA97-4C7A-9065-2C3BC76975C9}" dt="2024-02-27T17:39:09.874" v="41"/>
          <ac:spMkLst>
            <pc:docMk/>
            <pc:sldMk cId="313985932" sldId="888"/>
            <ac:spMk id="446" creationId="{56B03673-2989-56B4-C63D-989AD66074BC}"/>
          </ac:spMkLst>
        </pc:spChg>
        <pc:spChg chg="mod">
          <ac:chgData name="考 张" userId="87b8017596393203" providerId="LiveId" clId="{D567281E-BA97-4C7A-9065-2C3BC76975C9}" dt="2024-02-27T17:39:09.874" v="41"/>
          <ac:spMkLst>
            <pc:docMk/>
            <pc:sldMk cId="313985932" sldId="888"/>
            <ac:spMk id="447" creationId="{297E9343-5BFD-D6A5-8752-DAA7D8B882EC}"/>
          </ac:spMkLst>
        </pc:spChg>
        <pc:spChg chg="mod">
          <ac:chgData name="考 张" userId="87b8017596393203" providerId="LiveId" clId="{D567281E-BA97-4C7A-9065-2C3BC76975C9}" dt="2024-02-27T17:39:09.874" v="41"/>
          <ac:spMkLst>
            <pc:docMk/>
            <pc:sldMk cId="313985932" sldId="888"/>
            <ac:spMk id="448" creationId="{0C83A844-BAEC-330A-964A-074126310787}"/>
          </ac:spMkLst>
        </pc:spChg>
        <pc:spChg chg="mod">
          <ac:chgData name="考 张" userId="87b8017596393203" providerId="LiveId" clId="{D567281E-BA97-4C7A-9065-2C3BC76975C9}" dt="2024-02-27T17:39:09.874" v="41"/>
          <ac:spMkLst>
            <pc:docMk/>
            <pc:sldMk cId="313985932" sldId="888"/>
            <ac:spMk id="449" creationId="{DA8F9139-8B3D-B218-1616-9D162175FCE4}"/>
          </ac:spMkLst>
        </pc:spChg>
        <pc:spChg chg="mod">
          <ac:chgData name="考 张" userId="87b8017596393203" providerId="LiveId" clId="{D567281E-BA97-4C7A-9065-2C3BC76975C9}" dt="2024-02-27T17:39:09.874" v="41"/>
          <ac:spMkLst>
            <pc:docMk/>
            <pc:sldMk cId="313985932" sldId="888"/>
            <ac:spMk id="450" creationId="{417FAA27-2679-5AC9-65FF-CC8728E368FC}"/>
          </ac:spMkLst>
        </pc:spChg>
        <pc:spChg chg="mod">
          <ac:chgData name="考 张" userId="87b8017596393203" providerId="LiveId" clId="{D567281E-BA97-4C7A-9065-2C3BC76975C9}" dt="2024-02-27T17:39:09.874" v="41"/>
          <ac:spMkLst>
            <pc:docMk/>
            <pc:sldMk cId="313985932" sldId="888"/>
            <ac:spMk id="451" creationId="{DBF4FBB4-3A13-64C3-97E4-F4B779E06DAD}"/>
          </ac:spMkLst>
        </pc:spChg>
        <pc:spChg chg="mod">
          <ac:chgData name="考 张" userId="87b8017596393203" providerId="LiveId" clId="{D567281E-BA97-4C7A-9065-2C3BC76975C9}" dt="2024-02-27T17:39:09.874" v="41"/>
          <ac:spMkLst>
            <pc:docMk/>
            <pc:sldMk cId="313985932" sldId="888"/>
            <ac:spMk id="452" creationId="{40341DA4-ACE4-7F52-75F9-93791EC14F16}"/>
          </ac:spMkLst>
        </pc:spChg>
        <pc:spChg chg="mod">
          <ac:chgData name="考 张" userId="87b8017596393203" providerId="LiveId" clId="{D567281E-BA97-4C7A-9065-2C3BC76975C9}" dt="2024-02-27T17:39:09.874" v="41"/>
          <ac:spMkLst>
            <pc:docMk/>
            <pc:sldMk cId="313985932" sldId="888"/>
            <ac:spMk id="453" creationId="{D5E6A9F8-7959-B151-0005-06D59B2BC72F}"/>
          </ac:spMkLst>
        </pc:spChg>
        <pc:spChg chg="mod">
          <ac:chgData name="考 张" userId="87b8017596393203" providerId="LiveId" clId="{D567281E-BA97-4C7A-9065-2C3BC76975C9}" dt="2024-02-27T17:39:09.874" v="41"/>
          <ac:spMkLst>
            <pc:docMk/>
            <pc:sldMk cId="313985932" sldId="888"/>
            <ac:spMk id="454" creationId="{EBA4B21F-30CE-DB80-494E-46226C86F311}"/>
          </ac:spMkLst>
        </pc:spChg>
        <pc:spChg chg="mod">
          <ac:chgData name="考 张" userId="87b8017596393203" providerId="LiveId" clId="{D567281E-BA97-4C7A-9065-2C3BC76975C9}" dt="2024-02-27T17:39:09.874" v="41"/>
          <ac:spMkLst>
            <pc:docMk/>
            <pc:sldMk cId="313985932" sldId="888"/>
            <ac:spMk id="455" creationId="{8F5F1C3F-0B8D-A08D-E859-513E1FB9A188}"/>
          </ac:spMkLst>
        </pc:spChg>
        <pc:spChg chg="mod">
          <ac:chgData name="考 张" userId="87b8017596393203" providerId="LiveId" clId="{D567281E-BA97-4C7A-9065-2C3BC76975C9}" dt="2024-02-27T17:39:09.874" v="41"/>
          <ac:spMkLst>
            <pc:docMk/>
            <pc:sldMk cId="313985932" sldId="888"/>
            <ac:spMk id="456" creationId="{3FBA44C3-A2B1-AE49-E4F6-D7C952101BF7}"/>
          </ac:spMkLst>
        </pc:spChg>
        <pc:spChg chg="mod">
          <ac:chgData name="考 张" userId="87b8017596393203" providerId="LiveId" clId="{D567281E-BA97-4C7A-9065-2C3BC76975C9}" dt="2024-02-27T17:39:09.874" v="41"/>
          <ac:spMkLst>
            <pc:docMk/>
            <pc:sldMk cId="313985932" sldId="888"/>
            <ac:spMk id="457" creationId="{4943853E-73F9-5B9C-1522-B8BE673552F6}"/>
          </ac:spMkLst>
        </pc:spChg>
        <pc:spChg chg="mod">
          <ac:chgData name="考 张" userId="87b8017596393203" providerId="LiveId" clId="{D567281E-BA97-4C7A-9065-2C3BC76975C9}" dt="2024-02-27T17:39:09.874" v="41"/>
          <ac:spMkLst>
            <pc:docMk/>
            <pc:sldMk cId="313985932" sldId="888"/>
            <ac:spMk id="458" creationId="{C05A9031-0D88-7CB9-AD26-2DBA35E7C9EB}"/>
          </ac:spMkLst>
        </pc:spChg>
        <pc:spChg chg="mod">
          <ac:chgData name="考 张" userId="87b8017596393203" providerId="LiveId" clId="{D567281E-BA97-4C7A-9065-2C3BC76975C9}" dt="2024-02-27T17:39:09.874" v="41"/>
          <ac:spMkLst>
            <pc:docMk/>
            <pc:sldMk cId="313985932" sldId="888"/>
            <ac:spMk id="459" creationId="{A0D63D14-140C-F2D6-FDEC-9092D0013594}"/>
          </ac:spMkLst>
        </pc:spChg>
        <pc:spChg chg="mod">
          <ac:chgData name="考 张" userId="87b8017596393203" providerId="LiveId" clId="{D567281E-BA97-4C7A-9065-2C3BC76975C9}" dt="2024-02-27T17:39:09.874" v="41"/>
          <ac:spMkLst>
            <pc:docMk/>
            <pc:sldMk cId="313985932" sldId="888"/>
            <ac:spMk id="460" creationId="{176D8C48-245B-0141-70F3-228D558CB50C}"/>
          </ac:spMkLst>
        </pc:spChg>
        <pc:spChg chg="mod">
          <ac:chgData name="考 张" userId="87b8017596393203" providerId="LiveId" clId="{D567281E-BA97-4C7A-9065-2C3BC76975C9}" dt="2024-02-27T17:39:09.874" v="41"/>
          <ac:spMkLst>
            <pc:docMk/>
            <pc:sldMk cId="313985932" sldId="888"/>
            <ac:spMk id="461" creationId="{E5AFFC8D-7434-76A4-06AF-47AD6C83A7A8}"/>
          </ac:spMkLst>
        </pc:spChg>
        <pc:spChg chg="mod">
          <ac:chgData name="考 张" userId="87b8017596393203" providerId="LiveId" clId="{D567281E-BA97-4C7A-9065-2C3BC76975C9}" dt="2024-02-27T17:39:09.874" v="41"/>
          <ac:spMkLst>
            <pc:docMk/>
            <pc:sldMk cId="313985932" sldId="888"/>
            <ac:spMk id="462" creationId="{B7B41429-6995-B9A7-A7BD-E8917EB18A68}"/>
          </ac:spMkLst>
        </pc:spChg>
        <pc:spChg chg="mod">
          <ac:chgData name="考 张" userId="87b8017596393203" providerId="LiveId" clId="{D567281E-BA97-4C7A-9065-2C3BC76975C9}" dt="2024-02-27T17:39:09.874" v="41"/>
          <ac:spMkLst>
            <pc:docMk/>
            <pc:sldMk cId="313985932" sldId="888"/>
            <ac:spMk id="463" creationId="{90FC3B78-6C32-A426-24D6-7EDDD6DF01F5}"/>
          </ac:spMkLst>
        </pc:spChg>
        <pc:spChg chg="mod">
          <ac:chgData name="考 张" userId="87b8017596393203" providerId="LiveId" clId="{D567281E-BA97-4C7A-9065-2C3BC76975C9}" dt="2024-02-27T17:39:09.874" v="41"/>
          <ac:spMkLst>
            <pc:docMk/>
            <pc:sldMk cId="313985932" sldId="888"/>
            <ac:spMk id="464" creationId="{4BABECED-D09B-EFE5-AC60-83DC9DBA9181}"/>
          </ac:spMkLst>
        </pc:spChg>
        <pc:spChg chg="mod">
          <ac:chgData name="考 张" userId="87b8017596393203" providerId="LiveId" clId="{D567281E-BA97-4C7A-9065-2C3BC76975C9}" dt="2024-02-27T17:39:09.874" v="41"/>
          <ac:spMkLst>
            <pc:docMk/>
            <pc:sldMk cId="313985932" sldId="888"/>
            <ac:spMk id="465" creationId="{566595C6-E4EE-52A9-32B3-5A77A80E36B0}"/>
          </ac:spMkLst>
        </pc:spChg>
        <pc:spChg chg="mod">
          <ac:chgData name="考 张" userId="87b8017596393203" providerId="LiveId" clId="{D567281E-BA97-4C7A-9065-2C3BC76975C9}" dt="2024-02-27T17:39:09.874" v="41"/>
          <ac:spMkLst>
            <pc:docMk/>
            <pc:sldMk cId="313985932" sldId="888"/>
            <ac:spMk id="466" creationId="{D1795350-9E5C-0D81-ABD6-77F9F4CC45A5}"/>
          </ac:spMkLst>
        </pc:spChg>
        <pc:spChg chg="mod">
          <ac:chgData name="考 张" userId="87b8017596393203" providerId="LiveId" clId="{D567281E-BA97-4C7A-9065-2C3BC76975C9}" dt="2024-02-27T17:39:09.874" v="41"/>
          <ac:spMkLst>
            <pc:docMk/>
            <pc:sldMk cId="313985932" sldId="888"/>
            <ac:spMk id="467" creationId="{E2EAE061-93BE-A1E5-EC77-B704884FEC51}"/>
          </ac:spMkLst>
        </pc:spChg>
        <pc:spChg chg="mod">
          <ac:chgData name="考 张" userId="87b8017596393203" providerId="LiveId" clId="{D567281E-BA97-4C7A-9065-2C3BC76975C9}" dt="2024-02-27T17:39:09.874" v="41"/>
          <ac:spMkLst>
            <pc:docMk/>
            <pc:sldMk cId="313985932" sldId="888"/>
            <ac:spMk id="468" creationId="{1A99E112-6FE5-A727-B5C3-5C4A410B89CD}"/>
          </ac:spMkLst>
        </pc:spChg>
        <pc:spChg chg="mod">
          <ac:chgData name="考 张" userId="87b8017596393203" providerId="LiveId" clId="{D567281E-BA97-4C7A-9065-2C3BC76975C9}" dt="2024-02-27T17:39:09.874" v="41"/>
          <ac:spMkLst>
            <pc:docMk/>
            <pc:sldMk cId="313985932" sldId="888"/>
            <ac:spMk id="469" creationId="{95A992FA-BA96-27A3-5A43-2D9BAC7D658F}"/>
          </ac:spMkLst>
        </pc:spChg>
        <pc:spChg chg="mod">
          <ac:chgData name="考 张" userId="87b8017596393203" providerId="LiveId" clId="{D567281E-BA97-4C7A-9065-2C3BC76975C9}" dt="2024-02-27T17:39:09.874" v="41"/>
          <ac:spMkLst>
            <pc:docMk/>
            <pc:sldMk cId="313985932" sldId="888"/>
            <ac:spMk id="470" creationId="{61DFB67E-2475-147E-6823-3813A673BDFC}"/>
          </ac:spMkLst>
        </pc:spChg>
        <pc:spChg chg="mod">
          <ac:chgData name="考 张" userId="87b8017596393203" providerId="LiveId" clId="{D567281E-BA97-4C7A-9065-2C3BC76975C9}" dt="2024-02-27T17:39:09.874" v="41"/>
          <ac:spMkLst>
            <pc:docMk/>
            <pc:sldMk cId="313985932" sldId="888"/>
            <ac:spMk id="471" creationId="{9F11C2C6-507E-4B54-CBEC-EF78F6AD30BB}"/>
          </ac:spMkLst>
        </pc:spChg>
        <pc:spChg chg="mod">
          <ac:chgData name="考 张" userId="87b8017596393203" providerId="LiveId" clId="{D567281E-BA97-4C7A-9065-2C3BC76975C9}" dt="2024-02-27T17:39:09.874" v="41"/>
          <ac:spMkLst>
            <pc:docMk/>
            <pc:sldMk cId="313985932" sldId="888"/>
            <ac:spMk id="472" creationId="{49A6BAA9-B7E0-9FD9-B2BC-14A360EBE8A7}"/>
          </ac:spMkLst>
        </pc:spChg>
        <pc:spChg chg="mod">
          <ac:chgData name="考 张" userId="87b8017596393203" providerId="LiveId" clId="{D567281E-BA97-4C7A-9065-2C3BC76975C9}" dt="2024-02-27T17:39:09.874" v="41"/>
          <ac:spMkLst>
            <pc:docMk/>
            <pc:sldMk cId="313985932" sldId="888"/>
            <ac:spMk id="473" creationId="{44EE2B5F-426C-C647-0004-FED5D0ED649A}"/>
          </ac:spMkLst>
        </pc:spChg>
        <pc:spChg chg="mod">
          <ac:chgData name="考 张" userId="87b8017596393203" providerId="LiveId" clId="{D567281E-BA97-4C7A-9065-2C3BC76975C9}" dt="2024-02-27T17:39:09.874" v="41"/>
          <ac:spMkLst>
            <pc:docMk/>
            <pc:sldMk cId="313985932" sldId="888"/>
            <ac:spMk id="474" creationId="{6ABC0267-4131-858E-5972-B871E4E2816E}"/>
          </ac:spMkLst>
        </pc:spChg>
        <pc:spChg chg="mod">
          <ac:chgData name="考 张" userId="87b8017596393203" providerId="LiveId" clId="{D567281E-BA97-4C7A-9065-2C3BC76975C9}" dt="2024-02-27T17:39:09.874" v="41"/>
          <ac:spMkLst>
            <pc:docMk/>
            <pc:sldMk cId="313985932" sldId="888"/>
            <ac:spMk id="475" creationId="{23C909E2-7304-0812-4D80-2220F33D5F6E}"/>
          </ac:spMkLst>
        </pc:spChg>
        <pc:spChg chg="mod">
          <ac:chgData name="考 张" userId="87b8017596393203" providerId="LiveId" clId="{D567281E-BA97-4C7A-9065-2C3BC76975C9}" dt="2024-02-27T17:39:09.874" v="41"/>
          <ac:spMkLst>
            <pc:docMk/>
            <pc:sldMk cId="313985932" sldId="888"/>
            <ac:spMk id="476" creationId="{D6A56B86-883A-5C19-C18D-6669A3DD9ED7}"/>
          </ac:spMkLst>
        </pc:spChg>
        <pc:spChg chg="mod">
          <ac:chgData name="考 张" userId="87b8017596393203" providerId="LiveId" clId="{D567281E-BA97-4C7A-9065-2C3BC76975C9}" dt="2024-02-27T17:39:09.874" v="41"/>
          <ac:spMkLst>
            <pc:docMk/>
            <pc:sldMk cId="313985932" sldId="888"/>
            <ac:spMk id="477" creationId="{1B330C30-3443-0151-D2DE-5AF5E91AA5D9}"/>
          </ac:spMkLst>
        </pc:spChg>
        <pc:spChg chg="mod">
          <ac:chgData name="考 张" userId="87b8017596393203" providerId="LiveId" clId="{D567281E-BA97-4C7A-9065-2C3BC76975C9}" dt="2024-02-27T17:39:09.874" v="41"/>
          <ac:spMkLst>
            <pc:docMk/>
            <pc:sldMk cId="313985932" sldId="888"/>
            <ac:spMk id="478" creationId="{616E0CB3-DE61-2D78-F43B-2CC17D623BA0}"/>
          </ac:spMkLst>
        </pc:spChg>
        <pc:spChg chg="mod">
          <ac:chgData name="考 张" userId="87b8017596393203" providerId="LiveId" clId="{D567281E-BA97-4C7A-9065-2C3BC76975C9}" dt="2024-02-27T17:39:09.874" v="41"/>
          <ac:spMkLst>
            <pc:docMk/>
            <pc:sldMk cId="313985932" sldId="888"/>
            <ac:spMk id="479" creationId="{740DEAA3-A5B8-246E-51B1-42B88CAE0CBB}"/>
          </ac:spMkLst>
        </pc:spChg>
        <pc:spChg chg="mod">
          <ac:chgData name="考 张" userId="87b8017596393203" providerId="LiveId" clId="{D567281E-BA97-4C7A-9065-2C3BC76975C9}" dt="2024-02-27T17:39:09.874" v="41"/>
          <ac:spMkLst>
            <pc:docMk/>
            <pc:sldMk cId="313985932" sldId="888"/>
            <ac:spMk id="480" creationId="{84A4427A-A4F5-8070-BBE9-C014DD28A364}"/>
          </ac:spMkLst>
        </pc:spChg>
        <pc:spChg chg="mod">
          <ac:chgData name="考 张" userId="87b8017596393203" providerId="LiveId" clId="{D567281E-BA97-4C7A-9065-2C3BC76975C9}" dt="2024-02-27T17:39:09.874" v="41"/>
          <ac:spMkLst>
            <pc:docMk/>
            <pc:sldMk cId="313985932" sldId="888"/>
            <ac:spMk id="481" creationId="{83EC494B-FA4B-CCFE-970B-9BBD7375D556}"/>
          </ac:spMkLst>
        </pc:spChg>
        <pc:spChg chg="mod">
          <ac:chgData name="考 张" userId="87b8017596393203" providerId="LiveId" clId="{D567281E-BA97-4C7A-9065-2C3BC76975C9}" dt="2024-02-27T17:39:09.874" v="41"/>
          <ac:spMkLst>
            <pc:docMk/>
            <pc:sldMk cId="313985932" sldId="888"/>
            <ac:spMk id="482" creationId="{C4B2C019-8454-0AA0-C03C-45DFF9DDCD2E}"/>
          </ac:spMkLst>
        </pc:spChg>
        <pc:spChg chg="mod">
          <ac:chgData name="考 张" userId="87b8017596393203" providerId="LiveId" clId="{D567281E-BA97-4C7A-9065-2C3BC76975C9}" dt="2024-02-27T17:39:09.874" v="41"/>
          <ac:spMkLst>
            <pc:docMk/>
            <pc:sldMk cId="313985932" sldId="888"/>
            <ac:spMk id="483" creationId="{89B55774-3500-2E24-BF1B-4BF02F16F810}"/>
          </ac:spMkLst>
        </pc:spChg>
        <pc:spChg chg="mod">
          <ac:chgData name="考 张" userId="87b8017596393203" providerId="LiveId" clId="{D567281E-BA97-4C7A-9065-2C3BC76975C9}" dt="2024-02-27T17:39:09.874" v="41"/>
          <ac:spMkLst>
            <pc:docMk/>
            <pc:sldMk cId="313985932" sldId="888"/>
            <ac:spMk id="484" creationId="{C17269A2-0E6F-5F70-AF19-4890CBFA01C1}"/>
          </ac:spMkLst>
        </pc:spChg>
        <pc:spChg chg="mod">
          <ac:chgData name="考 张" userId="87b8017596393203" providerId="LiveId" clId="{D567281E-BA97-4C7A-9065-2C3BC76975C9}" dt="2024-02-27T17:39:09.874" v="41"/>
          <ac:spMkLst>
            <pc:docMk/>
            <pc:sldMk cId="313985932" sldId="888"/>
            <ac:spMk id="485" creationId="{DFC4CDB9-DC0A-1EC8-038E-1D7E97DC930F}"/>
          </ac:spMkLst>
        </pc:spChg>
        <pc:spChg chg="mod">
          <ac:chgData name="考 张" userId="87b8017596393203" providerId="LiveId" clId="{D567281E-BA97-4C7A-9065-2C3BC76975C9}" dt="2024-02-27T17:39:09.874" v="41"/>
          <ac:spMkLst>
            <pc:docMk/>
            <pc:sldMk cId="313985932" sldId="888"/>
            <ac:spMk id="486" creationId="{364D76B7-BCBF-D0F9-F835-FD09E1BEC0E2}"/>
          </ac:spMkLst>
        </pc:spChg>
        <pc:spChg chg="mod">
          <ac:chgData name="考 张" userId="87b8017596393203" providerId="LiveId" clId="{D567281E-BA97-4C7A-9065-2C3BC76975C9}" dt="2024-02-27T17:39:09.874" v="41"/>
          <ac:spMkLst>
            <pc:docMk/>
            <pc:sldMk cId="313985932" sldId="888"/>
            <ac:spMk id="487" creationId="{BA0C7024-A135-96F6-FEED-007B9E119999}"/>
          </ac:spMkLst>
        </pc:spChg>
        <pc:spChg chg="mod">
          <ac:chgData name="考 张" userId="87b8017596393203" providerId="LiveId" clId="{D567281E-BA97-4C7A-9065-2C3BC76975C9}" dt="2024-02-27T17:39:09.874" v="41"/>
          <ac:spMkLst>
            <pc:docMk/>
            <pc:sldMk cId="313985932" sldId="888"/>
            <ac:spMk id="488" creationId="{65597091-4FBF-51F0-8C99-DD42F75C1850}"/>
          </ac:spMkLst>
        </pc:spChg>
        <pc:spChg chg="mod">
          <ac:chgData name="考 张" userId="87b8017596393203" providerId="LiveId" clId="{D567281E-BA97-4C7A-9065-2C3BC76975C9}" dt="2024-02-27T17:39:09.874" v="41"/>
          <ac:spMkLst>
            <pc:docMk/>
            <pc:sldMk cId="313985932" sldId="888"/>
            <ac:spMk id="489" creationId="{C2F4A4DD-207A-297D-1F8F-1D76189B6C9F}"/>
          </ac:spMkLst>
        </pc:spChg>
        <pc:spChg chg="mod">
          <ac:chgData name="考 张" userId="87b8017596393203" providerId="LiveId" clId="{D567281E-BA97-4C7A-9065-2C3BC76975C9}" dt="2024-02-27T17:39:09.874" v="41"/>
          <ac:spMkLst>
            <pc:docMk/>
            <pc:sldMk cId="313985932" sldId="888"/>
            <ac:spMk id="490" creationId="{0B8D0EFC-291D-2AD5-30BB-DE9E7577C50B}"/>
          </ac:spMkLst>
        </pc:spChg>
        <pc:spChg chg="mod">
          <ac:chgData name="考 张" userId="87b8017596393203" providerId="LiveId" clId="{D567281E-BA97-4C7A-9065-2C3BC76975C9}" dt="2024-02-27T17:39:09.874" v="41"/>
          <ac:spMkLst>
            <pc:docMk/>
            <pc:sldMk cId="313985932" sldId="888"/>
            <ac:spMk id="491" creationId="{298028A9-4026-B44F-D195-B71B3C112C41}"/>
          </ac:spMkLst>
        </pc:spChg>
        <pc:spChg chg="mod">
          <ac:chgData name="考 张" userId="87b8017596393203" providerId="LiveId" clId="{D567281E-BA97-4C7A-9065-2C3BC76975C9}" dt="2024-02-27T17:39:09.874" v="41"/>
          <ac:spMkLst>
            <pc:docMk/>
            <pc:sldMk cId="313985932" sldId="888"/>
            <ac:spMk id="492" creationId="{240DEB42-C975-92CB-5A04-01D2813E08BA}"/>
          </ac:spMkLst>
        </pc:spChg>
        <pc:spChg chg="mod">
          <ac:chgData name="考 张" userId="87b8017596393203" providerId="LiveId" clId="{D567281E-BA97-4C7A-9065-2C3BC76975C9}" dt="2024-02-27T17:39:09.874" v="41"/>
          <ac:spMkLst>
            <pc:docMk/>
            <pc:sldMk cId="313985932" sldId="888"/>
            <ac:spMk id="493" creationId="{D6050705-F60F-6068-695E-9DC06C2AC809}"/>
          </ac:spMkLst>
        </pc:spChg>
        <pc:spChg chg="mod">
          <ac:chgData name="考 张" userId="87b8017596393203" providerId="LiveId" clId="{D567281E-BA97-4C7A-9065-2C3BC76975C9}" dt="2024-02-27T17:39:09.874" v="41"/>
          <ac:spMkLst>
            <pc:docMk/>
            <pc:sldMk cId="313985932" sldId="888"/>
            <ac:spMk id="494" creationId="{035ACBCA-B2B1-2716-B5C2-B12FEE2D8842}"/>
          </ac:spMkLst>
        </pc:spChg>
        <pc:spChg chg="mod">
          <ac:chgData name="考 张" userId="87b8017596393203" providerId="LiveId" clId="{D567281E-BA97-4C7A-9065-2C3BC76975C9}" dt="2024-02-27T17:39:09.874" v="41"/>
          <ac:spMkLst>
            <pc:docMk/>
            <pc:sldMk cId="313985932" sldId="888"/>
            <ac:spMk id="495" creationId="{9AD96899-E114-8263-7667-AB211B07BD71}"/>
          </ac:spMkLst>
        </pc:spChg>
        <pc:spChg chg="mod">
          <ac:chgData name="考 张" userId="87b8017596393203" providerId="LiveId" clId="{D567281E-BA97-4C7A-9065-2C3BC76975C9}" dt="2024-02-27T17:39:09.874" v="41"/>
          <ac:spMkLst>
            <pc:docMk/>
            <pc:sldMk cId="313985932" sldId="888"/>
            <ac:spMk id="496" creationId="{ADCEE18B-FC83-EA08-B9EF-3406E68EC4B5}"/>
          </ac:spMkLst>
        </pc:spChg>
        <pc:spChg chg="mod">
          <ac:chgData name="考 张" userId="87b8017596393203" providerId="LiveId" clId="{D567281E-BA97-4C7A-9065-2C3BC76975C9}" dt="2024-02-27T17:39:09.874" v="41"/>
          <ac:spMkLst>
            <pc:docMk/>
            <pc:sldMk cId="313985932" sldId="888"/>
            <ac:spMk id="497" creationId="{38B7D76C-F714-BAD3-3384-30A323D4AFF7}"/>
          </ac:spMkLst>
        </pc:spChg>
        <pc:spChg chg="mod">
          <ac:chgData name="考 张" userId="87b8017596393203" providerId="LiveId" clId="{D567281E-BA97-4C7A-9065-2C3BC76975C9}" dt="2024-02-27T17:39:09.874" v="41"/>
          <ac:spMkLst>
            <pc:docMk/>
            <pc:sldMk cId="313985932" sldId="888"/>
            <ac:spMk id="498" creationId="{D92250DC-DE5B-0224-DEEB-4BB0F2E913DC}"/>
          </ac:spMkLst>
        </pc:spChg>
        <pc:spChg chg="mod">
          <ac:chgData name="考 张" userId="87b8017596393203" providerId="LiveId" clId="{D567281E-BA97-4C7A-9065-2C3BC76975C9}" dt="2024-02-27T17:39:09.874" v="41"/>
          <ac:spMkLst>
            <pc:docMk/>
            <pc:sldMk cId="313985932" sldId="888"/>
            <ac:spMk id="499" creationId="{02018E38-CDE3-D9B1-04CE-B80BB45A06AC}"/>
          </ac:spMkLst>
        </pc:spChg>
        <pc:spChg chg="mod">
          <ac:chgData name="考 张" userId="87b8017596393203" providerId="LiveId" clId="{D567281E-BA97-4C7A-9065-2C3BC76975C9}" dt="2024-02-27T17:39:09.874" v="41"/>
          <ac:spMkLst>
            <pc:docMk/>
            <pc:sldMk cId="313985932" sldId="888"/>
            <ac:spMk id="500" creationId="{BBBD17E3-180B-84EB-1C95-1EFAB288E2D6}"/>
          </ac:spMkLst>
        </pc:spChg>
        <pc:spChg chg="mod">
          <ac:chgData name="考 张" userId="87b8017596393203" providerId="LiveId" clId="{D567281E-BA97-4C7A-9065-2C3BC76975C9}" dt="2024-02-27T17:39:09.874" v="41"/>
          <ac:spMkLst>
            <pc:docMk/>
            <pc:sldMk cId="313985932" sldId="888"/>
            <ac:spMk id="501" creationId="{B0B0E91D-6AB1-1ABB-4AFC-C956F4AD8E16}"/>
          </ac:spMkLst>
        </pc:spChg>
        <pc:spChg chg="mod">
          <ac:chgData name="考 张" userId="87b8017596393203" providerId="LiveId" clId="{D567281E-BA97-4C7A-9065-2C3BC76975C9}" dt="2024-02-27T17:39:09.874" v="41"/>
          <ac:spMkLst>
            <pc:docMk/>
            <pc:sldMk cId="313985932" sldId="888"/>
            <ac:spMk id="502" creationId="{738BDEBC-FF82-9C4D-F6E0-B816FA2029D1}"/>
          </ac:spMkLst>
        </pc:spChg>
        <pc:spChg chg="mod">
          <ac:chgData name="考 张" userId="87b8017596393203" providerId="LiveId" clId="{D567281E-BA97-4C7A-9065-2C3BC76975C9}" dt="2024-02-27T17:39:09.874" v="41"/>
          <ac:spMkLst>
            <pc:docMk/>
            <pc:sldMk cId="313985932" sldId="888"/>
            <ac:spMk id="503" creationId="{9EC3EA91-FB8A-0DD0-2035-54689D5C11F3}"/>
          </ac:spMkLst>
        </pc:spChg>
        <pc:spChg chg="mod">
          <ac:chgData name="考 张" userId="87b8017596393203" providerId="LiveId" clId="{D567281E-BA97-4C7A-9065-2C3BC76975C9}" dt="2024-02-27T17:39:09.874" v="41"/>
          <ac:spMkLst>
            <pc:docMk/>
            <pc:sldMk cId="313985932" sldId="888"/>
            <ac:spMk id="504" creationId="{E270CFCB-340E-4F63-BD1F-D63862D84DAB}"/>
          </ac:spMkLst>
        </pc:spChg>
        <pc:spChg chg="mod">
          <ac:chgData name="考 张" userId="87b8017596393203" providerId="LiveId" clId="{D567281E-BA97-4C7A-9065-2C3BC76975C9}" dt="2024-02-27T17:39:09.874" v="41"/>
          <ac:spMkLst>
            <pc:docMk/>
            <pc:sldMk cId="313985932" sldId="888"/>
            <ac:spMk id="505" creationId="{BDE7C639-2551-71F2-AA8A-98861924D7B6}"/>
          </ac:spMkLst>
        </pc:spChg>
        <pc:spChg chg="mod">
          <ac:chgData name="考 张" userId="87b8017596393203" providerId="LiveId" clId="{D567281E-BA97-4C7A-9065-2C3BC76975C9}" dt="2024-02-27T17:39:09.874" v="41"/>
          <ac:spMkLst>
            <pc:docMk/>
            <pc:sldMk cId="313985932" sldId="888"/>
            <ac:spMk id="506" creationId="{5800AD6B-B660-B3E1-0641-E45476404E66}"/>
          </ac:spMkLst>
        </pc:spChg>
        <pc:spChg chg="mod">
          <ac:chgData name="考 张" userId="87b8017596393203" providerId="LiveId" clId="{D567281E-BA97-4C7A-9065-2C3BC76975C9}" dt="2024-02-27T17:39:09.874" v="41"/>
          <ac:spMkLst>
            <pc:docMk/>
            <pc:sldMk cId="313985932" sldId="888"/>
            <ac:spMk id="507" creationId="{9C542B79-7C9D-7F44-BF98-EB0F20759778}"/>
          </ac:spMkLst>
        </pc:spChg>
        <pc:spChg chg="mod">
          <ac:chgData name="考 张" userId="87b8017596393203" providerId="LiveId" clId="{D567281E-BA97-4C7A-9065-2C3BC76975C9}" dt="2024-02-27T17:39:09.874" v="41"/>
          <ac:spMkLst>
            <pc:docMk/>
            <pc:sldMk cId="313985932" sldId="888"/>
            <ac:spMk id="508" creationId="{9E458AF3-B58E-8EF2-9255-CC17892340DD}"/>
          </ac:spMkLst>
        </pc:spChg>
        <pc:spChg chg="mod">
          <ac:chgData name="考 张" userId="87b8017596393203" providerId="LiveId" clId="{D567281E-BA97-4C7A-9065-2C3BC76975C9}" dt="2024-02-27T17:39:09.874" v="41"/>
          <ac:spMkLst>
            <pc:docMk/>
            <pc:sldMk cId="313985932" sldId="888"/>
            <ac:spMk id="509" creationId="{1AB19B15-6014-7AC1-9962-3B249C1B2E73}"/>
          </ac:spMkLst>
        </pc:spChg>
        <pc:spChg chg="mod">
          <ac:chgData name="考 张" userId="87b8017596393203" providerId="LiveId" clId="{D567281E-BA97-4C7A-9065-2C3BC76975C9}" dt="2024-02-27T17:39:09.874" v="41"/>
          <ac:spMkLst>
            <pc:docMk/>
            <pc:sldMk cId="313985932" sldId="888"/>
            <ac:spMk id="510" creationId="{969D995D-C3A1-FCB0-89BC-A75D703D052F}"/>
          </ac:spMkLst>
        </pc:spChg>
        <pc:spChg chg="mod">
          <ac:chgData name="考 张" userId="87b8017596393203" providerId="LiveId" clId="{D567281E-BA97-4C7A-9065-2C3BC76975C9}" dt="2024-02-27T17:39:09.874" v="41"/>
          <ac:spMkLst>
            <pc:docMk/>
            <pc:sldMk cId="313985932" sldId="888"/>
            <ac:spMk id="511" creationId="{7343660E-12BB-2E30-1EB1-F4B2673528D5}"/>
          </ac:spMkLst>
        </pc:spChg>
        <pc:spChg chg="mod">
          <ac:chgData name="考 张" userId="87b8017596393203" providerId="LiveId" clId="{D567281E-BA97-4C7A-9065-2C3BC76975C9}" dt="2024-02-27T17:39:09.874" v="41"/>
          <ac:spMkLst>
            <pc:docMk/>
            <pc:sldMk cId="313985932" sldId="888"/>
            <ac:spMk id="512" creationId="{5BC1CCBF-1C59-D13A-0751-E5432F92F4DC}"/>
          </ac:spMkLst>
        </pc:spChg>
        <pc:spChg chg="mod">
          <ac:chgData name="考 张" userId="87b8017596393203" providerId="LiveId" clId="{D567281E-BA97-4C7A-9065-2C3BC76975C9}" dt="2024-02-27T17:39:09.874" v="41"/>
          <ac:spMkLst>
            <pc:docMk/>
            <pc:sldMk cId="313985932" sldId="888"/>
            <ac:spMk id="513" creationId="{A6B2C8BF-9300-FB91-0604-1C3E95517743}"/>
          </ac:spMkLst>
        </pc:spChg>
        <pc:spChg chg="mod">
          <ac:chgData name="考 张" userId="87b8017596393203" providerId="LiveId" clId="{D567281E-BA97-4C7A-9065-2C3BC76975C9}" dt="2024-02-27T17:39:09.874" v="41"/>
          <ac:spMkLst>
            <pc:docMk/>
            <pc:sldMk cId="313985932" sldId="888"/>
            <ac:spMk id="514" creationId="{A6AFF1B7-F7FA-4D64-8789-E1F1E5644255}"/>
          </ac:spMkLst>
        </pc:spChg>
        <pc:spChg chg="mod">
          <ac:chgData name="考 张" userId="87b8017596393203" providerId="LiveId" clId="{D567281E-BA97-4C7A-9065-2C3BC76975C9}" dt="2024-02-27T17:39:09.874" v="41"/>
          <ac:spMkLst>
            <pc:docMk/>
            <pc:sldMk cId="313985932" sldId="888"/>
            <ac:spMk id="515" creationId="{05087D3B-B8BF-FD87-1323-A0B4646568E8}"/>
          </ac:spMkLst>
        </pc:spChg>
        <pc:spChg chg="mod">
          <ac:chgData name="考 张" userId="87b8017596393203" providerId="LiveId" clId="{D567281E-BA97-4C7A-9065-2C3BC76975C9}" dt="2024-02-27T17:39:09.874" v="41"/>
          <ac:spMkLst>
            <pc:docMk/>
            <pc:sldMk cId="313985932" sldId="888"/>
            <ac:spMk id="516" creationId="{F9CCE26A-EBCF-B6E3-F7F9-79C6E31DFB5F}"/>
          </ac:spMkLst>
        </pc:spChg>
        <pc:spChg chg="add del mod">
          <ac:chgData name="考 张" userId="87b8017596393203" providerId="LiveId" clId="{D567281E-BA97-4C7A-9065-2C3BC76975C9}" dt="2024-02-27T17:39:20.849" v="44"/>
          <ac:spMkLst>
            <pc:docMk/>
            <pc:sldMk cId="313985932" sldId="888"/>
            <ac:spMk id="517" creationId="{905033E9-AB77-7925-687F-31BABEDD8F67}"/>
          </ac:spMkLst>
        </pc:spChg>
        <pc:spChg chg="mod">
          <ac:chgData name="考 张" userId="87b8017596393203" providerId="LiveId" clId="{D567281E-BA97-4C7A-9065-2C3BC76975C9}" dt="2024-02-27T17:39:09.874" v="41"/>
          <ac:spMkLst>
            <pc:docMk/>
            <pc:sldMk cId="313985932" sldId="888"/>
            <ac:spMk id="519" creationId="{2B029DFD-012A-C454-897F-6868AE916E09}"/>
          </ac:spMkLst>
        </pc:spChg>
        <pc:spChg chg="mod">
          <ac:chgData name="考 张" userId="87b8017596393203" providerId="LiveId" clId="{D567281E-BA97-4C7A-9065-2C3BC76975C9}" dt="2024-02-27T17:39:09.874" v="41"/>
          <ac:spMkLst>
            <pc:docMk/>
            <pc:sldMk cId="313985932" sldId="888"/>
            <ac:spMk id="520" creationId="{FBE5EDCD-839B-040A-28FE-597FBF5D6988}"/>
          </ac:spMkLst>
        </pc:spChg>
        <pc:spChg chg="mod">
          <ac:chgData name="考 张" userId="87b8017596393203" providerId="LiveId" clId="{D567281E-BA97-4C7A-9065-2C3BC76975C9}" dt="2024-02-27T17:39:09.874" v="41"/>
          <ac:spMkLst>
            <pc:docMk/>
            <pc:sldMk cId="313985932" sldId="888"/>
            <ac:spMk id="521" creationId="{C4BFEFB5-54DC-8EC0-2A8E-772EB6F387E3}"/>
          </ac:spMkLst>
        </pc:spChg>
        <pc:spChg chg="mod">
          <ac:chgData name="考 张" userId="87b8017596393203" providerId="LiveId" clId="{D567281E-BA97-4C7A-9065-2C3BC76975C9}" dt="2024-02-27T17:39:09.874" v="41"/>
          <ac:spMkLst>
            <pc:docMk/>
            <pc:sldMk cId="313985932" sldId="888"/>
            <ac:spMk id="522" creationId="{BEB21372-B9EA-E050-AD49-4FF802A50DD7}"/>
          </ac:spMkLst>
        </pc:spChg>
        <pc:spChg chg="mod">
          <ac:chgData name="考 张" userId="87b8017596393203" providerId="LiveId" clId="{D567281E-BA97-4C7A-9065-2C3BC76975C9}" dt="2024-02-27T17:39:09.874" v="41"/>
          <ac:spMkLst>
            <pc:docMk/>
            <pc:sldMk cId="313985932" sldId="888"/>
            <ac:spMk id="523" creationId="{72F2968B-341A-1C4A-1344-43E5A2AF93AC}"/>
          </ac:spMkLst>
        </pc:spChg>
        <pc:spChg chg="mod">
          <ac:chgData name="考 张" userId="87b8017596393203" providerId="LiveId" clId="{D567281E-BA97-4C7A-9065-2C3BC76975C9}" dt="2024-02-27T17:39:09.874" v="41"/>
          <ac:spMkLst>
            <pc:docMk/>
            <pc:sldMk cId="313985932" sldId="888"/>
            <ac:spMk id="524" creationId="{6FD9946A-84C3-225E-DE76-6836B657208A}"/>
          </ac:spMkLst>
        </pc:spChg>
        <pc:spChg chg="mod">
          <ac:chgData name="考 张" userId="87b8017596393203" providerId="LiveId" clId="{D567281E-BA97-4C7A-9065-2C3BC76975C9}" dt="2024-02-27T17:39:09.874" v="41"/>
          <ac:spMkLst>
            <pc:docMk/>
            <pc:sldMk cId="313985932" sldId="888"/>
            <ac:spMk id="525" creationId="{908FF5A8-BCA4-E1F6-9F25-2AE6DEB639E5}"/>
          </ac:spMkLst>
        </pc:spChg>
        <pc:spChg chg="mod">
          <ac:chgData name="考 张" userId="87b8017596393203" providerId="LiveId" clId="{D567281E-BA97-4C7A-9065-2C3BC76975C9}" dt="2024-02-27T17:39:09.874" v="41"/>
          <ac:spMkLst>
            <pc:docMk/>
            <pc:sldMk cId="313985932" sldId="888"/>
            <ac:spMk id="526" creationId="{889730D3-07A5-438E-F838-247A5501089A}"/>
          </ac:spMkLst>
        </pc:spChg>
        <pc:spChg chg="add del mod">
          <ac:chgData name="考 张" userId="87b8017596393203" providerId="LiveId" clId="{D567281E-BA97-4C7A-9065-2C3BC76975C9}" dt="2024-02-27T17:39:20.849" v="44"/>
          <ac:spMkLst>
            <pc:docMk/>
            <pc:sldMk cId="313985932" sldId="888"/>
            <ac:spMk id="527" creationId="{8F8954CB-09A2-3F0F-CF25-92E571B41783}"/>
          </ac:spMkLst>
        </pc:spChg>
        <pc:spChg chg="add del mod">
          <ac:chgData name="考 张" userId="87b8017596393203" providerId="LiveId" clId="{D567281E-BA97-4C7A-9065-2C3BC76975C9}" dt="2024-02-27T17:39:20.849" v="44"/>
          <ac:spMkLst>
            <pc:docMk/>
            <pc:sldMk cId="313985932" sldId="888"/>
            <ac:spMk id="528" creationId="{7366B2A0-4B7F-AD51-A8A4-7F3A5AD6AD77}"/>
          </ac:spMkLst>
        </pc:spChg>
        <pc:spChg chg="mod">
          <ac:chgData name="考 张" userId="87b8017596393203" providerId="LiveId" clId="{D567281E-BA97-4C7A-9065-2C3BC76975C9}" dt="2024-02-27T17:39:25.427" v="46"/>
          <ac:spMkLst>
            <pc:docMk/>
            <pc:sldMk cId="313985932" sldId="888"/>
            <ac:spMk id="533" creationId="{5EAD53D4-D8E9-6149-4B31-DAF715D36BB4}"/>
          </ac:spMkLst>
        </pc:spChg>
        <pc:spChg chg="mod">
          <ac:chgData name="考 张" userId="87b8017596393203" providerId="LiveId" clId="{D567281E-BA97-4C7A-9065-2C3BC76975C9}" dt="2024-02-27T17:39:25.427" v="46"/>
          <ac:spMkLst>
            <pc:docMk/>
            <pc:sldMk cId="313985932" sldId="888"/>
            <ac:spMk id="534" creationId="{597CA8A9-6BDB-B393-7D9D-6F008F218340}"/>
          </ac:spMkLst>
        </pc:spChg>
        <pc:spChg chg="mod">
          <ac:chgData name="考 张" userId="87b8017596393203" providerId="LiveId" clId="{D567281E-BA97-4C7A-9065-2C3BC76975C9}" dt="2024-02-27T17:39:25.427" v="46"/>
          <ac:spMkLst>
            <pc:docMk/>
            <pc:sldMk cId="313985932" sldId="888"/>
            <ac:spMk id="535" creationId="{88D3739B-D326-ADEF-1B28-524EA895B662}"/>
          </ac:spMkLst>
        </pc:spChg>
        <pc:spChg chg="mod">
          <ac:chgData name="考 张" userId="87b8017596393203" providerId="LiveId" clId="{D567281E-BA97-4C7A-9065-2C3BC76975C9}" dt="2024-02-27T17:39:25.427" v="46"/>
          <ac:spMkLst>
            <pc:docMk/>
            <pc:sldMk cId="313985932" sldId="888"/>
            <ac:spMk id="536" creationId="{6E24F54B-48F8-FE4B-13FD-86D3945191FF}"/>
          </ac:spMkLst>
        </pc:spChg>
        <pc:spChg chg="mod">
          <ac:chgData name="考 张" userId="87b8017596393203" providerId="LiveId" clId="{D567281E-BA97-4C7A-9065-2C3BC76975C9}" dt="2024-02-27T17:39:25.427" v="46"/>
          <ac:spMkLst>
            <pc:docMk/>
            <pc:sldMk cId="313985932" sldId="888"/>
            <ac:spMk id="537" creationId="{958097C0-6349-FDC6-B8DA-C58180022FEF}"/>
          </ac:spMkLst>
        </pc:spChg>
        <pc:spChg chg="mod">
          <ac:chgData name="考 张" userId="87b8017596393203" providerId="LiveId" clId="{D567281E-BA97-4C7A-9065-2C3BC76975C9}" dt="2024-02-27T17:39:25.427" v="46"/>
          <ac:spMkLst>
            <pc:docMk/>
            <pc:sldMk cId="313985932" sldId="888"/>
            <ac:spMk id="538" creationId="{DB3D42BA-2C5A-A710-4BE4-06AF6A8FAD76}"/>
          </ac:spMkLst>
        </pc:spChg>
        <pc:spChg chg="mod">
          <ac:chgData name="考 张" userId="87b8017596393203" providerId="LiveId" clId="{D567281E-BA97-4C7A-9065-2C3BC76975C9}" dt="2024-02-27T17:39:25.427" v="46"/>
          <ac:spMkLst>
            <pc:docMk/>
            <pc:sldMk cId="313985932" sldId="888"/>
            <ac:spMk id="539" creationId="{BF259250-E7CD-08FC-2AF0-20B1CC2957B9}"/>
          </ac:spMkLst>
        </pc:spChg>
        <pc:spChg chg="mod">
          <ac:chgData name="考 张" userId="87b8017596393203" providerId="LiveId" clId="{D567281E-BA97-4C7A-9065-2C3BC76975C9}" dt="2024-02-27T17:39:25.427" v="46"/>
          <ac:spMkLst>
            <pc:docMk/>
            <pc:sldMk cId="313985932" sldId="888"/>
            <ac:spMk id="541" creationId="{C5627D1E-8BB0-4393-15CC-B79B3DC0D75B}"/>
          </ac:spMkLst>
        </pc:spChg>
        <pc:spChg chg="mod">
          <ac:chgData name="考 张" userId="87b8017596393203" providerId="LiveId" clId="{D567281E-BA97-4C7A-9065-2C3BC76975C9}" dt="2024-02-27T17:39:25.427" v="46"/>
          <ac:spMkLst>
            <pc:docMk/>
            <pc:sldMk cId="313985932" sldId="888"/>
            <ac:spMk id="542" creationId="{640F6273-C4AA-D202-1991-F6A1B338A363}"/>
          </ac:spMkLst>
        </pc:spChg>
        <pc:spChg chg="mod">
          <ac:chgData name="考 张" userId="87b8017596393203" providerId="LiveId" clId="{D567281E-BA97-4C7A-9065-2C3BC76975C9}" dt="2024-02-27T17:39:25.427" v="46"/>
          <ac:spMkLst>
            <pc:docMk/>
            <pc:sldMk cId="313985932" sldId="888"/>
            <ac:spMk id="543" creationId="{77B2C3B7-D159-E4E0-2BFE-A167844C3E4D}"/>
          </ac:spMkLst>
        </pc:spChg>
        <pc:spChg chg="mod">
          <ac:chgData name="考 张" userId="87b8017596393203" providerId="LiveId" clId="{D567281E-BA97-4C7A-9065-2C3BC76975C9}" dt="2024-02-27T17:39:25.427" v="46"/>
          <ac:spMkLst>
            <pc:docMk/>
            <pc:sldMk cId="313985932" sldId="888"/>
            <ac:spMk id="544" creationId="{C6DEC66B-0A1D-2F1B-FF6A-2C7AAC5F6A64}"/>
          </ac:spMkLst>
        </pc:spChg>
        <pc:spChg chg="mod">
          <ac:chgData name="考 张" userId="87b8017596393203" providerId="LiveId" clId="{D567281E-BA97-4C7A-9065-2C3BC76975C9}" dt="2024-02-27T17:39:25.427" v="46"/>
          <ac:spMkLst>
            <pc:docMk/>
            <pc:sldMk cId="313985932" sldId="888"/>
            <ac:spMk id="545" creationId="{B60FDD62-9FA0-9443-7DF4-C00BCB672951}"/>
          </ac:spMkLst>
        </pc:spChg>
        <pc:spChg chg="mod">
          <ac:chgData name="考 张" userId="87b8017596393203" providerId="LiveId" clId="{D567281E-BA97-4C7A-9065-2C3BC76975C9}" dt="2024-02-27T17:39:25.427" v="46"/>
          <ac:spMkLst>
            <pc:docMk/>
            <pc:sldMk cId="313985932" sldId="888"/>
            <ac:spMk id="546" creationId="{B5CF4662-7AC7-E7A9-68A0-F7EB960A635F}"/>
          </ac:spMkLst>
        </pc:spChg>
        <pc:spChg chg="mod">
          <ac:chgData name="考 张" userId="87b8017596393203" providerId="LiveId" clId="{D567281E-BA97-4C7A-9065-2C3BC76975C9}" dt="2024-02-27T17:39:25.427" v="46"/>
          <ac:spMkLst>
            <pc:docMk/>
            <pc:sldMk cId="313985932" sldId="888"/>
            <ac:spMk id="547" creationId="{F371E243-3CB4-4FA6-6115-57D2EB2BFCB1}"/>
          </ac:spMkLst>
        </pc:spChg>
        <pc:spChg chg="mod">
          <ac:chgData name="考 张" userId="87b8017596393203" providerId="LiveId" clId="{D567281E-BA97-4C7A-9065-2C3BC76975C9}" dt="2024-02-27T17:39:25.427" v="46"/>
          <ac:spMkLst>
            <pc:docMk/>
            <pc:sldMk cId="313985932" sldId="888"/>
            <ac:spMk id="548" creationId="{51E2F012-962B-5330-FF20-E4BCE83CA48E}"/>
          </ac:spMkLst>
        </pc:spChg>
        <pc:spChg chg="mod">
          <ac:chgData name="考 张" userId="87b8017596393203" providerId="LiveId" clId="{D567281E-BA97-4C7A-9065-2C3BC76975C9}" dt="2024-02-27T17:39:25.427" v="46"/>
          <ac:spMkLst>
            <pc:docMk/>
            <pc:sldMk cId="313985932" sldId="888"/>
            <ac:spMk id="549" creationId="{35614EDA-2B47-4E7F-317F-65E77D051401}"/>
          </ac:spMkLst>
        </pc:spChg>
        <pc:spChg chg="mod">
          <ac:chgData name="考 张" userId="87b8017596393203" providerId="LiveId" clId="{D567281E-BA97-4C7A-9065-2C3BC76975C9}" dt="2024-02-27T17:39:25.427" v="46"/>
          <ac:spMkLst>
            <pc:docMk/>
            <pc:sldMk cId="313985932" sldId="888"/>
            <ac:spMk id="550" creationId="{25DC6607-3B61-7FF0-FF16-ADA58D70F102}"/>
          </ac:spMkLst>
        </pc:spChg>
        <pc:spChg chg="mod">
          <ac:chgData name="考 张" userId="87b8017596393203" providerId="LiveId" clId="{D567281E-BA97-4C7A-9065-2C3BC76975C9}" dt="2024-02-27T17:39:25.427" v="46"/>
          <ac:spMkLst>
            <pc:docMk/>
            <pc:sldMk cId="313985932" sldId="888"/>
            <ac:spMk id="551" creationId="{7F856C7A-CF14-F322-0BA7-5EFE7BF3BE1F}"/>
          </ac:spMkLst>
        </pc:spChg>
        <pc:spChg chg="mod">
          <ac:chgData name="考 张" userId="87b8017596393203" providerId="LiveId" clId="{D567281E-BA97-4C7A-9065-2C3BC76975C9}" dt="2024-02-27T17:39:25.427" v="46"/>
          <ac:spMkLst>
            <pc:docMk/>
            <pc:sldMk cId="313985932" sldId="888"/>
            <ac:spMk id="552" creationId="{61B1BD3D-4FFC-762E-243E-72B727DC220C}"/>
          </ac:spMkLst>
        </pc:spChg>
        <pc:spChg chg="mod">
          <ac:chgData name="考 张" userId="87b8017596393203" providerId="LiveId" clId="{D567281E-BA97-4C7A-9065-2C3BC76975C9}" dt="2024-02-27T17:39:25.427" v="46"/>
          <ac:spMkLst>
            <pc:docMk/>
            <pc:sldMk cId="313985932" sldId="888"/>
            <ac:spMk id="553" creationId="{F26A8D90-55A9-EA76-DA29-007F352A6FB7}"/>
          </ac:spMkLst>
        </pc:spChg>
        <pc:spChg chg="mod">
          <ac:chgData name="考 张" userId="87b8017596393203" providerId="LiveId" clId="{D567281E-BA97-4C7A-9065-2C3BC76975C9}" dt="2024-02-27T17:39:25.427" v="46"/>
          <ac:spMkLst>
            <pc:docMk/>
            <pc:sldMk cId="313985932" sldId="888"/>
            <ac:spMk id="554" creationId="{5B351B94-0FE0-D312-1AAE-2C61562C199E}"/>
          </ac:spMkLst>
        </pc:spChg>
        <pc:spChg chg="mod">
          <ac:chgData name="考 张" userId="87b8017596393203" providerId="LiveId" clId="{D567281E-BA97-4C7A-9065-2C3BC76975C9}" dt="2024-02-27T17:39:25.427" v="46"/>
          <ac:spMkLst>
            <pc:docMk/>
            <pc:sldMk cId="313985932" sldId="888"/>
            <ac:spMk id="555" creationId="{8556BEEE-00BC-25F3-E665-3CC9D5062371}"/>
          </ac:spMkLst>
        </pc:spChg>
        <pc:spChg chg="mod">
          <ac:chgData name="考 张" userId="87b8017596393203" providerId="LiveId" clId="{D567281E-BA97-4C7A-9065-2C3BC76975C9}" dt="2024-02-27T17:39:25.427" v="46"/>
          <ac:spMkLst>
            <pc:docMk/>
            <pc:sldMk cId="313985932" sldId="888"/>
            <ac:spMk id="556" creationId="{8C6C6D67-52AB-4CD8-CCC9-9BBCE0FF4741}"/>
          </ac:spMkLst>
        </pc:spChg>
        <pc:spChg chg="mod">
          <ac:chgData name="考 张" userId="87b8017596393203" providerId="LiveId" clId="{D567281E-BA97-4C7A-9065-2C3BC76975C9}" dt="2024-02-27T17:39:25.427" v="46"/>
          <ac:spMkLst>
            <pc:docMk/>
            <pc:sldMk cId="313985932" sldId="888"/>
            <ac:spMk id="557" creationId="{D89FE544-95B9-E387-4C14-E1A55C9D05FA}"/>
          </ac:spMkLst>
        </pc:spChg>
        <pc:spChg chg="mod">
          <ac:chgData name="考 张" userId="87b8017596393203" providerId="LiveId" clId="{D567281E-BA97-4C7A-9065-2C3BC76975C9}" dt="2024-02-27T17:39:25.427" v="46"/>
          <ac:spMkLst>
            <pc:docMk/>
            <pc:sldMk cId="313985932" sldId="888"/>
            <ac:spMk id="558" creationId="{612016E5-3EC1-CEBF-EA48-28DFAA514A99}"/>
          </ac:spMkLst>
        </pc:spChg>
        <pc:spChg chg="mod">
          <ac:chgData name="考 张" userId="87b8017596393203" providerId="LiveId" clId="{D567281E-BA97-4C7A-9065-2C3BC76975C9}" dt="2024-02-27T17:39:25.427" v="46"/>
          <ac:spMkLst>
            <pc:docMk/>
            <pc:sldMk cId="313985932" sldId="888"/>
            <ac:spMk id="559" creationId="{95B6870E-43DB-41A2-030B-5EB137959EE5}"/>
          </ac:spMkLst>
        </pc:spChg>
        <pc:spChg chg="mod">
          <ac:chgData name="考 张" userId="87b8017596393203" providerId="LiveId" clId="{D567281E-BA97-4C7A-9065-2C3BC76975C9}" dt="2024-02-27T17:39:25.427" v="46"/>
          <ac:spMkLst>
            <pc:docMk/>
            <pc:sldMk cId="313985932" sldId="888"/>
            <ac:spMk id="560" creationId="{83ED0A51-0DB8-C70C-9F23-B79C167EEEF4}"/>
          </ac:spMkLst>
        </pc:spChg>
        <pc:spChg chg="mod">
          <ac:chgData name="考 张" userId="87b8017596393203" providerId="LiveId" clId="{D567281E-BA97-4C7A-9065-2C3BC76975C9}" dt="2024-02-27T17:39:25.427" v="46"/>
          <ac:spMkLst>
            <pc:docMk/>
            <pc:sldMk cId="313985932" sldId="888"/>
            <ac:spMk id="561" creationId="{12FA74A8-824A-F27E-414A-436D37FFE02E}"/>
          </ac:spMkLst>
        </pc:spChg>
        <pc:spChg chg="mod">
          <ac:chgData name="考 张" userId="87b8017596393203" providerId="LiveId" clId="{D567281E-BA97-4C7A-9065-2C3BC76975C9}" dt="2024-02-27T17:39:25.427" v="46"/>
          <ac:spMkLst>
            <pc:docMk/>
            <pc:sldMk cId="313985932" sldId="888"/>
            <ac:spMk id="562" creationId="{BBCE7A98-F2DB-E5BF-2C86-0A961C6AADE3}"/>
          </ac:spMkLst>
        </pc:spChg>
        <pc:spChg chg="mod">
          <ac:chgData name="考 张" userId="87b8017596393203" providerId="LiveId" clId="{D567281E-BA97-4C7A-9065-2C3BC76975C9}" dt="2024-02-27T17:39:25.427" v="46"/>
          <ac:spMkLst>
            <pc:docMk/>
            <pc:sldMk cId="313985932" sldId="888"/>
            <ac:spMk id="563" creationId="{92BA8708-F373-0273-1428-B048555129DF}"/>
          </ac:spMkLst>
        </pc:spChg>
        <pc:spChg chg="mod">
          <ac:chgData name="考 张" userId="87b8017596393203" providerId="LiveId" clId="{D567281E-BA97-4C7A-9065-2C3BC76975C9}" dt="2024-02-27T17:39:25.427" v="46"/>
          <ac:spMkLst>
            <pc:docMk/>
            <pc:sldMk cId="313985932" sldId="888"/>
            <ac:spMk id="564" creationId="{A1541C0B-4C87-7A6F-EB72-17C0821139AF}"/>
          </ac:spMkLst>
        </pc:spChg>
        <pc:spChg chg="mod">
          <ac:chgData name="考 张" userId="87b8017596393203" providerId="LiveId" clId="{D567281E-BA97-4C7A-9065-2C3BC76975C9}" dt="2024-02-27T17:39:25.427" v="46"/>
          <ac:spMkLst>
            <pc:docMk/>
            <pc:sldMk cId="313985932" sldId="888"/>
            <ac:spMk id="565" creationId="{44B9C45C-334C-F938-58AF-E5A4A1830FAD}"/>
          </ac:spMkLst>
        </pc:spChg>
        <pc:spChg chg="mod">
          <ac:chgData name="考 张" userId="87b8017596393203" providerId="LiveId" clId="{D567281E-BA97-4C7A-9065-2C3BC76975C9}" dt="2024-02-27T17:39:25.427" v="46"/>
          <ac:spMkLst>
            <pc:docMk/>
            <pc:sldMk cId="313985932" sldId="888"/>
            <ac:spMk id="566" creationId="{B86C9AEB-7EBD-951E-8681-22ECB154787A}"/>
          </ac:spMkLst>
        </pc:spChg>
        <pc:spChg chg="mod">
          <ac:chgData name="考 张" userId="87b8017596393203" providerId="LiveId" clId="{D567281E-BA97-4C7A-9065-2C3BC76975C9}" dt="2024-02-27T17:39:25.427" v="46"/>
          <ac:spMkLst>
            <pc:docMk/>
            <pc:sldMk cId="313985932" sldId="888"/>
            <ac:spMk id="567" creationId="{B894FF5E-CDB3-3AB3-7795-30E878B1BDE7}"/>
          </ac:spMkLst>
        </pc:spChg>
        <pc:spChg chg="mod">
          <ac:chgData name="考 张" userId="87b8017596393203" providerId="LiveId" clId="{D567281E-BA97-4C7A-9065-2C3BC76975C9}" dt="2024-02-27T17:39:25.427" v="46"/>
          <ac:spMkLst>
            <pc:docMk/>
            <pc:sldMk cId="313985932" sldId="888"/>
            <ac:spMk id="568" creationId="{2A7AA70D-0A4F-5B6D-0A41-4D61361F7493}"/>
          </ac:spMkLst>
        </pc:spChg>
        <pc:spChg chg="mod">
          <ac:chgData name="考 张" userId="87b8017596393203" providerId="LiveId" clId="{D567281E-BA97-4C7A-9065-2C3BC76975C9}" dt="2024-02-27T17:39:25.427" v="46"/>
          <ac:spMkLst>
            <pc:docMk/>
            <pc:sldMk cId="313985932" sldId="888"/>
            <ac:spMk id="569" creationId="{67709D1E-1519-F2A2-45B8-9F408C28B90F}"/>
          </ac:spMkLst>
        </pc:spChg>
        <pc:spChg chg="mod">
          <ac:chgData name="考 张" userId="87b8017596393203" providerId="LiveId" clId="{D567281E-BA97-4C7A-9065-2C3BC76975C9}" dt="2024-02-27T17:39:25.427" v="46"/>
          <ac:spMkLst>
            <pc:docMk/>
            <pc:sldMk cId="313985932" sldId="888"/>
            <ac:spMk id="570" creationId="{71282E3C-6000-6599-89E2-1B79DB509728}"/>
          </ac:spMkLst>
        </pc:spChg>
        <pc:spChg chg="mod">
          <ac:chgData name="考 张" userId="87b8017596393203" providerId="LiveId" clId="{D567281E-BA97-4C7A-9065-2C3BC76975C9}" dt="2024-02-27T17:39:25.427" v="46"/>
          <ac:spMkLst>
            <pc:docMk/>
            <pc:sldMk cId="313985932" sldId="888"/>
            <ac:spMk id="571" creationId="{E73ED8CF-019F-998B-C1ED-4D38444C7A2D}"/>
          </ac:spMkLst>
        </pc:spChg>
        <pc:spChg chg="mod">
          <ac:chgData name="考 张" userId="87b8017596393203" providerId="LiveId" clId="{D567281E-BA97-4C7A-9065-2C3BC76975C9}" dt="2024-02-27T17:39:25.427" v="46"/>
          <ac:spMkLst>
            <pc:docMk/>
            <pc:sldMk cId="313985932" sldId="888"/>
            <ac:spMk id="572" creationId="{BEF02F83-351F-8571-60C0-E79CD2331A69}"/>
          </ac:spMkLst>
        </pc:spChg>
        <pc:spChg chg="mod">
          <ac:chgData name="考 张" userId="87b8017596393203" providerId="LiveId" clId="{D567281E-BA97-4C7A-9065-2C3BC76975C9}" dt="2024-02-27T17:39:25.427" v="46"/>
          <ac:spMkLst>
            <pc:docMk/>
            <pc:sldMk cId="313985932" sldId="888"/>
            <ac:spMk id="573" creationId="{37A04ACC-673E-2339-A63D-AD3620276F5D}"/>
          </ac:spMkLst>
        </pc:spChg>
        <pc:spChg chg="mod">
          <ac:chgData name="考 张" userId="87b8017596393203" providerId="LiveId" clId="{D567281E-BA97-4C7A-9065-2C3BC76975C9}" dt="2024-02-27T17:39:25.427" v="46"/>
          <ac:spMkLst>
            <pc:docMk/>
            <pc:sldMk cId="313985932" sldId="888"/>
            <ac:spMk id="574" creationId="{4D3BF06A-FF1D-148A-94A7-3A953C6D88DE}"/>
          </ac:spMkLst>
        </pc:spChg>
        <pc:spChg chg="mod">
          <ac:chgData name="考 张" userId="87b8017596393203" providerId="LiveId" clId="{D567281E-BA97-4C7A-9065-2C3BC76975C9}" dt="2024-02-27T17:39:25.427" v="46"/>
          <ac:spMkLst>
            <pc:docMk/>
            <pc:sldMk cId="313985932" sldId="888"/>
            <ac:spMk id="575" creationId="{F1EE07D8-E8DC-1126-7F74-FF13DBF6798D}"/>
          </ac:spMkLst>
        </pc:spChg>
        <pc:spChg chg="mod">
          <ac:chgData name="考 张" userId="87b8017596393203" providerId="LiveId" clId="{D567281E-BA97-4C7A-9065-2C3BC76975C9}" dt="2024-02-27T17:39:25.427" v="46"/>
          <ac:spMkLst>
            <pc:docMk/>
            <pc:sldMk cId="313985932" sldId="888"/>
            <ac:spMk id="576" creationId="{8D453814-B256-2E53-ACE6-102D822C9087}"/>
          </ac:spMkLst>
        </pc:spChg>
        <pc:spChg chg="mod">
          <ac:chgData name="考 张" userId="87b8017596393203" providerId="LiveId" clId="{D567281E-BA97-4C7A-9065-2C3BC76975C9}" dt="2024-02-27T17:39:25.427" v="46"/>
          <ac:spMkLst>
            <pc:docMk/>
            <pc:sldMk cId="313985932" sldId="888"/>
            <ac:spMk id="577" creationId="{ED366E8E-DAF5-C4B1-D63B-0862F2A85542}"/>
          </ac:spMkLst>
        </pc:spChg>
        <pc:spChg chg="mod">
          <ac:chgData name="考 张" userId="87b8017596393203" providerId="LiveId" clId="{D567281E-BA97-4C7A-9065-2C3BC76975C9}" dt="2024-02-27T17:39:25.427" v="46"/>
          <ac:spMkLst>
            <pc:docMk/>
            <pc:sldMk cId="313985932" sldId="888"/>
            <ac:spMk id="578" creationId="{DA389E15-2E38-4B8C-D36E-03197A4C465C}"/>
          </ac:spMkLst>
        </pc:spChg>
        <pc:spChg chg="mod">
          <ac:chgData name="考 张" userId="87b8017596393203" providerId="LiveId" clId="{D567281E-BA97-4C7A-9065-2C3BC76975C9}" dt="2024-02-27T17:39:25.427" v="46"/>
          <ac:spMkLst>
            <pc:docMk/>
            <pc:sldMk cId="313985932" sldId="888"/>
            <ac:spMk id="579" creationId="{EF4A7DB2-F9C0-DC45-F1BB-1E0584D5600E}"/>
          </ac:spMkLst>
        </pc:spChg>
        <pc:spChg chg="mod">
          <ac:chgData name="考 张" userId="87b8017596393203" providerId="LiveId" clId="{D567281E-BA97-4C7A-9065-2C3BC76975C9}" dt="2024-02-27T17:39:25.427" v="46"/>
          <ac:spMkLst>
            <pc:docMk/>
            <pc:sldMk cId="313985932" sldId="888"/>
            <ac:spMk id="580" creationId="{EB121C19-CE65-5F78-E9B9-F384B55E295E}"/>
          </ac:spMkLst>
        </pc:spChg>
        <pc:spChg chg="mod">
          <ac:chgData name="考 张" userId="87b8017596393203" providerId="LiveId" clId="{D567281E-BA97-4C7A-9065-2C3BC76975C9}" dt="2024-02-27T17:39:25.427" v="46"/>
          <ac:spMkLst>
            <pc:docMk/>
            <pc:sldMk cId="313985932" sldId="888"/>
            <ac:spMk id="581" creationId="{9753D71F-1A42-BCD4-F352-4E063EF72417}"/>
          </ac:spMkLst>
        </pc:spChg>
        <pc:spChg chg="mod">
          <ac:chgData name="考 张" userId="87b8017596393203" providerId="LiveId" clId="{D567281E-BA97-4C7A-9065-2C3BC76975C9}" dt="2024-02-27T17:39:25.427" v="46"/>
          <ac:spMkLst>
            <pc:docMk/>
            <pc:sldMk cId="313985932" sldId="888"/>
            <ac:spMk id="582" creationId="{37E84448-926B-547F-E517-11B7AF1693DF}"/>
          </ac:spMkLst>
        </pc:spChg>
        <pc:spChg chg="mod">
          <ac:chgData name="考 张" userId="87b8017596393203" providerId="LiveId" clId="{D567281E-BA97-4C7A-9065-2C3BC76975C9}" dt="2024-02-27T17:39:25.427" v="46"/>
          <ac:spMkLst>
            <pc:docMk/>
            <pc:sldMk cId="313985932" sldId="888"/>
            <ac:spMk id="583" creationId="{189E3D52-FD7B-4E18-94EE-A2C5F6A4C1C0}"/>
          </ac:spMkLst>
        </pc:spChg>
        <pc:spChg chg="mod">
          <ac:chgData name="考 张" userId="87b8017596393203" providerId="LiveId" clId="{D567281E-BA97-4C7A-9065-2C3BC76975C9}" dt="2024-02-27T17:39:25.427" v="46"/>
          <ac:spMkLst>
            <pc:docMk/>
            <pc:sldMk cId="313985932" sldId="888"/>
            <ac:spMk id="584" creationId="{F5EB0219-CCAD-F4A7-DC38-37B87CD51B77}"/>
          </ac:spMkLst>
        </pc:spChg>
        <pc:spChg chg="mod">
          <ac:chgData name="考 张" userId="87b8017596393203" providerId="LiveId" clId="{D567281E-BA97-4C7A-9065-2C3BC76975C9}" dt="2024-02-27T17:39:25.427" v="46"/>
          <ac:spMkLst>
            <pc:docMk/>
            <pc:sldMk cId="313985932" sldId="888"/>
            <ac:spMk id="585" creationId="{1E5EBF4B-9A49-005C-DE01-0B2E0D5906AF}"/>
          </ac:spMkLst>
        </pc:spChg>
        <pc:spChg chg="mod">
          <ac:chgData name="考 张" userId="87b8017596393203" providerId="LiveId" clId="{D567281E-BA97-4C7A-9065-2C3BC76975C9}" dt="2024-02-27T17:39:25.427" v="46"/>
          <ac:spMkLst>
            <pc:docMk/>
            <pc:sldMk cId="313985932" sldId="888"/>
            <ac:spMk id="586" creationId="{B45F5D24-18BA-4920-1D5B-D6580791308D}"/>
          </ac:spMkLst>
        </pc:spChg>
        <pc:spChg chg="mod">
          <ac:chgData name="考 张" userId="87b8017596393203" providerId="LiveId" clId="{D567281E-BA97-4C7A-9065-2C3BC76975C9}" dt="2024-02-27T17:39:25.427" v="46"/>
          <ac:spMkLst>
            <pc:docMk/>
            <pc:sldMk cId="313985932" sldId="888"/>
            <ac:spMk id="587" creationId="{C512C978-D779-93B0-E8DA-302515F5A278}"/>
          </ac:spMkLst>
        </pc:spChg>
        <pc:spChg chg="mod">
          <ac:chgData name="考 张" userId="87b8017596393203" providerId="LiveId" clId="{D567281E-BA97-4C7A-9065-2C3BC76975C9}" dt="2024-02-27T17:39:25.427" v="46"/>
          <ac:spMkLst>
            <pc:docMk/>
            <pc:sldMk cId="313985932" sldId="888"/>
            <ac:spMk id="588" creationId="{0B3FF2CB-CB69-64AD-4D72-0F6F90543CFD}"/>
          </ac:spMkLst>
        </pc:spChg>
        <pc:spChg chg="mod">
          <ac:chgData name="考 张" userId="87b8017596393203" providerId="LiveId" clId="{D567281E-BA97-4C7A-9065-2C3BC76975C9}" dt="2024-02-27T17:39:25.427" v="46"/>
          <ac:spMkLst>
            <pc:docMk/>
            <pc:sldMk cId="313985932" sldId="888"/>
            <ac:spMk id="589" creationId="{6CA46923-D05D-EB8E-1081-D22FFC553377}"/>
          </ac:spMkLst>
        </pc:spChg>
        <pc:spChg chg="mod">
          <ac:chgData name="考 张" userId="87b8017596393203" providerId="LiveId" clId="{D567281E-BA97-4C7A-9065-2C3BC76975C9}" dt="2024-02-27T17:39:25.427" v="46"/>
          <ac:spMkLst>
            <pc:docMk/>
            <pc:sldMk cId="313985932" sldId="888"/>
            <ac:spMk id="590" creationId="{22485384-D056-863C-2901-9B67152F123D}"/>
          </ac:spMkLst>
        </pc:spChg>
        <pc:spChg chg="mod">
          <ac:chgData name="考 张" userId="87b8017596393203" providerId="LiveId" clId="{D567281E-BA97-4C7A-9065-2C3BC76975C9}" dt="2024-02-27T17:39:25.427" v="46"/>
          <ac:spMkLst>
            <pc:docMk/>
            <pc:sldMk cId="313985932" sldId="888"/>
            <ac:spMk id="591" creationId="{0B88BDA4-0F22-F499-5DF2-59E4D7BF7DA9}"/>
          </ac:spMkLst>
        </pc:spChg>
        <pc:spChg chg="mod">
          <ac:chgData name="考 张" userId="87b8017596393203" providerId="LiveId" clId="{D567281E-BA97-4C7A-9065-2C3BC76975C9}" dt="2024-02-27T17:39:25.427" v="46"/>
          <ac:spMkLst>
            <pc:docMk/>
            <pc:sldMk cId="313985932" sldId="888"/>
            <ac:spMk id="592" creationId="{44EFDA44-85AA-DE58-3BA7-14BE4BE1CF65}"/>
          </ac:spMkLst>
        </pc:spChg>
        <pc:spChg chg="mod">
          <ac:chgData name="考 张" userId="87b8017596393203" providerId="LiveId" clId="{D567281E-BA97-4C7A-9065-2C3BC76975C9}" dt="2024-02-27T17:39:25.427" v="46"/>
          <ac:spMkLst>
            <pc:docMk/>
            <pc:sldMk cId="313985932" sldId="888"/>
            <ac:spMk id="593" creationId="{76D87C04-22B7-CAD3-D7C3-861B11994852}"/>
          </ac:spMkLst>
        </pc:spChg>
        <pc:spChg chg="mod">
          <ac:chgData name="考 张" userId="87b8017596393203" providerId="LiveId" clId="{D567281E-BA97-4C7A-9065-2C3BC76975C9}" dt="2024-02-27T17:39:25.427" v="46"/>
          <ac:spMkLst>
            <pc:docMk/>
            <pc:sldMk cId="313985932" sldId="888"/>
            <ac:spMk id="594" creationId="{6B2560D3-B669-160B-62BF-72EEF5E54472}"/>
          </ac:spMkLst>
        </pc:spChg>
        <pc:spChg chg="mod">
          <ac:chgData name="考 张" userId="87b8017596393203" providerId="LiveId" clId="{D567281E-BA97-4C7A-9065-2C3BC76975C9}" dt="2024-02-27T17:39:25.427" v="46"/>
          <ac:spMkLst>
            <pc:docMk/>
            <pc:sldMk cId="313985932" sldId="888"/>
            <ac:spMk id="595" creationId="{7421EB09-8CF3-C40C-EE3E-CF94662E5863}"/>
          </ac:spMkLst>
        </pc:spChg>
        <pc:spChg chg="mod">
          <ac:chgData name="考 张" userId="87b8017596393203" providerId="LiveId" clId="{D567281E-BA97-4C7A-9065-2C3BC76975C9}" dt="2024-02-27T17:39:25.427" v="46"/>
          <ac:spMkLst>
            <pc:docMk/>
            <pc:sldMk cId="313985932" sldId="888"/>
            <ac:spMk id="596" creationId="{5A216901-2596-F794-76FF-AF2BD037084A}"/>
          </ac:spMkLst>
        </pc:spChg>
        <pc:spChg chg="mod">
          <ac:chgData name="考 张" userId="87b8017596393203" providerId="LiveId" clId="{D567281E-BA97-4C7A-9065-2C3BC76975C9}" dt="2024-02-27T17:39:25.427" v="46"/>
          <ac:spMkLst>
            <pc:docMk/>
            <pc:sldMk cId="313985932" sldId="888"/>
            <ac:spMk id="597" creationId="{941F7888-89BB-52F0-B55B-B2D2BBF67EBC}"/>
          </ac:spMkLst>
        </pc:spChg>
        <pc:spChg chg="mod">
          <ac:chgData name="考 张" userId="87b8017596393203" providerId="LiveId" clId="{D567281E-BA97-4C7A-9065-2C3BC76975C9}" dt="2024-02-27T17:39:25.427" v="46"/>
          <ac:spMkLst>
            <pc:docMk/>
            <pc:sldMk cId="313985932" sldId="888"/>
            <ac:spMk id="598" creationId="{848F8CFB-A733-6B67-568C-D73D0BF4D84B}"/>
          </ac:spMkLst>
        </pc:spChg>
        <pc:spChg chg="mod">
          <ac:chgData name="考 张" userId="87b8017596393203" providerId="LiveId" clId="{D567281E-BA97-4C7A-9065-2C3BC76975C9}" dt="2024-02-27T17:39:25.427" v="46"/>
          <ac:spMkLst>
            <pc:docMk/>
            <pc:sldMk cId="313985932" sldId="888"/>
            <ac:spMk id="599" creationId="{DFDD3873-E7AA-858A-044B-AC51A6EAC065}"/>
          </ac:spMkLst>
        </pc:spChg>
        <pc:spChg chg="mod">
          <ac:chgData name="考 张" userId="87b8017596393203" providerId="LiveId" clId="{D567281E-BA97-4C7A-9065-2C3BC76975C9}" dt="2024-02-27T17:39:25.427" v="46"/>
          <ac:spMkLst>
            <pc:docMk/>
            <pc:sldMk cId="313985932" sldId="888"/>
            <ac:spMk id="600" creationId="{7BE42EEF-6AD9-CDE8-751D-D68C4539BC17}"/>
          </ac:spMkLst>
        </pc:spChg>
        <pc:spChg chg="mod">
          <ac:chgData name="考 张" userId="87b8017596393203" providerId="LiveId" clId="{D567281E-BA97-4C7A-9065-2C3BC76975C9}" dt="2024-02-27T17:39:25.427" v="46"/>
          <ac:spMkLst>
            <pc:docMk/>
            <pc:sldMk cId="313985932" sldId="888"/>
            <ac:spMk id="601" creationId="{408C622D-9092-281C-D48E-9B785B735C25}"/>
          </ac:spMkLst>
        </pc:spChg>
        <pc:spChg chg="mod">
          <ac:chgData name="考 张" userId="87b8017596393203" providerId="LiveId" clId="{D567281E-BA97-4C7A-9065-2C3BC76975C9}" dt="2024-02-27T17:39:25.427" v="46"/>
          <ac:spMkLst>
            <pc:docMk/>
            <pc:sldMk cId="313985932" sldId="888"/>
            <ac:spMk id="602" creationId="{AE59961E-E53F-0CD8-5D8D-64870315FF63}"/>
          </ac:spMkLst>
        </pc:spChg>
        <pc:spChg chg="mod">
          <ac:chgData name="考 张" userId="87b8017596393203" providerId="LiveId" clId="{D567281E-BA97-4C7A-9065-2C3BC76975C9}" dt="2024-02-27T17:39:25.427" v="46"/>
          <ac:spMkLst>
            <pc:docMk/>
            <pc:sldMk cId="313985932" sldId="888"/>
            <ac:spMk id="603" creationId="{30C2402F-E454-7861-2816-8BBFEBF41150}"/>
          </ac:spMkLst>
        </pc:spChg>
        <pc:spChg chg="mod">
          <ac:chgData name="考 张" userId="87b8017596393203" providerId="LiveId" clId="{D567281E-BA97-4C7A-9065-2C3BC76975C9}" dt="2024-02-27T17:39:25.427" v="46"/>
          <ac:spMkLst>
            <pc:docMk/>
            <pc:sldMk cId="313985932" sldId="888"/>
            <ac:spMk id="604" creationId="{5FEA3A6D-14C4-9CEE-83DC-E41769ACE798}"/>
          </ac:spMkLst>
        </pc:spChg>
        <pc:spChg chg="mod">
          <ac:chgData name="考 张" userId="87b8017596393203" providerId="LiveId" clId="{D567281E-BA97-4C7A-9065-2C3BC76975C9}" dt="2024-02-27T17:39:25.427" v="46"/>
          <ac:spMkLst>
            <pc:docMk/>
            <pc:sldMk cId="313985932" sldId="888"/>
            <ac:spMk id="605" creationId="{1CD98E6F-40B8-8815-5CA2-B8DC5C03A325}"/>
          </ac:spMkLst>
        </pc:spChg>
        <pc:spChg chg="mod">
          <ac:chgData name="考 张" userId="87b8017596393203" providerId="LiveId" clId="{D567281E-BA97-4C7A-9065-2C3BC76975C9}" dt="2024-02-27T17:39:25.427" v="46"/>
          <ac:spMkLst>
            <pc:docMk/>
            <pc:sldMk cId="313985932" sldId="888"/>
            <ac:spMk id="606" creationId="{F4411860-4FA5-E210-7EDD-E478B9E10B24}"/>
          </ac:spMkLst>
        </pc:spChg>
        <pc:spChg chg="mod">
          <ac:chgData name="考 张" userId="87b8017596393203" providerId="LiveId" clId="{D567281E-BA97-4C7A-9065-2C3BC76975C9}" dt="2024-02-27T17:39:25.427" v="46"/>
          <ac:spMkLst>
            <pc:docMk/>
            <pc:sldMk cId="313985932" sldId="888"/>
            <ac:spMk id="607" creationId="{A1F087F3-61AA-2504-EA65-FA1E87ABEA35}"/>
          </ac:spMkLst>
        </pc:spChg>
        <pc:spChg chg="mod">
          <ac:chgData name="考 张" userId="87b8017596393203" providerId="LiveId" clId="{D567281E-BA97-4C7A-9065-2C3BC76975C9}" dt="2024-02-27T17:39:25.427" v="46"/>
          <ac:spMkLst>
            <pc:docMk/>
            <pc:sldMk cId="313985932" sldId="888"/>
            <ac:spMk id="608" creationId="{DC1E0858-4E6C-6536-A8FB-6A63B8A3902E}"/>
          </ac:spMkLst>
        </pc:spChg>
        <pc:spChg chg="mod">
          <ac:chgData name="考 张" userId="87b8017596393203" providerId="LiveId" clId="{D567281E-BA97-4C7A-9065-2C3BC76975C9}" dt="2024-02-27T17:39:25.427" v="46"/>
          <ac:spMkLst>
            <pc:docMk/>
            <pc:sldMk cId="313985932" sldId="888"/>
            <ac:spMk id="609" creationId="{2304AC8C-9D66-BDE3-CD0A-CE07896AC2D6}"/>
          </ac:spMkLst>
        </pc:spChg>
        <pc:spChg chg="mod">
          <ac:chgData name="考 张" userId="87b8017596393203" providerId="LiveId" clId="{D567281E-BA97-4C7A-9065-2C3BC76975C9}" dt="2024-02-27T17:39:25.427" v="46"/>
          <ac:spMkLst>
            <pc:docMk/>
            <pc:sldMk cId="313985932" sldId="888"/>
            <ac:spMk id="610" creationId="{D88C89B2-C8A7-B2D7-2BF8-94DF3D05BEC9}"/>
          </ac:spMkLst>
        </pc:spChg>
        <pc:spChg chg="mod">
          <ac:chgData name="考 张" userId="87b8017596393203" providerId="LiveId" clId="{D567281E-BA97-4C7A-9065-2C3BC76975C9}" dt="2024-02-27T17:39:25.427" v="46"/>
          <ac:spMkLst>
            <pc:docMk/>
            <pc:sldMk cId="313985932" sldId="888"/>
            <ac:spMk id="611" creationId="{4817443B-2138-8218-4337-6B69F9C7523A}"/>
          </ac:spMkLst>
        </pc:spChg>
        <pc:spChg chg="mod">
          <ac:chgData name="考 张" userId="87b8017596393203" providerId="LiveId" clId="{D567281E-BA97-4C7A-9065-2C3BC76975C9}" dt="2024-02-27T17:39:25.427" v="46"/>
          <ac:spMkLst>
            <pc:docMk/>
            <pc:sldMk cId="313985932" sldId="888"/>
            <ac:spMk id="612" creationId="{D846AEB6-3E87-31DA-3D1C-6EB8DC8F165D}"/>
          </ac:spMkLst>
        </pc:spChg>
        <pc:spChg chg="mod">
          <ac:chgData name="考 张" userId="87b8017596393203" providerId="LiveId" clId="{D567281E-BA97-4C7A-9065-2C3BC76975C9}" dt="2024-02-27T17:39:25.427" v="46"/>
          <ac:spMkLst>
            <pc:docMk/>
            <pc:sldMk cId="313985932" sldId="888"/>
            <ac:spMk id="613" creationId="{F6C9A552-B05E-37FE-97BF-BF240752E567}"/>
          </ac:spMkLst>
        </pc:spChg>
        <pc:spChg chg="mod">
          <ac:chgData name="考 张" userId="87b8017596393203" providerId="LiveId" clId="{D567281E-BA97-4C7A-9065-2C3BC76975C9}" dt="2024-02-27T17:39:25.427" v="46"/>
          <ac:spMkLst>
            <pc:docMk/>
            <pc:sldMk cId="313985932" sldId="888"/>
            <ac:spMk id="614" creationId="{35874BEE-A05E-4B22-592C-B9E1146BCD40}"/>
          </ac:spMkLst>
        </pc:spChg>
        <pc:spChg chg="mod">
          <ac:chgData name="考 张" userId="87b8017596393203" providerId="LiveId" clId="{D567281E-BA97-4C7A-9065-2C3BC76975C9}" dt="2024-02-27T17:39:25.427" v="46"/>
          <ac:spMkLst>
            <pc:docMk/>
            <pc:sldMk cId="313985932" sldId="888"/>
            <ac:spMk id="615" creationId="{9CBED898-BD54-8FBD-D66D-0DF263A31C7D}"/>
          </ac:spMkLst>
        </pc:spChg>
        <pc:spChg chg="mod">
          <ac:chgData name="考 张" userId="87b8017596393203" providerId="LiveId" clId="{D567281E-BA97-4C7A-9065-2C3BC76975C9}" dt="2024-02-27T17:39:25.427" v="46"/>
          <ac:spMkLst>
            <pc:docMk/>
            <pc:sldMk cId="313985932" sldId="888"/>
            <ac:spMk id="616" creationId="{266D62D0-2C7E-B8B8-E172-994B6EF1B694}"/>
          </ac:spMkLst>
        </pc:spChg>
        <pc:spChg chg="mod">
          <ac:chgData name="考 张" userId="87b8017596393203" providerId="LiveId" clId="{D567281E-BA97-4C7A-9065-2C3BC76975C9}" dt="2024-02-27T17:39:25.427" v="46"/>
          <ac:spMkLst>
            <pc:docMk/>
            <pc:sldMk cId="313985932" sldId="888"/>
            <ac:spMk id="617" creationId="{DBC96122-390B-D5B5-C21E-E87A52D4BAB4}"/>
          </ac:spMkLst>
        </pc:spChg>
        <pc:spChg chg="mod">
          <ac:chgData name="考 张" userId="87b8017596393203" providerId="LiveId" clId="{D567281E-BA97-4C7A-9065-2C3BC76975C9}" dt="2024-02-27T17:39:25.427" v="46"/>
          <ac:spMkLst>
            <pc:docMk/>
            <pc:sldMk cId="313985932" sldId="888"/>
            <ac:spMk id="618" creationId="{DB6DE927-FB77-B05E-325C-90152C153511}"/>
          </ac:spMkLst>
        </pc:spChg>
        <pc:spChg chg="mod">
          <ac:chgData name="考 张" userId="87b8017596393203" providerId="LiveId" clId="{D567281E-BA97-4C7A-9065-2C3BC76975C9}" dt="2024-02-27T17:39:25.427" v="46"/>
          <ac:spMkLst>
            <pc:docMk/>
            <pc:sldMk cId="313985932" sldId="888"/>
            <ac:spMk id="619" creationId="{479A793C-3A13-900E-ABCF-13840BA81B6C}"/>
          </ac:spMkLst>
        </pc:spChg>
        <pc:spChg chg="mod">
          <ac:chgData name="考 张" userId="87b8017596393203" providerId="LiveId" clId="{D567281E-BA97-4C7A-9065-2C3BC76975C9}" dt="2024-02-27T17:39:25.427" v="46"/>
          <ac:spMkLst>
            <pc:docMk/>
            <pc:sldMk cId="313985932" sldId="888"/>
            <ac:spMk id="620" creationId="{1E1043DC-1396-E296-39D8-EE2FE583DE23}"/>
          </ac:spMkLst>
        </pc:spChg>
        <pc:spChg chg="mod">
          <ac:chgData name="考 张" userId="87b8017596393203" providerId="LiveId" clId="{D567281E-BA97-4C7A-9065-2C3BC76975C9}" dt="2024-02-27T17:39:25.427" v="46"/>
          <ac:spMkLst>
            <pc:docMk/>
            <pc:sldMk cId="313985932" sldId="888"/>
            <ac:spMk id="621" creationId="{955DB94A-F56E-B061-D577-547041540CCC}"/>
          </ac:spMkLst>
        </pc:spChg>
        <pc:spChg chg="mod">
          <ac:chgData name="考 张" userId="87b8017596393203" providerId="LiveId" clId="{D567281E-BA97-4C7A-9065-2C3BC76975C9}" dt="2024-02-27T17:39:25.427" v="46"/>
          <ac:spMkLst>
            <pc:docMk/>
            <pc:sldMk cId="313985932" sldId="888"/>
            <ac:spMk id="622" creationId="{96859DDB-4A24-93EF-D149-4E0F41BF4567}"/>
          </ac:spMkLst>
        </pc:spChg>
        <pc:spChg chg="mod">
          <ac:chgData name="考 张" userId="87b8017596393203" providerId="LiveId" clId="{D567281E-BA97-4C7A-9065-2C3BC76975C9}" dt="2024-02-27T17:39:25.427" v="46"/>
          <ac:spMkLst>
            <pc:docMk/>
            <pc:sldMk cId="313985932" sldId="888"/>
            <ac:spMk id="623" creationId="{4221801B-558A-5E75-A259-4F46340D16FF}"/>
          </ac:spMkLst>
        </pc:spChg>
        <pc:spChg chg="mod">
          <ac:chgData name="考 张" userId="87b8017596393203" providerId="LiveId" clId="{D567281E-BA97-4C7A-9065-2C3BC76975C9}" dt="2024-02-27T17:39:25.427" v="46"/>
          <ac:spMkLst>
            <pc:docMk/>
            <pc:sldMk cId="313985932" sldId="888"/>
            <ac:spMk id="624" creationId="{5F43C4E0-45EC-0E9C-430F-AE82C45B7BD6}"/>
          </ac:spMkLst>
        </pc:spChg>
        <pc:spChg chg="mod">
          <ac:chgData name="考 张" userId="87b8017596393203" providerId="LiveId" clId="{D567281E-BA97-4C7A-9065-2C3BC76975C9}" dt="2024-02-27T17:39:25.427" v="46"/>
          <ac:spMkLst>
            <pc:docMk/>
            <pc:sldMk cId="313985932" sldId="888"/>
            <ac:spMk id="625" creationId="{B6DF1481-E2E1-7855-6004-A951099CBDDC}"/>
          </ac:spMkLst>
        </pc:spChg>
        <pc:spChg chg="mod">
          <ac:chgData name="考 张" userId="87b8017596393203" providerId="LiveId" clId="{D567281E-BA97-4C7A-9065-2C3BC76975C9}" dt="2024-02-27T17:39:25.427" v="46"/>
          <ac:spMkLst>
            <pc:docMk/>
            <pc:sldMk cId="313985932" sldId="888"/>
            <ac:spMk id="626" creationId="{97F6C4B4-C350-630F-C567-D0AD0D86A454}"/>
          </ac:spMkLst>
        </pc:spChg>
        <pc:spChg chg="mod">
          <ac:chgData name="考 张" userId="87b8017596393203" providerId="LiveId" clId="{D567281E-BA97-4C7A-9065-2C3BC76975C9}" dt="2024-02-27T17:39:25.427" v="46"/>
          <ac:spMkLst>
            <pc:docMk/>
            <pc:sldMk cId="313985932" sldId="888"/>
            <ac:spMk id="627" creationId="{6BA16CA8-A74F-CC81-9CC9-8477C511FA9B}"/>
          </ac:spMkLst>
        </pc:spChg>
        <pc:spChg chg="mod">
          <ac:chgData name="考 张" userId="87b8017596393203" providerId="LiveId" clId="{D567281E-BA97-4C7A-9065-2C3BC76975C9}" dt="2024-02-27T17:39:25.427" v="46"/>
          <ac:spMkLst>
            <pc:docMk/>
            <pc:sldMk cId="313985932" sldId="888"/>
            <ac:spMk id="628" creationId="{AD860583-8F8C-A5D4-70D1-42623F6B8021}"/>
          </ac:spMkLst>
        </pc:spChg>
        <pc:spChg chg="mod">
          <ac:chgData name="考 张" userId="87b8017596393203" providerId="LiveId" clId="{D567281E-BA97-4C7A-9065-2C3BC76975C9}" dt="2024-02-27T17:39:25.427" v="46"/>
          <ac:spMkLst>
            <pc:docMk/>
            <pc:sldMk cId="313985932" sldId="888"/>
            <ac:spMk id="629" creationId="{46FE2E48-0450-CC7F-5A00-321953B079B5}"/>
          </ac:spMkLst>
        </pc:spChg>
        <pc:spChg chg="mod">
          <ac:chgData name="考 张" userId="87b8017596393203" providerId="LiveId" clId="{D567281E-BA97-4C7A-9065-2C3BC76975C9}" dt="2024-02-27T17:39:25.427" v="46"/>
          <ac:spMkLst>
            <pc:docMk/>
            <pc:sldMk cId="313985932" sldId="888"/>
            <ac:spMk id="630" creationId="{6F1A62EF-3D05-6DDE-72A8-A70ADD1B4949}"/>
          </ac:spMkLst>
        </pc:spChg>
        <pc:spChg chg="mod">
          <ac:chgData name="考 张" userId="87b8017596393203" providerId="LiveId" clId="{D567281E-BA97-4C7A-9065-2C3BC76975C9}" dt="2024-02-27T17:39:25.427" v="46"/>
          <ac:spMkLst>
            <pc:docMk/>
            <pc:sldMk cId="313985932" sldId="888"/>
            <ac:spMk id="631" creationId="{15ACBB0E-9B18-687C-3A81-EB80455DD70C}"/>
          </ac:spMkLst>
        </pc:spChg>
        <pc:spChg chg="mod">
          <ac:chgData name="考 张" userId="87b8017596393203" providerId="LiveId" clId="{D567281E-BA97-4C7A-9065-2C3BC76975C9}" dt="2024-02-27T17:39:25.427" v="46"/>
          <ac:spMkLst>
            <pc:docMk/>
            <pc:sldMk cId="313985932" sldId="888"/>
            <ac:spMk id="632" creationId="{2DAFEB62-19FE-17B6-2D5A-2C9C81481DE7}"/>
          </ac:spMkLst>
        </pc:spChg>
        <pc:spChg chg="mod">
          <ac:chgData name="考 张" userId="87b8017596393203" providerId="LiveId" clId="{D567281E-BA97-4C7A-9065-2C3BC76975C9}" dt="2024-02-27T17:39:25.427" v="46"/>
          <ac:spMkLst>
            <pc:docMk/>
            <pc:sldMk cId="313985932" sldId="888"/>
            <ac:spMk id="633" creationId="{48C01B56-F6A1-2DC6-5713-30D83FDC4C52}"/>
          </ac:spMkLst>
        </pc:spChg>
        <pc:spChg chg="mod">
          <ac:chgData name="考 张" userId="87b8017596393203" providerId="LiveId" clId="{D567281E-BA97-4C7A-9065-2C3BC76975C9}" dt="2024-02-27T17:39:25.427" v="46"/>
          <ac:spMkLst>
            <pc:docMk/>
            <pc:sldMk cId="313985932" sldId="888"/>
            <ac:spMk id="634" creationId="{9584C0F5-26BC-4FF9-2252-37CF368E798B}"/>
          </ac:spMkLst>
        </pc:spChg>
        <pc:spChg chg="mod">
          <ac:chgData name="考 张" userId="87b8017596393203" providerId="LiveId" clId="{D567281E-BA97-4C7A-9065-2C3BC76975C9}" dt="2024-02-27T17:39:25.427" v="46"/>
          <ac:spMkLst>
            <pc:docMk/>
            <pc:sldMk cId="313985932" sldId="888"/>
            <ac:spMk id="635" creationId="{3ED2BFA2-4175-C56F-4468-AA7B7019DC8D}"/>
          </ac:spMkLst>
        </pc:spChg>
        <pc:spChg chg="mod">
          <ac:chgData name="考 张" userId="87b8017596393203" providerId="LiveId" clId="{D567281E-BA97-4C7A-9065-2C3BC76975C9}" dt="2024-02-27T17:39:25.427" v="46"/>
          <ac:spMkLst>
            <pc:docMk/>
            <pc:sldMk cId="313985932" sldId="888"/>
            <ac:spMk id="636" creationId="{68416605-BD8C-55D1-7078-227DF9812CA6}"/>
          </ac:spMkLst>
        </pc:spChg>
        <pc:spChg chg="mod">
          <ac:chgData name="考 张" userId="87b8017596393203" providerId="LiveId" clId="{D567281E-BA97-4C7A-9065-2C3BC76975C9}" dt="2024-02-27T17:39:25.427" v="46"/>
          <ac:spMkLst>
            <pc:docMk/>
            <pc:sldMk cId="313985932" sldId="888"/>
            <ac:spMk id="637" creationId="{412D3281-FDF8-9FCD-16C0-13D59E7BE229}"/>
          </ac:spMkLst>
        </pc:spChg>
        <pc:spChg chg="mod">
          <ac:chgData name="考 张" userId="87b8017596393203" providerId="LiveId" clId="{D567281E-BA97-4C7A-9065-2C3BC76975C9}" dt="2024-02-27T17:39:25.427" v="46"/>
          <ac:spMkLst>
            <pc:docMk/>
            <pc:sldMk cId="313985932" sldId="888"/>
            <ac:spMk id="638" creationId="{6BC8EA24-F05E-29A9-A7D9-5D8BC22986DE}"/>
          </ac:spMkLst>
        </pc:spChg>
        <pc:spChg chg="mod">
          <ac:chgData name="考 张" userId="87b8017596393203" providerId="LiveId" clId="{D567281E-BA97-4C7A-9065-2C3BC76975C9}" dt="2024-02-27T17:39:25.427" v="46"/>
          <ac:spMkLst>
            <pc:docMk/>
            <pc:sldMk cId="313985932" sldId="888"/>
            <ac:spMk id="639" creationId="{315DD1EA-D039-0220-361E-98A836F5E498}"/>
          </ac:spMkLst>
        </pc:spChg>
        <pc:spChg chg="mod">
          <ac:chgData name="考 张" userId="87b8017596393203" providerId="LiveId" clId="{D567281E-BA97-4C7A-9065-2C3BC76975C9}" dt="2024-02-27T17:39:25.427" v="46"/>
          <ac:spMkLst>
            <pc:docMk/>
            <pc:sldMk cId="313985932" sldId="888"/>
            <ac:spMk id="640" creationId="{FF46F0DC-0CCE-BD21-1D6F-CB3D519950AC}"/>
          </ac:spMkLst>
        </pc:spChg>
        <pc:spChg chg="mod">
          <ac:chgData name="考 张" userId="87b8017596393203" providerId="LiveId" clId="{D567281E-BA97-4C7A-9065-2C3BC76975C9}" dt="2024-02-27T17:39:25.427" v="46"/>
          <ac:spMkLst>
            <pc:docMk/>
            <pc:sldMk cId="313985932" sldId="888"/>
            <ac:spMk id="641" creationId="{6B2B70D5-F7F1-21A2-8F1B-18D7FDB4398D}"/>
          </ac:spMkLst>
        </pc:spChg>
        <pc:spChg chg="mod">
          <ac:chgData name="考 张" userId="87b8017596393203" providerId="LiveId" clId="{D567281E-BA97-4C7A-9065-2C3BC76975C9}" dt="2024-02-27T17:39:25.427" v="46"/>
          <ac:spMkLst>
            <pc:docMk/>
            <pc:sldMk cId="313985932" sldId="888"/>
            <ac:spMk id="642" creationId="{ED6B424F-EBFD-FED6-139C-752B7FA7F04E}"/>
          </ac:spMkLst>
        </pc:spChg>
        <pc:spChg chg="mod">
          <ac:chgData name="考 张" userId="87b8017596393203" providerId="LiveId" clId="{D567281E-BA97-4C7A-9065-2C3BC76975C9}" dt="2024-02-27T17:39:25.427" v="46"/>
          <ac:spMkLst>
            <pc:docMk/>
            <pc:sldMk cId="313985932" sldId="888"/>
            <ac:spMk id="643" creationId="{7F682132-90AF-144B-B189-5BCEC14543CC}"/>
          </ac:spMkLst>
        </pc:spChg>
        <pc:spChg chg="mod">
          <ac:chgData name="考 张" userId="87b8017596393203" providerId="LiveId" clId="{D567281E-BA97-4C7A-9065-2C3BC76975C9}" dt="2024-02-27T17:39:25.427" v="46"/>
          <ac:spMkLst>
            <pc:docMk/>
            <pc:sldMk cId="313985932" sldId="888"/>
            <ac:spMk id="644" creationId="{6C3F95DE-1442-A731-3797-EB36332A26FA}"/>
          </ac:spMkLst>
        </pc:spChg>
        <pc:spChg chg="mod">
          <ac:chgData name="考 张" userId="87b8017596393203" providerId="LiveId" clId="{D567281E-BA97-4C7A-9065-2C3BC76975C9}" dt="2024-02-27T17:39:25.427" v="46"/>
          <ac:spMkLst>
            <pc:docMk/>
            <pc:sldMk cId="313985932" sldId="888"/>
            <ac:spMk id="645" creationId="{17D06CC3-224B-27B6-B8FC-CFFE5FEAD134}"/>
          </ac:spMkLst>
        </pc:spChg>
        <pc:spChg chg="mod">
          <ac:chgData name="考 张" userId="87b8017596393203" providerId="LiveId" clId="{D567281E-BA97-4C7A-9065-2C3BC76975C9}" dt="2024-02-27T17:39:25.427" v="46"/>
          <ac:spMkLst>
            <pc:docMk/>
            <pc:sldMk cId="313985932" sldId="888"/>
            <ac:spMk id="646" creationId="{63946F88-4C98-FDC7-E05A-E0287F02CC6E}"/>
          </ac:spMkLst>
        </pc:spChg>
        <pc:spChg chg="mod">
          <ac:chgData name="考 张" userId="87b8017596393203" providerId="LiveId" clId="{D567281E-BA97-4C7A-9065-2C3BC76975C9}" dt="2024-02-27T17:39:25.427" v="46"/>
          <ac:spMkLst>
            <pc:docMk/>
            <pc:sldMk cId="313985932" sldId="888"/>
            <ac:spMk id="647" creationId="{7D28A2C2-8689-0F36-76D9-1EEF4F6C4CA7}"/>
          </ac:spMkLst>
        </pc:spChg>
        <pc:spChg chg="mod">
          <ac:chgData name="考 张" userId="87b8017596393203" providerId="LiveId" clId="{D567281E-BA97-4C7A-9065-2C3BC76975C9}" dt="2024-02-27T17:39:25.427" v="46"/>
          <ac:spMkLst>
            <pc:docMk/>
            <pc:sldMk cId="313985932" sldId="888"/>
            <ac:spMk id="648" creationId="{39250DF7-8F42-7DA0-C739-86F8F956AA62}"/>
          </ac:spMkLst>
        </pc:spChg>
        <pc:spChg chg="mod">
          <ac:chgData name="考 张" userId="87b8017596393203" providerId="LiveId" clId="{D567281E-BA97-4C7A-9065-2C3BC76975C9}" dt="2024-02-27T17:39:25.427" v="46"/>
          <ac:spMkLst>
            <pc:docMk/>
            <pc:sldMk cId="313985932" sldId="888"/>
            <ac:spMk id="649" creationId="{8A121B70-C8B3-F7AA-EB89-E0F59A7738D7}"/>
          </ac:spMkLst>
        </pc:spChg>
        <pc:spChg chg="mod">
          <ac:chgData name="考 张" userId="87b8017596393203" providerId="LiveId" clId="{D567281E-BA97-4C7A-9065-2C3BC76975C9}" dt="2024-02-27T17:39:25.427" v="46"/>
          <ac:spMkLst>
            <pc:docMk/>
            <pc:sldMk cId="313985932" sldId="888"/>
            <ac:spMk id="650" creationId="{6FD39512-3A60-D8C2-25FC-0672EF89F7D2}"/>
          </ac:spMkLst>
        </pc:spChg>
        <pc:spChg chg="mod">
          <ac:chgData name="考 张" userId="87b8017596393203" providerId="LiveId" clId="{D567281E-BA97-4C7A-9065-2C3BC76975C9}" dt="2024-02-27T17:39:25.427" v="46"/>
          <ac:spMkLst>
            <pc:docMk/>
            <pc:sldMk cId="313985932" sldId="888"/>
            <ac:spMk id="651" creationId="{76F94BC1-9063-A8DA-C94F-7F4F4B17E061}"/>
          </ac:spMkLst>
        </pc:spChg>
        <pc:spChg chg="mod">
          <ac:chgData name="考 张" userId="87b8017596393203" providerId="LiveId" clId="{D567281E-BA97-4C7A-9065-2C3BC76975C9}" dt="2024-02-27T17:39:25.427" v="46"/>
          <ac:spMkLst>
            <pc:docMk/>
            <pc:sldMk cId="313985932" sldId="888"/>
            <ac:spMk id="652" creationId="{2CF26CDC-EBB8-330A-168D-099AC882146E}"/>
          </ac:spMkLst>
        </pc:spChg>
        <pc:spChg chg="mod">
          <ac:chgData name="考 张" userId="87b8017596393203" providerId="LiveId" clId="{D567281E-BA97-4C7A-9065-2C3BC76975C9}" dt="2024-02-27T17:39:25.427" v="46"/>
          <ac:spMkLst>
            <pc:docMk/>
            <pc:sldMk cId="313985932" sldId="888"/>
            <ac:spMk id="653" creationId="{17412B0A-848B-EADE-3A20-DD3E27C9D338}"/>
          </ac:spMkLst>
        </pc:spChg>
        <pc:spChg chg="mod">
          <ac:chgData name="考 张" userId="87b8017596393203" providerId="LiveId" clId="{D567281E-BA97-4C7A-9065-2C3BC76975C9}" dt="2024-02-27T17:39:25.427" v="46"/>
          <ac:spMkLst>
            <pc:docMk/>
            <pc:sldMk cId="313985932" sldId="888"/>
            <ac:spMk id="654" creationId="{3B1116B6-9B89-0215-C373-3EE73BC6C624}"/>
          </ac:spMkLst>
        </pc:spChg>
        <pc:spChg chg="mod">
          <ac:chgData name="考 张" userId="87b8017596393203" providerId="LiveId" clId="{D567281E-BA97-4C7A-9065-2C3BC76975C9}" dt="2024-02-27T17:39:25.427" v="46"/>
          <ac:spMkLst>
            <pc:docMk/>
            <pc:sldMk cId="313985932" sldId="888"/>
            <ac:spMk id="655" creationId="{F799112C-2CF9-C483-B536-959CF18B2206}"/>
          </ac:spMkLst>
        </pc:spChg>
        <pc:spChg chg="mod">
          <ac:chgData name="考 张" userId="87b8017596393203" providerId="LiveId" clId="{D567281E-BA97-4C7A-9065-2C3BC76975C9}" dt="2024-02-27T17:39:25.427" v="46"/>
          <ac:spMkLst>
            <pc:docMk/>
            <pc:sldMk cId="313985932" sldId="888"/>
            <ac:spMk id="656" creationId="{C93F0C5D-9280-B06B-AC0C-7D155E26F153}"/>
          </ac:spMkLst>
        </pc:spChg>
        <pc:spChg chg="mod">
          <ac:chgData name="考 张" userId="87b8017596393203" providerId="LiveId" clId="{D567281E-BA97-4C7A-9065-2C3BC76975C9}" dt="2024-02-27T17:39:25.427" v="46"/>
          <ac:spMkLst>
            <pc:docMk/>
            <pc:sldMk cId="313985932" sldId="888"/>
            <ac:spMk id="657" creationId="{61FB4DC1-E23E-7D52-8B2C-793777E36B0E}"/>
          </ac:spMkLst>
        </pc:spChg>
        <pc:spChg chg="mod">
          <ac:chgData name="考 张" userId="87b8017596393203" providerId="LiveId" clId="{D567281E-BA97-4C7A-9065-2C3BC76975C9}" dt="2024-02-27T17:39:25.427" v="46"/>
          <ac:spMkLst>
            <pc:docMk/>
            <pc:sldMk cId="313985932" sldId="888"/>
            <ac:spMk id="658" creationId="{8FCBCB74-F929-AF6D-79B1-D856E6CD0F5E}"/>
          </ac:spMkLst>
        </pc:spChg>
        <pc:spChg chg="mod">
          <ac:chgData name="考 张" userId="87b8017596393203" providerId="LiveId" clId="{D567281E-BA97-4C7A-9065-2C3BC76975C9}" dt="2024-02-27T17:39:25.427" v="46"/>
          <ac:spMkLst>
            <pc:docMk/>
            <pc:sldMk cId="313985932" sldId="888"/>
            <ac:spMk id="659" creationId="{52EACDF9-CBC5-0A81-1D97-B48A0FA420AF}"/>
          </ac:spMkLst>
        </pc:spChg>
        <pc:spChg chg="mod">
          <ac:chgData name="考 张" userId="87b8017596393203" providerId="LiveId" clId="{D567281E-BA97-4C7A-9065-2C3BC76975C9}" dt="2024-02-27T17:39:25.427" v="46"/>
          <ac:spMkLst>
            <pc:docMk/>
            <pc:sldMk cId="313985932" sldId="888"/>
            <ac:spMk id="660" creationId="{B0188DEE-250D-AA55-6AB4-582D0A1AC456}"/>
          </ac:spMkLst>
        </pc:spChg>
        <pc:spChg chg="mod">
          <ac:chgData name="考 张" userId="87b8017596393203" providerId="LiveId" clId="{D567281E-BA97-4C7A-9065-2C3BC76975C9}" dt="2024-02-27T17:39:25.427" v="46"/>
          <ac:spMkLst>
            <pc:docMk/>
            <pc:sldMk cId="313985932" sldId="888"/>
            <ac:spMk id="661" creationId="{E5FEB6E8-9570-21D6-924A-1773DAA0F326}"/>
          </ac:spMkLst>
        </pc:spChg>
        <pc:spChg chg="mod">
          <ac:chgData name="考 张" userId="87b8017596393203" providerId="LiveId" clId="{D567281E-BA97-4C7A-9065-2C3BC76975C9}" dt="2024-02-27T17:39:25.427" v="46"/>
          <ac:spMkLst>
            <pc:docMk/>
            <pc:sldMk cId="313985932" sldId="888"/>
            <ac:spMk id="662" creationId="{074B1610-EC51-163A-5FAF-50E0F7F45141}"/>
          </ac:spMkLst>
        </pc:spChg>
        <pc:spChg chg="mod">
          <ac:chgData name="考 张" userId="87b8017596393203" providerId="LiveId" clId="{D567281E-BA97-4C7A-9065-2C3BC76975C9}" dt="2024-02-27T17:39:25.427" v="46"/>
          <ac:spMkLst>
            <pc:docMk/>
            <pc:sldMk cId="313985932" sldId="888"/>
            <ac:spMk id="663" creationId="{F2636E02-6C32-3320-0594-34CF568A9EDF}"/>
          </ac:spMkLst>
        </pc:spChg>
        <pc:spChg chg="mod">
          <ac:chgData name="考 张" userId="87b8017596393203" providerId="LiveId" clId="{D567281E-BA97-4C7A-9065-2C3BC76975C9}" dt="2024-02-27T17:39:25.427" v="46"/>
          <ac:spMkLst>
            <pc:docMk/>
            <pc:sldMk cId="313985932" sldId="888"/>
            <ac:spMk id="664" creationId="{54D9C219-22E3-A138-EF73-FA4601529632}"/>
          </ac:spMkLst>
        </pc:spChg>
        <pc:spChg chg="mod">
          <ac:chgData name="考 张" userId="87b8017596393203" providerId="LiveId" clId="{D567281E-BA97-4C7A-9065-2C3BC76975C9}" dt="2024-02-27T17:39:25.427" v="46"/>
          <ac:spMkLst>
            <pc:docMk/>
            <pc:sldMk cId="313985932" sldId="888"/>
            <ac:spMk id="665" creationId="{C097184D-3C98-F81D-340A-E138255F90DE}"/>
          </ac:spMkLst>
        </pc:spChg>
        <pc:spChg chg="mod">
          <ac:chgData name="考 张" userId="87b8017596393203" providerId="LiveId" clId="{D567281E-BA97-4C7A-9065-2C3BC76975C9}" dt="2024-02-27T17:39:25.427" v="46"/>
          <ac:spMkLst>
            <pc:docMk/>
            <pc:sldMk cId="313985932" sldId="888"/>
            <ac:spMk id="666" creationId="{3052DF2B-B926-A0FE-354A-A1D53B3831AF}"/>
          </ac:spMkLst>
        </pc:spChg>
        <pc:spChg chg="mod">
          <ac:chgData name="考 张" userId="87b8017596393203" providerId="LiveId" clId="{D567281E-BA97-4C7A-9065-2C3BC76975C9}" dt="2024-02-27T17:39:25.427" v="46"/>
          <ac:spMkLst>
            <pc:docMk/>
            <pc:sldMk cId="313985932" sldId="888"/>
            <ac:spMk id="667" creationId="{4C39D3D4-98EB-7EF4-F197-9B02C5EE6122}"/>
          </ac:spMkLst>
        </pc:spChg>
        <pc:spChg chg="mod">
          <ac:chgData name="考 张" userId="87b8017596393203" providerId="LiveId" clId="{D567281E-BA97-4C7A-9065-2C3BC76975C9}" dt="2024-02-27T17:39:25.427" v="46"/>
          <ac:spMkLst>
            <pc:docMk/>
            <pc:sldMk cId="313985932" sldId="888"/>
            <ac:spMk id="668" creationId="{33E763F2-3AA2-9FCD-D097-E155D37832B6}"/>
          </ac:spMkLst>
        </pc:spChg>
        <pc:spChg chg="mod">
          <ac:chgData name="考 张" userId="87b8017596393203" providerId="LiveId" clId="{D567281E-BA97-4C7A-9065-2C3BC76975C9}" dt="2024-02-27T17:39:25.427" v="46"/>
          <ac:spMkLst>
            <pc:docMk/>
            <pc:sldMk cId="313985932" sldId="888"/>
            <ac:spMk id="669" creationId="{FF78B997-38EA-5C49-4C28-4D774EF2C78A}"/>
          </ac:spMkLst>
        </pc:spChg>
        <pc:spChg chg="mod">
          <ac:chgData name="考 张" userId="87b8017596393203" providerId="LiveId" clId="{D567281E-BA97-4C7A-9065-2C3BC76975C9}" dt="2024-02-27T17:39:25.427" v="46"/>
          <ac:spMkLst>
            <pc:docMk/>
            <pc:sldMk cId="313985932" sldId="888"/>
            <ac:spMk id="670" creationId="{1CF6944C-E30D-B9A5-8E62-EC6E2AFFDBCA}"/>
          </ac:spMkLst>
        </pc:spChg>
        <pc:spChg chg="mod">
          <ac:chgData name="考 张" userId="87b8017596393203" providerId="LiveId" clId="{D567281E-BA97-4C7A-9065-2C3BC76975C9}" dt="2024-02-27T17:39:25.427" v="46"/>
          <ac:spMkLst>
            <pc:docMk/>
            <pc:sldMk cId="313985932" sldId="888"/>
            <ac:spMk id="671" creationId="{37DFD706-B65D-C24B-1C5E-394ED1E7F92A}"/>
          </ac:spMkLst>
        </pc:spChg>
        <pc:spChg chg="mod">
          <ac:chgData name="考 张" userId="87b8017596393203" providerId="LiveId" clId="{D567281E-BA97-4C7A-9065-2C3BC76975C9}" dt="2024-02-27T17:39:25.427" v="46"/>
          <ac:spMkLst>
            <pc:docMk/>
            <pc:sldMk cId="313985932" sldId="888"/>
            <ac:spMk id="672" creationId="{6B957DC4-5BC2-21D3-DBB0-42D4B3D734B4}"/>
          </ac:spMkLst>
        </pc:spChg>
        <pc:spChg chg="mod">
          <ac:chgData name="考 张" userId="87b8017596393203" providerId="LiveId" clId="{D567281E-BA97-4C7A-9065-2C3BC76975C9}" dt="2024-02-27T17:39:25.427" v="46"/>
          <ac:spMkLst>
            <pc:docMk/>
            <pc:sldMk cId="313985932" sldId="888"/>
            <ac:spMk id="673" creationId="{54BD7440-1AD4-2BA2-2F3D-0299486FBEE2}"/>
          </ac:spMkLst>
        </pc:spChg>
        <pc:spChg chg="mod">
          <ac:chgData name="考 张" userId="87b8017596393203" providerId="LiveId" clId="{D567281E-BA97-4C7A-9065-2C3BC76975C9}" dt="2024-02-27T17:39:25.427" v="46"/>
          <ac:spMkLst>
            <pc:docMk/>
            <pc:sldMk cId="313985932" sldId="888"/>
            <ac:spMk id="674" creationId="{7B1C8B93-9B9F-3666-114B-1E1B6909A0E1}"/>
          </ac:spMkLst>
        </pc:spChg>
        <pc:spChg chg="mod">
          <ac:chgData name="考 张" userId="87b8017596393203" providerId="LiveId" clId="{D567281E-BA97-4C7A-9065-2C3BC76975C9}" dt="2024-02-27T17:39:25.427" v="46"/>
          <ac:spMkLst>
            <pc:docMk/>
            <pc:sldMk cId="313985932" sldId="888"/>
            <ac:spMk id="675" creationId="{90CE4793-9361-1E21-0E20-4768F48C3C99}"/>
          </ac:spMkLst>
        </pc:spChg>
        <pc:spChg chg="mod">
          <ac:chgData name="考 张" userId="87b8017596393203" providerId="LiveId" clId="{D567281E-BA97-4C7A-9065-2C3BC76975C9}" dt="2024-02-27T17:39:25.427" v="46"/>
          <ac:spMkLst>
            <pc:docMk/>
            <pc:sldMk cId="313985932" sldId="888"/>
            <ac:spMk id="676" creationId="{1F1D2303-5ADF-6B39-FB9A-D3412673D5C0}"/>
          </ac:spMkLst>
        </pc:spChg>
        <pc:spChg chg="mod">
          <ac:chgData name="考 张" userId="87b8017596393203" providerId="LiveId" clId="{D567281E-BA97-4C7A-9065-2C3BC76975C9}" dt="2024-02-27T17:39:25.427" v="46"/>
          <ac:spMkLst>
            <pc:docMk/>
            <pc:sldMk cId="313985932" sldId="888"/>
            <ac:spMk id="677" creationId="{3EF8FC9B-9C99-9760-464C-112879281BE0}"/>
          </ac:spMkLst>
        </pc:spChg>
        <pc:spChg chg="mod">
          <ac:chgData name="考 张" userId="87b8017596393203" providerId="LiveId" clId="{D567281E-BA97-4C7A-9065-2C3BC76975C9}" dt="2024-02-27T17:39:25.427" v="46"/>
          <ac:spMkLst>
            <pc:docMk/>
            <pc:sldMk cId="313985932" sldId="888"/>
            <ac:spMk id="678" creationId="{1FC1A128-5743-058D-A1A8-829D09057224}"/>
          </ac:spMkLst>
        </pc:spChg>
        <pc:spChg chg="mod">
          <ac:chgData name="考 张" userId="87b8017596393203" providerId="LiveId" clId="{D567281E-BA97-4C7A-9065-2C3BC76975C9}" dt="2024-02-27T17:39:25.427" v="46"/>
          <ac:spMkLst>
            <pc:docMk/>
            <pc:sldMk cId="313985932" sldId="888"/>
            <ac:spMk id="679" creationId="{01EEF265-CFEC-08B6-EA85-06104C43EBD2}"/>
          </ac:spMkLst>
        </pc:spChg>
        <pc:spChg chg="mod">
          <ac:chgData name="考 张" userId="87b8017596393203" providerId="LiveId" clId="{D567281E-BA97-4C7A-9065-2C3BC76975C9}" dt="2024-02-27T17:39:25.427" v="46"/>
          <ac:spMkLst>
            <pc:docMk/>
            <pc:sldMk cId="313985932" sldId="888"/>
            <ac:spMk id="680" creationId="{6AE98984-030E-3D99-FA83-616E1ED4F6E2}"/>
          </ac:spMkLst>
        </pc:spChg>
        <pc:spChg chg="mod">
          <ac:chgData name="考 张" userId="87b8017596393203" providerId="LiveId" clId="{D567281E-BA97-4C7A-9065-2C3BC76975C9}" dt="2024-02-27T17:39:25.427" v="46"/>
          <ac:spMkLst>
            <pc:docMk/>
            <pc:sldMk cId="313985932" sldId="888"/>
            <ac:spMk id="681" creationId="{50AB8984-2FAB-6DC8-6DA2-EFB5B7387217}"/>
          </ac:spMkLst>
        </pc:spChg>
        <pc:spChg chg="mod">
          <ac:chgData name="考 张" userId="87b8017596393203" providerId="LiveId" clId="{D567281E-BA97-4C7A-9065-2C3BC76975C9}" dt="2024-02-27T17:39:25.427" v="46"/>
          <ac:spMkLst>
            <pc:docMk/>
            <pc:sldMk cId="313985932" sldId="888"/>
            <ac:spMk id="682" creationId="{1D7A25F3-DF81-6E16-D045-44C423356A37}"/>
          </ac:spMkLst>
        </pc:spChg>
        <pc:spChg chg="mod">
          <ac:chgData name="考 张" userId="87b8017596393203" providerId="LiveId" clId="{D567281E-BA97-4C7A-9065-2C3BC76975C9}" dt="2024-02-27T17:39:25.427" v="46"/>
          <ac:spMkLst>
            <pc:docMk/>
            <pc:sldMk cId="313985932" sldId="888"/>
            <ac:spMk id="683" creationId="{3703F975-A94B-F63B-92FD-55232F7D1978}"/>
          </ac:spMkLst>
        </pc:spChg>
        <pc:spChg chg="mod">
          <ac:chgData name="考 张" userId="87b8017596393203" providerId="LiveId" clId="{D567281E-BA97-4C7A-9065-2C3BC76975C9}" dt="2024-02-27T17:39:25.427" v="46"/>
          <ac:spMkLst>
            <pc:docMk/>
            <pc:sldMk cId="313985932" sldId="888"/>
            <ac:spMk id="684" creationId="{761B893A-E731-CC5F-4E62-4B0A7D3FC6A4}"/>
          </ac:spMkLst>
        </pc:spChg>
        <pc:spChg chg="mod">
          <ac:chgData name="考 张" userId="87b8017596393203" providerId="LiveId" clId="{D567281E-BA97-4C7A-9065-2C3BC76975C9}" dt="2024-02-27T17:39:25.427" v="46"/>
          <ac:spMkLst>
            <pc:docMk/>
            <pc:sldMk cId="313985932" sldId="888"/>
            <ac:spMk id="685" creationId="{ABA47D42-6E6C-D3CD-1035-488076962304}"/>
          </ac:spMkLst>
        </pc:spChg>
        <pc:spChg chg="mod">
          <ac:chgData name="考 张" userId="87b8017596393203" providerId="LiveId" clId="{D567281E-BA97-4C7A-9065-2C3BC76975C9}" dt="2024-02-27T17:39:25.427" v="46"/>
          <ac:spMkLst>
            <pc:docMk/>
            <pc:sldMk cId="313985932" sldId="888"/>
            <ac:spMk id="686" creationId="{3C4C5375-F444-6637-D3EB-B136220E3E95}"/>
          </ac:spMkLst>
        </pc:spChg>
        <pc:spChg chg="mod">
          <ac:chgData name="考 张" userId="87b8017596393203" providerId="LiveId" clId="{D567281E-BA97-4C7A-9065-2C3BC76975C9}" dt="2024-02-27T17:39:25.427" v="46"/>
          <ac:spMkLst>
            <pc:docMk/>
            <pc:sldMk cId="313985932" sldId="888"/>
            <ac:spMk id="687" creationId="{36433DCA-9AA2-8184-07C3-EB285A7C3FB5}"/>
          </ac:spMkLst>
        </pc:spChg>
        <pc:spChg chg="mod">
          <ac:chgData name="考 张" userId="87b8017596393203" providerId="LiveId" clId="{D567281E-BA97-4C7A-9065-2C3BC76975C9}" dt="2024-02-27T17:39:25.427" v="46"/>
          <ac:spMkLst>
            <pc:docMk/>
            <pc:sldMk cId="313985932" sldId="888"/>
            <ac:spMk id="688" creationId="{C58CBA8F-5224-9C40-47DA-CCBC325D4DCF}"/>
          </ac:spMkLst>
        </pc:spChg>
        <pc:spChg chg="mod">
          <ac:chgData name="考 张" userId="87b8017596393203" providerId="LiveId" clId="{D567281E-BA97-4C7A-9065-2C3BC76975C9}" dt="2024-02-27T17:39:25.427" v="46"/>
          <ac:spMkLst>
            <pc:docMk/>
            <pc:sldMk cId="313985932" sldId="888"/>
            <ac:spMk id="689" creationId="{E60D73D9-2162-2499-EFAC-99B0249553BB}"/>
          </ac:spMkLst>
        </pc:spChg>
        <pc:spChg chg="mod">
          <ac:chgData name="考 张" userId="87b8017596393203" providerId="LiveId" clId="{D567281E-BA97-4C7A-9065-2C3BC76975C9}" dt="2024-02-27T17:39:25.427" v="46"/>
          <ac:spMkLst>
            <pc:docMk/>
            <pc:sldMk cId="313985932" sldId="888"/>
            <ac:spMk id="690" creationId="{CB930D36-5FD1-1C72-F1D2-7ADCB9FE7590}"/>
          </ac:spMkLst>
        </pc:spChg>
        <pc:spChg chg="mod">
          <ac:chgData name="考 张" userId="87b8017596393203" providerId="LiveId" clId="{D567281E-BA97-4C7A-9065-2C3BC76975C9}" dt="2024-02-27T17:39:25.427" v="46"/>
          <ac:spMkLst>
            <pc:docMk/>
            <pc:sldMk cId="313985932" sldId="888"/>
            <ac:spMk id="691" creationId="{B2BF41AC-DC7B-941A-5B1E-1C6215A7F904}"/>
          </ac:spMkLst>
        </pc:spChg>
        <pc:spChg chg="mod">
          <ac:chgData name="考 张" userId="87b8017596393203" providerId="LiveId" clId="{D567281E-BA97-4C7A-9065-2C3BC76975C9}" dt="2024-02-27T17:39:25.427" v="46"/>
          <ac:spMkLst>
            <pc:docMk/>
            <pc:sldMk cId="313985932" sldId="888"/>
            <ac:spMk id="692" creationId="{18571BEA-68AB-BE72-D0AD-B6DB4E005A21}"/>
          </ac:spMkLst>
        </pc:spChg>
        <pc:spChg chg="mod">
          <ac:chgData name="考 张" userId="87b8017596393203" providerId="LiveId" clId="{D567281E-BA97-4C7A-9065-2C3BC76975C9}" dt="2024-02-27T17:39:25.427" v="46"/>
          <ac:spMkLst>
            <pc:docMk/>
            <pc:sldMk cId="313985932" sldId="888"/>
            <ac:spMk id="693" creationId="{AF14563F-F644-D0FA-6A68-64071BD7DC8F}"/>
          </ac:spMkLst>
        </pc:spChg>
        <pc:spChg chg="mod">
          <ac:chgData name="考 张" userId="87b8017596393203" providerId="LiveId" clId="{D567281E-BA97-4C7A-9065-2C3BC76975C9}" dt="2024-02-27T17:39:25.427" v="46"/>
          <ac:spMkLst>
            <pc:docMk/>
            <pc:sldMk cId="313985932" sldId="888"/>
            <ac:spMk id="694" creationId="{97751C42-2A19-3FE9-9CA3-C7702FF22F94}"/>
          </ac:spMkLst>
        </pc:spChg>
        <pc:spChg chg="mod">
          <ac:chgData name="考 张" userId="87b8017596393203" providerId="LiveId" clId="{D567281E-BA97-4C7A-9065-2C3BC76975C9}" dt="2024-02-27T17:39:25.427" v="46"/>
          <ac:spMkLst>
            <pc:docMk/>
            <pc:sldMk cId="313985932" sldId="888"/>
            <ac:spMk id="695" creationId="{EF39D721-712C-3C17-ED00-F14779352BEC}"/>
          </ac:spMkLst>
        </pc:spChg>
        <pc:spChg chg="mod">
          <ac:chgData name="考 张" userId="87b8017596393203" providerId="LiveId" clId="{D567281E-BA97-4C7A-9065-2C3BC76975C9}" dt="2024-02-27T17:39:25.427" v="46"/>
          <ac:spMkLst>
            <pc:docMk/>
            <pc:sldMk cId="313985932" sldId="888"/>
            <ac:spMk id="696" creationId="{A2ABFA11-FDFB-A904-9E85-964D25AA4BE1}"/>
          </ac:spMkLst>
        </pc:spChg>
        <pc:spChg chg="mod">
          <ac:chgData name="考 张" userId="87b8017596393203" providerId="LiveId" clId="{D567281E-BA97-4C7A-9065-2C3BC76975C9}" dt="2024-02-27T17:39:25.427" v="46"/>
          <ac:spMkLst>
            <pc:docMk/>
            <pc:sldMk cId="313985932" sldId="888"/>
            <ac:spMk id="697" creationId="{2A267016-26D5-346C-835D-86071F214A01}"/>
          </ac:spMkLst>
        </pc:spChg>
        <pc:spChg chg="mod">
          <ac:chgData name="考 张" userId="87b8017596393203" providerId="LiveId" clId="{D567281E-BA97-4C7A-9065-2C3BC76975C9}" dt="2024-02-27T17:39:25.427" v="46"/>
          <ac:spMkLst>
            <pc:docMk/>
            <pc:sldMk cId="313985932" sldId="888"/>
            <ac:spMk id="698" creationId="{4059DE03-F6D1-A841-AE11-FE84118932C7}"/>
          </ac:spMkLst>
        </pc:spChg>
        <pc:spChg chg="mod">
          <ac:chgData name="考 张" userId="87b8017596393203" providerId="LiveId" clId="{D567281E-BA97-4C7A-9065-2C3BC76975C9}" dt="2024-02-27T17:39:25.427" v="46"/>
          <ac:spMkLst>
            <pc:docMk/>
            <pc:sldMk cId="313985932" sldId="888"/>
            <ac:spMk id="699" creationId="{23310B82-B8BB-C5CE-530F-A44CEDE37DB0}"/>
          </ac:spMkLst>
        </pc:spChg>
        <pc:spChg chg="mod">
          <ac:chgData name="考 张" userId="87b8017596393203" providerId="LiveId" clId="{D567281E-BA97-4C7A-9065-2C3BC76975C9}" dt="2024-02-27T17:39:25.427" v="46"/>
          <ac:spMkLst>
            <pc:docMk/>
            <pc:sldMk cId="313985932" sldId="888"/>
            <ac:spMk id="700" creationId="{5B182C36-8AD9-C380-3CDF-92ACFF0FA69D}"/>
          </ac:spMkLst>
        </pc:spChg>
        <pc:spChg chg="mod">
          <ac:chgData name="考 张" userId="87b8017596393203" providerId="LiveId" clId="{D567281E-BA97-4C7A-9065-2C3BC76975C9}" dt="2024-02-27T17:39:25.427" v="46"/>
          <ac:spMkLst>
            <pc:docMk/>
            <pc:sldMk cId="313985932" sldId="888"/>
            <ac:spMk id="701" creationId="{4B1926BC-7910-3F56-16CF-D19FBD829F7A}"/>
          </ac:spMkLst>
        </pc:spChg>
        <pc:spChg chg="mod">
          <ac:chgData name="考 张" userId="87b8017596393203" providerId="LiveId" clId="{D567281E-BA97-4C7A-9065-2C3BC76975C9}" dt="2024-02-27T17:39:25.427" v="46"/>
          <ac:spMkLst>
            <pc:docMk/>
            <pc:sldMk cId="313985932" sldId="888"/>
            <ac:spMk id="702" creationId="{206F4BD6-0610-6483-D561-82B974B337F9}"/>
          </ac:spMkLst>
        </pc:spChg>
        <pc:spChg chg="mod">
          <ac:chgData name="考 张" userId="87b8017596393203" providerId="LiveId" clId="{D567281E-BA97-4C7A-9065-2C3BC76975C9}" dt="2024-02-27T17:39:25.427" v="46"/>
          <ac:spMkLst>
            <pc:docMk/>
            <pc:sldMk cId="313985932" sldId="888"/>
            <ac:spMk id="703" creationId="{4EAEA643-9750-9ACB-1D55-99E95E538FD5}"/>
          </ac:spMkLst>
        </pc:spChg>
        <pc:spChg chg="mod">
          <ac:chgData name="考 张" userId="87b8017596393203" providerId="LiveId" clId="{D567281E-BA97-4C7A-9065-2C3BC76975C9}" dt="2024-02-27T17:39:25.427" v="46"/>
          <ac:spMkLst>
            <pc:docMk/>
            <pc:sldMk cId="313985932" sldId="888"/>
            <ac:spMk id="704" creationId="{7529A4B0-6E76-2579-EA77-0DDAED284BA0}"/>
          </ac:spMkLst>
        </pc:spChg>
        <pc:spChg chg="mod">
          <ac:chgData name="考 张" userId="87b8017596393203" providerId="LiveId" clId="{D567281E-BA97-4C7A-9065-2C3BC76975C9}" dt="2024-02-27T17:39:25.427" v="46"/>
          <ac:spMkLst>
            <pc:docMk/>
            <pc:sldMk cId="313985932" sldId="888"/>
            <ac:spMk id="705" creationId="{1DA08788-CD3C-3F8E-29FC-C728A47515BE}"/>
          </ac:spMkLst>
        </pc:spChg>
        <pc:spChg chg="mod">
          <ac:chgData name="考 张" userId="87b8017596393203" providerId="LiveId" clId="{D567281E-BA97-4C7A-9065-2C3BC76975C9}" dt="2024-02-27T17:39:25.427" v="46"/>
          <ac:spMkLst>
            <pc:docMk/>
            <pc:sldMk cId="313985932" sldId="888"/>
            <ac:spMk id="706" creationId="{D4B83C3F-8E3E-54E0-2ABF-7172CFA5F753}"/>
          </ac:spMkLst>
        </pc:spChg>
        <pc:spChg chg="mod">
          <ac:chgData name="考 张" userId="87b8017596393203" providerId="LiveId" clId="{D567281E-BA97-4C7A-9065-2C3BC76975C9}" dt="2024-02-27T17:39:25.427" v="46"/>
          <ac:spMkLst>
            <pc:docMk/>
            <pc:sldMk cId="313985932" sldId="888"/>
            <ac:spMk id="707" creationId="{A37C7D47-4D29-F9F0-22E2-06C2FA7FEDAE}"/>
          </ac:spMkLst>
        </pc:spChg>
        <pc:spChg chg="mod">
          <ac:chgData name="考 张" userId="87b8017596393203" providerId="LiveId" clId="{D567281E-BA97-4C7A-9065-2C3BC76975C9}" dt="2024-02-27T17:39:25.427" v="46"/>
          <ac:spMkLst>
            <pc:docMk/>
            <pc:sldMk cId="313985932" sldId="888"/>
            <ac:spMk id="708" creationId="{D11BDFA7-9602-1E1B-C6F6-FA7A549074EA}"/>
          </ac:spMkLst>
        </pc:spChg>
        <pc:spChg chg="mod">
          <ac:chgData name="考 张" userId="87b8017596393203" providerId="LiveId" clId="{D567281E-BA97-4C7A-9065-2C3BC76975C9}" dt="2024-02-27T17:39:25.427" v="46"/>
          <ac:spMkLst>
            <pc:docMk/>
            <pc:sldMk cId="313985932" sldId="888"/>
            <ac:spMk id="709" creationId="{4E137487-C2B9-F54D-2011-3D8129AE630E}"/>
          </ac:spMkLst>
        </pc:spChg>
        <pc:spChg chg="mod">
          <ac:chgData name="考 张" userId="87b8017596393203" providerId="LiveId" clId="{D567281E-BA97-4C7A-9065-2C3BC76975C9}" dt="2024-02-27T17:39:25.427" v="46"/>
          <ac:spMkLst>
            <pc:docMk/>
            <pc:sldMk cId="313985932" sldId="888"/>
            <ac:spMk id="710" creationId="{E9778811-439F-494E-B0E2-54FE25065FC6}"/>
          </ac:spMkLst>
        </pc:spChg>
        <pc:spChg chg="mod">
          <ac:chgData name="考 张" userId="87b8017596393203" providerId="LiveId" clId="{D567281E-BA97-4C7A-9065-2C3BC76975C9}" dt="2024-02-27T17:39:25.427" v="46"/>
          <ac:spMkLst>
            <pc:docMk/>
            <pc:sldMk cId="313985932" sldId="888"/>
            <ac:spMk id="711" creationId="{0036A78A-16BC-0813-5435-8D6140731A5A}"/>
          </ac:spMkLst>
        </pc:spChg>
        <pc:spChg chg="mod">
          <ac:chgData name="考 张" userId="87b8017596393203" providerId="LiveId" clId="{D567281E-BA97-4C7A-9065-2C3BC76975C9}" dt="2024-02-27T17:39:25.427" v="46"/>
          <ac:spMkLst>
            <pc:docMk/>
            <pc:sldMk cId="313985932" sldId="888"/>
            <ac:spMk id="712" creationId="{0FCC86D0-6F56-FE22-E8E6-D905A25641E5}"/>
          </ac:spMkLst>
        </pc:spChg>
        <pc:spChg chg="mod">
          <ac:chgData name="考 张" userId="87b8017596393203" providerId="LiveId" clId="{D567281E-BA97-4C7A-9065-2C3BC76975C9}" dt="2024-02-27T17:39:25.427" v="46"/>
          <ac:spMkLst>
            <pc:docMk/>
            <pc:sldMk cId="313985932" sldId="888"/>
            <ac:spMk id="713" creationId="{2688FD51-510B-7D1B-A853-3132E33E14B8}"/>
          </ac:spMkLst>
        </pc:spChg>
        <pc:spChg chg="mod">
          <ac:chgData name="考 张" userId="87b8017596393203" providerId="LiveId" clId="{D567281E-BA97-4C7A-9065-2C3BC76975C9}" dt="2024-02-27T17:39:25.427" v="46"/>
          <ac:spMkLst>
            <pc:docMk/>
            <pc:sldMk cId="313985932" sldId="888"/>
            <ac:spMk id="714" creationId="{AC408104-C18A-0A64-3D26-EFCA25CC77FA}"/>
          </ac:spMkLst>
        </pc:spChg>
        <pc:spChg chg="mod">
          <ac:chgData name="考 张" userId="87b8017596393203" providerId="LiveId" clId="{D567281E-BA97-4C7A-9065-2C3BC76975C9}" dt="2024-02-27T17:39:25.427" v="46"/>
          <ac:spMkLst>
            <pc:docMk/>
            <pc:sldMk cId="313985932" sldId="888"/>
            <ac:spMk id="715" creationId="{FB742570-CDF0-12CE-8888-D7FD5F348B4B}"/>
          </ac:spMkLst>
        </pc:spChg>
        <pc:spChg chg="mod">
          <ac:chgData name="考 张" userId="87b8017596393203" providerId="LiveId" clId="{D567281E-BA97-4C7A-9065-2C3BC76975C9}" dt="2024-02-27T17:39:25.427" v="46"/>
          <ac:spMkLst>
            <pc:docMk/>
            <pc:sldMk cId="313985932" sldId="888"/>
            <ac:spMk id="716" creationId="{CF802ED6-820A-D95E-2C3B-74F665B8EC2D}"/>
          </ac:spMkLst>
        </pc:spChg>
        <pc:spChg chg="mod">
          <ac:chgData name="考 张" userId="87b8017596393203" providerId="LiveId" clId="{D567281E-BA97-4C7A-9065-2C3BC76975C9}" dt="2024-02-27T17:39:25.427" v="46"/>
          <ac:spMkLst>
            <pc:docMk/>
            <pc:sldMk cId="313985932" sldId="888"/>
            <ac:spMk id="717" creationId="{BB42CD7E-333D-9837-36DD-701BCD771566}"/>
          </ac:spMkLst>
        </pc:spChg>
        <pc:spChg chg="mod">
          <ac:chgData name="考 张" userId="87b8017596393203" providerId="LiveId" clId="{D567281E-BA97-4C7A-9065-2C3BC76975C9}" dt="2024-02-27T17:39:25.427" v="46"/>
          <ac:spMkLst>
            <pc:docMk/>
            <pc:sldMk cId="313985932" sldId="888"/>
            <ac:spMk id="718" creationId="{C4A2E9EB-168C-59C9-6BAC-64F36AE93632}"/>
          </ac:spMkLst>
        </pc:spChg>
        <pc:spChg chg="mod">
          <ac:chgData name="考 张" userId="87b8017596393203" providerId="LiveId" clId="{D567281E-BA97-4C7A-9065-2C3BC76975C9}" dt="2024-02-27T17:39:25.427" v="46"/>
          <ac:spMkLst>
            <pc:docMk/>
            <pc:sldMk cId="313985932" sldId="888"/>
            <ac:spMk id="719" creationId="{4241A75F-7D6C-F437-77F0-7E552C99B73B}"/>
          </ac:spMkLst>
        </pc:spChg>
        <pc:spChg chg="mod">
          <ac:chgData name="考 张" userId="87b8017596393203" providerId="LiveId" clId="{D567281E-BA97-4C7A-9065-2C3BC76975C9}" dt="2024-02-27T17:39:25.427" v="46"/>
          <ac:spMkLst>
            <pc:docMk/>
            <pc:sldMk cId="313985932" sldId="888"/>
            <ac:spMk id="720" creationId="{A168424C-77E2-9A8A-726C-D755D6859641}"/>
          </ac:spMkLst>
        </pc:spChg>
        <pc:spChg chg="mod">
          <ac:chgData name="考 张" userId="87b8017596393203" providerId="LiveId" clId="{D567281E-BA97-4C7A-9065-2C3BC76975C9}" dt="2024-02-27T17:39:25.427" v="46"/>
          <ac:spMkLst>
            <pc:docMk/>
            <pc:sldMk cId="313985932" sldId="888"/>
            <ac:spMk id="721" creationId="{D8560F0B-136D-7366-CDA6-E7BB58AE5761}"/>
          </ac:spMkLst>
        </pc:spChg>
        <pc:spChg chg="mod">
          <ac:chgData name="考 张" userId="87b8017596393203" providerId="LiveId" clId="{D567281E-BA97-4C7A-9065-2C3BC76975C9}" dt="2024-02-27T17:39:25.427" v="46"/>
          <ac:spMkLst>
            <pc:docMk/>
            <pc:sldMk cId="313985932" sldId="888"/>
            <ac:spMk id="722" creationId="{B8B09A6C-B1CE-E584-2DDE-DC2EB0A36C17}"/>
          </ac:spMkLst>
        </pc:spChg>
        <pc:spChg chg="mod">
          <ac:chgData name="考 张" userId="87b8017596393203" providerId="LiveId" clId="{D567281E-BA97-4C7A-9065-2C3BC76975C9}" dt="2024-02-27T17:39:25.427" v="46"/>
          <ac:spMkLst>
            <pc:docMk/>
            <pc:sldMk cId="313985932" sldId="888"/>
            <ac:spMk id="723" creationId="{47B71100-8679-2B6A-BD92-CCE3E8C29CA9}"/>
          </ac:spMkLst>
        </pc:spChg>
        <pc:spChg chg="mod">
          <ac:chgData name="考 张" userId="87b8017596393203" providerId="LiveId" clId="{D567281E-BA97-4C7A-9065-2C3BC76975C9}" dt="2024-02-27T17:39:25.427" v="46"/>
          <ac:spMkLst>
            <pc:docMk/>
            <pc:sldMk cId="313985932" sldId="888"/>
            <ac:spMk id="724" creationId="{53341967-684E-5BB2-815F-53D413F50D6C}"/>
          </ac:spMkLst>
        </pc:spChg>
        <pc:spChg chg="mod">
          <ac:chgData name="考 张" userId="87b8017596393203" providerId="LiveId" clId="{D567281E-BA97-4C7A-9065-2C3BC76975C9}" dt="2024-02-27T17:39:25.427" v="46"/>
          <ac:spMkLst>
            <pc:docMk/>
            <pc:sldMk cId="313985932" sldId="888"/>
            <ac:spMk id="725" creationId="{415E5DA4-20B5-E8DC-D5C9-A569D2EA3066}"/>
          </ac:spMkLst>
        </pc:spChg>
        <pc:spChg chg="mod">
          <ac:chgData name="考 张" userId="87b8017596393203" providerId="LiveId" clId="{D567281E-BA97-4C7A-9065-2C3BC76975C9}" dt="2024-02-27T17:39:25.427" v="46"/>
          <ac:spMkLst>
            <pc:docMk/>
            <pc:sldMk cId="313985932" sldId="888"/>
            <ac:spMk id="726" creationId="{97E02227-76AB-B526-E403-B2AC15D4D300}"/>
          </ac:spMkLst>
        </pc:spChg>
        <pc:spChg chg="mod">
          <ac:chgData name="考 张" userId="87b8017596393203" providerId="LiveId" clId="{D567281E-BA97-4C7A-9065-2C3BC76975C9}" dt="2024-02-27T17:39:25.427" v="46"/>
          <ac:spMkLst>
            <pc:docMk/>
            <pc:sldMk cId="313985932" sldId="888"/>
            <ac:spMk id="727" creationId="{183712E4-9104-A592-2F84-15633F367395}"/>
          </ac:spMkLst>
        </pc:spChg>
        <pc:spChg chg="mod">
          <ac:chgData name="考 张" userId="87b8017596393203" providerId="LiveId" clId="{D567281E-BA97-4C7A-9065-2C3BC76975C9}" dt="2024-02-27T17:39:25.427" v="46"/>
          <ac:spMkLst>
            <pc:docMk/>
            <pc:sldMk cId="313985932" sldId="888"/>
            <ac:spMk id="728" creationId="{827A2B6F-D404-887E-6033-59BB76AC37AB}"/>
          </ac:spMkLst>
        </pc:spChg>
        <pc:spChg chg="mod">
          <ac:chgData name="考 张" userId="87b8017596393203" providerId="LiveId" clId="{D567281E-BA97-4C7A-9065-2C3BC76975C9}" dt="2024-02-27T17:39:25.427" v="46"/>
          <ac:spMkLst>
            <pc:docMk/>
            <pc:sldMk cId="313985932" sldId="888"/>
            <ac:spMk id="729" creationId="{05EBC238-13A1-94AA-0318-B37C9ACCB1EA}"/>
          </ac:spMkLst>
        </pc:spChg>
        <pc:spChg chg="mod">
          <ac:chgData name="考 张" userId="87b8017596393203" providerId="LiveId" clId="{D567281E-BA97-4C7A-9065-2C3BC76975C9}" dt="2024-02-27T17:39:25.427" v="46"/>
          <ac:spMkLst>
            <pc:docMk/>
            <pc:sldMk cId="313985932" sldId="888"/>
            <ac:spMk id="730" creationId="{712A1C3D-7EC9-4A39-FED3-FF687F68B624}"/>
          </ac:spMkLst>
        </pc:spChg>
        <pc:spChg chg="mod">
          <ac:chgData name="考 张" userId="87b8017596393203" providerId="LiveId" clId="{D567281E-BA97-4C7A-9065-2C3BC76975C9}" dt="2024-02-27T17:39:25.427" v="46"/>
          <ac:spMkLst>
            <pc:docMk/>
            <pc:sldMk cId="313985932" sldId="888"/>
            <ac:spMk id="731" creationId="{10476871-1FDC-D233-4A2C-D8D66F0CD0B5}"/>
          </ac:spMkLst>
        </pc:spChg>
        <pc:spChg chg="mod">
          <ac:chgData name="考 张" userId="87b8017596393203" providerId="LiveId" clId="{D567281E-BA97-4C7A-9065-2C3BC76975C9}" dt="2024-02-27T17:39:25.427" v="46"/>
          <ac:spMkLst>
            <pc:docMk/>
            <pc:sldMk cId="313985932" sldId="888"/>
            <ac:spMk id="732" creationId="{083F3A26-29E4-277E-C666-485684EBFDE2}"/>
          </ac:spMkLst>
        </pc:spChg>
        <pc:spChg chg="mod">
          <ac:chgData name="考 张" userId="87b8017596393203" providerId="LiveId" clId="{D567281E-BA97-4C7A-9065-2C3BC76975C9}" dt="2024-02-27T17:39:25.427" v="46"/>
          <ac:spMkLst>
            <pc:docMk/>
            <pc:sldMk cId="313985932" sldId="888"/>
            <ac:spMk id="733" creationId="{8E9B5CBA-9137-F5D3-04C9-F2D6C7D2BDE0}"/>
          </ac:spMkLst>
        </pc:spChg>
        <pc:spChg chg="mod">
          <ac:chgData name="考 张" userId="87b8017596393203" providerId="LiveId" clId="{D567281E-BA97-4C7A-9065-2C3BC76975C9}" dt="2024-02-27T17:39:25.427" v="46"/>
          <ac:spMkLst>
            <pc:docMk/>
            <pc:sldMk cId="313985932" sldId="888"/>
            <ac:spMk id="734" creationId="{EA9C9CCA-3A0F-EF2D-7B96-4A53888053EA}"/>
          </ac:spMkLst>
        </pc:spChg>
        <pc:spChg chg="mod">
          <ac:chgData name="考 张" userId="87b8017596393203" providerId="LiveId" clId="{D567281E-BA97-4C7A-9065-2C3BC76975C9}" dt="2024-02-27T17:39:25.427" v="46"/>
          <ac:spMkLst>
            <pc:docMk/>
            <pc:sldMk cId="313985932" sldId="888"/>
            <ac:spMk id="735" creationId="{A887659F-1142-1E05-07DB-2E54D6922A40}"/>
          </ac:spMkLst>
        </pc:spChg>
        <pc:spChg chg="mod">
          <ac:chgData name="考 张" userId="87b8017596393203" providerId="LiveId" clId="{D567281E-BA97-4C7A-9065-2C3BC76975C9}" dt="2024-02-27T17:39:25.427" v="46"/>
          <ac:spMkLst>
            <pc:docMk/>
            <pc:sldMk cId="313985932" sldId="888"/>
            <ac:spMk id="736" creationId="{3EB04F81-E2BC-5FCB-C0E4-75CAFE4E2F07}"/>
          </ac:spMkLst>
        </pc:spChg>
        <pc:spChg chg="mod">
          <ac:chgData name="考 张" userId="87b8017596393203" providerId="LiveId" clId="{D567281E-BA97-4C7A-9065-2C3BC76975C9}" dt="2024-02-27T17:39:25.427" v="46"/>
          <ac:spMkLst>
            <pc:docMk/>
            <pc:sldMk cId="313985932" sldId="888"/>
            <ac:spMk id="737" creationId="{AFEC4F04-DAC6-88BD-3C80-99FB7D6860F6}"/>
          </ac:spMkLst>
        </pc:spChg>
        <pc:spChg chg="mod">
          <ac:chgData name="考 张" userId="87b8017596393203" providerId="LiveId" clId="{D567281E-BA97-4C7A-9065-2C3BC76975C9}" dt="2024-02-27T17:39:25.427" v="46"/>
          <ac:spMkLst>
            <pc:docMk/>
            <pc:sldMk cId="313985932" sldId="888"/>
            <ac:spMk id="738" creationId="{DC5DC530-7E53-D6CE-22FC-5451B18ADCB6}"/>
          </ac:spMkLst>
        </pc:spChg>
        <pc:spChg chg="mod">
          <ac:chgData name="考 张" userId="87b8017596393203" providerId="LiveId" clId="{D567281E-BA97-4C7A-9065-2C3BC76975C9}" dt="2024-02-27T17:39:25.427" v="46"/>
          <ac:spMkLst>
            <pc:docMk/>
            <pc:sldMk cId="313985932" sldId="888"/>
            <ac:spMk id="739" creationId="{17BB3232-C20D-AC0A-8BB6-E6F643693D32}"/>
          </ac:spMkLst>
        </pc:spChg>
        <pc:spChg chg="mod">
          <ac:chgData name="考 张" userId="87b8017596393203" providerId="LiveId" clId="{D567281E-BA97-4C7A-9065-2C3BC76975C9}" dt="2024-02-27T17:39:25.427" v="46"/>
          <ac:spMkLst>
            <pc:docMk/>
            <pc:sldMk cId="313985932" sldId="888"/>
            <ac:spMk id="740" creationId="{B43518D7-74CD-901A-2F7F-730D9A62B3BF}"/>
          </ac:spMkLst>
        </pc:spChg>
        <pc:spChg chg="mod">
          <ac:chgData name="考 张" userId="87b8017596393203" providerId="LiveId" clId="{D567281E-BA97-4C7A-9065-2C3BC76975C9}" dt="2024-02-27T17:39:25.427" v="46"/>
          <ac:spMkLst>
            <pc:docMk/>
            <pc:sldMk cId="313985932" sldId="888"/>
            <ac:spMk id="741" creationId="{E466F27F-08DD-5904-32BC-7390583CD225}"/>
          </ac:spMkLst>
        </pc:spChg>
        <pc:spChg chg="mod">
          <ac:chgData name="考 张" userId="87b8017596393203" providerId="LiveId" clId="{D567281E-BA97-4C7A-9065-2C3BC76975C9}" dt="2024-02-27T17:39:25.427" v="46"/>
          <ac:spMkLst>
            <pc:docMk/>
            <pc:sldMk cId="313985932" sldId="888"/>
            <ac:spMk id="742" creationId="{1BDE7C17-6E7C-792E-55E5-3A73AA23157A}"/>
          </ac:spMkLst>
        </pc:spChg>
        <pc:spChg chg="mod">
          <ac:chgData name="考 张" userId="87b8017596393203" providerId="LiveId" clId="{D567281E-BA97-4C7A-9065-2C3BC76975C9}" dt="2024-02-27T17:39:25.427" v="46"/>
          <ac:spMkLst>
            <pc:docMk/>
            <pc:sldMk cId="313985932" sldId="888"/>
            <ac:spMk id="743" creationId="{31107D6E-CE16-D02A-E8F1-C812AD851188}"/>
          </ac:spMkLst>
        </pc:spChg>
        <pc:spChg chg="mod">
          <ac:chgData name="考 张" userId="87b8017596393203" providerId="LiveId" clId="{D567281E-BA97-4C7A-9065-2C3BC76975C9}" dt="2024-02-27T17:39:25.427" v="46"/>
          <ac:spMkLst>
            <pc:docMk/>
            <pc:sldMk cId="313985932" sldId="888"/>
            <ac:spMk id="744" creationId="{CB1A42FB-FF32-A948-CC5E-0360E0E42374}"/>
          </ac:spMkLst>
        </pc:spChg>
        <pc:spChg chg="mod">
          <ac:chgData name="考 张" userId="87b8017596393203" providerId="LiveId" clId="{D567281E-BA97-4C7A-9065-2C3BC76975C9}" dt="2024-02-27T17:39:25.427" v="46"/>
          <ac:spMkLst>
            <pc:docMk/>
            <pc:sldMk cId="313985932" sldId="888"/>
            <ac:spMk id="745" creationId="{49713691-D197-9F3D-AF25-BD507536197C}"/>
          </ac:spMkLst>
        </pc:spChg>
        <pc:spChg chg="mod">
          <ac:chgData name="考 张" userId="87b8017596393203" providerId="LiveId" clId="{D567281E-BA97-4C7A-9065-2C3BC76975C9}" dt="2024-02-27T17:39:25.427" v="46"/>
          <ac:spMkLst>
            <pc:docMk/>
            <pc:sldMk cId="313985932" sldId="888"/>
            <ac:spMk id="746" creationId="{4FE4F037-7992-2D64-EB9B-9CA5442C910C}"/>
          </ac:spMkLst>
        </pc:spChg>
        <pc:spChg chg="mod">
          <ac:chgData name="考 张" userId="87b8017596393203" providerId="LiveId" clId="{D567281E-BA97-4C7A-9065-2C3BC76975C9}" dt="2024-02-27T17:39:25.427" v="46"/>
          <ac:spMkLst>
            <pc:docMk/>
            <pc:sldMk cId="313985932" sldId="888"/>
            <ac:spMk id="747" creationId="{2D5F43CB-D5DE-F577-0016-C0DAD2A4BFF3}"/>
          </ac:spMkLst>
        </pc:spChg>
        <pc:spChg chg="mod">
          <ac:chgData name="考 张" userId="87b8017596393203" providerId="LiveId" clId="{D567281E-BA97-4C7A-9065-2C3BC76975C9}" dt="2024-02-27T17:39:25.427" v="46"/>
          <ac:spMkLst>
            <pc:docMk/>
            <pc:sldMk cId="313985932" sldId="888"/>
            <ac:spMk id="748" creationId="{AAFFD66C-F9C5-3217-E8F4-71D4B6A5BBA9}"/>
          </ac:spMkLst>
        </pc:spChg>
        <pc:spChg chg="mod">
          <ac:chgData name="考 张" userId="87b8017596393203" providerId="LiveId" clId="{D567281E-BA97-4C7A-9065-2C3BC76975C9}" dt="2024-02-27T17:39:25.427" v="46"/>
          <ac:spMkLst>
            <pc:docMk/>
            <pc:sldMk cId="313985932" sldId="888"/>
            <ac:spMk id="749" creationId="{45A7E1CE-3E7F-F8C7-32D8-772A808758D5}"/>
          </ac:spMkLst>
        </pc:spChg>
        <pc:spChg chg="mod">
          <ac:chgData name="考 张" userId="87b8017596393203" providerId="LiveId" clId="{D567281E-BA97-4C7A-9065-2C3BC76975C9}" dt="2024-02-27T17:39:25.427" v="46"/>
          <ac:spMkLst>
            <pc:docMk/>
            <pc:sldMk cId="313985932" sldId="888"/>
            <ac:spMk id="750" creationId="{299C1966-EBA4-A5E2-FE24-7FD663D877B7}"/>
          </ac:spMkLst>
        </pc:spChg>
        <pc:spChg chg="mod">
          <ac:chgData name="考 张" userId="87b8017596393203" providerId="LiveId" clId="{D567281E-BA97-4C7A-9065-2C3BC76975C9}" dt="2024-02-27T17:39:25.427" v="46"/>
          <ac:spMkLst>
            <pc:docMk/>
            <pc:sldMk cId="313985932" sldId="888"/>
            <ac:spMk id="751" creationId="{BC32C9CD-DAE4-21EF-0117-A163B689A93A}"/>
          </ac:spMkLst>
        </pc:spChg>
        <pc:spChg chg="mod">
          <ac:chgData name="考 张" userId="87b8017596393203" providerId="LiveId" clId="{D567281E-BA97-4C7A-9065-2C3BC76975C9}" dt="2024-02-27T17:39:25.427" v="46"/>
          <ac:spMkLst>
            <pc:docMk/>
            <pc:sldMk cId="313985932" sldId="888"/>
            <ac:spMk id="752" creationId="{32272231-FDE9-02C0-3270-5717F1306EE6}"/>
          </ac:spMkLst>
        </pc:spChg>
        <pc:spChg chg="mod">
          <ac:chgData name="考 张" userId="87b8017596393203" providerId="LiveId" clId="{D567281E-BA97-4C7A-9065-2C3BC76975C9}" dt="2024-02-27T17:39:25.427" v="46"/>
          <ac:spMkLst>
            <pc:docMk/>
            <pc:sldMk cId="313985932" sldId="888"/>
            <ac:spMk id="753" creationId="{9F3AD6CE-2B30-30F8-15F7-AC7FFB220628}"/>
          </ac:spMkLst>
        </pc:spChg>
        <pc:spChg chg="mod">
          <ac:chgData name="考 张" userId="87b8017596393203" providerId="LiveId" clId="{D567281E-BA97-4C7A-9065-2C3BC76975C9}" dt="2024-02-27T17:39:25.427" v="46"/>
          <ac:spMkLst>
            <pc:docMk/>
            <pc:sldMk cId="313985932" sldId="888"/>
            <ac:spMk id="754" creationId="{4DE8A6D1-11E2-4D93-ECA4-7C3896AE88FD}"/>
          </ac:spMkLst>
        </pc:spChg>
        <pc:spChg chg="mod">
          <ac:chgData name="考 张" userId="87b8017596393203" providerId="LiveId" clId="{D567281E-BA97-4C7A-9065-2C3BC76975C9}" dt="2024-02-27T17:39:25.427" v="46"/>
          <ac:spMkLst>
            <pc:docMk/>
            <pc:sldMk cId="313985932" sldId="888"/>
            <ac:spMk id="755" creationId="{90D3A52F-06F6-7F31-DA11-38518E28D06F}"/>
          </ac:spMkLst>
        </pc:spChg>
        <pc:spChg chg="mod">
          <ac:chgData name="考 张" userId="87b8017596393203" providerId="LiveId" clId="{D567281E-BA97-4C7A-9065-2C3BC76975C9}" dt="2024-02-27T17:39:25.427" v="46"/>
          <ac:spMkLst>
            <pc:docMk/>
            <pc:sldMk cId="313985932" sldId="888"/>
            <ac:spMk id="756" creationId="{65AC1D46-FE36-80D9-357B-2A77353D6B80}"/>
          </ac:spMkLst>
        </pc:spChg>
        <pc:spChg chg="mod">
          <ac:chgData name="考 张" userId="87b8017596393203" providerId="LiveId" clId="{D567281E-BA97-4C7A-9065-2C3BC76975C9}" dt="2024-02-27T17:39:25.427" v="46"/>
          <ac:spMkLst>
            <pc:docMk/>
            <pc:sldMk cId="313985932" sldId="888"/>
            <ac:spMk id="757" creationId="{C6771E26-D13C-C514-F99C-771DE63E40AC}"/>
          </ac:spMkLst>
        </pc:spChg>
        <pc:spChg chg="mod">
          <ac:chgData name="考 张" userId="87b8017596393203" providerId="LiveId" clId="{D567281E-BA97-4C7A-9065-2C3BC76975C9}" dt="2024-02-27T17:39:25.427" v="46"/>
          <ac:spMkLst>
            <pc:docMk/>
            <pc:sldMk cId="313985932" sldId="888"/>
            <ac:spMk id="758" creationId="{59BC938A-0DCD-6343-4738-2E98A8A4B056}"/>
          </ac:spMkLst>
        </pc:spChg>
        <pc:spChg chg="mod">
          <ac:chgData name="考 张" userId="87b8017596393203" providerId="LiveId" clId="{D567281E-BA97-4C7A-9065-2C3BC76975C9}" dt="2024-02-27T17:39:25.427" v="46"/>
          <ac:spMkLst>
            <pc:docMk/>
            <pc:sldMk cId="313985932" sldId="888"/>
            <ac:spMk id="759" creationId="{DD26C760-AF81-4649-9465-1976C844537E}"/>
          </ac:spMkLst>
        </pc:spChg>
        <pc:spChg chg="mod">
          <ac:chgData name="考 张" userId="87b8017596393203" providerId="LiveId" clId="{D567281E-BA97-4C7A-9065-2C3BC76975C9}" dt="2024-02-27T17:39:25.427" v="46"/>
          <ac:spMkLst>
            <pc:docMk/>
            <pc:sldMk cId="313985932" sldId="888"/>
            <ac:spMk id="760" creationId="{C39FFCA1-E100-B75F-E056-34CF63FF94E6}"/>
          </ac:spMkLst>
        </pc:spChg>
        <pc:spChg chg="mod">
          <ac:chgData name="考 张" userId="87b8017596393203" providerId="LiveId" clId="{D567281E-BA97-4C7A-9065-2C3BC76975C9}" dt="2024-02-27T17:39:25.427" v="46"/>
          <ac:spMkLst>
            <pc:docMk/>
            <pc:sldMk cId="313985932" sldId="888"/>
            <ac:spMk id="761" creationId="{6F931D9D-8E98-8F68-4845-66FC3AD868EB}"/>
          </ac:spMkLst>
        </pc:spChg>
        <pc:spChg chg="mod">
          <ac:chgData name="考 张" userId="87b8017596393203" providerId="LiveId" clId="{D567281E-BA97-4C7A-9065-2C3BC76975C9}" dt="2024-02-27T17:39:25.427" v="46"/>
          <ac:spMkLst>
            <pc:docMk/>
            <pc:sldMk cId="313985932" sldId="888"/>
            <ac:spMk id="762" creationId="{A2CD76B2-6172-1F7C-A280-59310B761751}"/>
          </ac:spMkLst>
        </pc:spChg>
        <pc:spChg chg="mod">
          <ac:chgData name="考 张" userId="87b8017596393203" providerId="LiveId" clId="{D567281E-BA97-4C7A-9065-2C3BC76975C9}" dt="2024-02-27T17:39:25.427" v="46"/>
          <ac:spMkLst>
            <pc:docMk/>
            <pc:sldMk cId="313985932" sldId="888"/>
            <ac:spMk id="763" creationId="{9D68AD5D-268F-74AC-CB91-5D75A971428D}"/>
          </ac:spMkLst>
        </pc:spChg>
        <pc:spChg chg="mod">
          <ac:chgData name="考 张" userId="87b8017596393203" providerId="LiveId" clId="{D567281E-BA97-4C7A-9065-2C3BC76975C9}" dt="2024-02-27T17:39:25.427" v="46"/>
          <ac:spMkLst>
            <pc:docMk/>
            <pc:sldMk cId="313985932" sldId="888"/>
            <ac:spMk id="764" creationId="{E2B60155-FF37-29C5-C349-56BD03E90E74}"/>
          </ac:spMkLst>
        </pc:spChg>
        <pc:spChg chg="mod">
          <ac:chgData name="考 张" userId="87b8017596393203" providerId="LiveId" clId="{D567281E-BA97-4C7A-9065-2C3BC76975C9}" dt="2024-02-27T17:39:25.427" v="46"/>
          <ac:spMkLst>
            <pc:docMk/>
            <pc:sldMk cId="313985932" sldId="888"/>
            <ac:spMk id="765" creationId="{B37B5233-9502-FDD2-427F-6C8210F48991}"/>
          </ac:spMkLst>
        </pc:spChg>
        <pc:spChg chg="mod">
          <ac:chgData name="考 张" userId="87b8017596393203" providerId="LiveId" clId="{D567281E-BA97-4C7A-9065-2C3BC76975C9}" dt="2024-02-27T17:39:25.427" v="46"/>
          <ac:spMkLst>
            <pc:docMk/>
            <pc:sldMk cId="313985932" sldId="888"/>
            <ac:spMk id="766" creationId="{7FE38307-6F39-334B-D425-4DF7746F7911}"/>
          </ac:spMkLst>
        </pc:spChg>
        <pc:spChg chg="mod">
          <ac:chgData name="考 张" userId="87b8017596393203" providerId="LiveId" clId="{D567281E-BA97-4C7A-9065-2C3BC76975C9}" dt="2024-02-27T17:39:25.427" v="46"/>
          <ac:spMkLst>
            <pc:docMk/>
            <pc:sldMk cId="313985932" sldId="888"/>
            <ac:spMk id="767" creationId="{474E1B7F-57FB-D4AF-74B8-44101F309267}"/>
          </ac:spMkLst>
        </pc:spChg>
        <pc:spChg chg="mod">
          <ac:chgData name="考 张" userId="87b8017596393203" providerId="LiveId" clId="{D567281E-BA97-4C7A-9065-2C3BC76975C9}" dt="2024-02-27T17:39:25.427" v="46"/>
          <ac:spMkLst>
            <pc:docMk/>
            <pc:sldMk cId="313985932" sldId="888"/>
            <ac:spMk id="768" creationId="{13CF6C0F-79BF-5CCD-DC57-135CAD3DD8C4}"/>
          </ac:spMkLst>
        </pc:spChg>
        <pc:spChg chg="mod">
          <ac:chgData name="考 张" userId="87b8017596393203" providerId="LiveId" clId="{D567281E-BA97-4C7A-9065-2C3BC76975C9}" dt="2024-02-27T17:39:25.427" v="46"/>
          <ac:spMkLst>
            <pc:docMk/>
            <pc:sldMk cId="313985932" sldId="888"/>
            <ac:spMk id="769" creationId="{58A837DD-6C73-80F2-1EDF-792C77BB9888}"/>
          </ac:spMkLst>
        </pc:spChg>
        <pc:spChg chg="mod">
          <ac:chgData name="考 张" userId="87b8017596393203" providerId="LiveId" clId="{D567281E-BA97-4C7A-9065-2C3BC76975C9}" dt="2024-02-27T17:39:25.427" v="46"/>
          <ac:spMkLst>
            <pc:docMk/>
            <pc:sldMk cId="313985932" sldId="888"/>
            <ac:spMk id="770" creationId="{0F7103D8-4F84-CFA0-C20C-454A34AEA4F4}"/>
          </ac:spMkLst>
        </pc:spChg>
        <pc:spChg chg="mod">
          <ac:chgData name="考 张" userId="87b8017596393203" providerId="LiveId" clId="{D567281E-BA97-4C7A-9065-2C3BC76975C9}" dt="2024-02-27T17:39:25.427" v="46"/>
          <ac:spMkLst>
            <pc:docMk/>
            <pc:sldMk cId="313985932" sldId="888"/>
            <ac:spMk id="771" creationId="{D2B079DC-174B-9C47-E0EB-4150964D35F7}"/>
          </ac:spMkLst>
        </pc:spChg>
        <pc:spChg chg="mod">
          <ac:chgData name="考 张" userId="87b8017596393203" providerId="LiveId" clId="{D567281E-BA97-4C7A-9065-2C3BC76975C9}" dt="2024-02-27T17:39:25.427" v="46"/>
          <ac:spMkLst>
            <pc:docMk/>
            <pc:sldMk cId="313985932" sldId="888"/>
            <ac:spMk id="772" creationId="{500188DD-CE1E-FA43-0420-43AECA9D8289}"/>
          </ac:spMkLst>
        </pc:spChg>
        <pc:spChg chg="mod">
          <ac:chgData name="考 张" userId="87b8017596393203" providerId="LiveId" clId="{D567281E-BA97-4C7A-9065-2C3BC76975C9}" dt="2024-02-27T17:39:25.427" v="46"/>
          <ac:spMkLst>
            <pc:docMk/>
            <pc:sldMk cId="313985932" sldId="888"/>
            <ac:spMk id="773" creationId="{21E347FF-9B9B-154C-4D01-74BCBE0C656D}"/>
          </ac:spMkLst>
        </pc:spChg>
        <pc:spChg chg="mod">
          <ac:chgData name="考 张" userId="87b8017596393203" providerId="LiveId" clId="{D567281E-BA97-4C7A-9065-2C3BC76975C9}" dt="2024-02-27T17:39:25.427" v="46"/>
          <ac:spMkLst>
            <pc:docMk/>
            <pc:sldMk cId="313985932" sldId="888"/>
            <ac:spMk id="774" creationId="{AD218331-B164-30D5-FDE1-9D0A94250F31}"/>
          </ac:spMkLst>
        </pc:spChg>
        <pc:spChg chg="mod">
          <ac:chgData name="考 张" userId="87b8017596393203" providerId="LiveId" clId="{D567281E-BA97-4C7A-9065-2C3BC76975C9}" dt="2024-02-27T17:39:25.427" v="46"/>
          <ac:spMkLst>
            <pc:docMk/>
            <pc:sldMk cId="313985932" sldId="888"/>
            <ac:spMk id="775" creationId="{1F665D94-2243-9CEF-09BB-F5EA6AF35C37}"/>
          </ac:spMkLst>
        </pc:spChg>
        <pc:spChg chg="mod">
          <ac:chgData name="考 张" userId="87b8017596393203" providerId="LiveId" clId="{D567281E-BA97-4C7A-9065-2C3BC76975C9}" dt="2024-02-27T17:39:25.427" v="46"/>
          <ac:spMkLst>
            <pc:docMk/>
            <pc:sldMk cId="313985932" sldId="888"/>
            <ac:spMk id="776" creationId="{2081AD8B-C9ED-7C3A-2BC5-1F9C5CDF1F4E}"/>
          </ac:spMkLst>
        </pc:spChg>
        <pc:spChg chg="mod">
          <ac:chgData name="考 张" userId="87b8017596393203" providerId="LiveId" clId="{D567281E-BA97-4C7A-9065-2C3BC76975C9}" dt="2024-02-27T17:39:25.427" v="46"/>
          <ac:spMkLst>
            <pc:docMk/>
            <pc:sldMk cId="313985932" sldId="888"/>
            <ac:spMk id="777" creationId="{F6B7F468-BDE0-2D38-DEF2-45B42362ADF3}"/>
          </ac:spMkLst>
        </pc:spChg>
        <pc:spChg chg="mod">
          <ac:chgData name="考 张" userId="87b8017596393203" providerId="LiveId" clId="{D567281E-BA97-4C7A-9065-2C3BC76975C9}" dt="2024-02-27T17:39:25.427" v="46"/>
          <ac:spMkLst>
            <pc:docMk/>
            <pc:sldMk cId="313985932" sldId="888"/>
            <ac:spMk id="778" creationId="{D6B1833B-9868-98F7-2076-F3D9E282BF9E}"/>
          </ac:spMkLst>
        </pc:spChg>
        <pc:spChg chg="mod">
          <ac:chgData name="考 张" userId="87b8017596393203" providerId="LiveId" clId="{D567281E-BA97-4C7A-9065-2C3BC76975C9}" dt="2024-02-27T17:39:25.427" v="46"/>
          <ac:spMkLst>
            <pc:docMk/>
            <pc:sldMk cId="313985932" sldId="888"/>
            <ac:spMk id="779" creationId="{7D901E89-D961-E96D-DDE4-FC8A961420AB}"/>
          </ac:spMkLst>
        </pc:spChg>
        <pc:spChg chg="mod">
          <ac:chgData name="考 张" userId="87b8017596393203" providerId="LiveId" clId="{D567281E-BA97-4C7A-9065-2C3BC76975C9}" dt="2024-02-27T17:39:25.427" v="46"/>
          <ac:spMkLst>
            <pc:docMk/>
            <pc:sldMk cId="313985932" sldId="888"/>
            <ac:spMk id="780" creationId="{B2F6A7D9-F3CA-B04E-D9D7-28124A3088F6}"/>
          </ac:spMkLst>
        </pc:spChg>
        <pc:spChg chg="add mod">
          <ac:chgData name="考 张" userId="87b8017596393203" providerId="LiveId" clId="{D567281E-BA97-4C7A-9065-2C3BC76975C9}" dt="2024-02-27T17:39:25.427" v="46"/>
          <ac:spMkLst>
            <pc:docMk/>
            <pc:sldMk cId="313985932" sldId="888"/>
            <ac:spMk id="781" creationId="{0F928F89-0877-08FF-5DA2-1C8894656D13}"/>
          </ac:spMkLst>
        </pc:spChg>
        <pc:spChg chg="mod">
          <ac:chgData name="考 张" userId="87b8017596393203" providerId="LiveId" clId="{D567281E-BA97-4C7A-9065-2C3BC76975C9}" dt="2024-02-27T17:39:25.427" v="46"/>
          <ac:spMkLst>
            <pc:docMk/>
            <pc:sldMk cId="313985932" sldId="888"/>
            <ac:spMk id="784" creationId="{B773AEAF-97CB-C1C1-6EA6-803650599E9B}"/>
          </ac:spMkLst>
        </pc:spChg>
        <pc:spChg chg="mod">
          <ac:chgData name="考 张" userId="87b8017596393203" providerId="LiveId" clId="{D567281E-BA97-4C7A-9065-2C3BC76975C9}" dt="2024-02-27T17:39:25.427" v="46"/>
          <ac:spMkLst>
            <pc:docMk/>
            <pc:sldMk cId="313985932" sldId="888"/>
            <ac:spMk id="785" creationId="{1656CD0A-C998-9F87-2444-CCE954274D0B}"/>
          </ac:spMkLst>
        </pc:spChg>
        <pc:spChg chg="mod">
          <ac:chgData name="考 张" userId="87b8017596393203" providerId="LiveId" clId="{D567281E-BA97-4C7A-9065-2C3BC76975C9}" dt="2024-02-27T17:39:25.427" v="46"/>
          <ac:spMkLst>
            <pc:docMk/>
            <pc:sldMk cId="313985932" sldId="888"/>
            <ac:spMk id="786" creationId="{8DBCEFCB-E514-88AE-4338-0AE679244933}"/>
          </ac:spMkLst>
        </pc:spChg>
        <pc:spChg chg="mod">
          <ac:chgData name="考 张" userId="87b8017596393203" providerId="LiveId" clId="{D567281E-BA97-4C7A-9065-2C3BC76975C9}" dt="2024-02-27T17:39:25.427" v="46"/>
          <ac:spMkLst>
            <pc:docMk/>
            <pc:sldMk cId="313985932" sldId="888"/>
            <ac:spMk id="787" creationId="{6941A8E0-923D-CD32-49D5-4393C7261436}"/>
          </ac:spMkLst>
        </pc:spChg>
        <pc:spChg chg="mod">
          <ac:chgData name="考 张" userId="87b8017596393203" providerId="LiveId" clId="{D567281E-BA97-4C7A-9065-2C3BC76975C9}" dt="2024-02-27T17:39:25.427" v="46"/>
          <ac:spMkLst>
            <pc:docMk/>
            <pc:sldMk cId="313985932" sldId="888"/>
            <ac:spMk id="788" creationId="{8A781255-FA79-9108-8188-EBFD9E36D8A1}"/>
          </ac:spMkLst>
        </pc:spChg>
        <pc:spChg chg="mod">
          <ac:chgData name="考 张" userId="87b8017596393203" providerId="LiveId" clId="{D567281E-BA97-4C7A-9065-2C3BC76975C9}" dt="2024-02-27T17:39:25.427" v="46"/>
          <ac:spMkLst>
            <pc:docMk/>
            <pc:sldMk cId="313985932" sldId="888"/>
            <ac:spMk id="789" creationId="{69986219-79C5-0354-B211-62678D0DDD8E}"/>
          </ac:spMkLst>
        </pc:spChg>
        <pc:spChg chg="mod">
          <ac:chgData name="考 张" userId="87b8017596393203" providerId="LiveId" clId="{D567281E-BA97-4C7A-9065-2C3BC76975C9}" dt="2024-02-27T17:39:25.427" v="46"/>
          <ac:spMkLst>
            <pc:docMk/>
            <pc:sldMk cId="313985932" sldId="888"/>
            <ac:spMk id="790" creationId="{9E5B7617-FFCE-F532-646E-05AF9044CDBB}"/>
          </ac:spMkLst>
        </pc:spChg>
        <pc:spChg chg="mod">
          <ac:chgData name="考 张" userId="87b8017596393203" providerId="LiveId" clId="{D567281E-BA97-4C7A-9065-2C3BC76975C9}" dt="2024-02-27T17:39:25.427" v="46"/>
          <ac:spMkLst>
            <pc:docMk/>
            <pc:sldMk cId="313985932" sldId="888"/>
            <ac:spMk id="791" creationId="{22993E2D-5996-758B-98E1-D4143C0CFA23}"/>
          </ac:spMkLst>
        </pc:spChg>
        <pc:spChg chg="mod">
          <ac:chgData name="考 张" userId="87b8017596393203" providerId="LiveId" clId="{D567281E-BA97-4C7A-9065-2C3BC76975C9}" dt="2024-02-27T17:39:25.427" v="46"/>
          <ac:spMkLst>
            <pc:docMk/>
            <pc:sldMk cId="313985932" sldId="888"/>
            <ac:spMk id="793" creationId="{E2D7DD64-D032-F32D-020F-A04ABEFEC368}"/>
          </ac:spMkLst>
        </pc:spChg>
        <pc:spChg chg="mod">
          <ac:chgData name="考 张" userId="87b8017596393203" providerId="LiveId" clId="{D567281E-BA97-4C7A-9065-2C3BC76975C9}" dt="2024-02-27T17:39:25.427" v="46"/>
          <ac:spMkLst>
            <pc:docMk/>
            <pc:sldMk cId="313985932" sldId="888"/>
            <ac:spMk id="794" creationId="{5807351C-C99C-7F82-DAE5-B9D666061FCE}"/>
          </ac:spMkLst>
        </pc:spChg>
        <pc:spChg chg="mod">
          <ac:chgData name="考 张" userId="87b8017596393203" providerId="LiveId" clId="{D567281E-BA97-4C7A-9065-2C3BC76975C9}" dt="2024-02-27T17:39:25.427" v="46"/>
          <ac:spMkLst>
            <pc:docMk/>
            <pc:sldMk cId="313985932" sldId="888"/>
            <ac:spMk id="795" creationId="{5C56595F-B833-5DBA-DA3F-7B3A433B2B83}"/>
          </ac:spMkLst>
        </pc:spChg>
        <pc:spChg chg="mod">
          <ac:chgData name="考 张" userId="87b8017596393203" providerId="LiveId" clId="{D567281E-BA97-4C7A-9065-2C3BC76975C9}" dt="2024-02-27T17:39:25.427" v="46"/>
          <ac:spMkLst>
            <pc:docMk/>
            <pc:sldMk cId="313985932" sldId="888"/>
            <ac:spMk id="796" creationId="{69CB97F0-6DAD-862A-6696-1648BF438D5A}"/>
          </ac:spMkLst>
        </pc:spChg>
        <pc:spChg chg="mod">
          <ac:chgData name="考 张" userId="87b8017596393203" providerId="LiveId" clId="{D567281E-BA97-4C7A-9065-2C3BC76975C9}" dt="2024-02-27T17:39:25.427" v="46"/>
          <ac:spMkLst>
            <pc:docMk/>
            <pc:sldMk cId="313985932" sldId="888"/>
            <ac:spMk id="797" creationId="{D000E98F-2ADB-D43E-6CFC-668BDBEB67F3}"/>
          </ac:spMkLst>
        </pc:spChg>
        <pc:spChg chg="mod">
          <ac:chgData name="考 张" userId="87b8017596393203" providerId="LiveId" clId="{D567281E-BA97-4C7A-9065-2C3BC76975C9}" dt="2024-02-27T17:39:25.427" v="46"/>
          <ac:spMkLst>
            <pc:docMk/>
            <pc:sldMk cId="313985932" sldId="888"/>
            <ac:spMk id="798" creationId="{9EA8D4D7-84BD-8908-D8AD-B7C61EA8D2EC}"/>
          </ac:spMkLst>
        </pc:spChg>
        <pc:spChg chg="mod">
          <ac:chgData name="考 张" userId="87b8017596393203" providerId="LiveId" clId="{D567281E-BA97-4C7A-9065-2C3BC76975C9}" dt="2024-02-27T17:39:25.427" v="46"/>
          <ac:spMkLst>
            <pc:docMk/>
            <pc:sldMk cId="313985932" sldId="888"/>
            <ac:spMk id="799" creationId="{491C9823-71DA-707B-E3BF-6E96814736A9}"/>
          </ac:spMkLst>
        </pc:spChg>
        <pc:spChg chg="mod">
          <ac:chgData name="考 张" userId="87b8017596393203" providerId="LiveId" clId="{D567281E-BA97-4C7A-9065-2C3BC76975C9}" dt="2024-02-27T17:39:25.427" v="46"/>
          <ac:spMkLst>
            <pc:docMk/>
            <pc:sldMk cId="313985932" sldId="888"/>
            <ac:spMk id="800" creationId="{D377F73E-D033-EEEB-4D37-0EE54B8E4170}"/>
          </ac:spMkLst>
        </pc:spChg>
        <pc:spChg chg="mod">
          <ac:chgData name="考 张" userId="87b8017596393203" providerId="LiveId" clId="{D567281E-BA97-4C7A-9065-2C3BC76975C9}" dt="2024-02-27T17:39:25.427" v="46"/>
          <ac:spMkLst>
            <pc:docMk/>
            <pc:sldMk cId="313985932" sldId="888"/>
            <ac:spMk id="801" creationId="{93EFD122-62C7-A167-9F6D-57BDC804D99D}"/>
          </ac:spMkLst>
        </pc:spChg>
        <pc:spChg chg="mod">
          <ac:chgData name="考 张" userId="87b8017596393203" providerId="LiveId" clId="{D567281E-BA97-4C7A-9065-2C3BC76975C9}" dt="2024-02-27T17:39:25.427" v="46"/>
          <ac:spMkLst>
            <pc:docMk/>
            <pc:sldMk cId="313985932" sldId="888"/>
            <ac:spMk id="802" creationId="{82D22D3A-A88D-F422-C2E1-135A373F41AD}"/>
          </ac:spMkLst>
        </pc:spChg>
        <pc:spChg chg="mod">
          <ac:chgData name="考 张" userId="87b8017596393203" providerId="LiveId" clId="{D567281E-BA97-4C7A-9065-2C3BC76975C9}" dt="2024-02-27T17:39:25.427" v="46"/>
          <ac:spMkLst>
            <pc:docMk/>
            <pc:sldMk cId="313985932" sldId="888"/>
            <ac:spMk id="803" creationId="{7818E992-2C12-B8BD-7358-CD1A8625D089}"/>
          </ac:spMkLst>
        </pc:spChg>
        <pc:spChg chg="mod">
          <ac:chgData name="考 张" userId="87b8017596393203" providerId="LiveId" clId="{D567281E-BA97-4C7A-9065-2C3BC76975C9}" dt="2024-02-27T17:39:25.427" v="46"/>
          <ac:spMkLst>
            <pc:docMk/>
            <pc:sldMk cId="313985932" sldId="888"/>
            <ac:spMk id="804" creationId="{8642D941-FFA6-8179-8F2D-130E83251094}"/>
          </ac:spMkLst>
        </pc:spChg>
        <pc:spChg chg="mod">
          <ac:chgData name="考 张" userId="87b8017596393203" providerId="LiveId" clId="{D567281E-BA97-4C7A-9065-2C3BC76975C9}" dt="2024-02-27T17:39:25.427" v="46"/>
          <ac:spMkLst>
            <pc:docMk/>
            <pc:sldMk cId="313985932" sldId="888"/>
            <ac:spMk id="805" creationId="{D28ED7FB-BE22-8C13-86F6-7650DA9BE6BF}"/>
          </ac:spMkLst>
        </pc:spChg>
        <pc:spChg chg="mod">
          <ac:chgData name="考 张" userId="87b8017596393203" providerId="LiveId" clId="{D567281E-BA97-4C7A-9065-2C3BC76975C9}" dt="2024-02-27T17:39:25.427" v="46"/>
          <ac:spMkLst>
            <pc:docMk/>
            <pc:sldMk cId="313985932" sldId="888"/>
            <ac:spMk id="806" creationId="{6CB227DD-2E40-CA3B-BA5E-7E484A5F80E5}"/>
          </ac:spMkLst>
        </pc:spChg>
        <pc:spChg chg="mod">
          <ac:chgData name="考 张" userId="87b8017596393203" providerId="LiveId" clId="{D567281E-BA97-4C7A-9065-2C3BC76975C9}" dt="2024-02-27T17:39:25.427" v="46"/>
          <ac:spMkLst>
            <pc:docMk/>
            <pc:sldMk cId="313985932" sldId="888"/>
            <ac:spMk id="807" creationId="{18E49248-D2DE-90DA-2E48-BE730BDEAA3E}"/>
          </ac:spMkLst>
        </pc:spChg>
        <pc:spChg chg="mod">
          <ac:chgData name="考 张" userId="87b8017596393203" providerId="LiveId" clId="{D567281E-BA97-4C7A-9065-2C3BC76975C9}" dt="2024-02-27T17:39:25.427" v="46"/>
          <ac:spMkLst>
            <pc:docMk/>
            <pc:sldMk cId="313985932" sldId="888"/>
            <ac:spMk id="808" creationId="{010CC952-95BC-5CBC-9FD6-58E36695A1A4}"/>
          </ac:spMkLst>
        </pc:spChg>
        <pc:spChg chg="mod">
          <ac:chgData name="考 张" userId="87b8017596393203" providerId="LiveId" clId="{D567281E-BA97-4C7A-9065-2C3BC76975C9}" dt="2024-02-27T17:39:25.427" v="46"/>
          <ac:spMkLst>
            <pc:docMk/>
            <pc:sldMk cId="313985932" sldId="888"/>
            <ac:spMk id="809" creationId="{E6DA663A-2BE7-66F2-32C1-2044EB31EF41}"/>
          </ac:spMkLst>
        </pc:spChg>
        <pc:spChg chg="mod">
          <ac:chgData name="考 张" userId="87b8017596393203" providerId="LiveId" clId="{D567281E-BA97-4C7A-9065-2C3BC76975C9}" dt="2024-02-27T17:39:25.427" v="46"/>
          <ac:spMkLst>
            <pc:docMk/>
            <pc:sldMk cId="313985932" sldId="888"/>
            <ac:spMk id="810" creationId="{B8DD6CDC-6F59-21BF-BF55-B409825CC6CB}"/>
          </ac:spMkLst>
        </pc:spChg>
        <pc:spChg chg="mod">
          <ac:chgData name="考 张" userId="87b8017596393203" providerId="LiveId" clId="{D567281E-BA97-4C7A-9065-2C3BC76975C9}" dt="2024-02-27T17:39:25.427" v="46"/>
          <ac:spMkLst>
            <pc:docMk/>
            <pc:sldMk cId="313985932" sldId="888"/>
            <ac:spMk id="811" creationId="{0AC01A91-8A1C-A1B4-9C2C-1496CCC59F0B}"/>
          </ac:spMkLst>
        </pc:spChg>
        <pc:spChg chg="mod">
          <ac:chgData name="考 张" userId="87b8017596393203" providerId="LiveId" clId="{D567281E-BA97-4C7A-9065-2C3BC76975C9}" dt="2024-02-27T17:39:25.427" v="46"/>
          <ac:spMkLst>
            <pc:docMk/>
            <pc:sldMk cId="313985932" sldId="888"/>
            <ac:spMk id="812" creationId="{56F10715-7CF8-813A-9A42-28E6271C1A46}"/>
          </ac:spMkLst>
        </pc:spChg>
        <pc:spChg chg="mod">
          <ac:chgData name="考 张" userId="87b8017596393203" providerId="LiveId" clId="{D567281E-BA97-4C7A-9065-2C3BC76975C9}" dt="2024-02-27T17:39:25.427" v="46"/>
          <ac:spMkLst>
            <pc:docMk/>
            <pc:sldMk cId="313985932" sldId="888"/>
            <ac:spMk id="813" creationId="{EE3DAD12-1213-963B-36F5-024B4CEEE8C7}"/>
          </ac:spMkLst>
        </pc:spChg>
        <pc:spChg chg="mod">
          <ac:chgData name="考 张" userId="87b8017596393203" providerId="LiveId" clId="{D567281E-BA97-4C7A-9065-2C3BC76975C9}" dt="2024-02-27T17:39:25.427" v="46"/>
          <ac:spMkLst>
            <pc:docMk/>
            <pc:sldMk cId="313985932" sldId="888"/>
            <ac:spMk id="814" creationId="{CBAA12E4-69A4-B255-3D32-D7349785F487}"/>
          </ac:spMkLst>
        </pc:spChg>
        <pc:spChg chg="mod">
          <ac:chgData name="考 张" userId="87b8017596393203" providerId="LiveId" clId="{D567281E-BA97-4C7A-9065-2C3BC76975C9}" dt="2024-02-27T17:39:25.427" v="46"/>
          <ac:spMkLst>
            <pc:docMk/>
            <pc:sldMk cId="313985932" sldId="888"/>
            <ac:spMk id="815" creationId="{9A0B7DE9-6EBF-451A-CD28-C904B04C9909}"/>
          </ac:spMkLst>
        </pc:spChg>
        <pc:spChg chg="mod">
          <ac:chgData name="考 张" userId="87b8017596393203" providerId="LiveId" clId="{D567281E-BA97-4C7A-9065-2C3BC76975C9}" dt="2024-02-27T17:39:25.427" v="46"/>
          <ac:spMkLst>
            <pc:docMk/>
            <pc:sldMk cId="313985932" sldId="888"/>
            <ac:spMk id="816" creationId="{CCAABB50-F334-3559-AE9C-D97914A3426A}"/>
          </ac:spMkLst>
        </pc:spChg>
        <pc:spChg chg="mod">
          <ac:chgData name="考 张" userId="87b8017596393203" providerId="LiveId" clId="{D567281E-BA97-4C7A-9065-2C3BC76975C9}" dt="2024-02-27T17:39:25.427" v="46"/>
          <ac:spMkLst>
            <pc:docMk/>
            <pc:sldMk cId="313985932" sldId="888"/>
            <ac:spMk id="817" creationId="{23118B56-824A-63E0-1BA4-6F7B0B9BE8A0}"/>
          </ac:spMkLst>
        </pc:spChg>
        <pc:spChg chg="mod">
          <ac:chgData name="考 张" userId="87b8017596393203" providerId="LiveId" clId="{D567281E-BA97-4C7A-9065-2C3BC76975C9}" dt="2024-02-27T17:39:25.427" v="46"/>
          <ac:spMkLst>
            <pc:docMk/>
            <pc:sldMk cId="313985932" sldId="888"/>
            <ac:spMk id="818" creationId="{81659416-72E1-958F-903D-73F7CF0F0E4D}"/>
          </ac:spMkLst>
        </pc:spChg>
        <pc:spChg chg="mod">
          <ac:chgData name="考 张" userId="87b8017596393203" providerId="LiveId" clId="{D567281E-BA97-4C7A-9065-2C3BC76975C9}" dt="2024-02-27T17:39:25.427" v="46"/>
          <ac:spMkLst>
            <pc:docMk/>
            <pc:sldMk cId="313985932" sldId="888"/>
            <ac:spMk id="819" creationId="{D9009501-5823-1DA3-64D3-5D494549BE1E}"/>
          </ac:spMkLst>
        </pc:spChg>
        <pc:spChg chg="mod">
          <ac:chgData name="考 张" userId="87b8017596393203" providerId="LiveId" clId="{D567281E-BA97-4C7A-9065-2C3BC76975C9}" dt="2024-02-27T17:39:25.427" v="46"/>
          <ac:spMkLst>
            <pc:docMk/>
            <pc:sldMk cId="313985932" sldId="888"/>
            <ac:spMk id="820" creationId="{AEC9101C-0A1A-A869-6F53-7AE35154D759}"/>
          </ac:spMkLst>
        </pc:spChg>
        <pc:spChg chg="mod">
          <ac:chgData name="考 张" userId="87b8017596393203" providerId="LiveId" clId="{D567281E-BA97-4C7A-9065-2C3BC76975C9}" dt="2024-02-27T17:39:25.427" v="46"/>
          <ac:spMkLst>
            <pc:docMk/>
            <pc:sldMk cId="313985932" sldId="888"/>
            <ac:spMk id="821" creationId="{84F0B714-110C-6B4B-4410-BD87D9F2C96A}"/>
          </ac:spMkLst>
        </pc:spChg>
        <pc:spChg chg="mod">
          <ac:chgData name="考 张" userId="87b8017596393203" providerId="LiveId" clId="{D567281E-BA97-4C7A-9065-2C3BC76975C9}" dt="2024-02-27T17:39:25.427" v="46"/>
          <ac:spMkLst>
            <pc:docMk/>
            <pc:sldMk cId="313985932" sldId="888"/>
            <ac:spMk id="822" creationId="{55563C1A-13A8-D2B6-BB9D-7F313F776764}"/>
          </ac:spMkLst>
        </pc:spChg>
        <pc:spChg chg="mod">
          <ac:chgData name="考 张" userId="87b8017596393203" providerId="LiveId" clId="{D567281E-BA97-4C7A-9065-2C3BC76975C9}" dt="2024-02-27T17:39:25.427" v="46"/>
          <ac:spMkLst>
            <pc:docMk/>
            <pc:sldMk cId="313985932" sldId="888"/>
            <ac:spMk id="823" creationId="{1137C261-2981-3975-FE2F-8ACE8F736E63}"/>
          </ac:spMkLst>
        </pc:spChg>
        <pc:spChg chg="mod">
          <ac:chgData name="考 张" userId="87b8017596393203" providerId="LiveId" clId="{D567281E-BA97-4C7A-9065-2C3BC76975C9}" dt="2024-02-27T17:39:25.427" v="46"/>
          <ac:spMkLst>
            <pc:docMk/>
            <pc:sldMk cId="313985932" sldId="888"/>
            <ac:spMk id="824" creationId="{474AA712-44B5-CEDE-7F72-B64D651C43B9}"/>
          </ac:spMkLst>
        </pc:spChg>
        <pc:spChg chg="mod">
          <ac:chgData name="考 张" userId="87b8017596393203" providerId="LiveId" clId="{D567281E-BA97-4C7A-9065-2C3BC76975C9}" dt="2024-02-27T17:39:25.427" v="46"/>
          <ac:spMkLst>
            <pc:docMk/>
            <pc:sldMk cId="313985932" sldId="888"/>
            <ac:spMk id="825" creationId="{8857E842-8285-D848-DC30-9C5D76D41756}"/>
          </ac:spMkLst>
        </pc:spChg>
        <pc:spChg chg="mod">
          <ac:chgData name="考 张" userId="87b8017596393203" providerId="LiveId" clId="{D567281E-BA97-4C7A-9065-2C3BC76975C9}" dt="2024-02-27T17:39:25.427" v="46"/>
          <ac:spMkLst>
            <pc:docMk/>
            <pc:sldMk cId="313985932" sldId="888"/>
            <ac:spMk id="826" creationId="{441D79B1-3D5E-E171-BBB4-704B8FFF22C8}"/>
          </ac:spMkLst>
        </pc:spChg>
        <pc:spChg chg="mod">
          <ac:chgData name="考 张" userId="87b8017596393203" providerId="LiveId" clId="{D567281E-BA97-4C7A-9065-2C3BC76975C9}" dt="2024-02-27T17:39:25.427" v="46"/>
          <ac:spMkLst>
            <pc:docMk/>
            <pc:sldMk cId="313985932" sldId="888"/>
            <ac:spMk id="827" creationId="{81A026A3-739A-BB1B-823C-A4EFDA919065}"/>
          </ac:spMkLst>
        </pc:spChg>
        <pc:spChg chg="mod">
          <ac:chgData name="考 张" userId="87b8017596393203" providerId="LiveId" clId="{D567281E-BA97-4C7A-9065-2C3BC76975C9}" dt="2024-02-27T17:39:25.427" v="46"/>
          <ac:spMkLst>
            <pc:docMk/>
            <pc:sldMk cId="313985932" sldId="888"/>
            <ac:spMk id="828" creationId="{D415CEEA-10E6-2928-BD46-13DDEE94AD7C}"/>
          </ac:spMkLst>
        </pc:spChg>
        <pc:spChg chg="mod">
          <ac:chgData name="考 张" userId="87b8017596393203" providerId="LiveId" clId="{D567281E-BA97-4C7A-9065-2C3BC76975C9}" dt="2024-02-27T17:39:25.427" v="46"/>
          <ac:spMkLst>
            <pc:docMk/>
            <pc:sldMk cId="313985932" sldId="888"/>
            <ac:spMk id="829" creationId="{22E90D94-7510-7E45-68C4-86CDF71D4369}"/>
          </ac:spMkLst>
        </pc:spChg>
        <pc:spChg chg="mod">
          <ac:chgData name="考 张" userId="87b8017596393203" providerId="LiveId" clId="{D567281E-BA97-4C7A-9065-2C3BC76975C9}" dt="2024-02-27T17:39:25.427" v="46"/>
          <ac:spMkLst>
            <pc:docMk/>
            <pc:sldMk cId="313985932" sldId="888"/>
            <ac:spMk id="830" creationId="{8075EF85-21FC-7F45-CFD2-F442512826B9}"/>
          </ac:spMkLst>
        </pc:spChg>
        <pc:spChg chg="mod">
          <ac:chgData name="考 张" userId="87b8017596393203" providerId="LiveId" clId="{D567281E-BA97-4C7A-9065-2C3BC76975C9}" dt="2024-02-27T17:39:25.427" v="46"/>
          <ac:spMkLst>
            <pc:docMk/>
            <pc:sldMk cId="313985932" sldId="888"/>
            <ac:spMk id="831" creationId="{75E87401-BBDC-0573-4C15-FF0C6F75A35E}"/>
          </ac:spMkLst>
        </pc:spChg>
        <pc:spChg chg="mod">
          <ac:chgData name="考 张" userId="87b8017596393203" providerId="LiveId" clId="{D567281E-BA97-4C7A-9065-2C3BC76975C9}" dt="2024-02-27T17:39:25.427" v="46"/>
          <ac:spMkLst>
            <pc:docMk/>
            <pc:sldMk cId="313985932" sldId="888"/>
            <ac:spMk id="832" creationId="{86ECDA48-E0DD-2224-DB3C-9B67FBA6FC71}"/>
          </ac:spMkLst>
        </pc:spChg>
        <pc:spChg chg="mod">
          <ac:chgData name="考 张" userId="87b8017596393203" providerId="LiveId" clId="{D567281E-BA97-4C7A-9065-2C3BC76975C9}" dt="2024-02-27T17:39:25.427" v="46"/>
          <ac:spMkLst>
            <pc:docMk/>
            <pc:sldMk cId="313985932" sldId="888"/>
            <ac:spMk id="833" creationId="{C875791B-17CE-81CC-1D0F-2E7FF62A5675}"/>
          </ac:spMkLst>
        </pc:spChg>
        <pc:spChg chg="mod">
          <ac:chgData name="考 张" userId="87b8017596393203" providerId="LiveId" clId="{D567281E-BA97-4C7A-9065-2C3BC76975C9}" dt="2024-02-27T17:39:25.427" v="46"/>
          <ac:spMkLst>
            <pc:docMk/>
            <pc:sldMk cId="313985932" sldId="888"/>
            <ac:spMk id="834" creationId="{1231F11A-A03B-68C5-775C-0955F6C008F9}"/>
          </ac:spMkLst>
        </pc:spChg>
        <pc:spChg chg="mod">
          <ac:chgData name="考 张" userId="87b8017596393203" providerId="LiveId" clId="{D567281E-BA97-4C7A-9065-2C3BC76975C9}" dt="2024-02-27T17:39:25.427" v="46"/>
          <ac:spMkLst>
            <pc:docMk/>
            <pc:sldMk cId="313985932" sldId="888"/>
            <ac:spMk id="835" creationId="{E8E74152-119E-8FAD-410E-EF00F7F77051}"/>
          </ac:spMkLst>
        </pc:spChg>
        <pc:spChg chg="mod">
          <ac:chgData name="考 张" userId="87b8017596393203" providerId="LiveId" clId="{D567281E-BA97-4C7A-9065-2C3BC76975C9}" dt="2024-02-27T17:39:25.427" v="46"/>
          <ac:spMkLst>
            <pc:docMk/>
            <pc:sldMk cId="313985932" sldId="888"/>
            <ac:spMk id="836" creationId="{A65D8F83-E78D-262B-4A57-D5B0DBCDAF08}"/>
          </ac:spMkLst>
        </pc:spChg>
        <pc:spChg chg="mod">
          <ac:chgData name="考 张" userId="87b8017596393203" providerId="LiveId" clId="{D567281E-BA97-4C7A-9065-2C3BC76975C9}" dt="2024-02-27T17:39:25.427" v="46"/>
          <ac:spMkLst>
            <pc:docMk/>
            <pc:sldMk cId="313985932" sldId="888"/>
            <ac:spMk id="837" creationId="{F10B33FE-09DF-381F-3218-5996017F474D}"/>
          </ac:spMkLst>
        </pc:spChg>
        <pc:spChg chg="mod">
          <ac:chgData name="考 张" userId="87b8017596393203" providerId="LiveId" clId="{D567281E-BA97-4C7A-9065-2C3BC76975C9}" dt="2024-02-27T17:39:25.427" v="46"/>
          <ac:spMkLst>
            <pc:docMk/>
            <pc:sldMk cId="313985932" sldId="888"/>
            <ac:spMk id="838" creationId="{D04D630C-5261-E600-C4CB-D2A03E817C17}"/>
          </ac:spMkLst>
        </pc:spChg>
        <pc:spChg chg="mod">
          <ac:chgData name="考 张" userId="87b8017596393203" providerId="LiveId" clId="{D567281E-BA97-4C7A-9065-2C3BC76975C9}" dt="2024-02-27T17:39:25.427" v="46"/>
          <ac:spMkLst>
            <pc:docMk/>
            <pc:sldMk cId="313985932" sldId="888"/>
            <ac:spMk id="839" creationId="{849D1BE8-938C-0091-5AE0-364B055F3D0B}"/>
          </ac:spMkLst>
        </pc:spChg>
        <pc:spChg chg="mod">
          <ac:chgData name="考 张" userId="87b8017596393203" providerId="LiveId" clId="{D567281E-BA97-4C7A-9065-2C3BC76975C9}" dt="2024-02-27T17:39:25.427" v="46"/>
          <ac:spMkLst>
            <pc:docMk/>
            <pc:sldMk cId="313985932" sldId="888"/>
            <ac:spMk id="840" creationId="{0C337D85-A084-1776-7651-2C1446D5B488}"/>
          </ac:spMkLst>
        </pc:spChg>
        <pc:spChg chg="mod">
          <ac:chgData name="考 张" userId="87b8017596393203" providerId="LiveId" clId="{D567281E-BA97-4C7A-9065-2C3BC76975C9}" dt="2024-02-27T17:39:25.427" v="46"/>
          <ac:spMkLst>
            <pc:docMk/>
            <pc:sldMk cId="313985932" sldId="888"/>
            <ac:spMk id="841" creationId="{9FBF19B2-19B6-8F26-3C8A-239DCFE1A2A1}"/>
          </ac:spMkLst>
        </pc:spChg>
        <pc:spChg chg="mod">
          <ac:chgData name="考 张" userId="87b8017596393203" providerId="LiveId" clId="{D567281E-BA97-4C7A-9065-2C3BC76975C9}" dt="2024-02-27T17:39:25.427" v="46"/>
          <ac:spMkLst>
            <pc:docMk/>
            <pc:sldMk cId="313985932" sldId="888"/>
            <ac:spMk id="842" creationId="{576C6E79-EBC4-8FE0-DAF4-4651088BDAF3}"/>
          </ac:spMkLst>
        </pc:spChg>
        <pc:spChg chg="mod">
          <ac:chgData name="考 张" userId="87b8017596393203" providerId="LiveId" clId="{D567281E-BA97-4C7A-9065-2C3BC76975C9}" dt="2024-02-27T17:39:25.427" v="46"/>
          <ac:spMkLst>
            <pc:docMk/>
            <pc:sldMk cId="313985932" sldId="888"/>
            <ac:spMk id="843" creationId="{EDCCBCEA-2CB8-2624-BE79-1CB8CAC32518}"/>
          </ac:spMkLst>
        </pc:spChg>
        <pc:spChg chg="mod">
          <ac:chgData name="考 张" userId="87b8017596393203" providerId="LiveId" clId="{D567281E-BA97-4C7A-9065-2C3BC76975C9}" dt="2024-02-27T17:39:25.427" v="46"/>
          <ac:spMkLst>
            <pc:docMk/>
            <pc:sldMk cId="313985932" sldId="888"/>
            <ac:spMk id="844" creationId="{30CAA8E6-1BCB-0EF8-F05E-7C8F01583A0E}"/>
          </ac:spMkLst>
        </pc:spChg>
        <pc:spChg chg="mod">
          <ac:chgData name="考 张" userId="87b8017596393203" providerId="LiveId" clId="{D567281E-BA97-4C7A-9065-2C3BC76975C9}" dt="2024-02-27T17:39:25.427" v="46"/>
          <ac:spMkLst>
            <pc:docMk/>
            <pc:sldMk cId="313985932" sldId="888"/>
            <ac:spMk id="845" creationId="{E7CF1816-EFB0-5FA5-153F-E22DC5899604}"/>
          </ac:spMkLst>
        </pc:spChg>
        <pc:spChg chg="mod">
          <ac:chgData name="考 张" userId="87b8017596393203" providerId="LiveId" clId="{D567281E-BA97-4C7A-9065-2C3BC76975C9}" dt="2024-02-27T17:39:25.427" v="46"/>
          <ac:spMkLst>
            <pc:docMk/>
            <pc:sldMk cId="313985932" sldId="888"/>
            <ac:spMk id="846" creationId="{630141D1-37EB-9755-513B-F48ABB8BDBF8}"/>
          </ac:spMkLst>
        </pc:spChg>
        <pc:spChg chg="mod">
          <ac:chgData name="考 张" userId="87b8017596393203" providerId="LiveId" clId="{D567281E-BA97-4C7A-9065-2C3BC76975C9}" dt="2024-02-27T17:39:25.427" v="46"/>
          <ac:spMkLst>
            <pc:docMk/>
            <pc:sldMk cId="313985932" sldId="888"/>
            <ac:spMk id="847" creationId="{9FF0227B-5816-1185-00F1-7FE49B45431B}"/>
          </ac:spMkLst>
        </pc:spChg>
        <pc:spChg chg="mod">
          <ac:chgData name="考 张" userId="87b8017596393203" providerId="LiveId" clId="{D567281E-BA97-4C7A-9065-2C3BC76975C9}" dt="2024-02-27T17:39:25.427" v="46"/>
          <ac:spMkLst>
            <pc:docMk/>
            <pc:sldMk cId="313985932" sldId="888"/>
            <ac:spMk id="848" creationId="{29D83852-F39A-5262-E2E5-DABD22838BC7}"/>
          </ac:spMkLst>
        </pc:spChg>
        <pc:spChg chg="mod">
          <ac:chgData name="考 张" userId="87b8017596393203" providerId="LiveId" clId="{D567281E-BA97-4C7A-9065-2C3BC76975C9}" dt="2024-02-27T17:39:25.427" v="46"/>
          <ac:spMkLst>
            <pc:docMk/>
            <pc:sldMk cId="313985932" sldId="888"/>
            <ac:spMk id="849" creationId="{EF990C9B-ED33-C369-2D37-BF2C07CEFEE5}"/>
          </ac:spMkLst>
        </pc:spChg>
        <pc:spChg chg="mod">
          <ac:chgData name="考 张" userId="87b8017596393203" providerId="LiveId" clId="{D567281E-BA97-4C7A-9065-2C3BC76975C9}" dt="2024-02-27T17:39:25.427" v="46"/>
          <ac:spMkLst>
            <pc:docMk/>
            <pc:sldMk cId="313985932" sldId="888"/>
            <ac:spMk id="850" creationId="{5F50DF0C-47CA-AA64-307D-B34E0E86AB09}"/>
          </ac:spMkLst>
        </pc:spChg>
        <pc:spChg chg="mod">
          <ac:chgData name="考 张" userId="87b8017596393203" providerId="LiveId" clId="{D567281E-BA97-4C7A-9065-2C3BC76975C9}" dt="2024-02-27T17:39:25.427" v="46"/>
          <ac:spMkLst>
            <pc:docMk/>
            <pc:sldMk cId="313985932" sldId="888"/>
            <ac:spMk id="851" creationId="{0D6AA8EC-36FA-7E22-8BCB-C65645343625}"/>
          </ac:spMkLst>
        </pc:spChg>
        <pc:spChg chg="mod">
          <ac:chgData name="考 张" userId="87b8017596393203" providerId="LiveId" clId="{D567281E-BA97-4C7A-9065-2C3BC76975C9}" dt="2024-02-27T17:39:25.427" v="46"/>
          <ac:spMkLst>
            <pc:docMk/>
            <pc:sldMk cId="313985932" sldId="888"/>
            <ac:spMk id="852" creationId="{82E6BDCD-5102-570D-6979-E648641EE1BC}"/>
          </ac:spMkLst>
        </pc:spChg>
        <pc:spChg chg="mod">
          <ac:chgData name="考 张" userId="87b8017596393203" providerId="LiveId" clId="{D567281E-BA97-4C7A-9065-2C3BC76975C9}" dt="2024-02-27T17:39:25.427" v="46"/>
          <ac:spMkLst>
            <pc:docMk/>
            <pc:sldMk cId="313985932" sldId="888"/>
            <ac:spMk id="853" creationId="{1F991D5D-E279-7F16-2F27-B6DFAE359EDB}"/>
          </ac:spMkLst>
        </pc:spChg>
        <pc:spChg chg="mod">
          <ac:chgData name="考 张" userId="87b8017596393203" providerId="LiveId" clId="{D567281E-BA97-4C7A-9065-2C3BC76975C9}" dt="2024-02-27T17:39:25.427" v="46"/>
          <ac:spMkLst>
            <pc:docMk/>
            <pc:sldMk cId="313985932" sldId="888"/>
            <ac:spMk id="854" creationId="{D022723E-32AF-14CA-8ACB-B957F91AA46D}"/>
          </ac:spMkLst>
        </pc:spChg>
        <pc:spChg chg="mod">
          <ac:chgData name="考 张" userId="87b8017596393203" providerId="LiveId" clId="{D567281E-BA97-4C7A-9065-2C3BC76975C9}" dt="2024-02-27T17:39:25.427" v="46"/>
          <ac:spMkLst>
            <pc:docMk/>
            <pc:sldMk cId="313985932" sldId="888"/>
            <ac:spMk id="855" creationId="{7EF88368-E32E-B995-AF0A-D902427CCE0A}"/>
          </ac:spMkLst>
        </pc:spChg>
        <pc:spChg chg="mod">
          <ac:chgData name="考 张" userId="87b8017596393203" providerId="LiveId" clId="{D567281E-BA97-4C7A-9065-2C3BC76975C9}" dt="2024-02-27T17:39:25.427" v="46"/>
          <ac:spMkLst>
            <pc:docMk/>
            <pc:sldMk cId="313985932" sldId="888"/>
            <ac:spMk id="856" creationId="{5F972BB7-4B19-F40E-AA3B-44B7CB11826F}"/>
          </ac:spMkLst>
        </pc:spChg>
        <pc:spChg chg="mod">
          <ac:chgData name="考 张" userId="87b8017596393203" providerId="LiveId" clId="{D567281E-BA97-4C7A-9065-2C3BC76975C9}" dt="2024-02-27T17:39:25.427" v="46"/>
          <ac:spMkLst>
            <pc:docMk/>
            <pc:sldMk cId="313985932" sldId="888"/>
            <ac:spMk id="857" creationId="{460F9053-F408-DE1E-D5D8-02B29E86B7CF}"/>
          </ac:spMkLst>
        </pc:spChg>
        <pc:spChg chg="mod">
          <ac:chgData name="考 张" userId="87b8017596393203" providerId="LiveId" clId="{D567281E-BA97-4C7A-9065-2C3BC76975C9}" dt="2024-02-27T17:39:25.427" v="46"/>
          <ac:spMkLst>
            <pc:docMk/>
            <pc:sldMk cId="313985932" sldId="888"/>
            <ac:spMk id="858" creationId="{2518FEAC-B685-88EF-68E3-9179383AFD8A}"/>
          </ac:spMkLst>
        </pc:spChg>
        <pc:spChg chg="mod">
          <ac:chgData name="考 张" userId="87b8017596393203" providerId="LiveId" clId="{D567281E-BA97-4C7A-9065-2C3BC76975C9}" dt="2024-02-27T17:39:25.427" v="46"/>
          <ac:spMkLst>
            <pc:docMk/>
            <pc:sldMk cId="313985932" sldId="888"/>
            <ac:spMk id="859" creationId="{77A97A88-5DEC-F4D5-2B8B-FCA87AAD8B61}"/>
          </ac:spMkLst>
        </pc:spChg>
        <pc:spChg chg="mod">
          <ac:chgData name="考 张" userId="87b8017596393203" providerId="LiveId" clId="{D567281E-BA97-4C7A-9065-2C3BC76975C9}" dt="2024-02-27T17:39:25.427" v="46"/>
          <ac:spMkLst>
            <pc:docMk/>
            <pc:sldMk cId="313985932" sldId="888"/>
            <ac:spMk id="860" creationId="{B8B155CF-583B-6596-8188-696B942ADB51}"/>
          </ac:spMkLst>
        </pc:spChg>
        <pc:spChg chg="mod">
          <ac:chgData name="考 张" userId="87b8017596393203" providerId="LiveId" clId="{D567281E-BA97-4C7A-9065-2C3BC76975C9}" dt="2024-02-27T17:39:25.427" v="46"/>
          <ac:spMkLst>
            <pc:docMk/>
            <pc:sldMk cId="313985932" sldId="888"/>
            <ac:spMk id="861" creationId="{217E9B14-659C-7169-F001-2B1744A22343}"/>
          </ac:spMkLst>
        </pc:spChg>
        <pc:spChg chg="mod">
          <ac:chgData name="考 张" userId="87b8017596393203" providerId="LiveId" clId="{D567281E-BA97-4C7A-9065-2C3BC76975C9}" dt="2024-02-27T17:39:25.427" v="46"/>
          <ac:spMkLst>
            <pc:docMk/>
            <pc:sldMk cId="313985932" sldId="888"/>
            <ac:spMk id="862" creationId="{5B1312B1-AE65-9F77-7192-A3ED485F454B}"/>
          </ac:spMkLst>
        </pc:spChg>
        <pc:spChg chg="mod">
          <ac:chgData name="考 张" userId="87b8017596393203" providerId="LiveId" clId="{D567281E-BA97-4C7A-9065-2C3BC76975C9}" dt="2024-02-27T17:39:25.427" v="46"/>
          <ac:spMkLst>
            <pc:docMk/>
            <pc:sldMk cId="313985932" sldId="888"/>
            <ac:spMk id="863" creationId="{7EE41EE9-E11C-CEBA-1F5A-7D8D0EA68786}"/>
          </ac:spMkLst>
        </pc:spChg>
        <pc:spChg chg="mod">
          <ac:chgData name="考 张" userId="87b8017596393203" providerId="LiveId" clId="{D567281E-BA97-4C7A-9065-2C3BC76975C9}" dt="2024-02-27T17:39:25.427" v="46"/>
          <ac:spMkLst>
            <pc:docMk/>
            <pc:sldMk cId="313985932" sldId="888"/>
            <ac:spMk id="864" creationId="{6A8010F2-E74D-7CD3-4ADB-9B99B2405CE7}"/>
          </ac:spMkLst>
        </pc:spChg>
        <pc:spChg chg="mod">
          <ac:chgData name="考 张" userId="87b8017596393203" providerId="LiveId" clId="{D567281E-BA97-4C7A-9065-2C3BC76975C9}" dt="2024-02-27T17:39:25.427" v="46"/>
          <ac:spMkLst>
            <pc:docMk/>
            <pc:sldMk cId="313985932" sldId="888"/>
            <ac:spMk id="865" creationId="{4BC544F3-3062-AD80-B3A4-00765BED0335}"/>
          </ac:spMkLst>
        </pc:spChg>
        <pc:spChg chg="mod">
          <ac:chgData name="考 张" userId="87b8017596393203" providerId="LiveId" clId="{D567281E-BA97-4C7A-9065-2C3BC76975C9}" dt="2024-02-27T17:39:25.427" v="46"/>
          <ac:spMkLst>
            <pc:docMk/>
            <pc:sldMk cId="313985932" sldId="888"/>
            <ac:spMk id="866" creationId="{58359FD5-F281-27E9-4E69-C2E80078151D}"/>
          </ac:spMkLst>
        </pc:spChg>
        <pc:spChg chg="mod">
          <ac:chgData name="考 张" userId="87b8017596393203" providerId="LiveId" clId="{D567281E-BA97-4C7A-9065-2C3BC76975C9}" dt="2024-02-27T17:39:25.427" v="46"/>
          <ac:spMkLst>
            <pc:docMk/>
            <pc:sldMk cId="313985932" sldId="888"/>
            <ac:spMk id="867" creationId="{592C9149-478F-1858-3ED7-661BDFF7A38E}"/>
          </ac:spMkLst>
        </pc:spChg>
        <pc:spChg chg="mod">
          <ac:chgData name="考 张" userId="87b8017596393203" providerId="LiveId" clId="{D567281E-BA97-4C7A-9065-2C3BC76975C9}" dt="2024-02-27T17:39:25.427" v="46"/>
          <ac:spMkLst>
            <pc:docMk/>
            <pc:sldMk cId="313985932" sldId="888"/>
            <ac:spMk id="868" creationId="{B0693871-36C6-3905-D014-9A9B9FE6FDFE}"/>
          </ac:spMkLst>
        </pc:spChg>
        <pc:spChg chg="mod">
          <ac:chgData name="考 张" userId="87b8017596393203" providerId="LiveId" clId="{D567281E-BA97-4C7A-9065-2C3BC76975C9}" dt="2024-02-27T17:39:25.427" v="46"/>
          <ac:spMkLst>
            <pc:docMk/>
            <pc:sldMk cId="313985932" sldId="888"/>
            <ac:spMk id="869" creationId="{BA8E3846-40BF-F18C-FEB1-781548BC7B56}"/>
          </ac:spMkLst>
        </pc:spChg>
        <pc:spChg chg="mod">
          <ac:chgData name="考 张" userId="87b8017596393203" providerId="LiveId" clId="{D567281E-BA97-4C7A-9065-2C3BC76975C9}" dt="2024-02-27T17:39:25.427" v="46"/>
          <ac:spMkLst>
            <pc:docMk/>
            <pc:sldMk cId="313985932" sldId="888"/>
            <ac:spMk id="870" creationId="{F4F7E2E5-967A-0A20-C091-8839C995DF4B}"/>
          </ac:spMkLst>
        </pc:spChg>
        <pc:spChg chg="mod">
          <ac:chgData name="考 张" userId="87b8017596393203" providerId="LiveId" clId="{D567281E-BA97-4C7A-9065-2C3BC76975C9}" dt="2024-02-27T17:39:25.427" v="46"/>
          <ac:spMkLst>
            <pc:docMk/>
            <pc:sldMk cId="313985932" sldId="888"/>
            <ac:spMk id="871" creationId="{09063069-CC2D-65D5-DF81-28F2CAD9A059}"/>
          </ac:spMkLst>
        </pc:spChg>
        <pc:spChg chg="mod">
          <ac:chgData name="考 张" userId="87b8017596393203" providerId="LiveId" clId="{D567281E-BA97-4C7A-9065-2C3BC76975C9}" dt="2024-02-27T17:39:25.427" v="46"/>
          <ac:spMkLst>
            <pc:docMk/>
            <pc:sldMk cId="313985932" sldId="888"/>
            <ac:spMk id="872" creationId="{BE2595DE-9EA8-7658-9BA3-3AE939E239C8}"/>
          </ac:spMkLst>
        </pc:spChg>
        <pc:spChg chg="mod">
          <ac:chgData name="考 张" userId="87b8017596393203" providerId="LiveId" clId="{D567281E-BA97-4C7A-9065-2C3BC76975C9}" dt="2024-02-27T17:39:25.427" v="46"/>
          <ac:spMkLst>
            <pc:docMk/>
            <pc:sldMk cId="313985932" sldId="888"/>
            <ac:spMk id="873" creationId="{FAC7831E-25ED-0298-658E-CF92DCDC3A45}"/>
          </ac:spMkLst>
        </pc:spChg>
        <pc:spChg chg="mod">
          <ac:chgData name="考 张" userId="87b8017596393203" providerId="LiveId" clId="{D567281E-BA97-4C7A-9065-2C3BC76975C9}" dt="2024-02-27T17:39:25.427" v="46"/>
          <ac:spMkLst>
            <pc:docMk/>
            <pc:sldMk cId="313985932" sldId="888"/>
            <ac:spMk id="874" creationId="{ABC63A58-E999-03C7-143C-571EB8297F31}"/>
          </ac:spMkLst>
        </pc:spChg>
        <pc:spChg chg="mod">
          <ac:chgData name="考 张" userId="87b8017596393203" providerId="LiveId" clId="{D567281E-BA97-4C7A-9065-2C3BC76975C9}" dt="2024-02-27T17:39:25.427" v="46"/>
          <ac:spMkLst>
            <pc:docMk/>
            <pc:sldMk cId="313985932" sldId="888"/>
            <ac:spMk id="875" creationId="{E59205C6-8FDA-1F2E-E82F-79AA6CC40674}"/>
          </ac:spMkLst>
        </pc:spChg>
        <pc:spChg chg="mod">
          <ac:chgData name="考 张" userId="87b8017596393203" providerId="LiveId" clId="{D567281E-BA97-4C7A-9065-2C3BC76975C9}" dt="2024-02-27T17:39:25.427" v="46"/>
          <ac:spMkLst>
            <pc:docMk/>
            <pc:sldMk cId="313985932" sldId="888"/>
            <ac:spMk id="876" creationId="{96CA17C9-C3E5-AD53-92A9-3D209472ED13}"/>
          </ac:spMkLst>
        </pc:spChg>
        <pc:spChg chg="mod">
          <ac:chgData name="考 张" userId="87b8017596393203" providerId="LiveId" clId="{D567281E-BA97-4C7A-9065-2C3BC76975C9}" dt="2024-02-27T17:39:25.427" v="46"/>
          <ac:spMkLst>
            <pc:docMk/>
            <pc:sldMk cId="313985932" sldId="888"/>
            <ac:spMk id="877" creationId="{2DF3A0B9-DB4C-1C1A-0802-574C10E12547}"/>
          </ac:spMkLst>
        </pc:spChg>
        <pc:spChg chg="mod">
          <ac:chgData name="考 张" userId="87b8017596393203" providerId="LiveId" clId="{D567281E-BA97-4C7A-9065-2C3BC76975C9}" dt="2024-02-27T17:39:25.427" v="46"/>
          <ac:spMkLst>
            <pc:docMk/>
            <pc:sldMk cId="313985932" sldId="888"/>
            <ac:spMk id="878" creationId="{2D038D94-F6DC-98B9-6D0D-B1A22BAD9564}"/>
          </ac:spMkLst>
        </pc:spChg>
        <pc:spChg chg="mod">
          <ac:chgData name="考 张" userId="87b8017596393203" providerId="LiveId" clId="{D567281E-BA97-4C7A-9065-2C3BC76975C9}" dt="2024-02-27T17:39:25.427" v="46"/>
          <ac:spMkLst>
            <pc:docMk/>
            <pc:sldMk cId="313985932" sldId="888"/>
            <ac:spMk id="879" creationId="{E1F3FAC4-8FD1-227A-AC5F-CE2A5637D191}"/>
          </ac:spMkLst>
        </pc:spChg>
        <pc:spChg chg="mod">
          <ac:chgData name="考 张" userId="87b8017596393203" providerId="LiveId" clId="{D567281E-BA97-4C7A-9065-2C3BC76975C9}" dt="2024-02-27T17:39:25.427" v="46"/>
          <ac:spMkLst>
            <pc:docMk/>
            <pc:sldMk cId="313985932" sldId="888"/>
            <ac:spMk id="880" creationId="{F01FB10B-AC59-BF58-477D-9F0F21905486}"/>
          </ac:spMkLst>
        </pc:spChg>
        <pc:spChg chg="mod">
          <ac:chgData name="考 张" userId="87b8017596393203" providerId="LiveId" clId="{D567281E-BA97-4C7A-9065-2C3BC76975C9}" dt="2024-02-27T17:39:25.427" v="46"/>
          <ac:spMkLst>
            <pc:docMk/>
            <pc:sldMk cId="313985932" sldId="888"/>
            <ac:spMk id="881" creationId="{244D435B-3EEE-90AE-32EB-C06F75C09040}"/>
          </ac:spMkLst>
        </pc:spChg>
        <pc:spChg chg="mod">
          <ac:chgData name="考 张" userId="87b8017596393203" providerId="LiveId" clId="{D567281E-BA97-4C7A-9065-2C3BC76975C9}" dt="2024-02-27T17:39:25.427" v="46"/>
          <ac:spMkLst>
            <pc:docMk/>
            <pc:sldMk cId="313985932" sldId="888"/>
            <ac:spMk id="882" creationId="{2DE9A938-A769-1AA4-6606-D07EB599C995}"/>
          </ac:spMkLst>
        </pc:spChg>
        <pc:spChg chg="mod">
          <ac:chgData name="考 张" userId="87b8017596393203" providerId="LiveId" clId="{D567281E-BA97-4C7A-9065-2C3BC76975C9}" dt="2024-02-27T17:39:25.427" v="46"/>
          <ac:spMkLst>
            <pc:docMk/>
            <pc:sldMk cId="313985932" sldId="888"/>
            <ac:spMk id="883" creationId="{3F0A2744-3A19-0B1D-0503-BBCB27159E23}"/>
          </ac:spMkLst>
        </pc:spChg>
        <pc:spChg chg="mod">
          <ac:chgData name="考 张" userId="87b8017596393203" providerId="LiveId" clId="{D567281E-BA97-4C7A-9065-2C3BC76975C9}" dt="2024-02-27T17:39:25.427" v="46"/>
          <ac:spMkLst>
            <pc:docMk/>
            <pc:sldMk cId="313985932" sldId="888"/>
            <ac:spMk id="884" creationId="{32544F7D-6934-386E-E15E-8EAEC0115E9D}"/>
          </ac:spMkLst>
        </pc:spChg>
        <pc:spChg chg="mod">
          <ac:chgData name="考 张" userId="87b8017596393203" providerId="LiveId" clId="{D567281E-BA97-4C7A-9065-2C3BC76975C9}" dt="2024-02-27T17:39:25.427" v="46"/>
          <ac:spMkLst>
            <pc:docMk/>
            <pc:sldMk cId="313985932" sldId="888"/>
            <ac:spMk id="885" creationId="{B4C1A785-D693-008C-1641-0EABE9010716}"/>
          </ac:spMkLst>
        </pc:spChg>
        <pc:spChg chg="mod">
          <ac:chgData name="考 张" userId="87b8017596393203" providerId="LiveId" clId="{D567281E-BA97-4C7A-9065-2C3BC76975C9}" dt="2024-02-27T17:39:25.427" v="46"/>
          <ac:spMkLst>
            <pc:docMk/>
            <pc:sldMk cId="313985932" sldId="888"/>
            <ac:spMk id="886" creationId="{C497F3B0-BDD6-70EC-2651-E51CC2816681}"/>
          </ac:spMkLst>
        </pc:spChg>
        <pc:spChg chg="mod">
          <ac:chgData name="考 张" userId="87b8017596393203" providerId="LiveId" clId="{D567281E-BA97-4C7A-9065-2C3BC76975C9}" dt="2024-02-27T17:39:25.427" v="46"/>
          <ac:spMkLst>
            <pc:docMk/>
            <pc:sldMk cId="313985932" sldId="888"/>
            <ac:spMk id="887" creationId="{A5EF1E8E-7B6D-C07A-45BD-7CAF3B3B8D0C}"/>
          </ac:spMkLst>
        </pc:spChg>
        <pc:spChg chg="mod">
          <ac:chgData name="考 张" userId="87b8017596393203" providerId="LiveId" clId="{D567281E-BA97-4C7A-9065-2C3BC76975C9}" dt="2024-02-27T17:39:25.427" v="46"/>
          <ac:spMkLst>
            <pc:docMk/>
            <pc:sldMk cId="313985932" sldId="888"/>
            <ac:spMk id="888" creationId="{CE67663F-A821-69BE-BAA1-A3CB93D49619}"/>
          </ac:spMkLst>
        </pc:spChg>
        <pc:spChg chg="mod">
          <ac:chgData name="考 张" userId="87b8017596393203" providerId="LiveId" clId="{D567281E-BA97-4C7A-9065-2C3BC76975C9}" dt="2024-02-27T17:39:25.427" v="46"/>
          <ac:spMkLst>
            <pc:docMk/>
            <pc:sldMk cId="313985932" sldId="888"/>
            <ac:spMk id="889" creationId="{E68BD5A2-A8D3-920C-79DA-97EDEAAA9FEA}"/>
          </ac:spMkLst>
        </pc:spChg>
        <pc:spChg chg="mod">
          <ac:chgData name="考 张" userId="87b8017596393203" providerId="LiveId" clId="{D567281E-BA97-4C7A-9065-2C3BC76975C9}" dt="2024-02-27T17:39:25.427" v="46"/>
          <ac:spMkLst>
            <pc:docMk/>
            <pc:sldMk cId="313985932" sldId="888"/>
            <ac:spMk id="890" creationId="{C1649B3D-F1C1-DBBF-64C6-3B4E7F965D12}"/>
          </ac:spMkLst>
        </pc:spChg>
        <pc:spChg chg="mod">
          <ac:chgData name="考 张" userId="87b8017596393203" providerId="LiveId" clId="{D567281E-BA97-4C7A-9065-2C3BC76975C9}" dt="2024-02-27T17:39:25.427" v="46"/>
          <ac:spMkLst>
            <pc:docMk/>
            <pc:sldMk cId="313985932" sldId="888"/>
            <ac:spMk id="891" creationId="{2A897C71-F65E-61A8-B71E-2D5B31BB34DC}"/>
          </ac:spMkLst>
        </pc:spChg>
        <pc:spChg chg="mod">
          <ac:chgData name="考 张" userId="87b8017596393203" providerId="LiveId" clId="{D567281E-BA97-4C7A-9065-2C3BC76975C9}" dt="2024-02-27T17:39:25.427" v="46"/>
          <ac:spMkLst>
            <pc:docMk/>
            <pc:sldMk cId="313985932" sldId="888"/>
            <ac:spMk id="892" creationId="{B2A2E623-E719-C467-71E8-7BD6DBB57763}"/>
          </ac:spMkLst>
        </pc:spChg>
        <pc:spChg chg="mod">
          <ac:chgData name="考 张" userId="87b8017596393203" providerId="LiveId" clId="{D567281E-BA97-4C7A-9065-2C3BC76975C9}" dt="2024-02-27T17:39:25.427" v="46"/>
          <ac:spMkLst>
            <pc:docMk/>
            <pc:sldMk cId="313985932" sldId="888"/>
            <ac:spMk id="893" creationId="{910AA2B1-E66B-42A0-7F28-6B42B55FC429}"/>
          </ac:spMkLst>
        </pc:spChg>
        <pc:spChg chg="mod">
          <ac:chgData name="考 张" userId="87b8017596393203" providerId="LiveId" clId="{D567281E-BA97-4C7A-9065-2C3BC76975C9}" dt="2024-02-27T17:39:25.427" v="46"/>
          <ac:spMkLst>
            <pc:docMk/>
            <pc:sldMk cId="313985932" sldId="888"/>
            <ac:spMk id="894" creationId="{80599E95-38A5-CA0E-088F-BABB1F0EE481}"/>
          </ac:spMkLst>
        </pc:spChg>
        <pc:spChg chg="mod">
          <ac:chgData name="考 张" userId="87b8017596393203" providerId="LiveId" clId="{D567281E-BA97-4C7A-9065-2C3BC76975C9}" dt="2024-02-27T17:39:25.427" v="46"/>
          <ac:spMkLst>
            <pc:docMk/>
            <pc:sldMk cId="313985932" sldId="888"/>
            <ac:spMk id="895" creationId="{E096E2A2-46FB-208A-7E4E-8A535D8C6937}"/>
          </ac:spMkLst>
        </pc:spChg>
        <pc:spChg chg="mod">
          <ac:chgData name="考 张" userId="87b8017596393203" providerId="LiveId" clId="{D567281E-BA97-4C7A-9065-2C3BC76975C9}" dt="2024-02-27T17:39:25.427" v="46"/>
          <ac:spMkLst>
            <pc:docMk/>
            <pc:sldMk cId="313985932" sldId="888"/>
            <ac:spMk id="896" creationId="{F359F3D1-124F-F634-A294-14D2B02BE0F4}"/>
          </ac:spMkLst>
        </pc:spChg>
        <pc:spChg chg="mod">
          <ac:chgData name="考 张" userId="87b8017596393203" providerId="LiveId" clId="{D567281E-BA97-4C7A-9065-2C3BC76975C9}" dt="2024-02-27T17:39:25.427" v="46"/>
          <ac:spMkLst>
            <pc:docMk/>
            <pc:sldMk cId="313985932" sldId="888"/>
            <ac:spMk id="897" creationId="{6D69F8FA-8105-A331-9560-61B244898E7F}"/>
          </ac:spMkLst>
        </pc:spChg>
        <pc:spChg chg="mod">
          <ac:chgData name="考 张" userId="87b8017596393203" providerId="LiveId" clId="{D567281E-BA97-4C7A-9065-2C3BC76975C9}" dt="2024-02-27T17:39:25.427" v="46"/>
          <ac:spMkLst>
            <pc:docMk/>
            <pc:sldMk cId="313985932" sldId="888"/>
            <ac:spMk id="898" creationId="{E5BD5787-7D0D-6BC8-FFEF-C74C0D96C532}"/>
          </ac:spMkLst>
        </pc:spChg>
        <pc:spChg chg="mod">
          <ac:chgData name="考 张" userId="87b8017596393203" providerId="LiveId" clId="{D567281E-BA97-4C7A-9065-2C3BC76975C9}" dt="2024-02-27T17:39:25.427" v="46"/>
          <ac:spMkLst>
            <pc:docMk/>
            <pc:sldMk cId="313985932" sldId="888"/>
            <ac:spMk id="899" creationId="{1DB9F011-C1F9-64AA-8863-6B85B5C7378E}"/>
          </ac:spMkLst>
        </pc:spChg>
        <pc:spChg chg="mod">
          <ac:chgData name="考 张" userId="87b8017596393203" providerId="LiveId" clId="{D567281E-BA97-4C7A-9065-2C3BC76975C9}" dt="2024-02-27T17:39:25.427" v="46"/>
          <ac:spMkLst>
            <pc:docMk/>
            <pc:sldMk cId="313985932" sldId="888"/>
            <ac:spMk id="900" creationId="{B58089C6-9E12-1748-853C-9482A20E7AE2}"/>
          </ac:spMkLst>
        </pc:spChg>
        <pc:spChg chg="mod">
          <ac:chgData name="考 张" userId="87b8017596393203" providerId="LiveId" clId="{D567281E-BA97-4C7A-9065-2C3BC76975C9}" dt="2024-02-27T17:39:25.427" v="46"/>
          <ac:spMkLst>
            <pc:docMk/>
            <pc:sldMk cId="313985932" sldId="888"/>
            <ac:spMk id="901" creationId="{EA4B3E80-1DF8-F180-0626-E9C22067133E}"/>
          </ac:spMkLst>
        </pc:spChg>
        <pc:spChg chg="mod">
          <ac:chgData name="考 张" userId="87b8017596393203" providerId="LiveId" clId="{D567281E-BA97-4C7A-9065-2C3BC76975C9}" dt="2024-02-27T17:39:25.427" v="46"/>
          <ac:spMkLst>
            <pc:docMk/>
            <pc:sldMk cId="313985932" sldId="888"/>
            <ac:spMk id="902" creationId="{9FA8849E-458C-B209-B276-D1268278C589}"/>
          </ac:spMkLst>
        </pc:spChg>
        <pc:spChg chg="mod">
          <ac:chgData name="考 张" userId="87b8017596393203" providerId="LiveId" clId="{D567281E-BA97-4C7A-9065-2C3BC76975C9}" dt="2024-02-27T17:39:25.427" v="46"/>
          <ac:spMkLst>
            <pc:docMk/>
            <pc:sldMk cId="313985932" sldId="888"/>
            <ac:spMk id="903" creationId="{77E7EE79-50FD-64B2-FD21-DF542C3DF8A7}"/>
          </ac:spMkLst>
        </pc:spChg>
        <pc:spChg chg="mod">
          <ac:chgData name="考 张" userId="87b8017596393203" providerId="LiveId" clId="{D567281E-BA97-4C7A-9065-2C3BC76975C9}" dt="2024-02-27T17:39:25.427" v="46"/>
          <ac:spMkLst>
            <pc:docMk/>
            <pc:sldMk cId="313985932" sldId="888"/>
            <ac:spMk id="904" creationId="{FF12A093-BC92-37FC-1A53-C124F6F76EBD}"/>
          </ac:spMkLst>
        </pc:spChg>
        <pc:spChg chg="mod">
          <ac:chgData name="考 张" userId="87b8017596393203" providerId="LiveId" clId="{D567281E-BA97-4C7A-9065-2C3BC76975C9}" dt="2024-02-27T17:39:25.427" v="46"/>
          <ac:spMkLst>
            <pc:docMk/>
            <pc:sldMk cId="313985932" sldId="888"/>
            <ac:spMk id="905" creationId="{24528C3B-7F7A-F152-ED02-EC20EDE20D0F}"/>
          </ac:spMkLst>
        </pc:spChg>
        <pc:spChg chg="mod">
          <ac:chgData name="考 张" userId="87b8017596393203" providerId="LiveId" clId="{D567281E-BA97-4C7A-9065-2C3BC76975C9}" dt="2024-02-27T17:39:25.427" v="46"/>
          <ac:spMkLst>
            <pc:docMk/>
            <pc:sldMk cId="313985932" sldId="888"/>
            <ac:spMk id="906" creationId="{6E1E47DB-FF9D-0B77-E1B2-37E21B6380B6}"/>
          </ac:spMkLst>
        </pc:spChg>
        <pc:spChg chg="mod">
          <ac:chgData name="考 张" userId="87b8017596393203" providerId="LiveId" clId="{D567281E-BA97-4C7A-9065-2C3BC76975C9}" dt="2024-02-27T17:39:25.427" v="46"/>
          <ac:spMkLst>
            <pc:docMk/>
            <pc:sldMk cId="313985932" sldId="888"/>
            <ac:spMk id="907" creationId="{62A2B86F-CF6B-A0C5-0C1C-195D40B3F398}"/>
          </ac:spMkLst>
        </pc:spChg>
        <pc:spChg chg="mod">
          <ac:chgData name="考 张" userId="87b8017596393203" providerId="LiveId" clId="{D567281E-BA97-4C7A-9065-2C3BC76975C9}" dt="2024-02-27T17:39:25.427" v="46"/>
          <ac:spMkLst>
            <pc:docMk/>
            <pc:sldMk cId="313985932" sldId="888"/>
            <ac:spMk id="908" creationId="{352E251A-51C4-DC0C-681F-DCE17164273C}"/>
          </ac:spMkLst>
        </pc:spChg>
        <pc:spChg chg="mod">
          <ac:chgData name="考 张" userId="87b8017596393203" providerId="LiveId" clId="{D567281E-BA97-4C7A-9065-2C3BC76975C9}" dt="2024-02-27T17:39:25.427" v="46"/>
          <ac:spMkLst>
            <pc:docMk/>
            <pc:sldMk cId="313985932" sldId="888"/>
            <ac:spMk id="909" creationId="{0B27B2DC-A054-FBE3-7C9E-4EFCBF5ED52B}"/>
          </ac:spMkLst>
        </pc:spChg>
        <pc:spChg chg="mod">
          <ac:chgData name="考 张" userId="87b8017596393203" providerId="LiveId" clId="{D567281E-BA97-4C7A-9065-2C3BC76975C9}" dt="2024-02-27T17:39:25.427" v="46"/>
          <ac:spMkLst>
            <pc:docMk/>
            <pc:sldMk cId="313985932" sldId="888"/>
            <ac:spMk id="910" creationId="{E5C102B9-D173-B89F-A3AE-4C79B0E99FF9}"/>
          </ac:spMkLst>
        </pc:spChg>
        <pc:spChg chg="mod">
          <ac:chgData name="考 张" userId="87b8017596393203" providerId="LiveId" clId="{D567281E-BA97-4C7A-9065-2C3BC76975C9}" dt="2024-02-27T17:39:25.427" v="46"/>
          <ac:spMkLst>
            <pc:docMk/>
            <pc:sldMk cId="313985932" sldId="888"/>
            <ac:spMk id="911" creationId="{AF54FE29-2FF2-6DAD-298A-9712AFB33D65}"/>
          </ac:spMkLst>
        </pc:spChg>
        <pc:spChg chg="mod">
          <ac:chgData name="考 张" userId="87b8017596393203" providerId="LiveId" clId="{D567281E-BA97-4C7A-9065-2C3BC76975C9}" dt="2024-02-27T17:39:25.427" v="46"/>
          <ac:spMkLst>
            <pc:docMk/>
            <pc:sldMk cId="313985932" sldId="888"/>
            <ac:spMk id="912" creationId="{58065A8F-22F6-9C81-5F0E-590EF07A60A0}"/>
          </ac:spMkLst>
        </pc:spChg>
        <pc:spChg chg="mod">
          <ac:chgData name="考 张" userId="87b8017596393203" providerId="LiveId" clId="{D567281E-BA97-4C7A-9065-2C3BC76975C9}" dt="2024-02-27T17:39:25.427" v="46"/>
          <ac:spMkLst>
            <pc:docMk/>
            <pc:sldMk cId="313985932" sldId="888"/>
            <ac:spMk id="913" creationId="{DBF73B63-84DC-64B1-0A23-985B64F14F48}"/>
          </ac:spMkLst>
        </pc:spChg>
        <pc:spChg chg="mod">
          <ac:chgData name="考 张" userId="87b8017596393203" providerId="LiveId" clId="{D567281E-BA97-4C7A-9065-2C3BC76975C9}" dt="2024-02-27T17:39:25.427" v="46"/>
          <ac:spMkLst>
            <pc:docMk/>
            <pc:sldMk cId="313985932" sldId="888"/>
            <ac:spMk id="914" creationId="{C48AA370-9578-F1CD-7300-DDEAA85844F8}"/>
          </ac:spMkLst>
        </pc:spChg>
        <pc:spChg chg="mod">
          <ac:chgData name="考 张" userId="87b8017596393203" providerId="LiveId" clId="{D567281E-BA97-4C7A-9065-2C3BC76975C9}" dt="2024-02-27T17:39:25.427" v="46"/>
          <ac:spMkLst>
            <pc:docMk/>
            <pc:sldMk cId="313985932" sldId="888"/>
            <ac:spMk id="915" creationId="{66EC6D50-F0BA-6D76-7FA5-5A02DDA420B4}"/>
          </ac:spMkLst>
        </pc:spChg>
        <pc:spChg chg="mod">
          <ac:chgData name="考 张" userId="87b8017596393203" providerId="LiveId" clId="{D567281E-BA97-4C7A-9065-2C3BC76975C9}" dt="2024-02-27T17:39:25.427" v="46"/>
          <ac:spMkLst>
            <pc:docMk/>
            <pc:sldMk cId="313985932" sldId="888"/>
            <ac:spMk id="916" creationId="{AA4B2CB9-C107-DDBB-B6A7-5438BA2025E0}"/>
          </ac:spMkLst>
        </pc:spChg>
        <pc:spChg chg="mod">
          <ac:chgData name="考 张" userId="87b8017596393203" providerId="LiveId" clId="{D567281E-BA97-4C7A-9065-2C3BC76975C9}" dt="2024-02-27T17:39:25.427" v="46"/>
          <ac:spMkLst>
            <pc:docMk/>
            <pc:sldMk cId="313985932" sldId="888"/>
            <ac:spMk id="917" creationId="{633B026B-A36D-4FC5-0A9A-5D517136D2BD}"/>
          </ac:spMkLst>
        </pc:spChg>
        <pc:spChg chg="mod">
          <ac:chgData name="考 张" userId="87b8017596393203" providerId="LiveId" clId="{D567281E-BA97-4C7A-9065-2C3BC76975C9}" dt="2024-02-27T17:39:25.427" v="46"/>
          <ac:spMkLst>
            <pc:docMk/>
            <pc:sldMk cId="313985932" sldId="888"/>
            <ac:spMk id="918" creationId="{5AF17A15-9E1D-5EDF-CAF7-CF9D4C213811}"/>
          </ac:spMkLst>
        </pc:spChg>
        <pc:spChg chg="mod">
          <ac:chgData name="考 张" userId="87b8017596393203" providerId="LiveId" clId="{D567281E-BA97-4C7A-9065-2C3BC76975C9}" dt="2024-02-27T17:39:25.427" v="46"/>
          <ac:spMkLst>
            <pc:docMk/>
            <pc:sldMk cId="313985932" sldId="888"/>
            <ac:spMk id="919" creationId="{4DAE04F1-5656-FBB7-6211-3D74C75B5940}"/>
          </ac:spMkLst>
        </pc:spChg>
        <pc:spChg chg="mod">
          <ac:chgData name="考 张" userId="87b8017596393203" providerId="LiveId" clId="{D567281E-BA97-4C7A-9065-2C3BC76975C9}" dt="2024-02-27T17:39:25.427" v="46"/>
          <ac:spMkLst>
            <pc:docMk/>
            <pc:sldMk cId="313985932" sldId="888"/>
            <ac:spMk id="920" creationId="{2B8937E6-B24B-23D1-A648-39CE93D76EB7}"/>
          </ac:spMkLst>
        </pc:spChg>
        <pc:spChg chg="mod">
          <ac:chgData name="考 张" userId="87b8017596393203" providerId="LiveId" clId="{D567281E-BA97-4C7A-9065-2C3BC76975C9}" dt="2024-02-27T17:39:25.427" v="46"/>
          <ac:spMkLst>
            <pc:docMk/>
            <pc:sldMk cId="313985932" sldId="888"/>
            <ac:spMk id="921" creationId="{EFF871CD-AA21-9A11-22C3-45084BEDAACC}"/>
          </ac:spMkLst>
        </pc:spChg>
        <pc:spChg chg="mod">
          <ac:chgData name="考 张" userId="87b8017596393203" providerId="LiveId" clId="{D567281E-BA97-4C7A-9065-2C3BC76975C9}" dt="2024-02-27T17:39:25.427" v="46"/>
          <ac:spMkLst>
            <pc:docMk/>
            <pc:sldMk cId="313985932" sldId="888"/>
            <ac:spMk id="922" creationId="{1BB9D44E-4F7E-AFE7-7B41-E47909E962E6}"/>
          </ac:spMkLst>
        </pc:spChg>
        <pc:spChg chg="mod">
          <ac:chgData name="考 张" userId="87b8017596393203" providerId="LiveId" clId="{D567281E-BA97-4C7A-9065-2C3BC76975C9}" dt="2024-02-27T17:39:25.427" v="46"/>
          <ac:spMkLst>
            <pc:docMk/>
            <pc:sldMk cId="313985932" sldId="888"/>
            <ac:spMk id="923" creationId="{1C963BBF-792E-DD9A-4A80-D9D9EA0127DF}"/>
          </ac:spMkLst>
        </pc:spChg>
        <pc:spChg chg="mod">
          <ac:chgData name="考 张" userId="87b8017596393203" providerId="LiveId" clId="{D567281E-BA97-4C7A-9065-2C3BC76975C9}" dt="2024-02-27T17:39:25.427" v="46"/>
          <ac:spMkLst>
            <pc:docMk/>
            <pc:sldMk cId="313985932" sldId="888"/>
            <ac:spMk id="924" creationId="{124F4459-7CA6-9643-CC3E-DBCEBDC23177}"/>
          </ac:spMkLst>
        </pc:spChg>
        <pc:spChg chg="mod">
          <ac:chgData name="考 张" userId="87b8017596393203" providerId="LiveId" clId="{D567281E-BA97-4C7A-9065-2C3BC76975C9}" dt="2024-02-27T17:39:25.427" v="46"/>
          <ac:spMkLst>
            <pc:docMk/>
            <pc:sldMk cId="313985932" sldId="888"/>
            <ac:spMk id="925" creationId="{9D7EC660-1EF0-8A8A-881E-1B2E0BAF6C13}"/>
          </ac:spMkLst>
        </pc:spChg>
        <pc:spChg chg="mod">
          <ac:chgData name="考 张" userId="87b8017596393203" providerId="LiveId" clId="{D567281E-BA97-4C7A-9065-2C3BC76975C9}" dt="2024-02-27T17:39:25.427" v="46"/>
          <ac:spMkLst>
            <pc:docMk/>
            <pc:sldMk cId="313985932" sldId="888"/>
            <ac:spMk id="926" creationId="{98A5DAFA-D8C4-F025-6E2B-17E4EA3F351E}"/>
          </ac:spMkLst>
        </pc:spChg>
        <pc:spChg chg="mod">
          <ac:chgData name="考 张" userId="87b8017596393203" providerId="LiveId" clId="{D567281E-BA97-4C7A-9065-2C3BC76975C9}" dt="2024-02-27T17:39:25.427" v="46"/>
          <ac:spMkLst>
            <pc:docMk/>
            <pc:sldMk cId="313985932" sldId="888"/>
            <ac:spMk id="927" creationId="{18B1D136-66A8-CE81-F861-540F632A05FE}"/>
          </ac:spMkLst>
        </pc:spChg>
        <pc:spChg chg="mod">
          <ac:chgData name="考 张" userId="87b8017596393203" providerId="LiveId" clId="{D567281E-BA97-4C7A-9065-2C3BC76975C9}" dt="2024-02-27T17:39:25.427" v="46"/>
          <ac:spMkLst>
            <pc:docMk/>
            <pc:sldMk cId="313985932" sldId="888"/>
            <ac:spMk id="928" creationId="{0163275F-F5A6-3FD3-9527-ECDEE323ACC6}"/>
          </ac:spMkLst>
        </pc:spChg>
        <pc:spChg chg="mod">
          <ac:chgData name="考 张" userId="87b8017596393203" providerId="LiveId" clId="{D567281E-BA97-4C7A-9065-2C3BC76975C9}" dt="2024-02-27T17:39:25.427" v="46"/>
          <ac:spMkLst>
            <pc:docMk/>
            <pc:sldMk cId="313985932" sldId="888"/>
            <ac:spMk id="929" creationId="{DEC95E4C-3DAE-7DB6-41C8-8B87094F339D}"/>
          </ac:spMkLst>
        </pc:spChg>
        <pc:spChg chg="mod">
          <ac:chgData name="考 张" userId="87b8017596393203" providerId="LiveId" clId="{D567281E-BA97-4C7A-9065-2C3BC76975C9}" dt="2024-02-27T17:39:25.427" v="46"/>
          <ac:spMkLst>
            <pc:docMk/>
            <pc:sldMk cId="313985932" sldId="888"/>
            <ac:spMk id="930" creationId="{35528C31-A359-4A2C-0677-4E39222FC463}"/>
          </ac:spMkLst>
        </pc:spChg>
        <pc:spChg chg="mod">
          <ac:chgData name="考 张" userId="87b8017596393203" providerId="LiveId" clId="{D567281E-BA97-4C7A-9065-2C3BC76975C9}" dt="2024-02-27T17:39:25.427" v="46"/>
          <ac:spMkLst>
            <pc:docMk/>
            <pc:sldMk cId="313985932" sldId="888"/>
            <ac:spMk id="931" creationId="{3FADABDC-820D-9E49-FDAB-CFE1C3A61A9E}"/>
          </ac:spMkLst>
        </pc:spChg>
        <pc:spChg chg="mod">
          <ac:chgData name="考 张" userId="87b8017596393203" providerId="LiveId" clId="{D567281E-BA97-4C7A-9065-2C3BC76975C9}" dt="2024-02-27T17:39:25.427" v="46"/>
          <ac:spMkLst>
            <pc:docMk/>
            <pc:sldMk cId="313985932" sldId="888"/>
            <ac:spMk id="932" creationId="{9837B32E-2459-ED39-83BD-D498D113600D}"/>
          </ac:spMkLst>
        </pc:spChg>
        <pc:spChg chg="mod">
          <ac:chgData name="考 张" userId="87b8017596393203" providerId="LiveId" clId="{D567281E-BA97-4C7A-9065-2C3BC76975C9}" dt="2024-02-27T17:39:25.427" v="46"/>
          <ac:spMkLst>
            <pc:docMk/>
            <pc:sldMk cId="313985932" sldId="888"/>
            <ac:spMk id="933" creationId="{F63D8CBF-5E59-538C-0725-AE2436C62C02}"/>
          </ac:spMkLst>
        </pc:spChg>
        <pc:spChg chg="mod">
          <ac:chgData name="考 张" userId="87b8017596393203" providerId="LiveId" clId="{D567281E-BA97-4C7A-9065-2C3BC76975C9}" dt="2024-02-27T17:39:25.427" v="46"/>
          <ac:spMkLst>
            <pc:docMk/>
            <pc:sldMk cId="313985932" sldId="888"/>
            <ac:spMk id="934" creationId="{86C37AA9-6D55-BA86-7A73-AC8867CE4F6F}"/>
          </ac:spMkLst>
        </pc:spChg>
        <pc:spChg chg="mod">
          <ac:chgData name="考 张" userId="87b8017596393203" providerId="LiveId" clId="{D567281E-BA97-4C7A-9065-2C3BC76975C9}" dt="2024-02-27T17:39:25.427" v="46"/>
          <ac:spMkLst>
            <pc:docMk/>
            <pc:sldMk cId="313985932" sldId="888"/>
            <ac:spMk id="935" creationId="{C49EBDD0-B189-040A-DAC0-57E1710FA359}"/>
          </ac:spMkLst>
        </pc:spChg>
        <pc:spChg chg="mod">
          <ac:chgData name="考 张" userId="87b8017596393203" providerId="LiveId" clId="{D567281E-BA97-4C7A-9065-2C3BC76975C9}" dt="2024-02-27T17:39:25.427" v="46"/>
          <ac:spMkLst>
            <pc:docMk/>
            <pc:sldMk cId="313985932" sldId="888"/>
            <ac:spMk id="936" creationId="{AEFCD7A8-4AD2-AD48-752C-494F1A7621FF}"/>
          </ac:spMkLst>
        </pc:spChg>
        <pc:spChg chg="mod">
          <ac:chgData name="考 张" userId="87b8017596393203" providerId="LiveId" clId="{D567281E-BA97-4C7A-9065-2C3BC76975C9}" dt="2024-02-27T17:39:25.427" v="46"/>
          <ac:spMkLst>
            <pc:docMk/>
            <pc:sldMk cId="313985932" sldId="888"/>
            <ac:spMk id="937" creationId="{0E0A5D72-45CA-1931-35B3-0727C3C8149B}"/>
          </ac:spMkLst>
        </pc:spChg>
        <pc:spChg chg="mod">
          <ac:chgData name="考 张" userId="87b8017596393203" providerId="LiveId" clId="{D567281E-BA97-4C7A-9065-2C3BC76975C9}" dt="2024-02-27T17:39:25.427" v="46"/>
          <ac:spMkLst>
            <pc:docMk/>
            <pc:sldMk cId="313985932" sldId="888"/>
            <ac:spMk id="938" creationId="{043309F6-1052-0390-DC4B-05D1D3E51B90}"/>
          </ac:spMkLst>
        </pc:spChg>
        <pc:spChg chg="mod">
          <ac:chgData name="考 张" userId="87b8017596393203" providerId="LiveId" clId="{D567281E-BA97-4C7A-9065-2C3BC76975C9}" dt="2024-02-27T17:39:25.427" v="46"/>
          <ac:spMkLst>
            <pc:docMk/>
            <pc:sldMk cId="313985932" sldId="888"/>
            <ac:spMk id="939" creationId="{C7CF54A6-7C6D-AC6D-14ED-DBF8EFD48CED}"/>
          </ac:spMkLst>
        </pc:spChg>
        <pc:spChg chg="mod">
          <ac:chgData name="考 张" userId="87b8017596393203" providerId="LiveId" clId="{D567281E-BA97-4C7A-9065-2C3BC76975C9}" dt="2024-02-27T17:39:25.427" v="46"/>
          <ac:spMkLst>
            <pc:docMk/>
            <pc:sldMk cId="313985932" sldId="888"/>
            <ac:spMk id="940" creationId="{AD1B9601-7F6A-B18C-1212-C06A7B24B862}"/>
          </ac:spMkLst>
        </pc:spChg>
        <pc:spChg chg="mod">
          <ac:chgData name="考 张" userId="87b8017596393203" providerId="LiveId" clId="{D567281E-BA97-4C7A-9065-2C3BC76975C9}" dt="2024-02-27T17:39:25.427" v="46"/>
          <ac:spMkLst>
            <pc:docMk/>
            <pc:sldMk cId="313985932" sldId="888"/>
            <ac:spMk id="941" creationId="{5C17208D-8755-956D-5E8E-BBEB190A1D41}"/>
          </ac:spMkLst>
        </pc:spChg>
        <pc:spChg chg="mod">
          <ac:chgData name="考 张" userId="87b8017596393203" providerId="LiveId" clId="{D567281E-BA97-4C7A-9065-2C3BC76975C9}" dt="2024-02-27T17:39:25.427" v="46"/>
          <ac:spMkLst>
            <pc:docMk/>
            <pc:sldMk cId="313985932" sldId="888"/>
            <ac:spMk id="942" creationId="{74A07FE1-F170-5578-BB4C-32CBF38BDF4E}"/>
          </ac:spMkLst>
        </pc:spChg>
        <pc:spChg chg="mod">
          <ac:chgData name="考 张" userId="87b8017596393203" providerId="LiveId" clId="{D567281E-BA97-4C7A-9065-2C3BC76975C9}" dt="2024-02-27T17:39:25.427" v="46"/>
          <ac:spMkLst>
            <pc:docMk/>
            <pc:sldMk cId="313985932" sldId="888"/>
            <ac:spMk id="943" creationId="{E42BD626-B006-275F-8419-FDA9D5972F56}"/>
          </ac:spMkLst>
        </pc:spChg>
        <pc:spChg chg="mod">
          <ac:chgData name="考 张" userId="87b8017596393203" providerId="LiveId" clId="{D567281E-BA97-4C7A-9065-2C3BC76975C9}" dt="2024-02-27T17:39:25.427" v="46"/>
          <ac:spMkLst>
            <pc:docMk/>
            <pc:sldMk cId="313985932" sldId="888"/>
            <ac:spMk id="944" creationId="{FB79F0AF-B635-702A-F80E-B06E5153894F}"/>
          </ac:spMkLst>
        </pc:spChg>
        <pc:spChg chg="mod">
          <ac:chgData name="考 张" userId="87b8017596393203" providerId="LiveId" clId="{D567281E-BA97-4C7A-9065-2C3BC76975C9}" dt="2024-02-27T17:39:25.427" v="46"/>
          <ac:spMkLst>
            <pc:docMk/>
            <pc:sldMk cId="313985932" sldId="888"/>
            <ac:spMk id="945" creationId="{937E35DF-0950-96E5-C350-B0EA79CAA1F4}"/>
          </ac:spMkLst>
        </pc:spChg>
        <pc:spChg chg="mod">
          <ac:chgData name="考 张" userId="87b8017596393203" providerId="LiveId" clId="{D567281E-BA97-4C7A-9065-2C3BC76975C9}" dt="2024-02-27T17:39:25.427" v="46"/>
          <ac:spMkLst>
            <pc:docMk/>
            <pc:sldMk cId="313985932" sldId="888"/>
            <ac:spMk id="946" creationId="{8735C202-ACA4-13FC-6D97-D1CC47F31964}"/>
          </ac:spMkLst>
        </pc:spChg>
        <pc:spChg chg="mod">
          <ac:chgData name="考 张" userId="87b8017596393203" providerId="LiveId" clId="{D567281E-BA97-4C7A-9065-2C3BC76975C9}" dt="2024-02-27T17:39:25.427" v="46"/>
          <ac:spMkLst>
            <pc:docMk/>
            <pc:sldMk cId="313985932" sldId="888"/>
            <ac:spMk id="947" creationId="{EA6B58ED-0EC0-5F92-CA66-4DCFCECCC762}"/>
          </ac:spMkLst>
        </pc:spChg>
        <pc:spChg chg="mod">
          <ac:chgData name="考 张" userId="87b8017596393203" providerId="LiveId" clId="{D567281E-BA97-4C7A-9065-2C3BC76975C9}" dt="2024-02-27T17:39:25.427" v="46"/>
          <ac:spMkLst>
            <pc:docMk/>
            <pc:sldMk cId="313985932" sldId="888"/>
            <ac:spMk id="948" creationId="{2EF87B9D-D435-B893-845B-C92C447DBA9A}"/>
          </ac:spMkLst>
        </pc:spChg>
        <pc:spChg chg="mod">
          <ac:chgData name="考 张" userId="87b8017596393203" providerId="LiveId" clId="{D567281E-BA97-4C7A-9065-2C3BC76975C9}" dt="2024-02-27T17:39:25.427" v="46"/>
          <ac:spMkLst>
            <pc:docMk/>
            <pc:sldMk cId="313985932" sldId="888"/>
            <ac:spMk id="949" creationId="{9E2C1DF0-5534-17C7-17E5-340FD9826CFA}"/>
          </ac:spMkLst>
        </pc:spChg>
        <pc:spChg chg="mod">
          <ac:chgData name="考 张" userId="87b8017596393203" providerId="LiveId" clId="{D567281E-BA97-4C7A-9065-2C3BC76975C9}" dt="2024-02-27T17:39:25.427" v="46"/>
          <ac:spMkLst>
            <pc:docMk/>
            <pc:sldMk cId="313985932" sldId="888"/>
            <ac:spMk id="950" creationId="{F3B218F5-5F4F-21F5-EC2F-1D40C2DB1854}"/>
          </ac:spMkLst>
        </pc:spChg>
        <pc:spChg chg="mod">
          <ac:chgData name="考 张" userId="87b8017596393203" providerId="LiveId" clId="{D567281E-BA97-4C7A-9065-2C3BC76975C9}" dt="2024-02-27T17:39:25.427" v="46"/>
          <ac:spMkLst>
            <pc:docMk/>
            <pc:sldMk cId="313985932" sldId="888"/>
            <ac:spMk id="951" creationId="{3CCB478A-30C8-121B-0C37-B6E2AFCA4B5B}"/>
          </ac:spMkLst>
        </pc:spChg>
        <pc:spChg chg="mod">
          <ac:chgData name="考 张" userId="87b8017596393203" providerId="LiveId" clId="{D567281E-BA97-4C7A-9065-2C3BC76975C9}" dt="2024-02-27T17:39:25.427" v="46"/>
          <ac:spMkLst>
            <pc:docMk/>
            <pc:sldMk cId="313985932" sldId="888"/>
            <ac:spMk id="952" creationId="{BC2BFBEB-092D-DFF1-F9D8-FF1B6633B381}"/>
          </ac:spMkLst>
        </pc:spChg>
        <pc:spChg chg="mod">
          <ac:chgData name="考 张" userId="87b8017596393203" providerId="LiveId" clId="{D567281E-BA97-4C7A-9065-2C3BC76975C9}" dt="2024-02-27T17:39:25.427" v="46"/>
          <ac:spMkLst>
            <pc:docMk/>
            <pc:sldMk cId="313985932" sldId="888"/>
            <ac:spMk id="953" creationId="{00A1CCAD-9B96-0918-398D-70E39DA8DF34}"/>
          </ac:spMkLst>
        </pc:spChg>
        <pc:spChg chg="mod">
          <ac:chgData name="考 张" userId="87b8017596393203" providerId="LiveId" clId="{D567281E-BA97-4C7A-9065-2C3BC76975C9}" dt="2024-02-27T17:39:25.427" v="46"/>
          <ac:spMkLst>
            <pc:docMk/>
            <pc:sldMk cId="313985932" sldId="888"/>
            <ac:spMk id="954" creationId="{05FF52C9-D298-99DC-2BEF-29064647998A}"/>
          </ac:spMkLst>
        </pc:spChg>
        <pc:spChg chg="mod">
          <ac:chgData name="考 张" userId="87b8017596393203" providerId="LiveId" clId="{D567281E-BA97-4C7A-9065-2C3BC76975C9}" dt="2024-02-27T17:39:25.427" v="46"/>
          <ac:spMkLst>
            <pc:docMk/>
            <pc:sldMk cId="313985932" sldId="888"/>
            <ac:spMk id="955" creationId="{EEF77B51-8B20-E7C7-55E0-2633A27FA6EC}"/>
          </ac:spMkLst>
        </pc:spChg>
        <pc:spChg chg="mod">
          <ac:chgData name="考 张" userId="87b8017596393203" providerId="LiveId" clId="{D567281E-BA97-4C7A-9065-2C3BC76975C9}" dt="2024-02-27T17:39:25.427" v="46"/>
          <ac:spMkLst>
            <pc:docMk/>
            <pc:sldMk cId="313985932" sldId="888"/>
            <ac:spMk id="956" creationId="{C672AE60-3700-8194-172B-AC67B4035368}"/>
          </ac:spMkLst>
        </pc:spChg>
        <pc:spChg chg="mod">
          <ac:chgData name="考 张" userId="87b8017596393203" providerId="LiveId" clId="{D567281E-BA97-4C7A-9065-2C3BC76975C9}" dt="2024-02-27T17:39:25.427" v="46"/>
          <ac:spMkLst>
            <pc:docMk/>
            <pc:sldMk cId="313985932" sldId="888"/>
            <ac:spMk id="957" creationId="{AF515B60-4DAA-CBD3-1500-02E82C69227B}"/>
          </ac:spMkLst>
        </pc:spChg>
        <pc:spChg chg="mod">
          <ac:chgData name="考 张" userId="87b8017596393203" providerId="LiveId" clId="{D567281E-BA97-4C7A-9065-2C3BC76975C9}" dt="2024-02-27T17:39:25.427" v="46"/>
          <ac:spMkLst>
            <pc:docMk/>
            <pc:sldMk cId="313985932" sldId="888"/>
            <ac:spMk id="958" creationId="{6AE76180-38BB-61E4-924C-100BF5BF8955}"/>
          </ac:spMkLst>
        </pc:spChg>
        <pc:spChg chg="mod">
          <ac:chgData name="考 张" userId="87b8017596393203" providerId="LiveId" clId="{D567281E-BA97-4C7A-9065-2C3BC76975C9}" dt="2024-02-27T17:39:25.427" v="46"/>
          <ac:spMkLst>
            <pc:docMk/>
            <pc:sldMk cId="313985932" sldId="888"/>
            <ac:spMk id="959" creationId="{708BB0FC-754B-A853-1F09-A7802C27A281}"/>
          </ac:spMkLst>
        </pc:spChg>
        <pc:spChg chg="mod">
          <ac:chgData name="考 张" userId="87b8017596393203" providerId="LiveId" clId="{D567281E-BA97-4C7A-9065-2C3BC76975C9}" dt="2024-02-27T17:39:25.427" v="46"/>
          <ac:spMkLst>
            <pc:docMk/>
            <pc:sldMk cId="313985932" sldId="888"/>
            <ac:spMk id="960" creationId="{70BF02D4-3D5D-687E-B938-B7C4F1EDDEEB}"/>
          </ac:spMkLst>
        </pc:spChg>
        <pc:spChg chg="mod">
          <ac:chgData name="考 张" userId="87b8017596393203" providerId="LiveId" clId="{D567281E-BA97-4C7A-9065-2C3BC76975C9}" dt="2024-02-27T17:39:25.427" v="46"/>
          <ac:spMkLst>
            <pc:docMk/>
            <pc:sldMk cId="313985932" sldId="888"/>
            <ac:spMk id="961" creationId="{5BB84D86-D68C-A3D7-B450-F22D7305EA51}"/>
          </ac:spMkLst>
        </pc:spChg>
        <pc:spChg chg="mod">
          <ac:chgData name="考 张" userId="87b8017596393203" providerId="LiveId" clId="{D567281E-BA97-4C7A-9065-2C3BC76975C9}" dt="2024-02-27T17:39:25.427" v="46"/>
          <ac:spMkLst>
            <pc:docMk/>
            <pc:sldMk cId="313985932" sldId="888"/>
            <ac:spMk id="962" creationId="{F3A051F2-0726-79F5-A23A-86C3CF7C9B5E}"/>
          </ac:spMkLst>
        </pc:spChg>
        <pc:spChg chg="mod">
          <ac:chgData name="考 张" userId="87b8017596393203" providerId="LiveId" clId="{D567281E-BA97-4C7A-9065-2C3BC76975C9}" dt="2024-02-27T17:39:25.427" v="46"/>
          <ac:spMkLst>
            <pc:docMk/>
            <pc:sldMk cId="313985932" sldId="888"/>
            <ac:spMk id="963" creationId="{E238C0CA-2C40-DCDD-B03A-8127D955985C}"/>
          </ac:spMkLst>
        </pc:spChg>
        <pc:spChg chg="mod">
          <ac:chgData name="考 张" userId="87b8017596393203" providerId="LiveId" clId="{D567281E-BA97-4C7A-9065-2C3BC76975C9}" dt="2024-02-27T17:39:25.427" v="46"/>
          <ac:spMkLst>
            <pc:docMk/>
            <pc:sldMk cId="313985932" sldId="888"/>
            <ac:spMk id="964" creationId="{632A057F-B775-56E3-E8B9-1D336A4D0A24}"/>
          </ac:spMkLst>
        </pc:spChg>
        <pc:spChg chg="mod">
          <ac:chgData name="考 张" userId="87b8017596393203" providerId="LiveId" clId="{D567281E-BA97-4C7A-9065-2C3BC76975C9}" dt="2024-02-27T17:39:25.427" v="46"/>
          <ac:spMkLst>
            <pc:docMk/>
            <pc:sldMk cId="313985932" sldId="888"/>
            <ac:spMk id="965" creationId="{1A4EB796-D3BA-5D0F-9629-5C9159822AA7}"/>
          </ac:spMkLst>
        </pc:spChg>
        <pc:spChg chg="mod">
          <ac:chgData name="考 张" userId="87b8017596393203" providerId="LiveId" clId="{D567281E-BA97-4C7A-9065-2C3BC76975C9}" dt="2024-02-27T17:39:25.427" v="46"/>
          <ac:spMkLst>
            <pc:docMk/>
            <pc:sldMk cId="313985932" sldId="888"/>
            <ac:spMk id="966" creationId="{72973BB4-331C-88E1-04B2-5BDEB2DA8FC1}"/>
          </ac:spMkLst>
        </pc:spChg>
        <pc:spChg chg="mod">
          <ac:chgData name="考 张" userId="87b8017596393203" providerId="LiveId" clId="{D567281E-BA97-4C7A-9065-2C3BC76975C9}" dt="2024-02-27T17:39:25.427" v="46"/>
          <ac:spMkLst>
            <pc:docMk/>
            <pc:sldMk cId="313985932" sldId="888"/>
            <ac:spMk id="967" creationId="{22509765-5C87-9E3D-258B-1E8B996908C7}"/>
          </ac:spMkLst>
        </pc:spChg>
        <pc:spChg chg="mod">
          <ac:chgData name="考 张" userId="87b8017596393203" providerId="LiveId" clId="{D567281E-BA97-4C7A-9065-2C3BC76975C9}" dt="2024-02-27T17:39:25.427" v="46"/>
          <ac:spMkLst>
            <pc:docMk/>
            <pc:sldMk cId="313985932" sldId="888"/>
            <ac:spMk id="968" creationId="{8581FC23-8A68-1B6E-F639-5737A0621C73}"/>
          </ac:spMkLst>
        </pc:spChg>
        <pc:spChg chg="mod">
          <ac:chgData name="考 张" userId="87b8017596393203" providerId="LiveId" clId="{D567281E-BA97-4C7A-9065-2C3BC76975C9}" dt="2024-02-27T17:39:25.427" v="46"/>
          <ac:spMkLst>
            <pc:docMk/>
            <pc:sldMk cId="313985932" sldId="888"/>
            <ac:spMk id="969" creationId="{76A781BF-41A2-4DC4-5400-DB5AB911F698}"/>
          </ac:spMkLst>
        </pc:spChg>
        <pc:spChg chg="mod">
          <ac:chgData name="考 张" userId="87b8017596393203" providerId="LiveId" clId="{D567281E-BA97-4C7A-9065-2C3BC76975C9}" dt="2024-02-27T17:39:25.427" v="46"/>
          <ac:spMkLst>
            <pc:docMk/>
            <pc:sldMk cId="313985932" sldId="888"/>
            <ac:spMk id="970" creationId="{2ED3E567-6819-A7B6-C8FC-B054343B455C}"/>
          </ac:spMkLst>
        </pc:spChg>
        <pc:spChg chg="mod">
          <ac:chgData name="考 张" userId="87b8017596393203" providerId="LiveId" clId="{D567281E-BA97-4C7A-9065-2C3BC76975C9}" dt="2024-02-27T17:39:25.427" v="46"/>
          <ac:spMkLst>
            <pc:docMk/>
            <pc:sldMk cId="313985932" sldId="888"/>
            <ac:spMk id="971" creationId="{5C35FCCF-C393-C6A6-C618-5D9C2753B3FB}"/>
          </ac:spMkLst>
        </pc:spChg>
        <pc:spChg chg="mod">
          <ac:chgData name="考 张" userId="87b8017596393203" providerId="LiveId" clId="{D567281E-BA97-4C7A-9065-2C3BC76975C9}" dt="2024-02-27T17:39:25.427" v="46"/>
          <ac:spMkLst>
            <pc:docMk/>
            <pc:sldMk cId="313985932" sldId="888"/>
            <ac:spMk id="972" creationId="{876909B6-A8E1-703B-FDEE-83D88D9FA9CA}"/>
          </ac:spMkLst>
        </pc:spChg>
        <pc:spChg chg="mod">
          <ac:chgData name="考 张" userId="87b8017596393203" providerId="LiveId" clId="{D567281E-BA97-4C7A-9065-2C3BC76975C9}" dt="2024-02-27T17:39:25.427" v="46"/>
          <ac:spMkLst>
            <pc:docMk/>
            <pc:sldMk cId="313985932" sldId="888"/>
            <ac:spMk id="973" creationId="{F3F44C02-3727-A208-5493-85E9AE4D1E57}"/>
          </ac:spMkLst>
        </pc:spChg>
        <pc:spChg chg="mod">
          <ac:chgData name="考 张" userId="87b8017596393203" providerId="LiveId" clId="{D567281E-BA97-4C7A-9065-2C3BC76975C9}" dt="2024-02-27T17:39:25.427" v="46"/>
          <ac:spMkLst>
            <pc:docMk/>
            <pc:sldMk cId="313985932" sldId="888"/>
            <ac:spMk id="974" creationId="{52983234-1774-3FEB-BB74-9F8042CAFD1C}"/>
          </ac:spMkLst>
        </pc:spChg>
        <pc:spChg chg="mod">
          <ac:chgData name="考 张" userId="87b8017596393203" providerId="LiveId" clId="{D567281E-BA97-4C7A-9065-2C3BC76975C9}" dt="2024-02-27T17:39:25.427" v="46"/>
          <ac:spMkLst>
            <pc:docMk/>
            <pc:sldMk cId="313985932" sldId="888"/>
            <ac:spMk id="975" creationId="{F5E28AE5-0530-2FB0-8493-8ECA353920C3}"/>
          </ac:spMkLst>
        </pc:spChg>
        <pc:spChg chg="mod">
          <ac:chgData name="考 张" userId="87b8017596393203" providerId="LiveId" clId="{D567281E-BA97-4C7A-9065-2C3BC76975C9}" dt="2024-02-27T17:39:25.427" v="46"/>
          <ac:spMkLst>
            <pc:docMk/>
            <pc:sldMk cId="313985932" sldId="888"/>
            <ac:spMk id="976" creationId="{C9FB45DD-2858-B002-8AE9-13BB7B2E7EF2}"/>
          </ac:spMkLst>
        </pc:spChg>
        <pc:spChg chg="mod">
          <ac:chgData name="考 张" userId="87b8017596393203" providerId="LiveId" clId="{D567281E-BA97-4C7A-9065-2C3BC76975C9}" dt="2024-02-27T17:39:25.427" v="46"/>
          <ac:spMkLst>
            <pc:docMk/>
            <pc:sldMk cId="313985932" sldId="888"/>
            <ac:spMk id="977" creationId="{DE4DC692-8195-DA05-457A-A2F7FA959B2B}"/>
          </ac:spMkLst>
        </pc:spChg>
        <pc:spChg chg="mod">
          <ac:chgData name="考 张" userId="87b8017596393203" providerId="LiveId" clId="{D567281E-BA97-4C7A-9065-2C3BC76975C9}" dt="2024-02-27T17:39:25.427" v="46"/>
          <ac:spMkLst>
            <pc:docMk/>
            <pc:sldMk cId="313985932" sldId="888"/>
            <ac:spMk id="978" creationId="{4AE162C7-707E-DC9F-66B6-30514A956934}"/>
          </ac:spMkLst>
        </pc:spChg>
        <pc:spChg chg="mod">
          <ac:chgData name="考 张" userId="87b8017596393203" providerId="LiveId" clId="{D567281E-BA97-4C7A-9065-2C3BC76975C9}" dt="2024-02-27T17:39:25.427" v="46"/>
          <ac:spMkLst>
            <pc:docMk/>
            <pc:sldMk cId="313985932" sldId="888"/>
            <ac:spMk id="979" creationId="{0E9151C8-2990-1656-AE43-95A3805A5F7A}"/>
          </ac:spMkLst>
        </pc:spChg>
        <pc:spChg chg="mod">
          <ac:chgData name="考 张" userId="87b8017596393203" providerId="LiveId" clId="{D567281E-BA97-4C7A-9065-2C3BC76975C9}" dt="2024-02-27T17:39:25.427" v="46"/>
          <ac:spMkLst>
            <pc:docMk/>
            <pc:sldMk cId="313985932" sldId="888"/>
            <ac:spMk id="980" creationId="{B9173B45-516A-AE2B-A2A2-BCA95BA079DC}"/>
          </ac:spMkLst>
        </pc:spChg>
        <pc:spChg chg="mod">
          <ac:chgData name="考 张" userId="87b8017596393203" providerId="LiveId" clId="{D567281E-BA97-4C7A-9065-2C3BC76975C9}" dt="2024-02-27T17:39:25.427" v="46"/>
          <ac:spMkLst>
            <pc:docMk/>
            <pc:sldMk cId="313985932" sldId="888"/>
            <ac:spMk id="981" creationId="{B08E540A-1DA7-1998-1CE4-D161E1C81D8D}"/>
          </ac:spMkLst>
        </pc:spChg>
        <pc:spChg chg="mod">
          <ac:chgData name="考 张" userId="87b8017596393203" providerId="LiveId" clId="{D567281E-BA97-4C7A-9065-2C3BC76975C9}" dt="2024-02-27T17:39:25.427" v="46"/>
          <ac:spMkLst>
            <pc:docMk/>
            <pc:sldMk cId="313985932" sldId="888"/>
            <ac:spMk id="982" creationId="{A77CA665-A08C-A018-AD22-CC0C16F909B0}"/>
          </ac:spMkLst>
        </pc:spChg>
        <pc:spChg chg="mod">
          <ac:chgData name="考 张" userId="87b8017596393203" providerId="LiveId" clId="{D567281E-BA97-4C7A-9065-2C3BC76975C9}" dt="2024-02-27T17:39:25.427" v="46"/>
          <ac:spMkLst>
            <pc:docMk/>
            <pc:sldMk cId="313985932" sldId="888"/>
            <ac:spMk id="983" creationId="{2732C4AB-C7EE-CF81-1C19-52068B3E8FE5}"/>
          </ac:spMkLst>
        </pc:spChg>
        <pc:spChg chg="mod">
          <ac:chgData name="考 张" userId="87b8017596393203" providerId="LiveId" clId="{D567281E-BA97-4C7A-9065-2C3BC76975C9}" dt="2024-02-27T17:39:25.427" v="46"/>
          <ac:spMkLst>
            <pc:docMk/>
            <pc:sldMk cId="313985932" sldId="888"/>
            <ac:spMk id="984" creationId="{39E633AE-5C11-09F2-1251-87D413A4F91D}"/>
          </ac:spMkLst>
        </pc:spChg>
        <pc:spChg chg="mod">
          <ac:chgData name="考 张" userId="87b8017596393203" providerId="LiveId" clId="{D567281E-BA97-4C7A-9065-2C3BC76975C9}" dt="2024-02-27T17:39:25.427" v="46"/>
          <ac:spMkLst>
            <pc:docMk/>
            <pc:sldMk cId="313985932" sldId="888"/>
            <ac:spMk id="985" creationId="{BCAC8924-442B-1C67-3088-8EC0F3B18744}"/>
          </ac:spMkLst>
        </pc:spChg>
        <pc:spChg chg="mod">
          <ac:chgData name="考 张" userId="87b8017596393203" providerId="LiveId" clId="{D567281E-BA97-4C7A-9065-2C3BC76975C9}" dt="2024-02-27T17:39:25.427" v="46"/>
          <ac:spMkLst>
            <pc:docMk/>
            <pc:sldMk cId="313985932" sldId="888"/>
            <ac:spMk id="986" creationId="{45D66F48-466B-2F20-D4F1-EF1334926250}"/>
          </ac:spMkLst>
        </pc:spChg>
        <pc:spChg chg="mod">
          <ac:chgData name="考 张" userId="87b8017596393203" providerId="LiveId" clId="{D567281E-BA97-4C7A-9065-2C3BC76975C9}" dt="2024-02-27T17:39:25.427" v="46"/>
          <ac:spMkLst>
            <pc:docMk/>
            <pc:sldMk cId="313985932" sldId="888"/>
            <ac:spMk id="987" creationId="{7E3CF884-8B8F-26F0-3845-9497D212F7F7}"/>
          </ac:spMkLst>
        </pc:spChg>
        <pc:spChg chg="mod">
          <ac:chgData name="考 张" userId="87b8017596393203" providerId="LiveId" clId="{D567281E-BA97-4C7A-9065-2C3BC76975C9}" dt="2024-02-27T17:39:25.427" v="46"/>
          <ac:spMkLst>
            <pc:docMk/>
            <pc:sldMk cId="313985932" sldId="888"/>
            <ac:spMk id="988" creationId="{E1010467-C116-A2E0-8C3D-609490D5BE04}"/>
          </ac:spMkLst>
        </pc:spChg>
        <pc:spChg chg="mod">
          <ac:chgData name="考 张" userId="87b8017596393203" providerId="LiveId" clId="{D567281E-BA97-4C7A-9065-2C3BC76975C9}" dt="2024-02-27T17:39:25.427" v="46"/>
          <ac:spMkLst>
            <pc:docMk/>
            <pc:sldMk cId="313985932" sldId="888"/>
            <ac:spMk id="989" creationId="{619431F9-9D45-CD42-1277-F6B0F308B4B6}"/>
          </ac:spMkLst>
        </pc:spChg>
        <pc:spChg chg="mod">
          <ac:chgData name="考 张" userId="87b8017596393203" providerId="LiveId" clId="{D567281E-BA97-4C7A-9065-2C3BC76975C9}" dt="2024-02-27T17:39:25.427" v="46"/>
          <ac:spMkLst>
            <pc:docMk/>
            <pc:sldMk cId="313985932" sldId="888"/>
            <ac:spMk id="990" creationId="{A6D12CCA-3850-21BD-B8C8-6A3518186E60}"/>
          </ac:spMkLst>
        </pc:spChg>
        <pc:spChg chg="mod">
          <ac:chgData name="考 张" userId="87b8017596393203" providerId="LiveId" clId="{D567281E-BA97-4C7A-9065-2C3BC76975C9}" dt="2024-02-27T17:39:25.427" v="46"/>
          <ac:spMkLst>
            <pc:docMk/>
            <pc:sldMk cId="313985932" sldId="888"/>
            <ac:spMk id="991" creationId="{847EE5C8-732F-6402-1F34-54E1A5506177}"/>
          </ac:spMkLst>
        </pc:spChg>
        <pc:spChg chg="mod">
          <ac:chgData name="考 张" userId="87b8017596393203" providerId="LiveId" clId="{D567281E-BA97-4C7A-9065-2C3BC76975C9}" dt="2024-02-27T17:39:25.427" v="46"/>
          <ac:spMkLst>
            <pc:docMk/>
            <pc:sldMk cId="313985932" sldId="888"/>
            <ac:spMk id="992" creationId="{73256BDF-DA20-4530-A837-796A3A63848A}"/>
          </ac:spMkLst>
        </pc:spChg>
        <pc:spChg chg="mod">
          <ac:chgData name="考 张" userId="87b8017596393203" providerId="LiveId" clId="{D567281E-BA97-4C7A-9065-2C3BC76975C9}" dt="2024-02-27T17:39:25.427" v="46"/>
          <ac:spMkLst>
            <pc:docMk/>
            <pc:sldMk cId="313985932" sldId="888"/>
            <ac:spMk id="993" creationId="{21412ABA-0455-86F8-3378-2FE3CE696CE2}"/>
          </ac:spMkLst>
        </pc:spChg>
        <pc:spChg chg="mod">
          <ac:chgData name="考 张" userId="87b8017596393203" providerId="LiveId" clId="{D567281E-BA97-4C7A-9065-2C3BC76975C9}" dt="2024-02-27T17:39:25.427" v="46"/>
          <ac:spMkLst>
            <pc:docMk/>
            <pc:sldMk cId="313985932" sldId="888"/>
            <ac:spMk id="994" creationId="{363F9B5B-7AE5-D8C8-088D-9F96C80D2DED}"/>
          </ac:spMkLst>
        </pc:spChg>
        <pc:spChg chg="mod">
          <ac:chgData name="考 张" userId="87b8017596393203" providerId="LiveId" clId="{D567281E-BA97-4C7A-9065-2C3BC76975C9}" dt="2024-02-27T17:39:25.427" v="46"/>
          <ac:spMkLst>
            <pc:docMk/>
            <pc:sldMk cId="313985932" sldId="888"/>
            <ac:spMk id="995" creationId="{CAAF561E-17BE-6B46-1D41-734FF739C832}"/>
          </ac:spMkLst>
        </pc:spChg>
        <pc:spChg chg="mod">
          <ac:chgData name="考 张" userId="87b8017596393203" providerId="LiveId" clId="{D567281E-BA97-4C7A-9065-2C3BC76975C9}" dt="2024-02-27T17:39:25.427" v="46"/>
          <ac:spMkLst>
            <pc:docMk/>
            <pc:sldMk cId="313985932" sldId="888"/>
            <ac:spMk id="996" creationId="{F5480308-4312-20F8-0D0D-E9431B5C7A0D}"/>
          </ac:spMkLst>
        </pc:spChg>
        <pc:spChg chg="mod">
          <ac:chgData name="考 张" userId="87b8017596393203" providerId="LiveId" clId="{D567281E-BA97-4C7A-9065-2C3BC76975C9}" dt="2024-02-27T17:39:25.427" v="46"/>
          <ac:spMkLst>
            <pc:docMk/>
            <pc:sldMk cId="313985932" sldId="888"/>
            <ac:spMk id="997" creationId="{EF373ED8-2315-307C-3489-5BE1B8DDD074}"/>
          </ac:spMkLst>
        </pc:spChg>
        <pc:spChg chg="mod">
          <ac:chgData name="考 张" userId="87b8017596393203" providerId="LiveId" clId="{D567281E-BA97-4C7A-9065-2C3BC76975C9}" dt="2024-02-27T17:39:25.427" v="46"/>
          <ac:spMkLst>
            <pc:docMk/>
            <pc:sldMk cId="313985932" sldId="888"/>
            <ac:spMk id="998" creationId="{9BC878E7-AA88-FAED-1554-F0E0738FBCF6}"/>
          </ac:spMkLst>
        </pc:spChg>
        <pc:spChg chg="mod">
          <ac:chgData name="考 张" userId="87b8017596393203" providerId="LiveId" clId="{D567281E-BA97-4C7A-9065-2C3BC76975C9}" dt="2024-02-27T17:39:25.427" v="46"/>
          <ac:spMkLst>
            <pc:docMk/>
            <pc:sldMk cId="313985932" sldId="888"/>
            <ac:spMk id="999" creationId="{2D9EDC37-85B5-44A0-88F9-1B6C130C2A0A}"/>
          </ac:spMkLst>
        </pc:spChg>
        <pc:spChg chg="mod">
          <ac:chgData name="考 张" userId="87b8017596393203" providerId="LiveId" clId="{D567281E-BA97-4C7A-9065-2C3BC76975C9}" dt="2024-02-27T17:39:25.427" v="46"/>
          <ac:spMkLst>
            <pc:docMk/>
            <pc:sldMk cId="313985932" sldId="888"/>
            <ac:spMk id="1000" creationId="{CF834556-A103-AC3E-1961-3F69046BFF6C}"/>
          </ac:spMkLst>
        </pc:spChg>
        <pc:spChg chg="mod">
          <ac:chgData name="考 张" userId="87b8017596393203" providerId="LiveId" clId="{D567281E-BA97-4C7A-9065-2C3BC76975C9}" dt="2024-02-27T17:39:25.427" v="46"/>
          <ac:spMkLst>
            <pc:docMk/>
            <pc:sldMk cId="313985932" sldId="888"/>
            <ac:spMk id="1001" creationId="{62BD23E9-4584-C0AE-56D5-F34EE220D235}"/>
          </ac:spMkLst>
        </pc:spChg>
        <pc:spChg chg="mod">
          <ac:chgData name="考 张" userId="87b8017596393203" providerId="LiveId" clId="{D567281E-BA97-4C7A-9065-2C3BC76975C9}" dt="2024-02-27T17:39:25.427" v="46"/>
          <ac:spMkLst>
            <pc:docMk/>
            <pc:sldMk cId="313985932" sldId="888"/>
            <ac:spMk id="1002" creationId="{4612409C-EA65-ACE3-F331-5D2AF37C289A}"/>
          </ac:spMkLst>
        </pc:spChg>
        <pc:spChg chg="mod">
          <ac:chgData name="考 张" userId="87b8017596393203" providerId="LiveId" clId="{D567281E-BA97-4C7A-9065-2C3BC76975C9}" dt="2024-02-27T17:39:25.427" v="46"/>
          <ac:spMkLst>
            <pc:docMk/>
            <pc:sldMk cId="313985932" sldId="888"/>
            <ac:spMk id="1003" creationId="{57327104-6470-A1AA-8742-5A93B995BC84}"/>
          </ac:spMkLst>
        </pc:spChg>
        <pc:spChg chg="mod">
          <ac:chgData name="考 张" userId="87b8017596393203" providerId="LiveId" clId="{D567281E-BA97-4C7A-9065-2C3BC76975C9}" dt="2024-02-27T17:39:25.427" v="46"/>
          <ac:spMkLst>
            <pc:docMk/>
            <pc:sldMk cId="313985932" sldId="888"/>
            <ac:spMk id="1004" creationId="{FC3637FE-F41E-6F17-DB51-FE794BFFBEB6}"/>
          </ac:spMkLst>
        </pc:spChg>
        <pc:spChg chg="mod">
          <ac:chgData name="考 张" userId="87b8017596393203" providerId="LiveId" clId="{D567281E-BA97-4C7A-9065-2C3BC76975C9}" dt="2024-02-27T17:39:25.427" v="46"/>
          <ac:spMkLst>
            <pc:docMk/>
            <pc:sldMk cId="313985932" sldId="888"/>
            <ac:spMk id="1005" creationId="{75B5C7E1-9309-4133-7243-B3111AE52681}"/>
          </ac:spMkLst>
        </pc:spChg>
        <pc:spChg chg="mod">
          <ac:chgData name="考 张" userId="87b8017596393203" providerId="LiveId" clId="{D567281E-BA97-4C7A-9065-2C3BC76975C9}" dt="2024-02-27T17:39:25.427" v="46"/>
          <ac:spMkLst>
            <pc:docMk/>
            <pc:sldMk cId="313985932" sldId="888"/>
            <ac:spMk id="1006" creationId="{9D3D7600-0422-B87B-DAC5-61DFD0BD6230}"/>
          </ac:spMkLst>
        </pc:spChg>
        <pc:spChg chg="mod">
          <ac:chgData name="考 张" userId="87b8017596393203" providerId="LiveId" clId="{D567281E-BA97-4C7A-9065-2C3BC76975C9}" dt="2024-02-27T17:39:25.427" v="46"/>
          <ac:spMkLst>
            <pc:docMk/>
            <pc:sldMk cId="313985932" sldId="888"/>
            <ac:spMk id="1007" creationId="{2FB2E30D-07C1-8C92-290A-14EA12D9F8FD}"/>
          </ac:spMkLst>
        </pc:spChg>
        <pc:spChg chg="mod">
          <ac:chgData name="考 张" userId="87b8017596393203" providerId="LiveId" clId="{D567281E-BA97-4C7A-9065-2C3BC76975C9}" dt="2024-02-27T17:39:25.427" v="46"/>
          <ac:spMkLst>
            <pc:docMk/>
            <pc:sldMk cId="313985932" sldId="888"/>
            <ac:spMk id="1008" creationId="{D8897388-6CE2-59CA-19EC-0376FB957E47}"/>
          </ac:spMkLst>
        </pc:spChg>
        <pc:spChg chg="mod">
          <ac:chgData name="考 张" userId="87b8017596393203" providerId="LiveId" clId="{D567281E-BA97-4C7A-9065-2C3BC76975C9}" dt="2024-02-27T17:39:25.427" v="46"/>
          <ac:spMkLst>
            <pc:docMk/>
            <pc:sldMk cId="313985932" sldId="888"/>
            <ac:spMk id="1009" creationId="{58DBE179-2BE1-B7FC-7152-8616B853593F}"/>
          </ac:spMkLst>
        </pc:spChg>
        <pc:spChg chg="mod">
          <ac:chgData name="考 张" userId="87b8017596393203" providerId="LiveId" clId="{D567281E-BA97-4C7A-9065-2C3BC76975C9}" dt="2024-02-27T17:39:25.427" v="46"/>
          <ac:spMkLst>
            <pc:docMk/>
            <pc:sldMk cId="313985932" sldId="888"/>
            <ac:spMk id="1010" creationId="{80D4CEBE-FBA7-17C3-9DAC-4457B90649E5}"/>
          </ac:spMkLst>
        </pc:spChg>
        <pc:spChg chg="mod">
          <ac:chgData name="考 张" userId="87b8017596393203" providerId="LiveId" clId="{D567281E-BA97-4C7A-9065-2C3BC76975C9}" dt="2024-02-27T17:39:25.427" v="46"/>
          <ac:spMkLst>
            <pc:docMk/>
            <pc:sldMk cId="313985932" sldId="888"/>
            <ac:spMk id="1011" creationId="{8BA3E38E-6144-1DFD-4367-3C32C162439D}"/>
          </ac:spMkLst>
        </pc:spChg>
        <pc:spChg chg="mod">
          <ac:chgData name="考 张" userId="87b8017596393203" providerId="LiveId" clId="{D567281E-BA97-4C7A-9065-2C3BC76975C9}" dt="2024-02-27T17:39:25.427" v="46"/>
          <ac:spMkLst>
            <pc:docMk/>
            <pc:sldMk cId="313985932" sldId="888"/>
            <ac:spMk id="1012" creationId="{F83F532D-6AE7-EC54-3531-B6C5A7327319}"/>
          </ac:spMkLst>
        </pc:spChg>
        <pc:spChg chg="mod">
          <ac:chgData name="考 张" userId="87b8017596393203" providerId="LiveId" clId="{D567281E-BA97-4C7A-9065-2C3BC76975C9}" dt="2024-02-27T17:39:25.427" v="46"/>
          <ac:spMkLst>
            <pc:docMk/>
            <pc:sldMk cId="313985932" sldId="888"/>
            <ac:spMk id="1013" creationId="{A71E5C80-8973-4266-35A3-4C5DF28DDE8D}"/>
          </ac:spMkLst>
        </pc:spChg>
        <pc:spChg chg="mod">
          <ac:chgData name="考 张" userId="87b8017596393203" providerId="LiveId" clId="{D567281E-BA97-4C7A-9065-2C3BC76975C9}" dt="2024-02-27T17:39:25.427" v="46"/>
          <ac:spMkLst>
            <pc:docMk/>
            <pc:sldMk cId="313985932" sldId="888"/>
            <ac:spMk id="1014" creationId="{3D34D658-C1B9-07A0-6E9D-984B1692C040}"/>
          </ac:spMkLst>
        </pc:spChg>
        <pc:spChg chg="mod">
          <ac:chgData name="考 张" userId="87b8017596393203" providerId="LiveId" clId="{D567281E-BA97-4C7A-9065-2C3BC76975C9}" dt="2024-02-27T17:39:25.427" v="46"/>
          <ac:spMkLst>
            <pc:docMk/>
            <pc:sldMk cId="313985932" sldId="888"/>
            <ac:spMk id="1015" creationId="{7AFCAD4D-4CE2-3D2D-0E45-18804635B93F}"/>
          </ac:spMkLst>
        </pc:spChg>
        <pc:spChg chg="mod">
          <ac:chgData name="考 张" userId="87b8017596393203" providerId="LiveId" clId="{D567281E-BA97-4C7A-9065-2C3BC76975C9}" dt="2024-02-27T17:39:25.427" v="46"/>
          <ac:spMkLst>
            <pc:docMk/>
            <pc:sldMk cId="313985932" sldId="888"/>
            <ac:spMk id="1016" creationId="{155B6B58-9029-F789-D5AA-49A8F184E2AD}"/>
          </ac:spMkLst>
        </pc:spChg>
        <pc:spChg chg="mod">
          <ac:chgData name="考 张" userId="87b8017596393203" providerId="LiveId" clId="{D567281E-BA97-4C7A-9065-2C3BC76975C9}" dt="2024-02-27T17:39:25.427" v="46"/>
          <ac:spMkLst>
            <pc:docMk/>
            <pc:sldMk cId="313985932" sldId="888"/>
            <ac:spMk id="1017" creationId="{3B5B94A7-FF6B-ECE5-AC8E-DC201C08CC11}"/>
          </ac:spMkLst>
        </pc:spChg>
        <pc:spChg chg="mod">
          <ac:chgData name="考 张" userId="87b8017596393203" providerId="LiveId" clId="{D567281E-BA97-4C7A-9065-2C3BC76975C9}" dt="2024-02-27T17:39:25.427" v="46"/>
          <ac:spMkLst>
            <pc:docMk/>
            <pc:sldMk cId="313985932" sldId="888"/>
            <ac:spMk id="1018" creationId="{5811FDD8-63F3-F72E-3A89-D75943686377}"/>
          </ac:spMkLst>
        </pc:spChg>
        <pc:spChg chg="mod">
          <ac:chgData name="考 张" userId="87b8017596393203" providerId="LiveId" clId="{D567281E-BA97-4C7A-9065-2C3BC76975C9}" dt="2024-02-27T17:39:25.427" v="46"/>
          <ac:spMkLst>
            <pc:docMk/>
            <pc:sldMk cId="313985932" sldId="888"/>
            <ac:spMk id="1019" creationId="{7EC03FB2-096F-8C94-BBF2-C385318AA4A9}"/>
          </ac:spMkLst>
        </pc:spChg>
        <pc:spChg chg="mod">
          <ac:chgData name="考 张" userId="87b8017596393203" providerId="LiveId" clId="{D567281E-BA97-4C7A-9065-2C3BC76975C9}" dt="2024-02-27T17:39:25.427" v="46"/>
          <ac:spMkLst>
            <pc:docMk/>
            <pc:sldMk cId="313985932" sldId="888"/>
            <ac:spMk id="1020" creationId="{D180B07A-3B43-4F19-EEC9-16530A37AF8E}"/>
          </ac:spMkLst>
        </pc:spChg>
        <pc:spChg chg="mod">
          <ac:chgData name="考 张" userId="87b8017596393203" providerId="LiveId" clId="{D567281E-BA97-4C7A-9065-2C3BC76975C9}" dt="2024-02-27T17:39:25.427" v="46"/>
          <ac:spMkLst>
            <pc:docMk/>
            <pc:sldMk cId="313985932" sldId="888"/>
            <ac:spMk id="1021" creationId="{DDB7E219-DFAC-ED19-1063-54FE77AE8CB9}"/>
          </ac:spMkLst>
        </pc:spChg>
        <pc:spChg chg="mod">
          <ac:chgData name="考 张" userId="87b8017596393203" providerId="LiveId" clId="{D567281E-BA97-4C7A-9065-2C3BC76975C9}" dt="2024-02-27T17:39:25.427" v="46"/>
          <ac:spMkLst>
            <pc:docMk/>
            <pc:sldMk cId="313985932" sldId="888"/>
            <ac:spMk id="1022" creationId="{EB46A98C-658D-849B-5E82-BE92B64DD465}"/>
          </ac:spMkLst>
        </pc:spChg>
        <pc:spChg chg="mod">
          <ac:chgData name="考 张" userId="87b8017596393203" providerId="LiveId" clId="{D567281E-BA97-4C7A-9065-2C3BC76975C9}" dt="2024-02-27T17:39:25.427" v="46"/>
          <ac:spMkLst>
            <pc:docMk/>
            <pc:sldMk cId="313985932" sldId="888"/>
            <ac:spMk id="1023" creationId="{14E35596-4C41-318E-30B4-73DF4F679A15}"/>
          </ac:spMkLst>
        </pc:spChg>
        <pc:spChg chg="mod">
          <ac:chgData name="考 张" userId="87b8017596393203" providerId="LiveId" clId="{D567281E-BA97-4C7A-9065-2C3BC76975C9}" dt="2024-02-27T17:39:25.427" v="46"/>
          <ac:spMkLst>
            <pc:docMk/>
            <pc:sldMk cId="313985932" sldId="888"/>
            <ac:spMk id="1024" creationId="{162A06A1-36E3-67DA-78BA-C9682629CDE9}"/>
          </ac:spMkLst>
        </pc:spChg>
        <pc:spChg chg="mod">
          <ac:chgData name="考 张" userId="87b8017596393203" providerId="LiveId" clId="{D567281E-BA97-4C7A-9065-2C3BC76975C9}" dt="2024-02-27T17:39:25.427" v="46"/>
          <ac:spMkLst>
            <pc:docMk/>
            <pc:sldMk cId="313985932" sldId="888"/>
            <ac:spMk id="1025" creationId="{C376663F-B20B-69B0-CF4A-D5CECBB50D6D}"/>
          </ac:spMkLst>
        </pc:spChg>
        <pc:spChg chg="mod">
          <ac:chgData name="考 张" userId="87b8017596393203" providerId="LiveId" clId="{D567281E-BA97-4C7A-9065-2C3BC76975C9}" dt="2024-02-27T17:39:25.427" v="46"/>
          <ac:spMkLst>
            <pc:docMk/>
            <pc:sldMk cId="313985932" sldId="888"/>
            <ac:spMk id="1026" creationId="{CB30EEFA-BC5A-1689-14EE-6307A67BB287}"/>
          </ac:spMkLst>
        </pc:spChg>
        <pc:spChg chg="mod">
          <ac:chgData name="考 张" userId="87b8017596393203" providerId="LiveId" clId="{D567281E-BA97-4C7A-9065-2C3BC76975C9}" dt="2024-02-27T17:39:25.427" v="46"/>
          <ac:spMkLst>
            <pc:docMk/>
            <pc:sldMk cId="313985932" sldId="888"/>
            <ac:spMk id="1027" creationId="{7EDE9FFA-45AE-EF2E-6F8F-DEBF512B223D}"/>
          </ac:spMkLst>
        </pc:spChg>
        <pc:spChg chg="mod">
          <ac:chgData name="考 张" userId="87b8017596393203" providerId="LiveId" clId="{D567281E-BA97-4C7A-9065-2C3BC76975C9}" dt="2024-02-27T17:39:25.427" v="46"/>
          <ac:spMkLst>
            <pc:docMk/>
            <pc:sldMk cId="313985932" sldId="888"/>
            <ac:spMk id="1028" creationId="{588A2E16-50CD-D9E8-2B85-D94A25A7A9FF}"/>
          </ac:spMkLst>
        </pc:spChg>
        <pc:spChg chg="mod">
          <ac:chgData name="考 张" userId="87b8017596393203" providerId="LiveId" clId="{D567281E-BA97-4C7A-9065-2C3BC76975C9}" dt="2024-02-27T17:39:25.427" v="46"/>
          <ac:spMkLst>
            <pc:docMk/>
            <pc:sldMk cId="313985932" sldId="888"/>
            <ac:spMk id="1029" creationId="{6283222B-DD31-8A91-AB9D-037F6E252596}"/>
          </ac:spMkLst>
        </pc:spChg>
        <pc:spChg chg="mod">
          <ac:chgData name="考 张" userId="87b8017596393203" providerId="LiveId" clId="{D567281E-BA97-4C7A-9065-2C3BC76975C9}" dt="2024-02-27T17:39:25.427" v="46"/>
          <ac:spMkLst>
            <pc:docMk/>
            <pc:sldMk cId="313985932" sldId="888"/>
            <ac:spMk id="1030" creationId="{FD7A406B-4281-F6CF-AE73-7BA44974385A}"/>
          </ac:spMkLst>
        </pc:spChg>
        <pc:spChg chg="mod">
          <ac:chgData name="考 张" userId="87b8017596393203" providerId="LiveId" clId="{D567281E-BA97-4C7A-9065-2C3BC76975C9}" dt="2024-02-27T17:39:25.427" v="46"/>
          <ac:spMkLst>
            <pc:docMk/>
            <pc:sldMk cId="313985932" sldId="888"/>
            <ac:spMk id="1031" creationId="{34008DAE-54A3-B6A4-6AE0-8BB9BC16091B}"/>
          </ac:spMkLst>
        </pc:spChg>
        <pc:spChg chg="mod">
          <ac:chgData name="考 张" userId="87b8017596393203" providerId="LiveId" clId="{D567281E-BA97-4C7A-9065-2C3BC76975C9}" dt="2024-02-27T17:39:25.427" v="46"/>
          <ac:spMkLst>
            <pc:docMk/>
            <pc:sldMk cId="313985932" sldId="888"/>
            <ac:spMk id="1032" creationId="{A28C6885-D901-ED84-7A8F-4E2CD6A034DB}"/>
          </ac:spMkLst>
        </pc:spChg>
        <pc:spChg chg="add mod">
          <ac:chgData name="考 张" userId="87b8017596393203" providerId="LiveId" clId="{D567281E-BA97-4C7A-9065-2C3BC76975C9}" dt="2024-02-27T17:39:25.427" v="46"/>
          <ac:spMkLst>
            <pc:docMk/>
            <pc:sldMk cId="313985932" sldId="888"/>
            <ac:spMk id="1033" creationId="{B90D0BAE-AABA-CB40-D033-44EC778194CF}"/>
          </ac:spMkLst>
        </pc:spChg>
        <pc:spChg chg="mod">
          <ac:chgData name="考 张" userId="87b8017596393203" providerId="LiveId" clId="{D567281E-BA97-4C7A-9065-2C3BC76975C9}" dt="2024-02-27T17:39:25.427" v="46"/>
          <ac:spMkLst>
            <pc:docMk/>
            <pc:sldMk cId="313985932" sldId="888"/>
            <ac:spMk id="1035" creationId="{B08EF602-7364-FD8D-38C3-13D14BD3486E}"/>
          </ac:spMkLst>
        </pc:spChg>
        <pc:spChg chg="mod">
          <ac:chgData name="考 张" userId="87b8017596393203" providerId="LiveId" clId="{D567281E-BA97-4C7A-9065-2C3BC76975C9}" dt="2024-02-27T17:39:25.427" v="46"/>
          <ac:spMkLst>
            <pc:docMk/>
            <pc:sldMk cId="313985932" sldId="888"/>
            <ac:spMk id="1036" creationId="{62AC3D5E-F10A-ACD4-7B53-8DCF912E0CF1}"/>
          </ac:spMkLst>
        </pc:spChg>
        <pc:spChg chg="mod">
          <ac:chgData name="考 张" userId="87b8017596393203" providerId="LiveId" clId="{D567281E-BA97-4C7A-9065-2C3BC76975C9}" dt="2024-02-27T17:39:25.427" v="46"/>
          <ac:spMkLst>
            <pc:docMk/>
            <pc:sldMk cId="313985932" sldId="888"/>
            <ac:spMk id="1037" creationId="{FD6A7158-EA17-7DA1-558E-7853CF791458}"/>
          </ac:spMkLst>
        </pc:spChg>
        <pc:spChg chg="mod">
          <ac:chgData name="考 张" userId="87b8017596393203" providerId="LiveId" clId="{D567281E-BA97-4C7A-9065-2C3BC76975C9}" dt="2024-02-27T17:39:25.427" v="46"/>
          <ac:spMkLst>
            <pc:docMk/>
            <pc:sldMk cId="313985932" sldId="888"/>
            <ac:spMk id="1038" creationId="{D3FAAE61-EBD9-600E-12E4-7FE9124FFB5E}"/>
          </ac:spMkLst>
        </pc:spChg>
        <pc:spChg chg="mod">
          <ac:chgData name="考 张" userId="87b8017596393203" providerId="LiveId" clId="{D567281E-BA97-4C7A-9065-2C3BC76975C9}" dt="2024-02-27T17:39:25.427" v="46"/>
          <ac:spMkLst>
            <pc:docMk/>
            <pc:sldMk cId="313985932" sldId="888"/>
            <ac:spMk id="1039" creationId="{4ABFAF08-173D-8583-A71B-99BF8C881FA8}"/>
          </ac:spMkLst>
        </pc:spChg>
        <pc:spChg chg="mod">
          <ac:chgData name="考 张" userId="87b8017596393203" providerId="LiveId" clId="{D567281E-BA97-4C7A-9065-2C3BC76975C9}" dt="2024-02-27T17:39:25.427" v="46"/>
          <ac:spMkLst>
            <pc:docMk/>
            <pc:sldMk cId="313985932" sldId="888"/>
            <ac:spMk id="1040" creationId="{03D61AA1-B074-F94E-148B-C2807C112224}"/>
          </ac:spMkLst>
        </pc:spChg>
        <pc:spChg chg="mod">
          <ac:chgData name="考 张" userId="87b8017596393203" providerId="LiveId" clId="{D567281E-BA97-4C7A-9065-2C3BC76975C9}" dt="2024-02-27T17:39:25.427" v="46"/>
          <ac:spMkLst>
            <pc:docMk/>
            <pc:sldMk cId="313985932" sldId="888"/>
            <ac:spMk id="1041" creationId="{BB3D192E-CA53-40AE-28EF-6C79CBCABFB8}"/>
          </ac:spMkLst>
        </pc:spChg>
        <pc:spChg chg="mod">
          <ac:chgData name="考 张" userId="87b8017596393203" providerId="LiveId" clId="{D567281E-BA97-4C7A-9065-2C3BC76975C9}" dt="2024-02-27T17:39:25.427" v="46"/>
          <ac:spMkLst>
            <pc:docMk/>
            <pc:sldMk cId="313985932" sldId="888"/>
            <ac:spMk id="1042" creationId="{CBBC803E-7EA7-53E8-A162-D4C29ABE8078}"/>
          </ac:spMkLst>
        </pc:spChg>
        <pc:spChg chg="add mod">
          <ac:chgData name="考 张" userId="87b8017596393203" providerId="LiveId" clId="{D567281E-BA97-4C7A-9065-2C3BC76975C9}" dt="2024-02-27T17:39:25.427" v="46"/>
          <ac:spMkLst>
            <pc:docMk/>
            <pc:sldMk cId="313985932" sldId="888"/>
            <ac:spMk id="1043" creationId="{CD0CE73A-BF9E-CC29-058E-BE96B108E860}"/>
          </ac:spMkLst>
        </pc:spChg>
        <pc:spChg chg="add mod">
          <ac:chgData name="考 张" userId="87b8017596393203" providerId="LiveId" clId="{D567281E-BA97-4C7A-9065-2C3BC76975C9}" dt="2024-02-27T17:39:25.427" v="46"/>
          <ac:spMkLst>
            <pc:docMk/>
            <pc:sldMk cId="313985932" sldId="888"/>
            <ac:spMk id="1044" creationId="{FD2CFB13-23B1-3146-6FBF-CC188623AD16}"/>
          </ac:spMkLst>
        </pc:spChg>
        <pc:grpChg chg="add del mod">
          <ac:chgData name="考 张" userId="87b8017596393203" providerId="LiveId" clId="{D567281E-BA97-4C7A-9065-2C3BC76975C9}" dt="2024-02-27T17:39:20.849" v="44"/>
          <ac:grpSpMkLst>
            <pc:docMk/>
            <pc:sldMk cId="313985932" sldId="888"/>
            <ac:grpSpMk id="14" creationId="{41891896-3CD3-962F-1075-47732E1C4D6E}"/>
          </ac:grpSpMkLst>
        </pc:grpChg>
        <pc:grpChg chg="mod">
          <ac:chgData name="考 张" userId="87b8017596393203" providerId="LiveId" clId="{D567281E-BA97-4C7A-9065-2C3BC76975C9}" dt="2024-02-27T17:39:09.874" v="41"/>
          <ac:grpSpMkLst>
            <pc:docMk/>
            <pc:sldMk cId="313985932" sldId="888"/>
            <ac:grpSpMk id="15" creationId="{E321ADD9-B6B4-DF9A-FA57-4A01894DF402}"/>
          </ac:grpSpMkLst>
        </pc:grpChg>
        <pc:grpChg chg="add del mod">
          <ac:chgData name="考 张" userId="87b8017596393203" providerId="LiveId" clId="{D567281E-BA97-4C7A-9065-2C3BC76975C9}" dt="2024-02-27T17:39:20.849" v="44"/>
          <ac:grpSpMkLst>
            <pc:docMk/>
            <pc:sldMk cId="313985932" sldId="888"/>
            <ac:grpSpMk id="266" creationId="{A2564EFE-26D1-7503-7C4F-EF004B8D3C0B}"/>
          </ac:grpSpMkLst>
        </pc:grpChg>
        <pc:grpChg chg="mod">
          <ac:chgData name="考 张" userId="87b8017596393203" providerId="LiveId" clId="{D567281E-BA97-4C7A-9065-2C3BC76975C9}" dt="2024-02-27T17:39:09.874" v="41"/>
          <ac:grpSpMkLst>
            <pc:docMk/>
            <pc:sldMk cId="313985932" sldId="888"/>
            <ac:grpSpMk id="267" creationId="{7B3CE516-51CC-3FA0-D155-DE363C6624B7}"/>
          </ac:grpSpMkLst>
        </pc:grpChg>
        <pc:grpChg chg="add del mod">
          <ac:chgData name="考 张" userId="87b8017596393203" providerId="LiveId" clId="{D567281E-BA97-4C7A-9065-2C3BC76975C9}" dt="2024-02-27T17:39:20.849" v="44"/>
          <ac:grpSpMkLst>
            <pc:docMk/>
            <pc:sldMk cId="313985932" sldId="888"/>
            <ac:grpSpMk id="518" creationId="{B0DC0476-DC6E-32C4-BA8C-BC27201EF7EF}"/>
          </ac:grpSpMkLst>
        </pc:grpChg>
        <pc:grpChg chg="add mod">
          <ac:chgData name="考 张" userId="87b8017596393203" providerId="LiveId" clId="{D567281E-BA97-4C7A-9065-2C3BC76975C9}" dt="2024-02-27T17:39:25.427" v="46"/>
          <ac:grpSpMkLst>
            <pc:docMk/>
            <pc:sldMk cId="313985932" sldId="888"/>
            <ac:grpSpMk id="531" creationId="{8A2A89E9-D3F8-D5FC-BB19-E3C08F9D5009}"/>
          </ac:grpSpMkLst>
        </pc:grpChg>
        <pc:grpChg chg="mod">
          <ac:chgData name="考 张" userId="87b8017596393203" providerId="LiveId" clId="{D567281E-BA97-4C7A-9065-2C3BC76975C9}" dt="2024-02-27T17:39:25.427" v="46"/>
          <ac:grpSpMkLst>
            <pc:docMk/>
            <pc:sldMk cId="313985932" sldId="888"/>
            <ac:grpSpMk id="532" creationId="{8DF72D1F-8EFD-B018-7763-593CAF48FB7A}"/>
          </ac:grpSpMkLst>
        </pc:grpChg>
        <pc:grpChg chg="add mod">
          <ac:chgData name="考 张" userId="87b8017596393203" providerId="LiveId" clId="{D567281E-BA97-4C7A-9065-2C3BC76975C9}" dt="2024-02-27T17:39:25.427" v="46"/>
          <ac:grpSpMkLst>
            <pc:docMk/>
            <pc:sldMk cId="313985932" sldId="888"/>
            <ac:grpSpMk id="782" creationId="{1219BA39-3BB5-DD37-B4A1-4412C1F932C1}"/>
          </ac:grpSpMkLst>
        </pc:grpChg>
        <pc:grpChg chg="mod">
          <ac:chgData name="考 张" userId="87b8017596393203" providerId="LiveId" clId="{D567281E-BA97-4C7A-9065-2C3BC76975C9}" dt="2024-02-27T17:39:25.427" v="46"/>
          <ac:grpSpMkLst>
            <pc:docMk/>
            <pc:sldMk cId="313985932" sldId="888"/>
            <ac:grpSpMk id="783" creationId="{717EC66E-7351-1C83-E136-E0E6F2795B83}"/>
          </ac:grpSpMkLst>
        </pc:grpChg>
        <pc:grpChg chg="add mod">
          <ac:chgData name="考 张" userId="87b8017596393203" providerId="LiveId" clId="{D567281E-BA97-4C7A-9065-2C3BC76975C9}" dt="2024-02-27T17:39:25.427" v="46"/>
          <ac:grpSpMkLst>
            <pc:docMk/>
            <pc:sldMk cId="313985932" sldId="888"/>
            <ac:grpSpMk id="1034" creationId="{E9AA84D1-B03A-6803-D23F-7E187DDCA56E}"/>
          </ac:grpSpMkLst>
        </pc:grpChg>
        <pc:graphicFrameChg chg="del">
          <ac:chgData name="考 张" userId="87b8017596393203" providerId="LiveId" clId="{D567281E-BA97-4C7A-9065-2C3BC76975C9}" dt="2024-02-27T17:39:09.172" v="40" actId="478"/>
          <ac:graphicFrameMkLst>
            <pc:docMk/>
            <pc:sldMk cId="313985932" sldId="888"/>
            <ac:graphicFrameMk id="4" creationId="{2B48EAF3-FABE-95AB-7D2C-DE40BB9B6C7A}"/>
          </ac:graphicFrameMkLst>
        </pc:graphicFrameChg>
        <pc:graphicFrameChg chg="del">
          <ac:chgData name="考 张" userId="87b8017596393203" providerId="LiveId" clId="{D567281E-BA97-4C7A-9065-2C3BC76975C9}" dt="2024-02-27T17:39:09.172" v="40" actId="478"/>
          <ac:graphicFrameMkLst>
            <pc:docMk/>
            <pc:sldMk cId="313985932" sldId="888"/>
            <ac:graphicFrameMk id="5" creationId="{0308C2D5-DD47-1BEA-D79F-83C845383546}"/>
          </ac:graphicFrameMkLst>
        </pc:graphicFrameChg>
        <pc:graphicFrameChg chg="del">
          <ac:chgData name="考 张" userId="87b8017596393203" providerId="LiveId" clId="{D567281E-BA97-4C7A-9065-2C3BC76975C9}" dt="2024-02-27T17:39:09.172" v="40" actId="478"/>
          <ac:graphicFrameMkLst>
            <pc:docMk/>
            <pc:sldMk cId="313985932" sldId="888"/>
            <ac:graphicFrameMk id="6" creationId="{73927088-1E3B-E602-9E9A-B1F907AE7CC5}"/>
          </ac:graphicFrameMkLst>
        </pc:graphicFrameChg>
        <pc:graphicFrameChg chg="del">
          <ac:chgData name="考 张" userId="87b8017596393203" providerId="LiveId" clId="{D567281E-BA97-4C7A-9065-2C3BC76975C9}" dt="2024-02-27T17:39:09.172" v="40" actId="478"/>
          <ac:graphicFrameMkLst>
            <pc:docMk/>
            <pc:sldMk cId="313985932" sldId="888"/>
            <ac:graphicFrameMk id="7" creationId="{9BCF0ABE-0BF3-D94A-2943-9BEB84B1381E}"/>
          </ac:graphicFrameMkLst>
        </pc:graphicFrameChg>
        <pc:graphicFrameChg chg="del">
          <ac:chgData name="考 张" userId="87b8017596393203" providerId="LiveId" clId="{D567281E-BA97-4C7A-9065-2C3BC76975C9}" dt="2024-02-27T17:39:09.172" v="40" actId="478"/>
          <ac:graphicFrameMkLst>
            <pc:docMk/>
            <pc:sldMk cId="313985932" sldId="888"/>
            <ac:graphicFrameMk id="12" creationId="{F1988505-A766-7FE4-7435-31F5DC9E9B0B}"/>
          </ac:graphicFrameMkLst>
        </pc:graphicFrameChg>
        <pc:graphicFrameChg chg="add del mod">
          <ac:chgData name="考 张" userId="87b8017596393203" providerId="LiveId" clId="{D567281E-BA97-4C7A-9065-2C3BC76975C9}" dt="2024-02-27T17:39:20.849" v="44"/>
          <ac:graphicFrameMkLst>
            <pc:docMk/>
            <pc:sldMk cId="313985932" sldId="888"/>
            <ac:graphicFrameMk id="529" creationId="{EAB64501-AF9F-9EEE-BB59-855F91C466ED}"/>
          </ac:graphicFrameMkLst>
        </pc:graphicFrameChg>
        <pc:graphicFrameChg chg="add del mod">
          <ac:chgData name="考 张" userId="87b8017596393203" providerId="LiveId" clId="{D567281E-BA97-4C7A-9065-2C3BC76975C9}" dt="2024-02-27T17:39:20.849" v="44"/>
          <ac:graphicFrameMkLst>
            <pc:docMk/>
            <pc:sldMk cId="313985932" sldId="888"/>
            <ac:graphicFrameMk id="530" creationId="{A7BB0C30-F2B1-A67A-F22F-4A2DF48D6953}"/>
          </ac:graphicFrameMkLst>
        </pc:graphicFrameChg>
        <pc:graphicFrameChg chg="add mod">
          <ac:chgData name="考 张" userId="87b8017596393203" providerId="LiveId" clId="{D567281E-BA97-4C7A-9065-2C3BC76975C9}" dt="2024-02-27T17:39:25.427" v="46"/>
          <ac:graphicFrameMkLst>
            <pc:docMk/>
            <pc:sldMk cId="313985932" sldId="888"/>
            <ac:graphicFrameMk id="1045" creationId="{0912DAD8-81FF-7A59-FA2A-CDA8146571C1}"/>
          </ac:graphicFrameMkLst>
        </pc:graphicFrameChg>
        <pc:graphicFrameChg chg="add mod">
          <ac:chgData name="考 张" userId="87b8017596393203" providerId="LiveId" clId="{D567281E-BA97-4C7A-9065-2C3BC76975C9}" dt="2024-02-27T17:39:25.427" v="46"/>
          <ac:graphicFrameMkLst>
            <pc:docMk/>
            <pc:sldMk cId="313985932" sldId="888"/>
            <ac:graphicFrameMk id="1046" creationId="{66E75DA7-D3CF-1863-03A1-BAE9BFF76802}"/>
          </ac:graphicFrameMkLst>
        </pc:graphicFrameChg>
        <pc:cxnChg chg="mod">
          <ac:chgData name="考 张" userId="87b8017596393203" providerId="LiveId" clId="{D567281E-BA97-4C7A-9065-2C3BC76975C9}" dt="2024-02-27T17:39:09.874" v="41"/>
          <ac:cxnSpMkLst>
            <pc:docMk/>
            <pc:sldMk cId="313985932" sldId="888"/>
            <ac:cxnSpMk id="24" creationId="{A94EA6B2-3938-FDFA-D93B-A5DB069DC766}"/>
          </ac:cxnSpMkLst>
        </pc:cxnChg>
        <pc:cxnChg chg="mod">
          <ac:chgData name="考 张" userId="87b8017596393203" providerId="LiveId" clId="{D567281E-BA97-4C7A-9065-2C3BC76975C9}" dt="2024-02-27T17:39:09.874" v="41"/>
          <ac:cxnSpMkLst>
            <pc:docMk/>
            <pc:sldMk cId="313985932" sldId="888"/>
            <ac:cxnSpMk id="276" creationId="{99901F7D-591A-EC71-DED9-A179A466F80C}"/>
          </ac:cxnSpMkLst>
        </pc:cxnChg>
        <pc:cxnChg chg="mod">
          <ac:chgData name="考 张" userId="87b8017596393203" providerId="LiveId" clId="{D567281E-BA97-4C7A-9065-2C3BC76975C9}" dt="2024-02-27T17:39:25.427" v="46"/>
          <ac:cxnSpMkLst>
            <pc:docMk/>
            <pc:sldMk cId="313985932" sldId="888"/>
            <ac:cxnSpMk id="540" creationId="{5E02CF6A-DCD7-3015-C672-B0EFA5642F6A}"/>
          </ac:cxnSpMkLst>
        </pc:cxnChg>
        <pc:cxnChg chg="mod">
          <ac:chgData name="考 张" userId="87b8017596393203" providerId="LiveId" clId="{D567281E-BA97-4C7A-9065-2C3BC76975C9}" dt="2024-02-27T17:39:25.427" v="46"/>
          <ac:cxnSpMkLst>
            <pc:docMk/>
            <pc:sldMk cId="313985932" sldId="888"/>
            <ac:cxnSpMk id="792" creationId="{9C2EBC71-89B2-B840-3018-6A1A15A9E61D}"/>
          </ac:cxnSpMkLst>
        </pc:cxnChg>
      </pc:sldChg>
      <pc:sldChg chg="addSp delSp modSp add del">
        <pc:chgData name="考 张" userId="87b8017596393203" providerId="LiveId" clId="{D567281E-BA97-4C7A-9065-2C3BC76975C9}" dt="2024-02-27T17:36:56.038" v="6"/>
        <pc:sldMkLst>
          <pc:docMk/>
          <pc:sldMk cId="1868951262" sldId="889"/>
        </pc:sldMkLst>
        <pc:spChg chg="add del">
          <ac:chgData name="考 张" userId="87b8017596393203" providerId="LiveId" clId="{D567281E-BA97-4C7A-9065-2C3BC76975C9}" dt="2024-02-27T17:36:55.375" v="5" actId="478"/>
          <ac:spMkLst>
            <pc:docMk/>
            <pc:sldMk cId="1868951262" sldId="889"/>
            <ac:spMk id="2" creationId="{00000000-0000-0000-0000-000000000000}"/>
          </ac:spMkLst>
        </pc:spChg>
        <pc:spChg chg="add del mod">
          <ac:chgData name="考 张" userId="87b8017596393203" providerId="LiveId" clId="{D567281E-BA97-4C7A-9065-2C3BC76975C9}" dt="2024-02-27T17:36:55.375" v="5" actId="478"/>
          <ac:spMkLst>
            <pc:docMk/>
            <pc:sldMk cId="1868951262" sldId="889"/>
            <ac:spMk id="3" creationId="{52A71957-2826-2568-8123-70E01480A7B3}"/>
          </ac:spMkLst>
        </pc:spChg>
      </pc:sldChg>
      <pc:sldChg chg="modSp add del mod">
        <pc:chgData name="考 张" userId="87b8017596393203" providerId="LiveId" clId="{D567281E-BA97-4C7A-9065-2C3BC76975C9}" dt="2024-02-27T17:42:53.871" v="68" actId="2696"/>
        <pc:sldMkLst>
          <pc:docMk/>
          <pc:sldMk cId="2184700555" sldId="889"/>
        </pc:sldMkLst>
        <pc:spChg chg="mod">
          <ac:chgData name="考 张" userId="87b8017596393203" providerId="LiveId" clId="{D567281E-BA97-4C7A-9065-2C3BC76975C9}" dt="2024-02-27T17:41:01.220" v="52" actId="207"/>
          <ac:spMkLst>
            <pc:docMk/>
            <pc:sldMk cId="2184700555" sldId="889"/>
            <ac:spMk id="2" creationId="{00000000-0000-0000-0000-000000000000}"/>
          </ac:spMkLst>
        </pc:spChg>
      </pc:sldChg>
      <pc:sldChg chg="add del">
        <pc:chgData name="考 张" userId="87b8017596393203" providerId="LiveId" clId="{D567281E-BA97-4C7A-9065-2C3BC76975C9}" dt="2024-02-27T17:41:50.381" v="54"/>
        <pc:sldMkLst>
          <pc:docMk/>
          <pc:sldMk cId="393511070" sldId="890"/>
        </pc:sldMkLst>
      </pc:sldChg>
      <pc:sldChg chg="addSp modSp del mod">
        <pc:chgData name="考 张" userId="87b8017596393203" providerId="LiveId" clId="{D567281E-BA97-4C7A-9065-2C3BC76975C9}" dt="2024-02-27T17:42:59.255" v="69" actId="2696"/>
        <pc:sldMkLst>
          <pc:docMk/>
          <pc:sldMk cId="2425625512" sldId="890"/>
        </pc:sldMkLst>
        <pc:spChg chg="add mod">
          <ac:chgData name="考 张" userId="87b8017596393203" providerId="LiveId" clId="{D567281E-BA97-4C7A-9065-2C3BC76975C9}" dt="2024-02-27T17:42:43.691" v="65" actId="1076"/>
          <ac:spMkLst>
            <pc:docMk/>
            <pc:sldMk cId="2425625512" sldId="890"/>
            <ac:spMk id="2" creationId="{EACABFDF-3BCF-1B5F-25A5-9C0CAEB06F35}"/>
          </ac:spMkLst>
        </pc:spChg>
        <pc:spChg chg="mod">
          <ac:chgData name="考 张" userId="87b8017596393203" providerId="LiveId" clId="{D567281E-BA97-4C7A-9065-2C3BC76975C9}" dt="2024-02-27T17:42:45.847" v="66" actId="1076"/>
          <ac:spMkLst>
            <pc:docMk/>
            <pc:sldMk cId="2425625512" sldId="890"/>
            <ac:spMk id="78" creationId="{00000000-0000-0000-0000-000000000000}"/>
          </ac:spMkLst>
        </pc:spChg>
      </pc:sldChg>
      <pc:sldChg chg="add">
        <pc:chgData name="考 张" userId="87b8017596393203" providerId="LiveId" clId="{D567281E-BA97-4C7A-9065-2C3BC76975C9}" dt="2024-02-27T17:44:00.886" v="71"/>
        <pc:sldMkLst>
          <pc:docMk/>
          <pc:sldMk cId="1906175225" sldId="901"/>
        </pc:sldMkLst>
      </pc:sldChg>
      <pc:sldChg chg="addSp delSp modSp add mod ord">
        <pc:chgData name="考 张" userId="87b8017596393203" providerId="LiveId" clId="{D567281E-BA97-4C7A-9065-2C3BC76975C9}" dt="2024-02-27T17:46:17.452" v="88" actId="1076"/>
        <pc:sldMkLst>
          <pc:docMk/>
          <pc:sldMk cId="1076149330" sldId="902"/>
        </pc:sldMkLst>
        <pc:spChg chg="add del mod">
          <ac:chgData name="考 张" userId="87b8017596393203" providerId="LiveId" clId="{D567281E-BA97-4C7A-9065-2C3BC76975C9}" dt="2024-02-27T17:46:10.326" v="87" actId="26606"/>
          <ac:spMkLst>
            <pc:docMk/>
            <pc:sldMk cId="1076149330" sldId="902"/>
            <ac:spMk id="5" creationId="{1BB2B4EA-AA8F-229C-F672-855AFB5061ED}"/>
          </ac:spMkLst>
        </pc:spChg>
        <pc:spChg chg="add mod">
          <ac:chgData name="考 张" userId="87b8017596393203" providerId="LiveId" clId="{D567281E-BA97-4C7A-9065-2C3BC76975C9}" dt="2024-02-27T17:46:17.452" v="88" actId="1076"/>
          <ac:spMkLst>
            <pc:docMk/>
            <pc:sldMk cId="1076149330" sldId="902"/>
            <ac:spMk id="7" creationId="{CC57A063-A227-92BF-7AFB-2D7D4BF1D665}"/>
          </ac:spMkLst>
        </pc:spChg>
        <pc:spChg chg="del">
          <ac:chgData name="考 张" userId="87b8017596393203" providerId="LiveId" clId="{D567281E-BA97-4C7A-9065-2C3BC76975C9}" dt="2024-02-27T17:45:32.551" v="78" actId="478"/>
          <ac:spMkLst>
            <pc:docMk/>
            <pc:sldMk cId="1076149330" sldId="902"/>
            <ac:spMk id="8" creationId="{00000000-0000-0000-0000-000000000000}"/>
          </ac:spMkLst>
        </pc:spChg>
        <pc:spChg chg="add mod">
          <ac:chgData name="考 张" userId="87b8017596393203" providerId="LiveId" clId="{D567281E-BA97-4C7A-9065-2C3BC76975C9}" dt="2024-02-27T17:46:17.452" v="88" actId="1076"/>
          <ac:spMkLst>
            <pc:docMk/>
            <pc:sldMk cId="1076149330" sldId="902"/>
            <ac:spMk id="14" creationId="{2597EF2A-8C2B-B665-38D6-14D70EE08166}"/>
          </ac:spMkLst>
        </pc:spChg>
        <pc:spChg chg="del">
          <ac:chgData name="考 张" userId="87b8017596393203" providerId="LiveId" clId="{D567281E-BA97-4C7A-9065-2C3BC76975C9}" dt="2024-02-27T17:45:32.551" v="78" actId="478"/>
          <ac:spMkLst>
            <pc:docMk/>
            <pc:sldMk cId="1076149330" sldId="902"/>
            <ac:spMk id="22" creationId="{00000000-0000-0000-0000-000000000000}"/>
          </ac:spMkLst>
        </pc:spChg>
        <pc:grpChg chg="del">
          <ac:chgData name="考 张" userId="87b8017596393203" providerId="LiveId" clId="{D567281E-BA97-4C7A-9065-2C3BC76975C9}" dt="2024-02-27T17:45:32.551" v="78" actId="478"/>
          <ac:grpSpMkLst>
            <pc:docMk/>
            <pc:sldMk cId="1076149330" sldId="902"/>
            <ac:grpSpMk id="2" creationId="{92E710AF-1475-0643-8B9C-454F590FFA08}"/>
          </ac:grpSpMkLst>
        </pc:grpChg>
        <pc:graphicFrameChg chg="add del">
          <ac:chgData name="考 张" userId="87b8017596393203" providerId="LiveId" clId="{D567281E-BA97-4C7A-9065-2C3BC76975C9}" dt="2024-02-27T17:46:00.825" v="81" actId="26606"/>
          <ac:graphicFrameMkLst>
            <pc:docMk/>
            <pc:sldMk cId="1076149330" sldId="902"/>
            <ac:graphicFrameMk id="17" creationId="{636191F5-15C0-BF6A-5FAB-B66C06F57E82}"/>
          </ac:graphicFrameMkLst>
        </pc:graphicFrameChg>
        <pc:graphicFrameChg chg="add del">
          <ac:chgData name="考 张" userId="87b8017596393203" providerId="LiveId" clId="{D567281E-BA97-4C7A-9065-2C3BC76975C9}" dt="2024-02-27T17:46:10.326" v="87" actId="26606"/>
          <ac:graphicFrameMkLst>
            <pc:docMk/>
            <pc:sldMk cId="1076149330" sldId="902"/>
            <ac:graphicFrameMk id="19" creationId="{45AD9D64-C2A8-A475-96C8-AB42CA22157E}"/>
          </ac:graphicFrameMkLst>
        </pc:graphicFrameChg>
        <pc:picChg chg="add mod">
          <ac:chgData name="考 张" userId="87b8017596393203" providerId="LiveId" clId="{D567281E-BA97-4C7A-9065-2C3BC76975C9}" dt="2024-02-27T17:46:17.452" v="88" actId="1076"/>
          <ac:picMkLst>
            <pc:docMk/>
            <pc:sldMk cId="1076149330" sldId="902"/>
            <ac:picMk id="6" creationId="{F6DF264C-E6A1-6940-BBE8-917FBC24903A}"/>
          </ac:picMkLst>
        </pc:picChg>
        <pc:picChg chg="mod">
          <ac:chgData name="考 张" userId="87b8017596393203" providerId="LiveId" clId="{D567281E-BA97-4C7A-9065-2C3BC76975C9}" dt="2024-02-27T17:46:10.326" v="87" actId="26606"/>
          <ac:picMkLst>
            <pc:docMk/>
            <pc:sldMk cId="1076149330" sldId="902"/>
            <ac:picMk id="9" creationId="{00000000-0000-0000-0000-000000000000}"/>
          </ac:picMkLst>
        </pc:picChg>
        <pc:picChg chg="add mod">
          <ac:chgData name="考 张" userId="87b8017596393203" providerId="LiveId" clId="{D567281E-BA97-4C7A-9065-2C3BC76975C9}" dt="2024-02-27T17:46:17.452" v="88" actId="1076"/>
          <ac:picMkLst>
            <pc:docMk/>
            <pc:sldMk cId="1076149330" sldId="902"/>
            <ac:picMk id="12" creationId="{758527FF-D5CA-BA6B-6F52-32AD53EB2016}"/>
          </ac:picMkLst>
        </pc:picChg>
      </pc:sldChg>
      <pc:sldChg chg="ord">
        <pc:chgData name="考 张" userId="87b8017596393203" providerId="LiveId" clId="{D567281E-BA97-4C7A-9065-2C3BC76975C9}" dt="2024-02-27T17:59:03.959" v="137" actId="20578"/>
        <pc:sldMkLst>
          <pc:docMk/>
          <pc:sldMk cId="3581563204" sldId="930"/>
        </pc:sldMkLst>
      </pc:sldChg>
      <pc:sldMasterChg chg="add del addSldLayout delSldLayout">
        <pc:chgData name="考 张" userId="87b8017596393203" providerId="LiveId" clId="{D567281E-BA97-4C7A-9065-2C3BC76975C9}" dt="2024-02-27T17:42:53.871" v="68" actId="2696"/>
        <pc:sldMasterMkLst>
          <pc:docMk/>
          <pc:sldMasterMk cId="1872196434" sldId="2147483681"/>
        </pc:sldMasterMkLst>
        <pc:sldLayoutChg chg="add del">
          <pc:chgData name="考 张" userId="87b8017596393203" providerId="LiveId" clId="{D567281E-BA97-4C7A-9065-2C3BC76975C9}" dt="2024-02-27T17:42:53.871" v="68" actId="2696"/>
          <pc:sldLayoutMkLst>
            <pc:docMk/>
            <pc:sldMasterMk cId="1872196434" sldId="2147483681"/>
            <pc:sldLayoutMk cId="2081819270" sldId="2147483682"/>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87124310" sldId="2147483683"/>
          </pc:sldLayoutMkLst>
        </pc:sldLayoutChg>
        <pc:sldLayoutChg chg="add del">
          <pc:chgData name="考 张" userId="87b8017596393203" providerId="LiveId" clId="{D567281E-BA97-4C7A-9065-2C3BC76975C9}" dt="2024-02-27T17:42:53.871" v="68" actId="2696"/>
          <pc:sldLayoutMkLst>
            <pc:docMk/>
            <pc:sldMasterMk cId="1872196434" sldId="2147483681"/>
            <pc:sldLayoutMk cId="3873885803" sldId="2147483684"/>
          </pc:sldLayoutMkLst>
        </pc:sldLayoutChg>
        <pc:sldLayoutChg chg="add del">
          <pc:chgData name="考 张" userId="87b8017596393203" providerId="LiveId" clId="{D567281E-BA97-4C7A-9065-2C3BC76975C9}" dt="2024-02-27T17:42:53.871" v="68" actId="2696"/>
          <pc:sldLayoutMkLst>
            <pc:docMk/>
            <pc:sldMasterMk cId="1872196434" sldId="2147483681"/>
            <pc:sldLayoutMk cId="3408471385" sldId="2147483685"/>
          </pc:sldLayoutMkLst>
        </pc:sldLayoutChg>
        <pc:sldLayoutChg chg="add del">
          <pc:chgData name="考 张" userId="87b8017596393203" providerId="LiveId" clId="{D567281E-BA97-4C7A-9065-2C3BC76975C9}" dt="2024-02-27T17:42:53.871" v="68" actId="2696"/>
          <pc:sldLayoutMkLst>
            <pc:docMk/>
            <pc:sldMasterMk cId="1872196434" sldId="2147483681"/>
            <pc:sldLayoutMk cId="673432300" sldId="2147483686"/>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237719208" sldId="2147483687"/>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903983230" sldId="2147483688"/>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337282092" sldId="2147483689"/>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29368207" sldId="2147483690"/>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503297438" sldId="2147483691"/>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611411499" sldId="2147483692"/>
          </pc:sldLayoutMkLst>
        </pc:sldLayoutChg>
        <pc:sldLayoutChg chg="add del">
          <pc:chgData name="考 张" userId="87b8017596393203" providerId="LiveId" clId="{D567281E-BA97-4C7A-9065-2C3BC76975C9}" dt="2024-02-27T17:42:53.871" v="68" actId="2696"/>
          <pc:sldLayoutMkLst>
            <pc:docMk/>
            <pc:sldMasterMk cId="1872196434" sldId="2147483681"/>
            <pc:sldLayoutMk cId="2083687537" sldId="2147483693"/>
          </pc:sldLayoutMkLst>
        </pc:sldLayoutChg>
      </pc:sldMasterChg>
    </pc:docChg>
  </pc:docChgLst>
  <pc:docChgLst>
    <pc:chgData name="考 张" userId="87b8017596393203" providerId="LiveId" clId="{658E0397-3A95-4555-9956-0134B7A936D0}"/>
    <pc:docChg chg="modSld">
      <pc:chgData name="考 张" userId="87b8017596393203" providerId="LiveId" clId="{658E0397-3A95-4555-9956-0134B7A936D0}" dt="2023-12-26T05:19:34.322" v="0" actId="478"/>
      <pc:docMkLst>
        <pc:docMk/>
      </pc:docMkLst>
      <pc:sldChg chg="delSp">
        <pc:chgData name="考 张" userId="87b8017596393203" providerId="LiveId" clId="{658E0397-3A95-4555-9956-0134B7A936D0}" dt="2023-12-26T05:19:34.322" v="0" actId="478"/>
        <pc:sldMkLst>
          <pc:docMk/>
          <pc:sldMk cId="1999558913" sldId="717"/>
        </pc:sldMkLst>
        <pc:spChg chg="del">
          <ac:chgData name="考 张" userId="87b8017596393203" providerId="LiveId" clId="{658E0397-3A95-4555-9956-0134B7A936D0}" dt="2023-12-26T05:19:34.322" v="0" actId="478"/>
          <ac:spMkLst>
            <pc:docMk/>
            <pc:sldMk cId="1999558913" sldId="717"/>
            <ac:spMk id="47128"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05A9AD-AD87-48C0-8E9D-99481987F253}" type="datetimeFigureOut">
              <a:rPr lang="zh-CN" altLang="en-US" smtClean="0"/>
              <a:t>2024/4/24</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DEA54C2-C155-401B-88BE-B08BCC95FB55}"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solidFill>
            <a:srgbClr val="2B7F91"/>
          </a:solidFill>
        </p:spPr>
        <p:txBody>
          <a:bodyPr/>
          <a:lstStyle>
            <a:lvl1pPr>
              <a:defRPr sz="4000" baseline="0"/>
            </a:lvl1pPr>
          </a:lstStyle>
          <a:p>
            <a:r>
              <a:rPr lang="en-US" altLang="zh-CN" dirty="0"/>
              <a:t>Click to edit Master title style</a:t>
            </a:r>
            <a:endParaRPr lang="zh-CN" altLang="en-US" dirty="0"/>
          </a:p>
        </p:txBody>
      </p:sp>
      <p:sp>
        <p:nvSpPr>
          <p:cNvPr id="3" name="Content Placeholder 2"/>
          <p:cNvSpPr>
            <a:spLocks noGrp="1"/>
          </p:cNvSpPr>
          <p:nvPr>
            <p:ph idx="1"/>
          </p:nvPr>
        </p:nvSpPr>
        <p:spPr/>
        <p:txBody>
          <a:bodyPr/>
          <a:lstStyle>
            <a:lvl1pPr marL="457200" indent="-457200">
              <a:lnSpc>
                <a:spcPct val="120000"/>
              </a:lnSpc>
              <a:buClr>
                <a:srgbClr val="053E49"/>
              </a:buClr>
              <a:buFont typeface="Wingdings 2" panose="05020102010507070707" pitchFamily="18" charset="2"/>
              <a:buChar char=""/>
              <a:defRPr sz="2600" b="1" baseline="0">
                <a:latin typeface="Centaur" panose="02030504050205020304" pitchFamily="18" charset="0"/>
              </a:defRPr>
            </a:lvl1pPr>
            <a:lvl2pPr>
              <a:lnSpc>
                <a:spcPct val="120000"/>
              </a:lnSpc>
              <a:defRPr sz="2400" b="1" baseline="0">
                <a:latin typeface="Centaur" panose="02030504050205020304" pitchFamily="18" charset="0"/>
              </a:defRPr>
            </a:lvl2pPr>
            <a:lvl3pPr>
              <a:lnSpc>
                <a:spcPct val="120000"/>
              </a:lnSpc>
              <a:defRPr sz="2200" b="1" baseline="0">
                <a:latin typeface="Centaur" panose="02030504050205020304" pitchFamily="18" charset="0"/>
              </a:defRPr>
            </a:lvl3pPr>
            <a:lvl4pPr>
              <a:lnSpc>
                <a:spcPct val="120000"/>
              </a:lnSpc>
              <a:defRPr b="1" baseline="0">
                <a:latin typeface="Centaur" panose="02030504050205020304" pitchFamily="18" charset="0"/>
              </a:defRPr>
            </a:lvl4pPr>
            <a:lvl5pPr>
              <a:lnSpc>
                <a:spcPct val="120000"/>
              </a:lnSpc>
              <a:defRPr b="1">
                <a:latin typeface="Centaur" panose="02030504050205020304" pitchFamily="18"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18266824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252539"/>
            <a:ext cx="7886700" cy="1731961"/>
          </a:xfrm>
          <a:solidFill>
            <a:srgbClr val="2B7F91"/>
          </a:solidFill>
        </p:spPr>
        <p:txBody>
          <a:bodyPr anchor="b"/>
          <a:lstStyle>
            <a:lvl1pPr>
              <a:defRPr sz="6000"/>
            </a:lvl1pPr>
          </a:lstStyle>
          <a:p>
            <a:r>
              <a:rPr lang="en-US" altLang="zh-CN" dirty="0"/>
              <a:t>Click to edit Master title style</a:t>
            </a:r>
            <a:endParaRPr lang="zh-CN" altLang="en-US" dirty="0"/>
          </a:p>
        </p:txBody>
      </p:sp>
      <p:sp>
        <p:nvSpPr>
          <p:cNvPr id="3" name="Text Placeholder 2"/>
          <p:cNvSpPr>
            <a:spLocks noGrp="1"/>
          </p:cNvSpPr>
          <p:nvPr>
            <p:ph type="body" idx="1"/>
          </p:nvPr>
        </p:nvSpPr>
        <p:spPr>
          <a:xfrm>
            <a:off x="623888" y="4102101"/>
            <a:ext cx="7886700" cy="2146299"/>
          </a:xfrm>
        </p:spPr>
        <p:txBody>
          <a:bodyPr/>
          <a:lstStyle>
            <a:lvl1pPr marL="0" indent="0">
              <a:buNone/>
              <a:defRPr sz="2800">
                <a:latin typeface="Centaur" panose="02030504050205020304" pitchFamily="18" charset="0"/>
              </a:defRPr>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altLang="zh-CN" dirty="0"/>
              <a:t>Click to edit Master text styles</a:t>
            </a:r>
          </a:p>
        </p:txBody>
      </p:sp>
    </p:spTree>
    <p:extLst>
      <p:ext uri="{BB962C8B-B14F-4D97-AF65-F5344CB8AC3E}">
        <p14:creationId xmlns:p14="http://schemas.microsoft.com/office/powerpoint/2010/main" val="147422759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solidFill>
            <a:srgbClr val="2B7F91"/>
          </a:solidFill>
        </p:spPr>
        <p:txBody>
          <a:bodyPr/>
          <a:lstStyle/>
          <a:p>
            <a:r>
              <a:rPr lang="en-US" altLang="zh-CN"/>
              <a:t>Click to edit Master title style</a:t>
            </a:r>
            <a:endParaRPr lang="zh-CN" altLang="en-US"/>
          </a:p>
        </p:txBody>
      </p:sp>
      <p:sp>
        <p:nvSpPr>
          <p:cNvPr id="3" name="Content Placeholder 2"/>
          <p:cNvSpPr>
            <a:spLocks noGrp="1"/>
          </p:cNvSpPr>
          <p:nvPr>
            <p:ph sz="half" idx="1"/>
          </p:nvPr>
        </p:nvSpPr>
        <p:spPr>
          <a:xfrm>
            <a:off x="457200" y="1333500"/>
            <a:ext cx="4038600" cy="5524500"/>
          </a:xfrm>
        </p:spPr>
        <p:txBody>
          <a:bodyPr/>
          <a:lstStyle>
            <a:lvl1pPr>
              <a:defRPr>
                <a:latin typeface="Bell MT" panose="02020503060305020303" pitchFamily="18" charset="0"/>
              </a:defRPr>
            </a:lvl1pPr>
            <a:lvl2pPr>
              <a:defRPr>
                <a:latin typeface="Bell MT" panose="02020503060305020303" pitchFamily="18" charset="0"/>
              </a:defRPr>
            </a:lvl2pPr>
            <a:lvl3pPr>
              <a:defRPr>
                <a:latin typeface="Bell MT" panose="02020503060305020303" pitchFamily="18" charset="0"/>
              </a:defRPr>
            </a:lvl3pPr>
            <a:lvl4pPr>
              <a:defRPr>
                <a:latin typeface="Bell MT" panose="02020503060305020303" pitchFamily="18" charset="0"/>
              </a:defRPr>
            </a:lvl4pPr>
            <a:lvl5pPr>
              <a:defRPr>
                <a:latin typeface="Bell MT" panose="02020503060305020303" pitchFamily="18"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
        <p:nvSpPr>
          <p:cNvPr id="4" name="Content Placeholder 3"/>
          <p:cNvSpPr>
            <a:spLocks noGrp="1"/>
          </p:cNvSpPr>
          <p:nvPr>
            <p:ph sz="half" idx="2"/>
          </p:nvPr>
        </p:nvSpPr>
        <p:spPr>
          <a:xfrm>
            <a:off x="4648200" y="1333500"/>
            <a:ext cx="4038600" cy="5524500"/>
          </a:xfrm>
        </p:spPr>
        <p:txBody>
          <a:bodyPr/>
          <a:lstStyle>
            <a:lvl1pPr>
              <a:defRPr>
                <a:latin typeface="Bell MT" panose="02020503060305020303" pitchFamily="18" charset="0"/>
              </a:defRPr>
            </a:lvl1pPr>
            <a:lvl2pPr>
              <a:defRPr>
                <a:latin typeface="Bell MT" panose="02020503060305020303" pitchFamily="18" charset="0"/>
              </a:defRPr>
            </a:lvl2pPr>
            <a:lvl3pPr>
              <a:defRPr>
                <a:latin typeface="Bell MT" panose="02020503060305020303" pitchFamily="18" charset="0"/>
              </a:defRPr>
            </a:lvl3pPr>
            <a:lvl4pPr>
              <a:defRPr>
                <a:latin typeface="Bell MT" panose="02020503060305020303" pitchFamily="18" charset="0"/>
              </a:defRPr>
            </a:lvl4pPr>
            <a:lvl5pPr>
              <a:defRPr>
                <a:latin typeface="Bell MT" panose="02020503060305020303" pitchFamily="18" charset="0"/>
              </a:defRPr>
            </a:lvl5p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endParaRPr lang="zh-CN" altLang="en-US" dirty="0"/>
          </a:p>
        </p:txBody>
      </p:sp>
    </p:spTree>
    <p:extLst>
      <p:ext uri="{BB962C8B-B14F-4D97-AF65-F5344CB8AC3E}">
        <p14:creationId xmlns:p14="http://schemas.microsoft.com/office/powerpoint/2010/main" val="41332731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420550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ga-IE"/>
              <a:t>Click to edit Master title style</a:t>
            </a:r>
            <a:endParaRPr lang="en-US"/>
          </a:p>
        </p:txBody>
      </p:sp>
    </p:spTree>
    <p:extLst>
      <p:ext uri="{BB962C8B-B14F-4D97-AF65-F5344CB8AC3E}">
        <p14:creationId xmlns:p14="http://schemas.microsoft.com/office/powerpoint/2010/main" val="2307694358"/>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bwMode="auto">
          <a:xfrm>
            <a:off x="638175" y="0"/>
            <a:ext cx="8505825" cy="1231900"/>
          </a:xfrm>
          <a:prstGeom prst="rect">
            <a:avLst/>
          </a:prstGeom>
          <a:solidFill>
            <a:schemeClr val="accent2"/>
          </a:solidFill>
          <a:ln w="25400">
            <a:solidFill>
              <a:schemeClr val="tx1"/>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ltLang="zh-CN" dirty="0"/>
              <a:t>Click to edit Master title style</a:t>
            </a:r>
          </a:p>
        </p:txBody>
      </p:sp>
      <p:sp>
        <p:nvSpPr>
          <p:cNvPr id="4099" name="Rectangle 3"/>
          <p:cNvSpPr>
            <a:spLocks noGrp="1" noChangeArrowheads="1"/>
          </p:cNvSpPr>
          <p:nvPr>
            <p:ph type="body" idx="1"/>
          </p:nvPr>
        </p:nvSpPr>
        <p:spPr bwMode="auto">
          <a:xfrm>
            <a:off x="457200" y="1333500"/>
            <a:ext cx="8229600" cy="55245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ltLang="zh-CN" dirty="0"/>
              <a:t>Click to edit Master text styles</a:t>
            </a:r>
          </a:p>
          <a:p>
            <a:pPr lvl="1"/>
            <a:r>
              <a:rPr lang="en-US" altLang="zh-CN" dirty="0"/>
              <a:t>Second level</a:t>
            </a:r>
          </a:p>
          <a:p>
            <a:pPr lvl="2"/>
            <a:r>
              <a:rPr lang="en-US" altLang="zh-CN" dirty="0"/>
              <a:t>Third level</a:t>
            </a:r>
          </a:p>
          <a:p>
            <a:pPr lvl="3"/>
            <a:r>
              <a:rPr lang="en-US" altLang="zh-CN" dirty="0"/>
              <a:t>Fourth level</a:t>
            </a:r>
          </a:p>
          <a:p>
            <a:pPr lvl="4"/>
            <a:r>
              <a:rPr lang="en-US" altLang="zh-CN" dirty="0"/>
              <a:t>Fifth level</a:t>
            </a:r>
          </a:p>
        </p:txBody>
      </p:sp>
      <p:sp>
        <p:nvSpPr>
          <p:cNvPr id="4100" name="Text Box 4"/>
          <p:cNvSpPr txBox="1">
            <a:spLocks noChangeArrowheads="1"/>
          </p:cNvSpPr>
          <p:nvPr/>
        </p:nvSpPr>
        <p:spPr bwMode="auto">
          <a:xfrm>
            <a:off x="0" y="0"/>
            <a:ext cx="657225" cy="1228725"/>
          </a:xfrm>
          <a:prstGeom prst="rect">
            <a:avLst/>
          </a:prstGeom>
          <a:solidFill>
            <a:srgbClr val="053E49"/>
          </a:solidFill>
          <a:ln w="25400">
            <a:solidFill>
              <a:schemeClr val="tx1"/>
            </a:solidFill>
            <a:miter lim="800000"/>
            <a:headEnd/>
            <a:tailEnd/>
          </a:ln>
          <a:effectLst/>
        </p:spPr>
        <p:txBody>
          <a:bodyPr anchor="ctr" anchorCtr="1"/>
          <a:lstStyle/>
          <a:p>
            <a:pPr algn="ctr" fontAlgn="base">
              <a:spcBef>
                <a:spcPct val="50000"/>
              </a:spcBef>
              <a:spcAft>
                <a:spcPct val="0"/>
              </a:spcAft>
            </a:pPr>
            <a:fld id="{6D13C176-406F-4B1A-BA78-656BAB1AA59F}" type="slidenum">
              <a:rPr lang="en-US" altLang="zh-CN" smtClean="0">
                <a:solidFill>
                  <a:srgbClr val="FFFFFF"/>
                </a:solidFill>
                <a:ea typeface="宋体" panose="02010600030101010101" pitchFamily="2" charset="-122"/>
              </a:rPr>
              <a:pPr algn="ctr" fontAlgn="base">
                <a:spcBef>
                  <a:spcPct val="50000"/>
                </a:spcBef>
                <a:spcAft>
                  <a:spcPct val="0"/>
                </a:spcAft>
              </a:pPr>
              <a:t>‹#›</a:t>
            </a:fld>
            <a:endParaRPr lang="en-US" altLang="zh-CN" dirty="0">
              <a:solidFill>
                <a:srgbClr val="FFFFFF"/>
              </a:solidFill>
              <a:ea typeface="宋体" panose="02010600030101010101" pitchFamily="2" charset="-122"/>
            </a:endParaRPr>
          </a:p>
        </p:txBody>
      </p:sp>
    </p:spTree>
    <p:extLst>
      <p:ext uri="{BB962C8B-B14F-4D97-AF65-F5344CB8AC3E}">
        <p14:creationId xmlns:p14="http://schemas.microsoft.com/office/powerpoint/2010/main" val="2769233492"/>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lgn="r" rtl="0" fontAlgn="base">
        <a:spcBef>
          <a:spcPct val="0"/>
        </a:spcBef>
        <a:spcAft>
          <a:spcPct val="0"/>
        </a:spcAft>
        <a:defRPr sz="4000" kern="1200" baseline="0">
          <a:solidFill>
            <a:schemeClr val="bg1"/>
          </a:solidFill>
          <a:latin typeface="+mj-lt"/>
          <a:ea typeface="黑体" pitchFamily="2" charset="-122"/>
          <a:cs typeface="+mj-cs"/>
        </a:defRPr>
      </a:lvl1pPr>
      <a:lvl2pPr algn="r" rtl="0" fontAlgn="base">
        <a:spcBef>
          <a:spcPct val="0"/>
        </a:spcBef>
        <a:spcAft>
          <a:spcPct val="0"/>
        </a:spcAft>
        <a:defRPr sz="4000">
          <a:solidFill>
            <a:schemeClr val="bg1"/>
          </a:solidFill>
          <a:latin typeface="Arial" panose="020B0604020202020204" pitchFamily="34" charset="0"/>
        </a:defRPr>
      </a:lvl2pPr>
      <a:lvl3pPr algn="r" rtl="0" fontAlgn="base">
        <a:spcBef>
          <a:spcPct val="0"/>
        </a:spcBef>
        <a:spcAft>
          <a:spcPct val="0"/>
        </a:spcAft>
        <a:defRPr sz="4000">
          <a:solidFill>
            <a:schemeClr val="bg1"/>
          </a:solidFill>
          <a:latin typeface="Arial" panose="020B0604020202020204" pitchFamily="34" charset="0"/>
        </a:defRPr>
      </a:lvl3pPr>
      <a:lvl4pPr algn="r" rtl="0" fontAlgn="base">
        <a:spcBef>
          <a:spcPct val="0"/>
        </a:spcBef>
        <a:spcAft>
          <a:spcPct val="0"/>
        </a:spcAft>
        <a:defRPr sz="4000">
          <a:solidFill>
            <a:schemeClr val="bg1"/>
          </a:solidFill>
          <a:latin typeface="Arial" panose="020B0604020202020204" pitchFamily="34" charset="0"/>
        </a:defRPr>
      </a:lvl4pPr>
      <a:lvl5pPr algn="r" rtl="0" fontAlgn="base">
        <a:spcBef>
          <a:spcPct val="0"/>
        </a:spcBef>
        <a:spcAft>
          <a:spcPct val="0"/>
        </a:spcAft>
        <a:defRPr sz="4000">
          <a:solidFill>
            <a:schemeClr val="bg1"/>
          </a:solidFill>
          <a:latin typeface="Arial" panose="020B0604020202020204" pitchFamily="34" charset="0"/>
        </a:defRPr>
      </a:lvl5pPr>
      <a:lvl6pPr marL="457200" algn="r" rtl="0" fontAlgn="base">
        <a:spcBef>
          <a:spcPct val="0"/>
        </a:spcBef>
        <a:spcAft>
          <a:spcPct val="0"/>
        </a:spcAft>
        <a:defRPr sz="4000">
          <a:solidFill>
            <a:schemeClr val="bg1"/>
          </a:solidFill>
          <a:latin typeface="Arial" panose="020B0604020202020204" pitchFamily="34" charset="0"/>
        </a:defRPr>
      </a:lvl6pPr>
      <a:lvl7pPr marL="914400" algn="r" rtl="0" fontAlgn="base">
        <a:spcBef>
          <a:spcPct val="0"/>
        </a:spcBef>
        <a:spcAft>
          <a:spcPct val="0"/>
        </a:spcAft>
        <a:defRPr sz="4000">
          <a:solidFill>
            <a:schemeClr val="bg1"/>
          </a:solidFill>
          <a:latin typeface="Arial" panose="020B0604020202020204" pitchFamily="34" charset="0"/>
        </a:defRPr>
      </a:lvl7pPr>
      <a:lvl8pPr marL="1371600" algn="r" rtl="0" fontAlgn="base">
        <a:spcBef>
          <a:spcPct val="0"/>
        </a:spcBef>
        <a:spcAft>
          <a:spcPct val="0"/>
        </a:spcAft>
        <a:defRPr sz="4000">
          <a:solidFill>
            <a:schemeClr val="bg1"/>
          </a:solidFill>
          <a:latin typeface="Arial" panose="020B0604020202020204" pitchFamily="34" charset="0"/>
        </a:defRPr>
      </a:lvl8pPr>
      <a:lvl9pPr marL="1828800" algn="r" rtl="0" fontAlgn="base">
        <a:spcBef>
          <a:spcPct val="0"/>
        </a:spcBef>
        <a:spcAft>
          <a:spcPct val="0"/>
        </a:spcAft>
        <a:defRPr sz="4000">
          <a:solidFill>
            <a:schemeClr val="bg1"/>
          </a:solidFill>
          <a:latin typeface="Arial" panose="020B0604020202020204" pitchFamily="34" charset="0"/>
        </a:defRPr>
      </a:lvl9pPr>
    </p:titleStyle>
    <p:bodyStyle>
      <a:lvl1pPr algn="l" rtl="0" fontAlgn="base">
        <a:spcBef>
          <a:spcPct val="20000"/>
        </a:spcBef>
        <a:spcAft>
          <a:spcPct val="0"/>
        </a:spcAft>
        <a:defRPr sz="2600" kern="1200" baseline="0">
          <a:solidFill>
            <a:schemeClr val="tx1"/>
          </a:solidFill>
          <a:latin typeface="+mn-lt"/>
          <a:ea typeface="+mn-ea"/>
          <a:cs typeface="+mn-cs"/>
        </a:defRPr>
      </a:lvl1pPr>
      <a:lvl2pPr marL="827088" indent="-285750" algn="l" rtl="0" fontAlgn="base">
        <a:spcBef>
          <a:spcPct val="20000"/>
        </a:spcBef>
        <a:spcAft>
          <a:spcPct val="0"/>
        </a:spcAft>
        <a:buChar char="–"/>
        <a:defRPr sz="2800" kern="1200">
          <a:solidFill>
            <a:schemeClr val="tx1"/>
          </a:solidFill>
          <a:latin typeface="+mn-lt"/>
          <a:ea typeface="+mn-ea"/>
          <a:cs typeface="+mn-cs"/>
        </a:defRPr>
      </a:lvl2pPr>
      <a:lvl3pPr marL="1235075" indent="-228600" algn="l" rtl="0" fontAlgn="base">
        <a:spcBef>
          <a:spcPct val="20000"/>
        </a:spcBef>
        <a:spcAft>
          <a:spcPct val="0"/>
        </a:spcAft>
        <a:buChar char="•"/>
        <a:defRPr sz="2200" kern="1200" baseline="0">
          <a:solidFill>
            <a:schemeClr val="tx1"/>
          </a:solidFill>
          <a:latin typeface="+mn-lt"/>
          <a:ea typeface="+mn-ea"/>
          <a:cs typeface="+mn-cs"/>
        </a:defRPr>
      </a:lvl3pPr>
      <a:lvl4pPr marL="1643063"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50.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671992" cy="5355312"/>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：什么是图像，什么是数字图像，什么是像素</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2</a:t>
            </a:r>
            <a:r>
              <a:rPr lang="zh-CN" altLang="en-US" dirty="0">
                <a:solidFill>
                  <a:srgbClr val="000000"/>
                </a:solidFill>
                <a:latin typeface="宋体" panose="02010600030101010101" pitchFamily="2" charset="-122"/>
                <a:ea typeface="宋体" panose="02010600030101010101" pitchFamily="2" charset="-122"/>
              </a:rPr>
              <a:t>：</a:t>
            </a:r>
            <a:r>
              <a:rPr lang="zh-CN" altLang="en-US" sz="1800" dirty="0"/>
              <a:t>数字图像处理两大任务是什么</a:t>
            </a:r>
            <a:endParaRPr lang="en-US" altLang="zh-CN" sz="1800" dirty="0"/>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3:</a:t>
            </a:r>
            <a:r>
              <a:rPr lang="zh-CN" altLang="en-US" dirty="0">
                <a:solidFill>
                  <a:srgbClr val="000000"/>
                </a:solidFill>
                <a:latin typeface="宋体" panose="02010600030101010101" pitchFamily="2" charset="-122"/>
                <a:ea typeface="宋体" panose="02010600030101010101" pitchFamily="2" charset="-122"/>
              </a:rPr>
              <a:t>为什么要进行数字图像处理</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4:</a:t>
            </a:r>
            <a:r>
              <a:rPr lang="zh-CN" altLang="en-US" dirty="0">
                <a:solidFill>
                  <a:srgbClr val="000000"/>
                </a:solidFill>
                <a:latin typeface="宋体" panose="02010600030101010101" pitchFamily="2" charset="-122"/>
                <a:ea typeface="宋体" panose="02010600030101010101" pitchFamily="2" charset="-122"/>
              </a:rPr>
              <a:t>数字图像处理根据语义从低级到高级，分为哪几个层次</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5:</a:t>
            </a:r>
            <a:r>
              <a:rPr lang="zh-CN" altLang="en-US" dirty="0">
                <a:solidFill>
                  <a:srgbClr val="000000"/>
                </a:solidFill>
                <a:latin typeface="宋体" panose="02010600030101010101" pitchFamily="2" charset="-122"/>
                <a:ea typeface="宋体" panose="02010600030101010101" pitchFamily="2" charset="-122"/>
              </a:rPr>
              <a:t>数字图像处理任务的基本流程是什么</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6:</a:t>
            </a:r>
            <a:r>
              <a:rPr lang="zh-CN" altLang="en-US" dirty="0">
                <a:solidFill>
                  <a:srgbClr val="000000"/>
                </a:solidFill>
                <a:latin typeface="宋体" panose="02010600030101010101" pitchFamily="2" charset="-122"/>
                <a:ea typeface="宋体" panose="02010600030101010101" pitchFamily="2" charset="-122"/>
              </a:rPr>
              <a:t>数字图像处理的常见应用领域有哪些</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7:</a:t>
            </a:r>
            <a:r>
              <a:rPr lang="zh-CN" altLang="en-US" dirty="0">
                <a:solidFill>
                  <a:srgbClr val="000000"/>
                </a:solidFill>
                <a:latin typeface="宋体" panose="02010600030101010101" pitchFamily="2" charset="-122"/>
                <a:ea typeface="宋体" panose="02010600030101010101" pitchFamily="2" charset="-122"/>
              </a:rPr>
              <a:t>图像数字化的过程包含哪些</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8</a:t>
            </a:r>
            <a:r>
              <a:rPr lang="zh-CN" altLang="en-US" dirty="0">
                <a:solidFill>
                  <a:srgbClr val="000000"/>
                </a:solidFill>
                <a:latin typeface="宋体" panose="02010600030101010101" pitchFamily="2" charset="-122"/>
                <a:ea typeface="宋体" panose="02010600030101010101" pitchFamily="2" charset="-122"/>
              </a:rPr>
              <a:t>：图像数字化之后，如何进行图像表示？</a:t>
            </a:r>
            <a:endParaRPr lang="zh-CN" altLang="en-US" sz="1800" i="0" u="none" strike="noStrike" baseline="0"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pPr algn="l"/>
            <a:r>
              <a:rPr lang="zh-CN" altLang="en-US" sz="1800" i="0" u="none" strike="noStrike" baseline="0" dirty="0">
                <a:solidFill>
                  <a:srgbClr val="000000"/>
                </a:solidFill>
                <a:latin typeface="宋体" panose="02010600030101010101" pitchFamily="2" charset="-122"/>
                <a:ea typeface="宋体" panose="02010600030101010101" pitchFamily="2" charset="-122"/>
              </a:rPr>
              <a:t>练习</a:t>
            </a:r>
            <a:r>
              <a:rPr lang="en-US" altLang="zh-CN" sz="1800" i="0" u="none" strike="noStrike" baseline="0" dirty="0">
                <a:solidFill>
                  <a:srgbClr val="000000"/>
                </a:solidFill>
                <a:latin typeface="宋体" panose="02010600030101010101" pitchFamily="2" charset="-122"/>
                <a:ea typeface="宋体" panose="02010600030101010101" pitchFamily="2" charset="-122"/>
              </a:rPr>
              <a:t>9</a:t>
            </a:r>
            <a:r>
              <a:rPr lang="zh-CN" altLang="en-US" sz="1800" i="0" u="none" strike="noStrike" baseline="0" dirty="0">
                <a:solidFill>
                  <a:srgbClr val="000000"/>
                </a:solidFill>
                <a:latin typeface="宋体" panose="02010600030101010101" pitchFamily="2" charset="-122"/>
                <a:ea typeface="宋体" panose="02010600030101010101" pitchFamily="2" charset="-122"/>
              </a:rPr>
              <a:t>：图像的空间分辨率与灰度分辨率定义</a:t>
            </a:r>
            <a:endParaRPr lang="en-US" altLang="zh-CN" sz="1800" i="0" u="none" strike="noStrike" baseline="0" dirty="0">
              <a:solidFill>
                <a:srgbClr val="000000"/>
              </a:solidFill>
              <a:latin typeface="宋体" panose="02010600030101010101" pitchFamily="2" charset="-122"/>
              <a:ea typeface="宋体" panose="02010600030101010101" pitchFamily="2" charset="-122"/>
            </a:endParaRPr>
          </a:p>
          <a:p>
            <a:pPr algn="l"/>
            <a:endParaRPr lang="en-US" altLang="zh-CN" dirty="0">
              <a:solidFill>
                <a:srgbClr val="000000"/>
              </a:solidFill>
              <a:latin typeface="宋体" panose="02010600030101010101" pitchFamily="2" charset="-122"/>
              <a:ea typeface="宋体" panose="02010600030101010101" pitchFamily="2" charset="-122"/>
            </a:endParaRPr>
          </a:p>
          <a:p>
            <a:pPr algn="l"/>
            <a:r>
              <a:rPr lang="zh-CN" altLang="en-US" sz="1800" i="0" u="none" strike="noStrike" baseline="0" dirty="0">
                <a:solidFill>
                  <a:srgbClr val="000000"/>
                </a:solidFill>
                <a:latin typeface="宋体" panose="02010600030101010101" pitchFamily="2" charset="-122"/>
                <a:ea typeface="宋体" panose="02010600030101010101" pitchFamily="2" charset="-122"/>
              </a:rPr>
              <a:t>练习</a:t>
            </a:r>
            <a:r>
              <a:rPr lang="en-US" altLang="zh-CN" sz="1800" i="0" u="none" strike="noStrike" baseline="0" dirty="0">
                <a:solidFill>
                  <a:srgbClr val="000000"/>
                </a:solidFill>
                <a:latin typeface="宋体" panose="02010600030101010101" pitchFamily="2" charset="-122"/>
                <a:ea typeface="宋体" panose="02010600030101010101" pitchFamily="2" charset="-122"/>
              </a:rPr>
              <a:t>10</a:t>
            </a:r>
            <a:r>
              <a:rPr lang="zh-CN" altLang="en-US" sz="1800" i="0" u="none" strike="noStrike" baseline="0" dirty="0">
                <a:solidFill>
                  <a:srgbClr val="000000"/>
                </a:solidFill>
                <a:latin typeface="宋体" panose="02010600030101010101" pitchFamily="2" charset="-122"/>
                <a:ea typeface="宋体" panose="02010600030101010101" pitchFamily="2" charset="-122"/>
              </a:rPr>
              <a:t>：空间分辨率和灰度分辨率对图像主观质量的影响</a:t>
            </a:r>
          </a:p>
        </p:txBody>
      </p:sp>
    </p:spTree>
    <p:extLst>
      <p:ext uri="{BB962C8B-B14F-4D97-AF65-F5344CB8AC3E}">
        <p14:creationId xmlns:p14="http://schemas.microsoft.com/office/powerpoint/2010/main" val="9502059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671992" cy="5632311"/>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：什么是</a:t>
                </a:r>
                <a:r>
                  <a:rPr lang="en-US" altLang="zh-CN" dirty="0">
                    <a:solidFill>
                      <a:srgbClr val="000000"/>
                    </a:solidFill>
                    <a:latin typeface="宋体" panose="02010600030101010101" pitchFamily="2" charset="-122"/>
                    <a:ea typeface="宋体" panose="02010600030101010101" pitchFamily="2" charset="-122"/>
                  </a:rPr>
                  <a:t>4</a:t>
                </a:r>
                <a:r>
                  <a:rPr lang="zh-CN" altLang="en-US" dirty="0">
                    <a:solidFill>
                      <a:srgbClr val="000000"/>
                    </a:solidFill>
                    <a:latin typeface="宋体" panose="02010600030101010101" pitchFamily="2" charset="-122"/>
                    <a:ea typeface="宋体" panose="02010600030101010101" pitchFamily="2" charset="-122"/>
                  </a:rPr>
                  <a:t>邻域，</a:t>
                </a:r>
                <a:r>
                  <a:rPr lang="en-US" altLang="zh-CN" dirty="0">
                    <a:solidFill>
                      <a:srgbClr val="000000"/>
                    </a:solidFill>
                    <a:latin typeface="宋体" panose="02010600030101010101" pitchFamily="2" charset="-122"/>
                    <a:ea typeface="宋体" panose="02010600030101010101" pitchFamily="2" charset="-122"/>
                  </a:rPr>
                  <a:t>8</a:t>
                </a:r>
                <a:r>
                  <a:rPr lang="zh-CN" altLang="en-US" dirty="0">
                    <a:solidFill>
                      <a:srgbClr val="000000"/>
                    </a:solidFill>
                    <a:latin typeface="宋体" panose="02010600030101010101" pitchFamily="2" charset="-122"/>
                    <a:ea typeface="宋体" panose="02010600030101010101" pitchFamily="2" charset="-122"/>
                  </a:rPr>
                  <a:t>邻域，对角邻域和</a:t>
                </a:r>
                <a:r>
                  <a:rPr lang="en-US" altLang="zh-CN" dirty="0">
                    <a:solidFill>
                      <a:srgbClr val="000000"/>
                    </a:solidFill>
                    <a:latin typeface="宋体" panose="02010600030101010101" pitchFamily="2" charset="-122"/>
                    <a:ea typeface="宋体" panose="02010600030101010101" pitchFamily="2" charset="-122"/>
                  </a:rPr>
                  <a:t>m</a:t>
                </a:r>
                <a:r>
                  <a:rPr lang="zh-CN" altLang="en-US" dirty="0">
                    <a:solidFill>
                      <a:srgbClr val="000000"/>
                    </a:solidFill>
                    <a:latin typeface="宋体" panose="02010600030101010101" pitchFamily="2" charset="-122"/>
                    <a:ea typeface="宋体" panose="02010600030101010101" pitchFamily="2" charset="-122"/>
                  </a:rPr>
                  <a:t>邻域</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2</a:t>
                </a:r>
                <a:r>
                  <a:rPr lang="zh-CN" altLang="en-US" dirty="0">
                    <a:solidFill>
                      <a:srgbClr val="000000"/>
                    </a:solidFill>
                    <a:latin typeface="宋体" panose="02010600030101010101" pitchFamily="2" charset="-122"/>
                    <a:ea typeface="宋体" panose="02010600030101010101" pitchFamily="2" charset="-122"/>
                  </a:rPr>
                  <a:t>：</a:t>
                </a:r>
                <a:r>
                  <a:rPr lang="zh-CN" altLang="en-US" sz="1800" dirty="0"/>
                  <a:t>什么是通路，连通集，区域</a:t>
                </a:r>
                <a:endParaRPr lang="en-US" altLang="zh-CN" sz="1800" dirty="0"/>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3:</a:t>
                </a:r>
                <a:r>
                  <a:rPr lang="zh-CN" altLang="en-US" dirty="0">
                    <a:solidFill>
                      <a:srgbClr val="000000"/>
                    </a:solidFill>
                    <a:latin typeface="宋体" panose="02010600030101010101" pitchFamily="2" charset="-122"/>
                    <a:ea typeface="宋体" panose="02010600030101010101" pitchFamily="2" charset="-122"/>
                  </a:rPr>
                  <a:t>距离测度需要满足哪些条件</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4:</a:t>
                </a:r>
                <a:r>
                  <a:rPr lang="zh-CN" altLang="en-US" dirty="0">
                    <a:solidFill>
                      <a:srgbClr val="000000"/>
                    </a:solidFill>
                    <a:latin typeface="宋体" panose="02010600030101010101" pitchFamily="2" charset="-122"/>
                    <a:ea typeface="宋体" panose="02010600030101010101" pitchFamily="2" charset="-122"/>
                  </a:rPr>
                  <a:t>图像增强的目的，技术分类</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5:</a:t>
                </a:r>
                <a:r>
                  <a:rPr lang="zh-CN" altLang="en-US" dirty="0">
                    <a:solidFill>
                      <a:srgbClr val="000000"/>
                    </a:solidFill>
                    <a:latin typeface="宋体" panose="02010600030101010101" pitchFamily="2" charset="-122"/>
                    <a:ea typeface="宋体" panose="02010600030101010101" pitchFamily="2" charset="-122"/>
                  </a:rPr>
                  <a:t>点处理和邻域处理的定义，方法举例，联系与区别</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6:</a:t>
                </a:r>
                <a:r>
                  <a:rPr lang="zh-CN" altLang="en-US" dirty="0">
                    <a:solidFill>
                      <a:srgbClr val="000000"/>
                    </a:solidFill>
                    <a:latin typeface="宋体" panose="02010600030101010101" pitchFamily="2" charset="-122"/>
                    <a:ea typeface="宋体" panose="02010600030101010101" pitchFamily="2" charset="-122"/>
                  </a:rPr>
                  <a:t>常见灰度变换函数有哪些，</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7:</a:t>
                </a:r>
                <a:r>
                  <a:rPr lang="zh-CN" altLang="en-US" dirty="0">
                    <a:solidFill>
                      <a:srgbClr val="000000"/>
                    </a:solidFill>
                    <a:latin typeface="宋体" panose="02010600030101010101" pitchFamily="2" charset="-122"/>
                    <a:ea typeface="宋体" panose="02010600030101010101" pitchFamily="2" charset="-122"/>
                  </a:rPr>
                  <a:t>恒等变换、反转变换、分段线性变换效果是什么</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8:</a:t>
                </a:r>
                <a:r>
                  <a:rPr lang="zh-CN" altLang="en-US" dirty="0">
                    <a:solidFill>
                      <a:srgbClr val="000000"/>
                    </a:solidFill>
                    <a:latin typeface="宋体" panose="02010600030101010101" pitchFamily="2" charset="-122"/>
                    <a:ea typeface="宋体" panose="02010600030101010101" pitchFamily="2" charset="-122"/>
                  </a:rPr>
                  <a:t>分段线性变换不同斜率效果分析、不同斜率使用原则是什么</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9:</a:t>
                </a:r>
                <a:r>
                  <a:rPr lang="zh-CN" altLang="en-US" dirty="0">
                    <a:solidFill>
                      <a:srgbClr val="000000"/>
                    </a:solidFill>
                    <a:latin typeface="宋体" panose="02010600030101010101" pitchFamily="2" charset="-122"/>
                    <a:ea typeface="宋体" panose="02010600030101010101" pitchFamily="2" charset="-122"/>
                  </a:rPr>
                  <a:t>幂律（伽马）变换，不同系数（参数</a:t>
                </a:r>
                <a14:m>
                  <m:oMath xmlns:m="http://schemas.openxmlformats.org/officeDocument/2006/math">
                    <m:r>
                      <a:rPr lang="zh-CN" altLang="en-US" i="1" smtClean="0">
                        <a:solidFill>
                          <a:srgbClr val="000000"/>
                        </a:solidFill>
                        <a:latin typeface="Cambria Math" panose="02040503050406030204" pitchFamily="18" charset="0"/>
                        <a:ea typeface="宋体" panose="02010600030101010101" pitchFamily="2" charset="-122"/>
                      </a:rPr>
                      <m:t>𝛾</m:t>
                    </m:r>
                  </m:oMath>
                </a14:m>
                <a:r>
                  <a:rPr lang="zh-CN" altLang="en-US" dirty="0">
                    <a:solidFill>
                      <a:srgbClr val="000000"/>
                    </a:solidFill>
                    <a:latin typeface="宋体" panose="02010600030101010101" pitchFamily="2" charset="-122"/>
                    <a:ea typeface="宋体" panose="02010600030101010101" pitchFamily="2" charset="-122"/>
                  </a:rPr>
                  <a:t>大于和小于</a:t>
                </a:r>
                <a:r>
                  <a:rPr lang="en-US" altLang="zh-CN" dirty="0">
                    <a:solidFill>
                      <a:srgbClr val="000000"/>
                    </a:solidFill>
                    <a:latin typeface="宋体" panose="02010600030101010101" pitchFamily="2" charset="-122"/>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时）的效果和应用场景</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10:</a:t>
                </a:r>
                <a:r>
                  <a:rPr lang="zh-CN" altLang="en-US" dirty="0">
                    <a:solidFill>
                      <a:srgbClr val="000000"/>
                    </a:solidFill>
                    <a:latin typeface="宋体" panose="02010600030101010101" pitchFamily="2" charset="-122"/>
                    <a:ea typeface="宋体" panose="02010600030101010101" pitchFamily="2" charset="-122"/>
                  </a:rPr>
                  <a:t>给定分段线性变换和幂律（伽马）变换，分析效果</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p:txBody>
          </p:sp>
        </mc:Choice>
        <mc:Fallback xmlns="">
          <p:sp>
            <p:nvSpPr>
              <p:cNvPr id="5" name="文本框 4">
                <a:extLst>
                  <a:ext uri="{FF2B5EF4-FFF2-40B4-BE49-F238E27FC236}">
                    <a16:creationId xmlns:a16="http://schemas.microsoft.com/office/drawing/2014/main" id="{DEBB5A1B-8E2B-90CF-12F1-7EDB2BB7AED2}"/>
                  </a:ext>
                </a:extLst>
              </p:cNvPr>
              <p:cNvSpPr txBox="1">
                <a:spLocks noRot="1" noChangeAspect="1" noMove="1" noResize="1" noEditPoints="1" noAdjustHandles="1" noChangeArrowheads="1" noChangeShapeType="1" noTextEdit="1"/>
              </p:cNvSpPr>
              <p:nvPr/>
            </p:nvSpPr>
            <p:spPr>
              <a:xfrm>
                <a:off x="366175" y="1435100"/>
                <a:ext cx="8671992" cy="5632311"/>
              </a:xfrm>
              <a:prstGeom prst="rect">
                <a:avLst/>
              </a:prstGeom>
              <a:blipFill>
                <a:blip r:embed="rId2"/>
                <a:stretch>
                  <a:fillRect l="-585" t="-449"/>
                </a:stretch>
              </a:blipFill>
            </p:spPr>
            <p:txBody>
              <a:bodyPr/>
              <a:lstStyle/>
              <a:p>
                <a:r>
                  <a:rPr lang="zh-CN" altLang="en-US">
                    <a:noFill/>
                  </a:rPr>
                  <a:t> </a:t>
                </a:r>
              </a:p>
            </p:txBody>
          </p:sp>
        </mc:Fallback>
      </mc:AlternateContent>
      <p:pic>
        <p:nvPicPr>
          <p:cNvPr id="3" name="图片 2">
            <a:extLst>
              <a:ext uri="{FF2B5EF4-FFF2-40B4-BE49-F238E27FC236}">
                <a16:creationId xmlns:a16="http://schemas.microsoft.com/office/drawing/2014/main" id="{9A535EDA-9394-B048-B605-F3703E8D39A1}"/>
              </a:ext>
            </a:extLst>
          </p:cNvPr>
          <p:cNvPicPr>
            <a:picLocks noChangeAspect="1"/>
          </p:cNvPicPr>
          <p:nvPr/>
        </p:nvPicPr>
        <p:blipFill>
          <a:blip r:embed="rId3"/>
          <a:stretch>
            <a:fillRect/>
          </a:stretch>
        </p:blipFill>
        <p:spPr>
          <a:xfrm>
            <a:off x="7003230" y="1231900"/>
            <a:ext cx="1886770" cy="1919855"/>
          </a:xfrm>
          <a:prstGeom prst="rect">
            <a:avLst/>
          </a:prstGeom>
        </p:spPr>
      </p:pic>
      <p:pic>
        <p:nvPicPr>
          <p:cNvPr id="4" name="图片 3">
            <a:extLst>
              <a:ext uri="{FF2B5EF4-FFF2-40B4-BE49-F238E27FC236}">
                <a16:creationId xmlns:a16="http://schemas.microsoft.com/office/drawing/2014/main" id="{FF9C1906-26AD-31CE-3BC4-A3DDA0F1C006}"/>
              </a:ext>
            </a:extLst>
          </p:cNvPr>
          <p:cNvPicPr>
            <a:picLocks noChangeAspect="1"/>
          </p:cNvPicPr>
          <p:nvPr/>
        </p:nvPicPr>
        <p:blipFill>
          <a:blip r:embed="rId4"/>
          <a:stretch>
            <a:fillRect/>
          </a:stretch>
        </p:blipFill>
        <p:spPr>
          <a:xfrm>
            <a:off x="7072442" y="3429000"/>
            <a:ext cx="1965725" cy="1828937"/>
          </a:xfrm>
          <a:prstGeom prst="rect">
            <a:avLst/>
          </a:prstGeom>
        </p:spPr>
      </p:pic>
    </p:spTree>
    <p:extLst>
      <p:ext uri="{BB962C8B-B14F-4D97-AF65-F5344CB8AC3E}">
        <p14:creationId xmlns:p14="http://schemas.microsoft.com/office/powerpoint/2010/main" val="349451793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671992" cy="5355312"/>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1:</a:t>
            </a:r>
            <a:r>
              <a:rPr lang="zh-CN" altLang="en-US" dirty="0">
                <a:solidFill>
                  <a:srgbClr val="000000"/>
                </a:solidFill>
                <a:latin typeface="宋体" panose="02010600030101010101" pitchFamily="2" charset="-122"/>
                <a:ea typeface="宋体" panose="02010600030101010101" pitchFamily="2" charset="-122"/>
              </a:rPr>
              <a:t>直方图定义，主要性质，常见用途</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2:</a:t>
            </a:r>
            <a:r>
              <a:rPr lang="zh-CN" altLang="en-US" dirty="0">
                <a:solidFill>
                  <a:srgbClr val="000000"/>
                </a:solidFill>
                <a:latin typeface="宋体" panose="02010600030101010101" pitchFamily="2" charset="-122"/>
                <a:ea typeface="宋体" panose="02010600030101010101" pitchFamily="2" charset="-122"/>
              </a:rPr>
              <a:t>直方图处理常见方法</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3:</a:t>
            </a:r>
            <a:r>
              <a:rPr lang="zh-CN" altLang="en-US" dirty="0">
                <a:solidFill>
                  <a:srgbClr val="000000"/>
                </a:solidFill>
                <a:latin typeface="宋体" panose="02010600030101010101" pitchFamily="2" charset="-122"/>
                <a:ea typeface="宋体" panose="02010600030101010101" pitchFamily="2" charset="-122"/>
              </a:rPr>
              <a:t>直方图均衡化和规定化的定义</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dirty="0">
                <a:solidFill>
                  <a:srgbClr val="000000"/>
                </a:solidFill>
                <a:latin typeface="宋体" panose="02010600030101010101" pitchFamily="2" charset="-122"/>
                <a:ea typeface="宋体" panose="02010600030101010101" pitchFamily="2" charset="-122"/>
              </a:rPr>
              <a:t>4:</a:t>
            </a:r>
            <a:r>
              <a:rPr lang="zh-CN" altLang="en-US" dirty="0">
                <a:solidFill>
                  <a:srgbClr val="000000"/>
                </a:solidFill>
                <a:latin typeface="宋体" panose="02010600030101010101" pitchFamily="2" charset="-122"/>
                <a:ea typeface="宋体" panose="02010600030101010101" pitchFamily="2" charset="-122"/>
              </a:rPr>
              <a:t>直方图均衡化的技术方法，参考</a:t>
            </a:r>
            <a:r>
              <a:rPr lang="zh-CN" altLang="en-US">
                <a:solidFill>
                  <a:srgbClr val="000000"/>
                </a:solidFill>
                <a:latin typeface="宋体" panose="02010600030101010101" pitchFamily="2" charset="-122"/>
                <a:ea typeface="宋体" panose="02010600030101010101" pitchFamily="2" charset="-122"/>
              </a:rPr>
              <a:t>后面练习题</a:t>
            </a:r>
            <a:endParaRPr lang="en-US" altLang="zh-CN">
              <a:solidFill>
                <a:srgbClr val="000000"/>
              </a:solidFill>
              <a:latin typeface="宋体" panose="02010600030101010101" pitchFamily="2" charset="-122"/>
              <a:ea typeface="宋体" panose="02010600030101010101" pitchFamily="2" charset="-122"/>
            </a:endParaRPr>
          </a:p>
          <a:p>
            <a:endParaRPr lang="en-US" altLang="zh-CN">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5</a:t>
            </a:r>
            <a:r>
              <a:rPr lang="zh-CN" altLang="en-US">
                <a:solidFill>
                  <a:srgbClr val="000000"/>
                </a:solidFill>
                <a:latin typeface="宋体" panose="02010600030101010101" pitchFamily="2" charset="-122"/>
                <a:ea typeface="宋体" panose="02010600030101010101" pitchFamily="2" charset="-122"/>
              </a:rPr>
              <a:t>：归一化后的概率直方图和累计直方图的定义</a:t>
            </a:r>
            <a:endParaRPr lang="en-US" altLang="zh-CN">
              <a:solidFill>
                <a:srgbClr val="000000"/>
              </a:solidFill>
              <a:latin typeface="宋体" panose="02010600030101010101" pitchFamily="2" charset="-122"/>
              <a:ea typeface="宋体" panose="02010600030101010101" pitchFamily="2" charset="-122"/>
            </a:endParaRPr>
          </a:p>
          <a:p>
            <a:endParaRPr lang="en-US" altLang="zh-CN">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6</a:t>
            </a:r>
            <a:r>
              <a:rPr lang="zh-CN" altLang="en-US">
                <a:solidFill>
                  <a:srgbClr val="000000"/>
                </a:solidFill>
                <a:latin typeface="宋体" panose="02010600030101010101" pitchFamily="2" charset="-122"/>
                <a:ea typeface="宋体" panose="02010600030101010101" pitchFamily="2" charset="-122"/>
              </a:rPr>
              <a:t>：空域图像增强技术分类</a:t>
            </a:r>
            <a:endParaRPr lang="en-US" altLang="zh-CN">
              <a:solidFill>
                <a:srgbClr val="000000"/>
              </a:solidFill>
              <a:latin typeface="宋体" panose="02010600030101010101" pitchFamily="2" charset="-122"/>
              <a:ea typeface="宋体" panose="02010600030101010101" pitchFamily="2" charset="-122"/>
            </a:endParaRPr>
          </a:p>
          <a:p>
            <a:endParaRPr lang="en-US" altLang="zh-CN">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7</a:t>
            </a:r>
            <a:r>
              <a:rPr lang="zh-CN" altLang="en-US">
                <a:solidFill>
                  <a:srgbClr val="000000"/>
                </a:solidFill>
                <a:latin typeface="宋体" panose="02010600030101010101" pitchFamily="2" charset="-122"/>
                <a:ea typeface="宋体" panose="02010600030101010101" pitchFamily="2" charset="-122"/>
              </a:rPr>
              <a:t>：</a:t>
            </a:r>
            <a:r>
              <a:rPr kumimoji="1" lang="zh-CN" altLang="en-US" sz="1800">
                <a:latin typeface="Times New Roman" panose="02020503050405090304" charset="0"/>
                <a:ea typeface="Times New Roman" panose="02020503050405090304" charset="0"/>
                <a:cs typeface="Times New Roman" panose="02020503050405090304" charset="0"/>
                <a:sym typeface="+mn-ea"/>
              </a:rPr>
              <a:t>线性空间滤波计算方法，参考后面计算题</a:t>
            </a:r>
            <a:endParaRPr kumimoji="1" lang="en-US" altLang="zh-CN" sz="1800">
              <a:latin typeface="Times New Roman" panose="02020503050405090304" charset="0"/>
              <a:ea typeface="Times New Roman" panose="02020503050405090304" charset="0"/>
              <a:cs typeface="Times New Roman" panose="02020503050405090304" charset="0"/>
              <a:sym typeface="+mn-ea"/>
            </a:endParaRPr>
          </a:p>
          <a:p>
            <a:endPar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endParaRPr>
          </a:p>
          <a:p>
            <a:r>
              <a:rPr kumimoji="1" lang="zh-CN" altLang="en-US">
                <a:solidFill>
                  <a:srgbClr val="000000"/>
                </a:solidFill>
                <a:latin typeface="Times New Roman" panose="02020503050405090304" charset="0"/>
                <a:ea typeface="宋体" panose="02010600030101010101" pitchFamily="2" charset="-122"/>
                <a:cs typeface="Times New Roman" panose="02020503050405090304" charset="0"/>
                <a:sym typeface="+mn-ea"/>
              </a:rPr>
              <a:t>练习</a:t>
            </a:r>
            <a:r>
              <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rPr>
              <a:t>8</a:t>
            </a:r>
            <a:r>
              <a:rPr kumimoji="1" lang="zh-CN" altLang="en-US">
                <a:solidFill>
                  <a:srgbClr val="000000"/>
                </a:solidFill>
                <a:latin typeface="Times New Roman" panose="02020503050405090304" charset="0"/>
                <a:ea typeface="宋体" panose="02010600030101010101" pitchFamily="2" charset="-122"/>
                <a:cs typeface="Times New Roman" panose="02020503050405090304" charset="0"/>
                <a:sym typeface="+mn-ea"/>
              </a:rPr>
              <a:t>：常见空域平滑滤波器举例，原理，效果，计算参考后面计算题</a:t>
            </a:r>
            <a:endPar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endParaRPr>
          </a:p>
          <a:p>
            <a:endPar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endParaRPr>
          </a:p>
          <a:p>
            <a:r>
              <a:rPr kumimoji="1" lang="zh-CN" altLang="en-US">
                <a:solidFill>
                  <a:srgbClr val="000000"/>
                </a:solidFill>
                <a:latin typeface="Times New Roman" panose="02020503050405090304" charset="0"/>
                <a:ea typeface="宋体" panose="02010600030101010101" pitchFamily="2" charset="-122"/>
                <a:cs typeface="Times New Roman" panose="02020503050405090304" charset="0"/>
                <a:sym typeface="+mn-ea"/>
              </a:rPr>
              <a:t>练习</a:t>
            </a:r>
            <a:r>
              <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rPr>
              <a:t>9</a:t>
            </a:r>
            <a:r>
              <a:rPr kumimoji="1" lang="zh-CN" altLang="en-US">
                <a:solidFill>
                  <a:srgbClr val="000000"/>
                </a:solidFill>
                <a:latin typeface="Times New Roman" panose="02020503050405090304" charset="0"/>
                <a:ea typeface="宋体" panose="02010600030101010101" pitchFamily="2" charset="-122"/>
                <a:cs typeface="Times New Roman" panose="02020503050405090304" charset="0"/>
                <a:sym typeface="+mn-ea"/>
              </a:rPr>
              <a:t>：空域平滑滤波器模版大小与平滑效果分析</a:t>
            </a:r>
            <a:endPar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endParaRPr>
          </a:p>
          <a:p>
            <a:endPar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endParaRPr>
          </a:p>
          <a:p>
            <a:r>
              <a:rPr kumimoji="1" lang="zh-CN" altLang="en-US">
                <a:solidFill>
                  <a:srgbClr val="000000"/>
                </a:solidFill>
                <a:latin typeface="Times New Roman" panose="02020503050405090304" charset="0"/>
                <a:ea typeface="宋体" panose="02010600030101010101" pitchFamily="2" charset="-122"/>
                <a:cs typeface="Times New Roman" panose="02020503050405090304" charset="0"/>
                <a:sym typeface="+mn-ea"/>
              </a:rPr>
              <a:t>练习</a:t>
            </a:r>
            <a:r>
              <a:rPr kumimoji="1" lang="en-US" altLang="zh-CN">
                <a:solidFill>
                  <a:srgbClr val="000000"/>
                </a:solidFill>
                <a:latin typeface="Times New Roman" panose="02020503050405090304" charset="0"/>
                <a:ea typeface="宋体" panose="02010600030101010101" pitchFamily="2" charset="-122"/>
                <a:cs typeface="Times New Roman" panose="02020503050405090304" charset="0"/>
                <a:sym typeface="+mn-ea"/>
              </a:rPr>
              <a:t>10</a:t>
            </a:r>
            <a:r>
              <a:rPr kumimoji="1" lang="zh-CN" altLang="en-US">
                <a:solidFill>
                  <a:srgbClr val="000000"/>
                </a:solidFill>
                <a:latin typeface="Times New Roman" panose="02020503050405090304" charset="0"/>
                <a:ea typeface="宋体" panose="02010600030101010101" pitchFamily="2" charset="-122"/>
                <a:cs typeface="Times New Roman" panose="02020503050405090304" charset="0"/>
                <a:sym typeface="+mn-ea"/>
              </a:rPr>
              <a:t>：中值滤波器定义（原理）、效果、优缺点</a:t>
            </a:r>
            <a:endParaRPr lang="zh-CN" altLang="en-US">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7469261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671992" cy="5355312"/>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1</a:t>
            </a:r>
            <a:r>
              <a:rPr lang="zh-CN" altLang="en-US">
                <a:solidFill>
                  <a:srgbClr val="000000"/>
                </a:solidFill>
                <a:latin typeface="宋体" panose="02010600030101010101" pitchFamily="2" charset="-122"/>
                <a:ea typeface="宋体" panose="02010600030101010101" pitchFamily="2" charset="-122"/>
              </a:rPr>
              <a:t>：锐化空间滤波器举例，效果</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2</a:t>
            </a:r>
            <a:r>
              <a:rPr lang="zh-CN" altLang="en-US">
                <a:solidFill>
                  <a:srgbClr val="000000"/>
                </a:solidFill>
                <a:latin typeface="宋体" panose="02010600030101010101" pitchFamily="2" charset="-122"/>
                <a:ea typeface="宋体" panose="02010600030101010101" pitchFamily="2" charset="-122"/>
              </a:rPr>
              <a:t>：</a:t>
            </a:r>
            <a:r>
              <a:rPr lang="zh-CN" altLang="en-US" sz="1800"/>
              <a:t>一维函数一阶差分与二阶差分效果、联系与区别</a:t>
            </a:r>
            <a:endParaRPr lang="en-US" altLang="zh-CN" sz="1800"/>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3:</a:t>
            </a:r>
            <a:r>
              <a:rPr lang="zh-CN" altLang="en-US">
                <a:solidFill>
                  <a:srgbClr val="000000"/>
                </a:solidFill>
                <a:latin typeface="宋体" panose="02010600030101010101" pitchFamily="2" charset="-122"/>
                <a:ea typeface="宋体" panose="02010600030101010101" pitchFamily="2" charset="-122"/>
              </a:rPr>
              <a:t>离散傅立叶变换的频谱分布特性</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4:</a:t>
            </a:r>
            <a:r>
              <a:rPr lang="zh-CN" altLang="en-US">
                <a:solidFill>
                  <a:srgbClr val="000000"/>
                </a:solidFill>
                <a:latin typeface="宋体" panose="02010600030101010101" pitchFamily="2" charset="-122"/>
                <a:ea typeface="宋体" panose="02010600030101010101" pitchFamily="2" charset="-122"/>
              </a:rPr>
              <a:t>频率域数字图像处理的流程</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5:</a:t>
            </a:r>
            <a:r>
              <a:rPr lang="zh-CN" altLang="en-US">
                <a:solidFill>
                  <a:srgbClr val="000000"/>
                </a:solidFill>
                <a:latin typeface="宋体" panose="02010600030101010101" pitchFamily="2" charset="-122"/>
                <a:ea typeface="宋体" panose="02010600030101010101" pitchFamily="2" charset="-122"/>
              </a:rPr>
              <a:t>低通滤波器和高通滤波器原理和效果</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6:</a:t>
            </a:r>
            <a:r>
              <a:rPr lang="zh-CN" altLang="en-US">
                <a:solidFill>
                  <a:srgbClr val="000000"/>
                </a:solidFill>
                <a:latin typeface="宋体" panose="02010600030101010101" pitchFamily="2" charset="-122"/>
                <a:ea typeface="宋体" panose="02010600030101010101" pitchFamily="2" charset="-122"/>
              </a:rPr>
              <a:t>图像增强与图像复原的区别</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7:</a:t>
            </a:r>
            <a:r>
              <a:rPr lang="zh-CN" altLang="en-US">
                <a:solidFill>
                  <a:srgbClr val="000000"/>
                </a:solidFill>
                <a:latin typeface="宋体" panose="02010600030101010101" pitchFamily="2" charset="-122"/>
                <a:ea typeface="宋体" panose="02010600030101010101" pitchFamily="2" charset="-122"/>
              </a:rPr>
              <a:t>图像降质的原因有哪些</a:t>
            </a:r>
            <a:endParaRPr lang="en-US" altLang="zh-CN" dirty="0">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8:</a:t>
            </a:r>
            <a:r>
              <a:rPr lang="zh-CN" altLang="en-US">
                <a:solidFill>
                  <a:srgbClr val="000000"/>
                </a:solidFill>
                <a:latin typeface="宋体" panose="02010600030101010101" pitchFamily="2" charset="-122"/>
                <a:ea typeface="宋体" panose="02010600030101010101" pitchFamily="2" charset="-122"/>
              </a:rPr>
              <a:t>图像退化</a:t>
            </a:r>
            <a:r>
              <a:rPr lang="en-US" altLang="zh-CN">
                <a:solidFill>
                  <a:srgbClr val="000000"/>
                </a:solidFill>
                <a:latin typeface="宋体" panose="02010600030101010101" pitchFamily="2" charset="-122"/>
                <a:ea typeface="宋体" panose="02010600030101010101" pitchFamily="2" charset="-122"/>
              </a:rPr>
              <a:t>/</a:t>
            </a:r>
            <a:r>
              <a:rPr lang="zh-CN" altLang="en-US">
                <a:solidFill>
                  <a:srgbClr val="000000"/>
                </a:solidFill>
                <a:latin typeface="宋体" panose="02010600030101010101" pitchFamily="2" charset="-122"/>
                <a:ea typeface="宋体" panose="02010600030101010101" pitchFamily="2" charset="-122"/>
              </a:rPr>
              <a:t>复原模型，框图和数学表达</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9:</a:t>
            </a:r>
            <a:r>
              <a:rPr lang="zh-CN" altLang="en-US">
                <a:solidFill>
                  <a:srgbClr val="000000"/>
                </a:solidFill>
                <a:latin typeface="宋体" panose="02010600030101010101" pitchFamily="2" charset="-122"/>
                <a:ea typeface="宋体" panose="02010600030101010101" pitchFamily="2" charset="-122"/>
              </a:rPr>
              <a:t>经典噪声的概率密度函数有哪些，</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10:</a:t>
            </a:r>
            <a:r>
              <a:rPr lang="zh-CN" altLang="en-US">
                <a:solidFill>
                  <a:srgbClr val="000000"/>
                </a:solidFill>
                <a:latin typeface="宋体" panose="02010600030101010101" pitchFamily="2" charset="-122"/>
                <a:ea typeface="宋体" panose="02010600030101010101" pitchFamily="2" charset="-122"/>
              </a:rPr>
              <a:t>常见噪声复原方法举例</a:t>
            </a:r>
            <a:endParaRPr lang="zh-CN" altLang="en-US"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1719783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70409" y="1225689"/>
            <a:ext cx="8671992" cy="5632311"/>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1</a:t>
            </a:r>
            <a:r>
              <a:rPr lang="zh-CN" altLang="en-US">
                <a:solidFill>
                  <a:srgbClr val="000000"/>
                </a:solidFill>
                <a:latin typeface="宋体" panose="02010600030101010101" pitchFamily="2" charset="-122"/>
                <a:ea typeface="宋体" panose="02010600030101010101" pitchFamily="2" charset="-122"/>
              </a:rPr>
              <a:t>：</a:t>
            </a:r>
            <a:r>
              <a:rPr kumimoji="1" lang="zh-CN" altLang="en-US" sz="1800">
                <a:latin typeface="Times New Roman" panose="02020503050405090304" charset="0"/>
                <a:ea typeface="Times New Roman" panose="02020503050405090304" charset="0"/>
                <a:cs typeface="Times New Roman" panose="02020503050405090304" charset="0"/>
                <a:sym typeface="+mn-ea"/>
              </a:rPr>
              <a:t>均值滤波器原理，效果，优缺点</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2</a:t>
            </a:r>
            <a:r>
              <a:rPr lang="zh-CN" altLang="en-US">
                <a:solidFill>
                  <a:srgbClr val="000000"/>
                </a:solidFill>
                <a:latin typeface="宋体" panose="02010600030101010101" pitchFamily="2" charset="-122"/>
                <a:ea typeface="宋体" panose="02010600030101010101" pitchFamily="2" charset="-122"/>
              </a:rPr>
              <a:t>：常见</a:t>
            </a:r>
            <a:r>
              <a:rPr lang="zh-CN" altLang="en-US" sz="1800"/>
              <a:t>统计排序滤波器举例，优缺点</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3:</a:t>
            </a:r>
            <a:r>
              <a:rPr lang="zh-CN" altLang="en-US">
                <a:solidFill>
                  <a:srgbClr val="000000"/>
                </a:solidFill>
                <a:latin typeface="宋体" panose="02010600030101010101" pitchFamily="2" charset="-122"/>
                <a:ea typeface="宋体" panose="02010600030101010101" pitchFamily="2" charset="-122"/>
              </a:rPr>
              <a:t>估计图像复原中的退化函数的三种方法</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4:</a:t>
            </a:r>
            <a:r>
              <a:rPr lang="zh-CN" altLang="en-US">
                <a:solidFill>
                  <a:srgbClr val="000000"/>
                </a:solidFill>
                <a:latin typeface="宋体" panose="02010600030101010101" pitchFamily="2" charset="-122"/>
              </a:rPr>
              <a:t>常见的退化函数（模糊核</a:t>
            </a:r>
            <a:r>
              <a:rPr lang="zh-CN" altLang="en-US">
                <a:solidFill>
                  <a:srgbClr val="000000"/>
                </a:solidFill>
                <a:latin typeface="宋体" panose="02010600030101010101" pitchFamily="2" charset="-122"/>
                <a:ea typeface="宋体" panose="02010600030101010101" pitchFamily="2" charset="-122"/>
              </a:rPr>
              <a:t>）类型，对图像的影响</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5:</a:t>
            </a:r>
            <a:r>
              <a:rPr lang="zh-CN" altLang="en-US">
                <a:solidFill>
                  <a:srgbClr val="000000"/>
                </a:solidFill>
                <a:latin typeface="宋体" panose="02010600030101010101" pitchFamily="2" charset="-122"/>
                <a:ea typeface="宋体" panose="02010600030101010101" pitchFamily="2" charset="-122"/>
              </a:rPr>
              <a:t>颜色形成的条件</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6:</a:t>
            </a:r>
            <a:r>
              <a:rPr lang="zh-CN" altLang="en-US">
                <a:solidFill>
                  <a:srgbClr val="000000"/>
                </a:solidFill>
                <a:latin typeface="宋体" panose="02010600030101010101" pitchFamily="2" charset="-122"/>
                <a:ea typeface="宋体" panose="02010600030101010101" pitchFamily="2" charset="-122"/>
              </a:rPr>
              <a:t>可见光定义和波段范围，单色光定义</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7:</a:t>
            </a:r>
            <a:r>
              <a:rPr lang="zh-CN" altLang="en-US">
                <a:solidFill>
                  <a:srgbClr val="000000"/>
                </a:solidFill>
                <a:latin typeface="宋体" panose="02010600030101010101" pitchFamily="2" charset="-122"/>
              </a:rPr>
              <a:t>人眼的（视锥细胞）负责（彩色视觉）感知；（视杆细胞）负责（明暗视觉）感知；</a:t>
            </a:r>
            <a:endParaRPr lang="en-US" altLang="zh-CN">
              <a:solidFill>
                <a:srgbClr val="000000"/>
              </a:solidFill>
              <a:latin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8:L</a:t>
            </a:r>
            <a:r>
              <a:rPr lang="zh-CN" altLang="en-US">
                <a:solidFill>
                  <a:srgbClr val="000000"/>
                </a:solidFill>
                <a:latin typeface="宋体" panose="02010600030101010101" pitchFamily="2" charset="-122"/>
                <a:ea typeface="宋体" panose="02010600030101010101" pitchFamily="2" charset="-122"/>
              </a:rPr>
              <a:t>、</a:t>
            </a:r>
            <a:r>
              <a:rPr lang="en-US" altLang="zh-CN">
                <a:solidFill>
                  <a:srgbClr val="000000"/>
                </a:solidFill>
                <a:latin typeface="宋体" panose="02010600030101010101" pitchFamily="2" charset="-122"/>
                <a:ea typeface="宋体" panose="02010600030101010101" pitchFamily="2" charset="-122"/>
              </a:rPr>
              <a:t>M</a:t>
            </a:r>
            <a:r>
              <a:rPr lang="zh-CN" altLang="en-US">
                <a:solidFill>
                  <a:srgbClr val="000000"/>
                </a:solidFill>
                <a:latin typeface="宋体" panose="02010600030101010101" pitchFamily="2" charset="-122"/>
                <a:ea typeface="宋体" panose="02010600030101010101" pitchFamily="2" charset="-122"/>
              </a:rPr>
              <a:t>、</a:t>
            </a:r>
            <a:r>
              <a:rPr lang="en-US" altLang="zh-CN">
                <a:solidFill>
                  <a:srgbClr val="000000"/>
                </a:solidFill>
                <a:latin typeface="宋体" panose="02010600030101010101" pitchFamily="2" charset="-122"/>
                <a:ea typeface="宋体" panose="02010600030101010101" pitchFamily="2" charset="-122"/>
              </a:rPr>
              <a:t>S</a:t>
            </a:r>
            <a:r>
              <a:rPr lang="zh-CN" altLang="en-US">
                <a:solidFill>
                  <a:srgbClr val="000000"/>
                </a:solidFill>
                <a:latin typeface="宋体" panose="02010600030101010101" pitchFamily="2" charset="-122"/>
                <a:ea typeface="宋体" panose="02010600030101010101" pitchFamily="2" charset="-122"/>
              </a:rPr>
              <a:t>等</a:t>
            </a:r>
            <a:r>
              <a:rPr lang="en-US" altLang="zh-CN">
                <a:solidFill>
                  <a:srgbClr val="000000"/>
                </a:solidFill>
                <a:latin typeface="宋体" panose="02010600030101010101" pitchFamily="2" charset="-122"/>
                <a:ea typeface="宋体" panose="02010600030101010101" pitchFamily="2" charset="-122"/>
              </a:rPr>
              <a:t>3</a:t>
            </a:r>
            <a:r>
              <a:rPr lang="zh-CN" altLang="en-US">
                <a:solidFill>
                  <a:srgbClr val="000000"/>
                </a:solidFill>
                <a:latin typeface="宋体" panose="02010600030101010101" pitchFamily="2" charset="-122"/>
                <a:ea typeface="宋体" panose="02010600030101010101" pitchFamily="2" charset="-122"/>
              </a:rPr>
              <a:t>种类型的视锥细胞对应哪些颜色感知</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9</a:t>
            </a:r>
            <a:r>
              <a:rPr lang="zh-CN" altLang="en-US">
                <a:solidFill>
                  <a:srgbClr val="000000"/>
                </a:solidFill>
                <a:latin typeface="宋体" panose="02010600030101010101" pitchFamily="2" charset="-122"/>
                <a:ea typeface="宋体" panose="02010600030101010101" pitchFamily="2" charset="-122"/>
              </a:rPr>
              <a:t>：</a:t>
            </a:r>
            <a:r>
              <a:rPr lang="zh-CN" altLang="en-US">
                <a:solidFill>
                  <a:srgbClr val="000000"/>
                </a:solidFill>
                <a:latin typeface="宋体" panose="02010600030101010101" pitchFamily="2" charset="-122"/>
                <a:ea typeface="宋体" panose="02010600030101010101" pitchFamily="2" charset="-122"/>
                <a:sym typeface="Wingdings" panose="05000000000000000000" pitchFamily="2" charset="2"/>
              </a:rPr>
              <a:t>（</a:t>
            </a:r>
            <a:r>
              <a:rPr lang="zh-CN" altLang="en-US">
                <a:solidFill>
                  <a:srgbClr val="000000"/>
                </a:solidFill>
                <a:latin typeface="宋体" panose="02010600030101010101" pitchFamily="2" charset="-122"/>
                <a:ea typeface="宋体" panose="02010600030101010101" pitchFamily="2" charset="-122"/>
              </a:rPr>
              <a:t>颜色）是人眼通过大脑视觉神经中枢的解释对不同波长的光所做出的视觉响应</a:t>
            </a:r>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10:</a:t>
            </a:r>
            <a:r>
              <a:rPr lang="zh-CN" altLang="en-US">
                <a:solidFill>
                  <a:srgbClr val="000000"/>
                </a:solidFill>
                <a:latin typeface="宋体" panose="02010600030101010101" pitchFamily="2" charset="-122"/>
                <a:ea typeface="宋体" panose="02010600030101010101" pitchFamily="2" charset="-122"/>
              </a:rPr>
              <a:t>加法</a:t>
            </a:r>
            <a:r>
              <a:rPr lang="en-US" altLang="zh-CN">
                <a:solidFill>
                  <a:srgbClr val="000000"/>
                </a:solidFill>
                <a:latin typeface="宋体" panose="02010600030101010101" pitchFamily="2" charset="-122"/>
                <a:ea typeface="宋体" panose="02010600030101010101" pitchFamily="2" charset="-122"/>
              </a:rPr>
              <a:t>-</a:t>
            </a:r>
            <a:r>
              <a:rPr lang="zh-CN" altLang="en-US">
                <a:solidFill>
                  <a:srgbClr val="000000"/>
                </a:solidFill>
                <a:latin typeface="宋体" panose="02010600030101010101" pitchFamily="2" charset="-122"/>
                <a:ea typeface="宋体" panose="02010600030101010101" pitchFamily="2" charset="-122"/>
              </a:rPr>
              <a:t>减法混色法的原色、二次色、应用场景</a:t>
            </a:r>
            <a:endParaRPr lang="zh-CN" altLang="en-US"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33087639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70409" y="1225689"/>
            <a:ext cx="8671992" cy="5632311"/>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1</a:t>
            </a:r>
            <a:r>
              <a:rPr lang="zh-CN" altLang="en-US">
                <a:solidFill>
                  <a:srgbClr val="000000"/>
                </a:solidFill>
                <a:latin typeface="宋体" panose="02010600030101010101" pitchFamily="2" charset="-122"/>
                <a:ea typeface="宋体" panose="02010600030101010101" pitchFamily="2" charset="-122"/>
              </a:rPr>
              <a:t>：</a:t>
            </a:r>
            <a:r>
              <a:rPr kumimoji="1" lang="zh-CN" altLang="en-US" sz="1800">
                <a:latin typeface="Times New Roman" panose="02020503050405090304" charset="0"/>
                <a:ea typeface="Times New Roman" panose="02020503050405090304" charset="0"/>
                <a:cs typeface="Times New Roman" panose="02020503050405090304" charset="0"/>
                <a:sym typeface="+mn-ea"/>
              </a:rPr>
              <a:t>颜色空间定义、分类</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2</a:t>
            </a:r>
            <a:r>
              <a:rPr lang="zh-CN" altLang="en-US">
                <a:solidFill>
                  <a:srgbClr val="000000"/>
                </a:solidFill>
                <a:latin typeface="宋体" panose="02010600030101010101" pitchFamily="2" charset="-122"/>
                <a:ea typeface="宋体" panose="02010600030101010101" pitchFamily="2" charset="-122"/>
              </a:rPr>
              <a:t>：设备无关的颜色空间、设备依赖的颜色空间，举例，区别</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3:</a:t>
            </a:r>
            <a:r>
              <a:rPr lang="zh-CN" altLang="en-US">
                <a:solidFill>
                  <a:srgbClr val="000000"/>
                </a:solidFill>
                <a:latin typeface="宋体" panose="02010600030101010101" pitchFamily="2" charset="-122"/>
              </a:rPr>
              <a:t>（色度）图中的每一个点表示一种颜色；色度图中色调和饱和度由什么决定</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4:</a:t>
            </a:r>
            <a:r>
              <a:rPr lang="pt-BR" altLang="zh-CN">
                <a:solidFill>
                  <a:srgbClr val="000000"/>
                </a:solidFill>
                <a:latin typeface="宋体" panose="02010600030101010101" pitchFamily="2" charset="-122"/>
              </a:rPr>
              <a:t>CIE </a:t>
            </a:r>
            <a:r>
              <a:rPr lang="en-US" altLang="zh-CN">
                <a:solidFill>
                  <a:srgbClr val="000000"/>
                </a:solidFill>
                <a:latin typeface="宋体" panose="02010600030101010101" pitchFamily="2" charset="-122"/>
              </a:rPr>
              <a:t>XYZ</a:t>
            </a:r>
            <a:r>
              <a:rPr lang="zh-CN" altLang="en-US">
                <a:solidFill>
                  <a:srgbClr val="000000"/>
                </a:solidFill>
                <a:latin typeface="宋体" panose="02010600030101010101" pitchFamily="2" charset="-122"/>
              </a:rPr>
              <a:t>色度图的主要问题</a:t>
            </a:r>
            <a:endParaRPr lang="en-US" altLang="zh-CN">
              <a:solidFill>
                <a:srgbClr val="000000"/>
              </a:solidFill>
              <a:latin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5:</a:t>
            </a:r>
            <a:r>
              <a:rPr lang="zh-CN" altLang="en-US">
                <a:solidFill>
                  <a:srgbClr val="000000"/>
                </a:solidFill>
                <a:latin typeface="宋体" panose="02010600030101010101" pitchFamily="2" charset="-122"/>
                <a:ea typeface="宋体" panose="02010600030101010101" pitchFamily="2" charset="-122"/>
              </a:rPr>
              <a:t>均匀视觉感知的颜色空间定义，举例</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6:RGB</a:t>
            </a:r>
            <a:r>
              <a:rPr lang="zh-CN" altLang="en-US">
                <a:solidFill>
                  <a:srgbClr val="000000"/>
                </a:solidFill>
                <a:latin typeface="宋体" panose="02010600030101010101" pitchFamily="2" charset="-122"/>
                <a:ea typeface="宋体" panose="02010600030101010101" pitchFamily="2" charset="-122"/>
              </a:rPr>
              <a:t>、</a:t>
            </a:r>
            <a:r>
              <a:rPr lang="en-US" altLang="zh-CN">
                <a:solidFill>
                  <a:srgbClr val="000000"/>
                </a:solidFill>
                <a:latin typeface="宋体" panose="02010600030101010101" pitchFamily="2" charset="-122"/>
                <a:ea typeface="宋体" panose="02010600030101010101" pitchFamily="2" charset="-122"/>
              </a:rPr>
              <a:t>CMYK</a:t>
            </a:r>
            <a:r>
              <a:rPr lang="zh-CN" altLang="en-US">
                <a:solidFill>
                  <a:srgbClr val="000000"/>
                </a:solidFill>
                <a:latin typeface="宋体" panose="02010600030101010101" pitchFamily="2" charset="-122"/>
                <a:ea typeface="宋体" panose="02010600030101010101" pitchFamily="2" charset="-122"/>
              </a:rPr>
              <a:t>颜色空间的应用</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7:</a:t>
            </a:r>
            <a:r>
              <a:rPr lang="en-US" altLang="zh-CN">
                <a:solidFill>
                  <a:srgbClr val="000000"/>
                </a:solidFill>
                <a:latin typeface="宋体" panose="02010600030101010101" pitchFamily="2" charset="-122"/>
              </a:rPr>
              <a:t>CMYK</a:t>
            </a:r>
            <a:r>
              <a:rPr lang="zh-CN" altLang="en-US">
                <a:solidFill>
                  <a:srgbClr val="000000"/>
                </a:solidFill>
                <a:latin typeface="宋体" panose="02010600030101010101" pitchFamily="2" charset="-122"/>
              </a:rPr>
              <a:t>颜色空间中，</a:t>
            </a:r>
            <a:r>
              <a:rPr lang="en-US" altLang="zh-CN">
                <a:solidFill>
                  <a:srgbClr val="000000"/>
                </a:solidFill>
                <a:latin typeface="宋体" panose="02010600030101010101" pitchFamily="2" charset="-122"/>
              </a:rPr>
              <a:t>K</a:t>
            </a:r>
            <a:r>
              <a:rPr lang="zh-CN" altLang="en-US">
                <a:solidFill>
                  <a:srgbClr val="000000"/>
                </a:solidFill>
                <a:latin typeface="宋体" panose="02010600030101010101" pitchFamily="2" charset="-122"/>
              </a:rPr>
              <a:t>表示什么，为什么使用</a:t>
            </a:r>
            <a:r>
              <a:rPr lang="en-US" altLang="zh-CN">
                <a:solidFill>
                  <a:srgbClr val="000000"/>
                </a:solidFill>
                <a:latin typeface="宋体" panose="02010600030101010101" pitchFamily="2" charset="-122"/>
              </a:rPr>
              <a:t>K</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8:</a:t>
            </a:r>
            <a:r>
              <a:rPr lang="zh-CN" altLang="en-US">
                <a:solidFill>
                  <a:srgbClr val="000000"/>
                </a:solidFill>
                <a:latin typeface="宋体" panose="02010600030101010101" pitchFamily="2" charset="-122"/>
                <a:ea typeface="宋体" panose="02010600030101010101" pitchFamily="2" charset="-122"/>
              </a:rPr>
              <a:t>面向人类视觉的颜色空间举例</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9</a:t>
            </a:r>
            <a:r>
              <a:rPr lang="zh-CN" altLang="en-US">
                <a:solidFill>
                  <a:srgbClr val="000000"/>
                </a:solidFill>
                <a:latin typeface="宋体" panose="02010600030101010101" pitchFamily="2" charset="-122"/>
                <a:ea typeface="宋体" panose="02010600030101010101" pitchFamily="2" charset="-122"/>
              </a:rPr>
              <a:t>：</a:t>
            </a:r>
            <a:r>
              <a:rPr lang="en-US" altLang="zh-CN">
                <a:solidFill>
                  <a:srgbClr val="000000"/>
                </a:solidFill>
                <a:latin typeface="宋体" panose="02010600030101010101" pitchFamily="2" charset="-122"/>
                <a:ea typeface="宋体" panose="02010600030101010101" pitchFamily="2" charset="-122"/>
                <a:sym typeface="Wingdings" panose="05000000000000000000" pitchFamily="2" charset="2"/>
              </a:rPr>
              <a:t>HSV/HIS</a:t>
            </a:r>
            <a:r>
              <a:rPr lang="zh-CN" altLang="en-US">
                <a:solidFill>
                  <a:srgbClr val="000000"/>
                </a:solidFill>
                <a:latin typeface="宋体" panose="02010600030101010101" pitchFamily="2" charset="-122"/>
                <a:ea typeface="宋体" panose="02010600030101010101" pitchFamily="2" charset="-122"/>
                <a:sym typeface="Wingdings" panose="05000000000000000000" pitchFamily="2" charset="2"/>
              </a:rPr>
              <a:t>颜色空间中，</a:t>
            </a:r>
            <a:r>
              <a:rPr lang="en-US" altLang="zh-CN">
                <a:solidFill>
                  <a:srgbClr val="000000"/>
                </a:solidFill>
                <a:latin typeface="宋体" panose="02010600030101010101" pitchFamily="2" charset="-122"/>
                <a:ea typeface="宋体" panose="02010600030101010101" pitchFamily="2" charset="-122"/>
                <a:sym typeface="Wingdings" panose="05000000000000000000" pitchFamily="2" charset="2"/>
              </a:rPr>
              <a:t>H</a:t>
            </a:r>
            <a:r>
              <a:rPr lang="zh-CN" altLang="en-US">
                <a:solidFill>
                  <a:srgbClr val="000000"/>
                </a:solidFill>
                <a:latin typeface="宋体" panose="02010600030101010101" pitchFamily="2" charset="-122"/>
                <a:ea typeface="宋体" panose="02010600030101010101" pitchFamily="2" charset="-122"/>
                <a:sym typeface="Wingdings" panose="05000000000000000000" pitchFamily="2" charset="2"/>
              </a:rPr>
              <a:t>表示什么，</a:t>
            </a:r>
            <a:r>
              <a:rPr lang="en-US" altLang="zh-CN">
                <a:solidFill>
                  <a:srgbClr val="000000"/>
                </a:solidFill>
                <a:latin typeface="宋体" panose="02010600030101010101" pitchFamily="2" charset="-122"/>
                <a:ea typeface="宋体" panose="02010600030101010101" pitchFamily="2" charset="-122"/>
                <a:sym typeface="Wingdings" panose="05000000000000000000" pitchFamily="2" charset="2"/>
              </a:rPr>
              <a:t>S</a:t>
            </a:r>
            <a:r>
              <a:rPr lang="zh-CN" altLang="en-US">
                <a:solidFill>
                  <a:srgbClr val="000000"/>
                </a:solidFill>
                <a:latin typeface="宋体" panose="02010600030101010101" pitchFamily="2" charset="-122"/>
                <a:ea typeface="宋体" panose="02010600030101010101" pitchFamily="2" charset="-122"/>
                <a:sym typeface="Wingdings" panose="05000000000000000000" pitchFamily="2" charset="2"/>
              </a:rPr>
              <a:t>表示什么，</a:t>
            </a:r>
            <a:r>
              <a:rPr lang="en-US" altLang="zh-CN">
                <a:solidFill>
                  <a:srgbClr val="000000"/>
                </a:solidFill>
                <a:latin typeface="宋体" panose="02010600030101010101" pitchFamily="2" charset="-122"/>
                <a:ea typeface="宋体" panose="02010600030101010101" pitchFamily="2" charset="-122"/>
                <a:sym typeface="Wingdings" panose="05000000000000000000" pitchFamily="2" charset="2"/>
              </a:rPr>
              <a:t>V/I</a:t>
            </a:r>
            <a:r>
              <a:rPr lang="zh-CN" altLang="en-US">
                <a:solidFill>
                  <a:srgbClr val="000000"/>
                </a:solidFill>
                <a:latin typeface="宋体" panose="02010600030101010101" pitchFamily="2" charset="-122"/>
                <a:ea typeface="宋体" panose="02010600030101010101" pitchFamily="2" charset="-122"/>
                <a:sym typeface="Wingdings" panose="05000000000000000000" pitchFamily="2" charset="2"/>
              </a:rPr>
              <a:t>表示什么，三者的定义，如何表示，它们对图像的影响是什么</a:t>
            </a:r>
            <a:endParaRPr lang="en-US" altLang="zh-CN">
              <a:solidFill>
                <a:srgbClr val="000000"/>
              </a:solidFill>
              <a:latin typeface="宋体" panose="02010600030101010101" pitchFamily="2" charset="-122"/>
              <a:ea typeface="宋体" panose="02010600030101010101" pitchFamily="2" charset="-122"/>
              <a:sym typeface="Wingdings" panose="05000000000000000000" pitchFamily="2" charset="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10:</a:t>
            </a:r>
            <a:r>
              <a:rPr lang="zh-CN" altLang="en-US">
                <a:solidFill>
                  <a:srgbClr val="000000"/>
                </a:solidFill>
                <a:latin typeface="宋体" panose="02010600030101010101" pitchFamily="2" charset="-122"/>
                <a:ea typeface="宋体" panose="02010600030101010101" pitchFamily="2" charset="-122"/>
                <a:sym typeface="Wingdings" panose="05000000000000000000" pitchFamily="2" charset="2"/>
              </a:rPr>
              <a:t>色调、饱和度、亮点的改变对图像的影响是什么</a:t>
            </a:r>
            <a:endParaRPr lang="zh-CN" altLang="en-US"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148455109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70409" y="1225689"/>
            <a:ext cx="8671992" cy="4247317"/>
          </a:xfrm>
          <a:prstGeom prst="rect">
            <a:avLst/>
          </a:prstGeom>
          <a:noFill/>
        </p:spPr>
        <p:txBody>
          <a:bodyPr wrap="square" rtlCol="0">
            <a:spAutoFit/>
          </a:bodyPr>
          <a:lstStyle/>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1</a:t>
            </a:r>
            <a:r>
              <a:rPr lang="zh-CN" altLang="en-US">
                <a:solidFill>
                  <a:srgbClr val="000000"/>
                </a:solidFill>
                <a:latin typeface="宋体" panose="02010600030101010101" pitchFamily="2" charset="-122"/>
                <a:ea typeface="宋体" panose="02010600030101010101" pitchFamily="2" charset="-122"/>
              </a:rPr>
              <a:t>：</a:t>
            </a:r>
            <a:r>
              <a:rPr lang="en-US" altLang="zh-CN">
                <a:solidFill>
                  <a:srgbClr val="000000"/>
                </a:solidFill>
                <a:latin typeface="宋体" panose="02010600030101010101" pitchFamily="2" charset="-122"/>
                <a:ea typeface="宋体" panose="02010600030101010101" pitchFamily="2" charset="-122"/>
              </a:rPr>
              <a:t>YUV</a:t>
            </a:r>
            <a:r>
              <a:rPr lang="zh-CN" altLang="en-US">
                <a:solidFill>
                  <a:srgbClr val="000000"/>
                </a:solidFill>
                <a:latin typeface="宋体" panose="02010600030101010101" pitchFamily="2" charset="-122"/>
                <a:ea typeface="宋体" panose="02010600030101010101" pitchFamily="2" charset="-122"/>
              </a:rPr>
              <a:t>颜色空间的优势</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2</a:t>
            </a:r>
            <a:r>
              <a:rPr lang="zh-CN" altLang="en-US">
                <a:solidFill>
                  <a:srgbClr val="000000"/>
                </a:solidFill>
                <a:latin typeface="宋体" panose="02010600030101010101" pitchFamily="2" charset="-122"/>
                <a:ea typeface="宋体" panose="02010600030101010101" pitchFamily="2" charset="-122"/>
              </a:rPr>
              <a:t>：真彩色、 伪彩色、 假彩色的定义，应用举例，联系和区别</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3:</a:t>
            </a:r>
            <a:r>
              <a:rPr lang="zh-CN" altLang="en-US">
                <a:solidFill>
                  <a:srgbClr val="000000"/>
                </a:solidFill>
                <a:latin typeface="宋体" panose="02010600030101010101" pitchFamily="2" charset="-122"/>
              </a:rPr>
              <a:t>真彩色处理的常见三种方法</a:t>
            </a: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4:</a:t>
            </a:r>
            <a:r>
              <a:rPr lang="pt-BR" altLang="zh-CN">
                <a:solidFill>
                  <a:srgbClr val="000000"/>
                </a:solidFill>
                <a:latin typeface="宋体" panose="02010600030101010101" pitchFamily="2" charset="-122"/>
              </a:rPr>
              <a:t>CIE </a:t>
            </a:r>
            <a:r>
              <a:rPr lang="en-US" altLang="zh-CN">
                <a:solidFill>
                  <a:srgbClr val="000000"/>
                </a:solidFill>
                <a:latin typeface="宋体" panose="02010600030101010101" pitchFamily="2" charset="-122"/>
              </a:rPr>
              <a:t>XYZ</a:t>
            </a:r>
            <a:r>
              <a:rPr lang="zh-CN" altLang="en-US">
                <a:solidFill>
                  <a:srgbClr val="000000"/>
                </a:solidFill>
                <a:latin typeface="宋体" panose="02010600030101010101" pitchFamily="2" charset="-122"/>
              </a:rPr>
              <a:t>色度图的主要问题</a:t>
            </a:r>
            <a:endParaRPr lang="en-US" altLang="zh-CN">
              <a:solidFill>
                <a:srgbClr val="000000"/>
              </a:solidFill>
              <a:latin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5:</a:t>
            </a:r>
            <a:r>
              <a:rPr lang="zh-CN" altLang="en-US">
                <a:solidFill>
                  <a:srgbClr val="000000"/>
                </a:solidFill>
                <a:latin typeface="宋体" panose="02010600030101010101" pitchFamily="2" charset="-122"/>
                <a:ea typeface="宋体" panose="02010600030101010101" pitchFamily="2" charset="-122"/>
              </a:rPr>
              <a:t>均匀视觉感知的颜色空间定义，举例</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6:</a:t>
            </a:r>
            <a:r>
              <a:rPr lang="zh-CN" altLang="en-US">
                <a:solidFill>
                  <a:srgbClr val="000000"/>
                </a:solidFill>
                <a:latin typeface="宋体" panose="02010600030101010101" pitchFamily="2" charset="-122"/>
                <a:ea typeface="宋体" panose="02010600030101010101" pitchFamily="2" charset="-122"/>
              </a:rPr>
              <a:t>如何利用</a:t>
            </a:r>
            <a:r>
              <a:rPr lang="pt-BR" altLang="zh-CN">
                <a:solidFill>
                  <a:srgbClr val="000000"/>
                </a:solidFill>
                <a:latin typeface="宋体" panose="02010600030101010101" pitchFamily="2" charset="-122"/>
                <a:ea typeface="宋体" panose="02010600030101010101" pitchFamily="2" charset="-122"/>
              </a:rPr>
              <a:t>RGB</a:t>
            </a:r>
            <a:r>
              <a:rPr lang="zh-CN" altLang="en-US">
                <a:solidFill>
                  <a:srgbClr val="000000"/>
                </a:solidFill>
                <a:latin typeface="宋体" panose="02010600030101010101" pitchFamily="2" charset="-122"/>
                <a:ea typeface="宋体" panose="02010600030101010101" pitchFamily="2" charset="-122"/>
              </a:rPr>
              <a:t>颜色空间进行彩色图像分割</a:t>
            </a:r>
            <a:endParaRPr lang="en-US" altLang="zh-CN">
              <a:solidFill>
                <a:srgbClr val="000000"/>
              </a:solidFill>
              <a:latin typeface="宋体" panose="02010600030101010101" pitchFamily="2" charset="-122"/>
              <a:ea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dirty="0">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7:</a:t>
            </a:r>
            <a:r>
              <a:rPr lang="zh-CN" altLang="en-US">
                <a:solidFill>
                  <a:srgbClr val="000000"/>
                </a:solidFill>
                <a:latin typeface="宋体" panose="02010600030101010101" pitchFamily="2" charset="-122"/>
              </a:rPr>
              <a:t>如何利用</a:t>
            </a:r>
            <a:r>
              <a:rPr lang="en-US" altLang="zh-CN">
                <a:solidFill>
                  <a:srgbClr val="000000"/>
                </a:solidFill>
                <a:latin typeface="宋体" panose="02010600030101010101" pitchFamily="2" charset="-122"/>
              </a:rPr>
              <a:t>HSI</a:t>
            </a:r>
            <a:r>
              <a:rPr lang="zh-CN" altLang="en-US">
                <a:solidFill>
                  <a:srgbClr val="000000"/>
                </a:solidFill>
                <a:latin typeface="宋体" panose="02010600030101010101" pitchFamily="2" charset="-122"/>
              </a:rPr>
              <a:t>颜色空间进行彩色图像分割</a:t>
            </a:r>
            <a:endParaRPr lang="en-US" altLang="zh-CN">
              <a:solidFill>
                <a:srgbClr val="000000"/>
              </a:solidFill>
              <a:latin typeface="宋体" panose="02010600030101010101" pitchFamily="2" charset="-122"/>
            </a:endParaRPr>
          </a:p>
          <a:p>
            <a:endParaRPr lang="en-US" altLang="zh-CN" dirty="0">
              <a:solidFill>
                <a:srgbClr val="000000"/>
              </a:solidFill>
              <a:latin typeface="宋体" panose="02010600030101010101" pitchFamily="2" charset="-122"/>
              <a:ea typeface="宋体" panose="02010600030101010101" pitchFamily="2" charset="-122"/>
            </a:endParaRPr>
          </a:p>
          <a:p>
            <a:r>
              <a:rPr lang="zh-CN" altLang="en-US">
                <a:solidFill>
                  <a:srgbClr val="000000"/>
                </a:solidFill>
                <a:latin typeface="宋体" panose="02010600030101010101" pitchFamily="2" charset="-122"/>
                <a:ea typeface="宋体" panose="02010600030101010101" pitchFamily="2" charset="-122"/>
              </a:rPr>
              <a:t>练习</a:t>
            </a:r>
            <a:r>
              <a:rPr lang="en-US" altLang="zh-CN">
                <a:solidFill>
                  <a:srgbClr val="000000"/>
                </a:solidFill>
                <a:latin typeface="宋体" panose="02010600030101010101" pitchFamily="2" charset="-122"/>
                <a:ea typeface="宋体" panose="02010600030101010101" pitchFamily="2" charset="-122"/>
              </a:rPr>
              <a:t>8:RGB</a:t>
            </a:r>
            <a:r>
              <a:rPr lang="zh-CN" altLang="en-US">
                <a:solidFill>
                  <a:srgbClr val="000000"/>
                </a:solidFill>
                <a:latin typeface="宋体" panose="02010600030101010101" pitchFamily="2" charset="-122"/>
                <a:ea typeface="宋体" panose="02010600030101010101" pitchFamily="2" charset="-122"/>
              </a:rPr>
              <a:t>颜色空间和</a:t>
            </a:r>
            <a:r>
              <a:rPr lang="en-US" altLang="zh-CN">
                <a:solidFill>
                  <a:srgbClr val="000000"/>
                </a:solidFill>
                <a:latin typeface="宋体" panose="02010600030101010101" pitchFamily="2" charset="-122"/>
                <a:ea typeface="宋体" panose="02010600030101010101" pitchFamily="2" charset="-122"/>
              </a:rPr>
              <a:t>CMY</a:t>
            </a:r>
            <a:r>
              <a:rPr lang="zh-CN" altLang="en-US">
                <a:solidFill>
                  <a:srgbClr val="000000"/>
                </a:solidFill>
                <a:latin typeface="宋体" panose="02010600030101010101" pitchFamily="2" charset="-122"/>
                <a:ea typeface="宋体" panose="02010600030101010101" pitchFamily="2" charset="-122"/>
              </a:rPr>
              <a:t>颜色空间转换关系</a:t>
            </a:r>
            <a:endParaRPr lang="zh-CN" altLang="en-US" dirty="0">
              <a:solidFill>
                <a:srgbClr val="000000"/>
              </a:solidFill>
              <a:latin typeface="宋体" panose="02010600030101010101" pitchFamily="2" charset="-122"/>
              <a:ea typeface="宋体" panose="02010600030101010101" pitchFamily="2" charset="-122"/>
            </a:endParaRPr>
          </a:p>
        </p:txBody>
      </p:sp>
    </p:spTree>
    <p:extLst>
      <p:ext uri="{BB962C8B-B14F-4D97-AF65-F5344CB8AC3E}">
        <p14:creationId xmlns:p14="http://schemas.microsoft.com/office/powerpoint/2010/main" val="418982861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571499" cy="923330"/>
          </a:xfrm>
          <a:prstGeom prst="rect">
            <a:avLst/>
          </a:prstGeom>
          <a:noFill/>
        </p:spPr>
        <p:txBody>
          <a:bodyPr wrap="square" rtlCol="0">
            <a:spAutoFit/>
          </a:bodyPr>
          <a:lstStyle/>
          <a:p>
            <a:r>
              <a:rPr lang="zh-CN" altLang="en-US" b="1" dirty="0">
                <a:solidFill>
                  <a:srgbClr val="000000"/>
                </a:solidFill>
                <a:latin typeface="宋体" panose="02010600030101010101" pitchFamily="2" charset="-122"/>
                <a:ea typeface="宋体" panose="02010600030101010101" pitchFamily="2" charset="-122"/>
              </a:rPr>
              <a:t>第一次课后作业</a:t>
            </a:r>
            <a:endParaRPr lang="en-US" altLang="zh-CN" b="1" dirty="0">
              <a:solidFill>
                <a:srgbClr val="000000"/>
              </a:solidFill>
              <a:latin typeface="宋体" panose="02010600030101010101" pitchFamily="2" charset="-122"/>
              <a:ea typeface="宋体" panose="02010600030101010101" pitchFamily="2" charset="-122"/>
            </a:endParaRPr>
          </a:p>
          <a:p>
            <a:r>
              <a:rPr lang="zh-CN" altLang="en-US" b="1" dirty="0">
                <a:solidFill>
                  <a:srgbClr val="000000"/>
                </a:solidFill>
                <a:latin typeface="宋体" panose="02010600030101010101" pitchFamily="2" charset="-122"/>
                <a:ea typeface="宋体" panose="02010600030101010101" pitchFamily="2" charset="-122"/>
              </a:rPr>
              <a:t>练习</a:t>
            </a:r>
            <a:r>
              <a:rPr lang="en-US" altLang="zh-CN" b="1" dirty="0">
                <a:solidFill>
                  <a:srgbClr val="000000"/>
                </a:solidFill>
                <a:latin typeface="宋体" panose="02010600030101010101" pitchFamily="2" charset="-122"/>
                <a:ea typeface="宋体" panose="02010600030101010101" pitchFamily="2" charset="-122"/>
              </a:rPr>
              <a:t>1</a:t>
            </a:r>
            <a:r>
              <a:rPr lang="zh-CN" altLang="en-US" b="1" dirty="0">
                <a:solidFill>
                  <a:srgbClr val="000000"/>
                </a:solidFill>
                <a:latin typeface="宋体" panose="02010600030101010101" pitchFamily="2" charset="-122"/>
                <a:ea typeface="宋体" panose="02010600030101010101" pitchFamily="2" charset="-122"/>
              </a:rPr>
              <a:t>：</a:t>
            </a:r>
            <a:r>
              <a:rPr lang="zh-CN" altLang="en-US" sz="1800" b="0" i="0" u="none" strike="noStrike" baseline="0" dirty="0">
                <a:solidFill>
                  <a:srgbClr val="000000"/>
                </a:solidFill>
                <a:latin typeface="宋体" panose="02010600030101010101" pitchFamily="2" charset="-122"/>
                <a:ea typeface="宋体" panose="02010600030101010101" pitchFamily="2" charset="-122"/>
              </a:rPr>
              <a:t>图像的直方图基本上可以描述图像的概貌。就下面所给的</a:t>
            </a:r>
            <a:r>
              <a:rPr lang="en-US" altLang="zh-CN" sz="1800" b="0" i="0" u="none" strike="noStrike" baseline="0" dirty="0">
                <a:solidFill>
                  <a:srgbClr val="000000"/>
                </a:solidFill>
                <a:ea typeface="宋体" panose="02010600030101010101" pitchFamily="2" charset="-122"/>
              </a:rPr>
              <a:t>(a)</a:t>
            </a:r>
            <a:r>
              <a:rPr lang="zh-CN" altLang="en-US" sz="1800" b="0" i="0" u="none" strike="noStrike" baseline="0" dirty="0">
                <a:solidFill>
                  <a:srgbClr val="000000"/>
                </a:solidFill>
                <a:ea typeface="宋体" panose="02010600030101010101" pitchFamily="2" charset="-122"/>
              </a:rPr>
              <a:t>、</a:t>
            </a:r>
            <a:r>
              <a:rPr lang="en-US" altLang="zh-CN" sz="1800" b="0" i="0" u="none" strike="noStrike" baseline="0" dirty="0">
                <a:solidFill>
                  <a:srgbClr val="000000"/>
                </a:solidFill>
                <a:ea typeface="宋体" panose="02010600030101010101" pitchFamily="2" charset="-122"/>
              </a:rPr>
              <a:t>(b)</a:t>
            </a:r>
            <a:r>
              <a:rPr lang="zh-CN" altLang="en-US" sz="1800" b="0" i="0" u="none" strike="noStrike" baseline="0" dirty="0">
                <a:solidFill>
                  <a:srgbClr val="000000"/>
                </a:solidFill>
                <a:ea typeface="宋体" panose="02010600030101010101" pitchFamily="2" charset="-122"/>
              </a:rPr>
              <a:t>、</a:t>
            </a:r>
            <a:r>
              <a:rPr lang="en-US" altLang="zh-CN" sz="1800" b="0" i="0" u="none" strike="noStrike" baseline="0" dirty="0">
                <a:solidFill>
                  <a:srgbClr val="000000"/>
                </a:solidFill>
                <a:ea typeface="宋体" panose="02010600030101010101" pitchFamily="2" charset="-122"/>
              </a:rPr>
              <a:t>(c)</a:t>
            </a:r>
            <a:r>
              <a:rPr lang="zh-CN" altLang="en-US" sz="1800" b="0" i="0" u="none" strike="noStrike" baseline="0" dirty="0">
                <a:solidFill>
                  <a:srgbClr val="000000"/>
                </a:solidFill>
                <a:ea typeface="宋体" panose="02010600030101010101" pitchFamily="2" charset="-122"/>
              </a:rPr>
              <a:t>、</a:t>
            </a:r>
            <a:r>
              <a:rPr lang="en-US" altLang="zh-CN" sz="1800" b="0" i="0" u="none" strike="noStrike" baseline="0" dirty="0">
                <a:solidFill>
                  <a:srgbClr val="000000"/>
                </a:solidFill>
                <a:ea typeface="宋体" panose="02010600030101010101" pitchFamily="2" charset="-122"/>
              </a:rPr>
              <a:t>(d)</a:t>
            </a:r>
            <a:r>
              <a:rPr lang="zh-CN" altLang="en-US" sz="1800" b="0" i="0" u="none" strike="noStrike" baseline="0" dirty="0">
                <a:solidFill>
                  <a:srgbClr val="000000"/>
                </a:solidFill>
                <a:latin typeface="宋体" panose="02010600030101010101" pitchFamily="2" charset="-122"/>
                <a:ea typeface="宋体" panose="02010600030101010101" pitchFamily="2" charset="-122"/>
              </a:rPr>
              <a:t>四个直方图，试分析和比较对应的四幅图像的明暗状况和对比度高低等特征</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p:txBody>
      </p:sp>
      <p:pic>
        <p:nvPicPr>
          <p:cNvPr id="12" name="图片 11">
            <a:extLst>
              <a:ext uri="{FF2B5EF4-FFF2-40B4-BE49-F238E27FC236}">
                <a16:creationId xmlns:a16="http://schemas.microsoft.com/office/drawing/2014/main" id="{38DD195C-E1ED-3ECC-9A5C-20A63154ADCA}"/>
              </a:ext>
            </a:extLst>
          </p:cNvPr>
          <p:cNvPicPr>
            <a:picLocks noChangeAspect="1"/>
          </p:cNvPicPr>
          <p:nvPr/>
        </p:nvPicPr>
        <p:blipFill>
          <a:blip r:embed="rId2"/>
          <a:stretch>
            <a:fillRect/>
          </a:stretch>
        </p:blipFill>
        <p:spPr>
          <a:xfrm>
            <a:off x="1413932" y="2380954"/>
            <a:ext cx="2654302" cy="1517068"/>
          </a:xfrm>
          <a:prstGeom prst="rect">
            <a:avLst/>
          </a:prstGeom>
        </p:spPr>
      </p:pic>
      <p:pic>
        <p:nvPicPr>
          <p:cNvPr id="49" name="图片 48">
            <a:extLst>
              <a:ext uri="{FF2B5EF4-FFF2-40B4-BE49-F238E27FC236}">
                <a16:creationId xmlns:a16="http://schemas.microsoft.com/office/drawing/2014/main" id="{4981A7FA-10A2-4524-D459-49933E11B34C}"/>
              </a:ext>
            </a:extLst>
          </p:cNvPr>
          <p:cNvPicPr>
            <a:picLocks noChangeAspect="1"/>
          </p:cNvPicPr>
          <p:nvPr/>
        </p:nvPicPr>
        <p:blipFill>
          <a:blip r:embed="rId3"/>
          <a:stretch>
            <a:fillRect/>
          </a:stretch>
        </p:blipFill>
        <p:spPr>
          <a:xfrm>
            <a:off x="4068234" y="2380954"/>
            <a:ext cx="2654300" cy="1517068"/>
          </a:xfrm>
          <a:prstGeom prst="rect">
            <a:avLst/>
          </a:prstGeom>
        </p:spPr>
      </p:pic>
      <p:pic>
        <p:nvPicPr>
          <p:cNvPr id="66" name="图片 65">
            <a:extLst>
              <a:ext uri="{FF2B5EF4-FFF2-40B4-BE49-F238E27FC236}">
                <a16:creationId xmlns:a16="http://schemas.microsoft.com/office/drawing/2014/main" id="{6B1B41DD-A97E-DEFF-4217-A429F104DEA2}"/>
              </a:ext>
            </a:extLst>
          </p:cNvPr>
          <p:cNvPicPr>
            <a:picLocks noChangeAspect="1"/>
          </p:cNvPicPr>
          <p:nvPr/>
        </p:nvPicPr>
        <p:blipFill>
          <a:blip r:embed="rId4"/>
          <a:stretch>
            <a:fillRect/>
          </a:stretch>
        </p:blipFill>
        <p:spPr>
          <a:xfrm>
            <a:off x="1413932" y="4738920"/>
            <a:ext cx="2658286" cy="1517068"/>
          </a:xfrm>
          <a:prstGeom prst="rect">
            <a:avLst/>
          </a:prstGeom>
        </p:spPr>
      </p:pic>
      <p:pic>
        <p:nvPicPr>
          <p:cNvPr id="67" name="图片 66">
            <a:extLst>
              <a:ext uri="{FF2B5EF4-FFF2-40B4-BE49-F238E27FC236}">
                <a16:creationId xmlns:a16="http://schemas.microsoft.com/office/drawing/2014/main" id="{5F0C589F-4E5F-2C24-7CE6-1C1575C2013F}"/>
              </a:ext>
            </a:extLst>
          </p:cNvPr>
          <p:cNvPicPr>
            <a:picLocks noChangeAspect="1"/>
          </p:cNvPicPr>
          <p:nvPr/>
        </p:nvPicPr>
        <p:blipFill>
          <a:blip r:embed="rId5"/>
          <a:stretch>
            <a:fillRect/>
          </a:stretch>
        </p:blipFill>
        <p:spPr>
          <a:xfrm>
            <a:off x="4064248" y="4736642"/>
            <a:ext cx="2658286" cy="1519346"/>
          </a:xfrm>
          <a:prstGeom prst="rect">
            <a:avLst/>
          </a:prstGeom>
        </p:spPr>
      </p:pic>
      <p:sp>
        <p:nvSpPr>
          <p:cNvPr id="68" name="文本框 67">
            <a:extLst>
              <a:ext uri="{FF2B5EF4-FFF2-40B4-BE49-F238E27FC236}">
                <a16:creationId xmlns:a16="http://schemas.microsoft.com/office/drawing/2014/main" id="{FFC9EDD4-C0F1-07A4-C9BC-9D23FB436E66}"/>
              </a:ext>
            </a:extLst>
          </p:cNvPr>
          <p:cNvSpPr txBox="1"/>
          <p:nvPr/>
        </p:nvSpPr>
        <p:spPr>
          <a:xfrm>
            <a:off x="2472267" y="4017433"/>
            <a:ext cx="441146" cy="369332"/>
          </a:xfrm>
          <a:prstGeom prst="rect">
            <a:avLst/>
          </a:prstGeom>
          <a:noFill/>
        </p:spPr>
        <p:txBody>
          <a:bodyPr wrap="none" rtlCol="0">
            <a:spAutoFit/>
          </a:bodyPr>
          <a:lstStyle/>
          <a:p>
            <a:r>
              <a:rPr lang="en-US" altLang="zh-CN" dirty="0"/>
              <a:t>(a)</a:t>
            </a:r>
            <a:endParaRPr lang="zh-CN" altLang="en-US" dirty="0"/>
          </a:p>
        </p:txBody>
      </p:sp>
      <p:sp>
        <p:nvSpPr>
          <p:cNvPr id="69" name="文本框 68">
            <a:extLst>
              <a:ext uri="{FF2B5EF4-FFF2-40B4-BE49-F238E27FC236}">
                <a16:creationId xmlns:a16="http://schemas.microsoft.com/office/drawing/2014/main" id="{9FA7B7EC-427B-11E9-2172-0E848FE48E7F}"/>
              </a:ext>
            </a:extLst>
          </p:cNvPr>
          <p:cNvSpPr txBox="1"/>
          <p:nvPr/>
        </p:nvSpPr>
        <p:spPr>
          <a:xfrm>
            <a:off x="5393391" y="3948000"/>
            <a:ext cx="453970" cy="369332"/>
          </a:xfrm>
          <a:prstGeom prst="rect">
            <a:avLst/>
          </a:prstGeom>
          <a:noFill/>
        </p:spPr>
        <p:txBody>
          <a:bodyPr wrap="none" rtlCol="0">
            <a:spAutoFit/>
          </a:bodyPr>
          <a:lstStyle/>
          <a:p>
            <a:r>
              <a:rPr lang="en-US" altLang="zh-CN" dirty="0"/>
              <a:t>(b)</a:t>
            </a:r>
            <a:endParaRPr lang="zh-CN" altLang="en-US" dirty="0"/>
          </a:p>
        </p:txBody>
      </p:sp>
      <p:sp>
        <p:nvSpPr>
          <p:cNvPr id="70" name="文本框 69">
            <a:extLst>
              <a:ext uri="{FF2B5EF4-FFF2-40B4-BE49-F238E27FC236}">
                <a16:creationId xmlns:a16="http://schemas.microsoft.com/office/drawing/2014/main" id="{A28ACA5A-43C3-05D8-0E6F-FEE9BA4AFB9C}"/>
              </a:ext>
            </a:extLst>
          </p:cNvPr>
          <p:cNvSpPr txBox="1"/>
          <p:nvPr/>
        </p:nvSpPr>
        <p:spPr>
          <a:xfrm>
            <a:off x="2520510" y="6266736"/>
            <a:ext cx="441146" cy="369332"/>
          </a:xfrm>
          <a:prstGeom prst="rect">
            <a:avLst/>
          </a:prstGeom>
          <a:noFill/>
        </p:spPr>
        <p:txBody>
          <a:bodyPr wrap="none" rtlCol="0">
            <a:spAutoFit/>
          </a:bodyPr>
          <a:lstStyle/>
          <a:p>
            <a:r>
              <a:rPr lang="en-US" altLang="zh-CN" dirty="0"/>
              <a:t>(c)</a:t>
            </a:r>
            <a:endParaRPr lang="zh-CN" altLang="en-US" dirty="0"/>
          </a:p>
        </p:txBody>
      </p:sp>
      <p:sp>
        <p:nvSpPr>
          <p:cNvPr id="71" name="文本框 70">
            <a:extLst>
              <a:ext uri="{FF2B5EF4-FFF2-40B4-BE49-F238E27FC236}">
                <a16:creationId xmlns:a16="http://schemas.microsoft.com/office/drawing/2014/main" id="{0D4683F5-C6AE-90AD-50E1-53DBC925610F}"/>
              </a:ext>
            </a:extLst>
          </p:cNvPr>
          <p:cNvSpPr txBox="1"/>
          <p:nvPr/>
        </p:nvSpPr>
        <p:spPr>
          <a:xfrm>
            <a:off x="5406215" y="6285949"/>
            <a:ext cx="453970" cy="369332"/>
          </a:xfrm>
          <a:prstGeom prst="rect">
            <a:avLst/>
          </a:prstGeom>
          <a:noFill/>
        </p:spPr>
        <p:txBody>
          <a:bodyPr wrap="none" rtlCol="0">
            <a:spAutoFit/>
          </a:bodyPr>
          <a:lstStyle/>
          <a:p>
            <a:r>
              <a:rPr lang="en-US" altLang="zh-CN" dirty="0"/>
              <a:t>(d)</a:t>
            </a:r>
            <a:endParaRPr lang="zh-CN" altLang="en-US" dirty="0"/>
          </a:p>
        </p:txBody>
      </p:sp>
    </p:spTree>
    <p:extLst>
      <p:ext uri="{BB962C8B-B14F-4D97-AF65-F5344CB8AC3E}">
        <p14:creationId xmlns:p14="http://schemas.microsoft.com/office/powerpoint/2010/main" val="320074291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graphicFrame>
        <p:nvGraphicFramePr>
          <p:cNvPr id="4" name="内容占位符 3">
            <a:extLst>
              <a:ext uri="{FF2B5EF4-FFF2-40B4-BE49-F238E27FC236}">
                <a16:creationId xmlns:a16="http://schemas.microsoft.com/office/drawing/2014/main" id="{5775B211-4E65-22BF-5B8E-A368BDB73745}"/>
              </a:ext>
            </a:extLst>
          </p:cNvPr>
          <p:cNvGraphicFramePr>
            <a:graphicFrameLocks noGrp="1"/>
          </p:cNvGraphicFramePr>
          <p:nvPr>
            <p:ph idx="1"/>
            <p:extLst>
              <p:ext uri="{D42A27DB-BD31-4B8C-83A1-F6EECF244321}">
                <p14:modId xmlns:p14="http://schemas.microsoft.com/office/powerpoint/2010/main" val="2439854902"/>
              </p:ext>
            </p:extLst>
          </p:nvPr>
        </p:nvGraphicFramePr>
        <p:xfrm>
          <a:off x="1168402" y="2561630"/>
          <a:ext cx="2880003" cy="2880003"/>
        </p:xfrm>
        <a:graphic>
          <a:graphicData uri="http://schemas.openxmlformats.org/drawingml/2006/table">
            <a:tbl>
              <a:tblPr firstRow="1" bandRow="1">
                <a:tableStyleId>{22838BEF-8BB2-4498-84A7-C5851F593DF1}</a:tableStyleId>
              </a:tblPr>
              <a:tblGrid>
                <a:gridCol w="411429">
                  <a:extLst>
                    <a:ext uri="{9D8B030D-6E8A-4147-A177-3AD203B41FA5}">
                      <a16:colId xmlns:a16="http://schemas.microsoft.com/office/drawing/2014/main" val="2170588951"/>
                    </a:ext>
                  </a:extLst>
                </a:gridCol>
                <a:gridCol w="411429">
                  <a:extLst>
                    <a:ext uri="{9D8B030D-6E8A-4147-A177-3AD203B41FA5}">
                      <a16:colId xmlns:a16="http://schemas.microsoft.com/office/drawing/2014/main" val="3525422381"/>
                    </a:ext>
                  </a:extLst>
                </a:gridCol>
                <a:gridCol w="411429">
                  <a:extLst>
                    <a:ext uri="{9D8B030D-6E8A-4147-A177-3AD203B41FA5}">
                      <a16:colId xmlns:a16="http://schemas.microsoft.com/office/drawing/2014/main" val="629853343"/>
                    </a:ext>
                  </a:extLst>
                </a:gridCol>
                <a:gridCol w="411429">
                  <a:extLst>
                    <a:ext uri="{9D8B030D-6E8A-4147-A177-3AD203B41FA5}">
                      <a16:colId xmlns:a16="http://schemas.microsoft.com/office/drawing/2014/main" val="1997616642"/>
                    </a:ext>
                  </a:extLst>
                </a:gridCol>
                <a:gridCol w="411429">
                  <a:extLst>
                    <a:ext uri="{9D8B030D-6E8A-4147-A177-3AD203B41FA5}">
                      <a16:colId xmlns:a16="http://schemas.microsoft.com/office/drawing/2014/main" val="3210588738"/>
                    </a:ext>
                  </a:extLst>
                </a:gridCol>
                <a:gridCol w="411429">
                  <a:extLst>
                    <a:ext uri="{9D8B030D-6E8A-4147-A177-3AD203B41FA5}">
                      <a16:colId xmlns:a16="http://schemas.microsoft.com/office/drawing/2014/main" val="1465800"/>
                    </a:ext>
                  </a:extLst>
                </a:gridCol>
                <a:gridCol w="411429">
                  <a:extLst>
                    <a:ext uri="{9D8B030D-6E8A-4147-A177-3AD203B41FA5}">
                      <a16:colId xmlns:a16="http://schemas.microsoft.com/office/drawing/2014/main" val="3285853411"/>
                    </a:ext>
                  </a:extLst>
                </a:gridCol>
              </a:tblGrid>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7372610"/>
                  </a:ext>
                </a:extLst>
              </a:tr>
              <a:tr h="411429">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1223599"/>
                  </a:ext>
                </a:extLst>
              </a:tr>
              <a:tr h="411429">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1623104"/>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585937"/>
                  </a:ext>
                </a:extLst>
              </a:tr>
              <a:tr h="411429">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258052"/>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2089430"/>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5612556"/>
                  </a:ext>
                </a:extLst>
              </a:tr>
            </a:tbl>
          </a:graphicData>
        </a:graphic>
      </p:graphicFrame>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7922691" cy="923330"/>
          </a:xfrm>
          <a:prstGeom prst="rect">
            <a:avLst/>
          </a:prstGeom>
          <a:noFill/>
        </p:spPr>
        <p:txBody>
          <a:bodyPr wrap="square" rtlCol="0">
            <a:spAutoFit/>
          </a:bodyPr>
          <a:lstStyle/>
          <a:p>
            <a:r>
              <a:rPr lang="zh-CN" altLang="en-US" b="1" dirty="0">
                <a:solidFill>
                  <a:srgbClr val="000000"/>
                </a:solidFill>
                <a:latin typeface="宋体" panose="02010600030101010101" pitchFamily="2" charset="-122"/>
                <a:ea typeface="宋体" panose="02010600030101010101" pitchFamily="2" charset="-122"/>
              </a:rPr>
              <a:t>第二次课后作业</a:t>
            </a:r>
            <a:endParaRPr lang="en-US" altLang="zh-CN" b="1" dirty="0">
              <a:solidFill>
                <a:srgbClr val="000000"/>
              </a:solidFill>
              <a:ea typeface="宋体" panose="02010600030101010101" pitchFamily="2" charset="-122"/>
            </a:endParaRPr>
          </a:p>
          <a:p>
            <a:r>
              <a:rPr lang="zh-CN" altLang="en-US" b="1" dirty="0">
                <a:solidFill>
                  <a:srgbClr val="000000"/>
                </a:solidFill>
                <a:ea typeface="宋体" panose="02010600030101010101" pitchFamily="2" charset="-122"/>
              </a:rPr>
              <a:t>练习</a:t>
            </a:r>
            <a:r>
              <a:rPr lang="en-US" altLang="zh-CN" b="1" dirty="0">
                <a:solidFill>
                  <a:srgbClr val="000000"/>
                </a:solidFill>
                <a:ea typeface="宋体" panose="02010600030101010101" pitchFamily="2" charset="-122"/>
              </a:rPr>
              <a:t>2</a:t>
            </a:r>
            <a:r>
              <a:rPr lang="zh-CN" altLang="en-US" b="1" dirty="0">
                <a:solidFill>
                  <a:srgbClr val="000000"/>
                </a:solidFill>
                <a:ea typeface="宋体" panose="02010600030101010101" pitchFamily="2" charset="-122"/>
              </a:rPr>
              <a:t>：</a:t>
            </a:r>
            <a:r>
              <a:rPr lang="zh-CN" altLang="en-US" sz="1800" b="0" i="0" u="none" strike="noStrike" baseline="0" dirty="0">
                <a:solidFill>
                  <a:srgbClr val="000000"/>
                </a:solidFill>
                <a:ea typeface="宋体" panose="02010600030101010101" pitchFamily="2" charset="-122"/>
              </a:rPr>
              <a:t>图</a:t>
            </a:r>
            <a:r>
              <a:rPr lang="en-US" altLang="zh-CN" sz="1800" b="0" i="0" u="none" strike="noStrike" baseline="0" dirty="0">
                <a:solidFill>
                  <a:srgbClr val="000000"/>
                </a:solidFill>
                <a:ea typeface="宋体" panose="02010600030101010101" pitchFamily="2" charset="-122"/>
              </a:rPr>
              <a:t>2</a:t>
            </a:r>
            <a:r>
              <a:rPr lang="zh-CN" altLang="en-US" sz="1800" b="0" i="0" u="none" strike="noStrike" baseline="0" dirty="0">
                <a:solidFill>
                  <a:srgbClr val="000000"/>
                </a:solidFill>
                <a:ea typeface="宋体" panose="02010600030101010101" pitchFamily="2" charset="-122"/>
              </a:rPr>
              <a:t>为一幅总像素为</a:t>
            </a:r>
            <a:r>
              <a:rPr lang="en-US" altLang="zh-CN" sz="1800" b="0" i="0" u="none" strike="noStrike" baseline="0" dirty="0">
                <a:solidFill>
                  <a:srgbClr val="000000"/>
                </a:solidFill>
                <a:ea typeface="宋体" panose="02010600030101010101" pitchFamily="2" charset="-122"/>
              </a:rPr>
              <a:t>N=7×</a:t>
            </a:r>
            <a:r>
              <a:rPr lang="en-US" altLang="zh-CN" dirty="0">
                <a:solidFill>
                  <a:srgbClr val="000000"/>
                </a:solidFill>
                <a:ea typeface="宋体" panose="02010600030101010101" pitchFamily="2" charset="-122"/>
              </a:rPr>
              <a:t>7</a:t>
            </a:r>
            <a:r>
              <a:rPr lang="zh-CN" altLang="en-US" sz="1800" b="0" i="0" u="none" strike="noStrike" baseline="0" dirty="0">
                <a:solidFill>
                  <a:srgbClr val="000000"/>
                </a:solidFill>
                <a:ea typeface="宋体" panose="02010600030101010101" pitchFamily="2" charset="-122"/>
              </a:rPr>
              <a:t>的数字图像，灰度级数为</a:t>
            </a:r>
            <a:r>
              <a:rPr lang="en-US" altLang="zh-CN" sz="1800" b="0" i="0" u="none" strike="noStrike" baseline="0" dirty="0">
                <a:solidFill>
                  <a:srgbClr val="000000"/>
                </a:solidFill>
                <a:ea typeface="宋体" panose="02010600030101010101" pitchFamily="2" charset="-122"/>
              </a:rPr>
              <a:t>8</a:t>
            </a:r>
            <a:r>
              <a:rPr lang="zh-CN" altLang="en-US" sz="1800" b="0" i="0" u="none" strike="noStrike" baseline="0" dirty="0">
                <a:solidFill>
                  <a:srgbClr val="000000"/>
                </a:solidFill>
                <a:ea typeface="宋体" panose="02010600030101010101" pitchFamily="2" charset="-122"/>
              </a:rPr>
              <a:t>。请将此图像进行直方图均衡化，计算出均衡化后的直方图，写出解题步骤。</a:t>
            </a:r>
            <a:endParaRPr lang="en-US" altLang="zh-CN" sz="1800" b="0" i="0" u="none" strike="noStrike" baseline="0" dirty="0">
              <a:solidFill>
                <a:srgbClr val="000000"/>
              </a:solidFill>
              <a:ea typeface="宋体" panose="02010600030101010101" pitchFamily="2" charset="-122"/>
            </a:endParaRPr>
          </a:p>
        </p:txBody>
      </p:sp>
      <p:sp>
        <p:nvSpPr>
          <p:cNvPr id="7" name="文本框 6">
            <a:extLst>
              <a:ext uri="{FF2B5EF4-FFF2-40B4-BE49-F238E27FC236}">
                <a16:creationId xmlns:a16="http://schemas.microsoft.com/office/drawing/2014/main" id="{3C0F2840-FF3C-470F-969F-28D7CCC4F903}"/>
              </a:ext>
            </a:extLst>
          </p:cNvPr>
          <p:cNvSpPr txBox="1"/>
          <p:nvPr/>
        </p:nvSpPr>
        <p:spPr>
          <a:xfrm>
            <a:off x="2355850" y="5507514"/>
            <a:ext cx="1538817" cy="369332"/>
          </a:xfrm>
          <a:prstGeom prst="rect">
            <a:avLst/>
          </a:prstGeom>
          <a:noFill/>
        </p:spPr>
        <p:txBody>
          <a:bodyPr wrap="square">
            <a:spAutoFit/>
          </a:bodyPr>
          <a:lstStyle/>
          <a:p>
            <a:r>
              <a:rPr lang="zh-CN" altLang="en-US" sz="1800" b="0" i="0" u="none" strike="noStrike" baseline="0" dirty="0">
                <a:solidFill>
                  <a:srgbClr val="000000"/>
                </a:solidFill>
                <a:latin typeface="宋体" panose="02010600030101010101" pitchFamily="2" charset="-122"/>
                <a:ea typeface="宋体" panose="02010600030101010101" pitchFamily="2" charset="-122"/>
              </a:rPr>
              <a:t>图</a:t>
            </a:r>
            <a:r>
              <a:rPr lang="en-US" altLang="zh-CN" sz="1800" b="0" i="0" u="none" strike="noStrike" baseline="0" dirty="0">
                <a:solidFill>
                  <a:srgbClr val="000000"/>
                </a:solidFill>
                <a:latin typeface="宋体" panose="02010600030101010101" pitchFamily="2" charset="-122"/>
                <a:ea typeface="宋体" panose="02010600030101010101" pitchFamily="2" charset="-122"/>
              </a:rPr>
              <a:t>2</a:t>
            </a:r>
            <a:endParaRPr lang="zh-CN" altLang="en-US" dirty="0"/>
          </a:p>
        </p:txBody>
      </p:sp>
    </p:spTree>
    <p:extLst>
      <p:ext uri="{BB962C8B-B14F-4D97-AF65-F5344CB8AC3E}">
        <p14:creationId xmlns:p14="http://schemas.microsoft.com/office/powerpoint/2010/main" val="12858628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graphicFrame>
        <p:nvGraphicFramePr>
          <p:cNvPr id="4" name="内容占位符 3">
            <a:extLst>
              <a:ext uri="{FF2B5EF4-FFF2-40B4-BE49-F238E27FC236}">
                <a16:creationId xmlns:a16="http://schemas.microsoft.com/office/drawing/2014/main" id="{5775B211-4E65-22BF-5B8E-A368BDB73745}"/>
              </a:ext>
            </a:extLst>
          </p:cNvPr>
          <p:cNvGraphicFramePr>
            <a:graphicFrameLocks noGrp="1"/>
          </p:cNvGraphicFramePr>
          <p:nvPr>
            <p:ph idx="1"/>
            <p:extLst>
              <p:ext uri="{D42A27DB-BD31-4B8C-83A1-F6EECF244321}">
                <p14:modId xmlns:p14="http://schemas.microsoft.com/office/powerpoint/2010/main" val="888587253"/>
              </p:ext>
            </p:extLst>
          </p:nvPr>
        </p:nvGraphicFramePr>
        <p:xfrm>
          <a:off x="2595035" y="3059569"/>
          <a:ext cx="2880003" cy="2880003"/>
        </p:xfrm>
        <a:graphic>
          <a:graphicData uri="http://schemas.openxmlformats.org/drawingml/2006/table">
            <a:tbl>
              <a:tblPr firstRow="1" bandRow="1">
                <a:tableStyleId>{22838BEF-8BB2-4498-84A7-C5851F593DF1}</a:tableStyleId>
              </a:tblPr>
              <a:tblGrid>
                <a:gridCol w="411429">
                  <a:extLst>
                    <a:ext uri="{9D8B030D-6E8A-4147-A177-3AD203B41FA5}">
                      <a16:colId xmlns:a16="http://schemas.microsoft.com/office/drawing/2014/main" val="2170588951"/>
                    </a:ext>
                  </a:extLst>
                </a:gridCol>
                <a:gridCol w="411429">
                  <a:extLst>
                    <a:ext uri="{9D8B030D-6E8A-4147-A177-3AD203B41FA5}">
                      <a16:colId xmlns:a16="http://schemas.microsoft.com/office/drawing/2014/main" val="3525422381"/>
                    </a:ext>
                  </a:extLst>
                </a:gridCol>
                <a:gridCol w="411429">
                  <a:extLst>
                    <a:ext uri="{9D8B030D-6E8A-4147-A177-3AD203B41FA5}">
                      <a16:colId xmlns:a16="http://schemas.microsoft.com/office/drawing/2014/main" val="629853343"/>
                    </a:ext>
                  </a:extLst>
                </a:gridCol>
                <a:gridCol w="411429">
                  <a:extLst>
                    <a:ext uri="{9D8B030D-6E8A-4147-A177-3AD203B41FA5}">
                      <a16:colId xmlns:a16="http://schemas.microsoft.com/office/drawing/2014/main" val="1997616642"/>
                    </a:ext>
                  </a:extLst>
                </a:gridCol>
                <a:gridCol w="411429">
                  <a:extLst>
                    <a:ext uri="{9D8B030D-6E8A-4147-A177-3AD203B41FA5}">
                      <a16:colId xmlns:a16="http://schemas.microsoft.com/office/drawing/2014/main" val="3210588738"/>
                    </a:ext>
                  </a:extLst>
                </a:gridCol>
                <a:gridCol w="411429">
                  <a:extLst>
                    <a:ext uri="{9D8B030D-6E8A-4147-A177-3AD203B41FA5}">
                      <a16:colId xmlns:a16="http://schemas.microsoft.com/office/drawing/2014/main" val="1465800"/>
                    </a:ext>
                  </a:extLst>
                </a:gridCol>
                <a:gridCol w="411429">
                  <a:extLst>
                    <a:ext uri="{9D8B030D-6E8A-4147-A177-3AD203B41FA5}">
                      <a16:colId xmlns:a16="http://schemas.microsoft.com/office/drawing/2014/main" val="3285853411"/>
                    </a:ext>
                  </a:extLst>
                </a:gridCol>
              </a:tblGrid>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7372610"/>
                  </a:ext>
                </a:extLst>
              </a:tr>
              <a:tr h="411429">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1223599"/>
                  </a:ext>
                </a:extLst>
              </a:tr>
              <a:tr h="411429">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1623104"/>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585937"/>
                  </a:ext>
                </a:extLst>
              </a:tr>
              <a:tr h="411429">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258052"/>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2089430"/>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5612556"/>
                  </a:ext>
                </a:extLst>
              </a:tr>
            </a:tbl>
          </a:graphicData>
        </a:graphic>
      </p:graphicFrame>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223258" cy="1200329"/>
          </a:xfrm>
          <a:prstGeom prst="rect">
            <a:avLst/>
          </a:prstGeom>
          <a:noFill/>
        </p:spPr>
        <p:txBody>
          <a:bodyPr wrap="square" rtlCol="0">
            <a:spAutoFit/>
          </a:bodyPr>
          <a:lstStyle/>
          <a:p>
            <a:r>
              <a:rPr lang="zh-CN" altLang="en-US" b="1" dirty="0">
                <a:solidFill>
                  <a:srgbClr val="000000"/>
                </a:solidFill>
                <a:latin typeface="宋体" panose="02010600030101010101" pitchFamily="2" charset="-122"/>
                <a:ea typeface="宋体" panose="02010600030101010101" pitchFamily="2" charset="-122"/>
              </a:rPr>
              <a:t>第三次课后作业</a:t>
            </a:r>
            <a:endParaRPr lang="en-US" altLang="zh-CN" b="1" dirty="0">
              <a:solidFill>
                <a:srgbClr val="000000"/>
              </a:solidFill>
              <a:ea typeface="宋体" panose="02010600030101010101" pitchFamily="2" charset="-122"/>
            </a:endParaRPr>
          </a:p>
          <a:p>
            <a:pPr algn="l"/>
            <a:r>
              <a:rPr lang="zh-CN" altLang="en-US" b="1" dirty="0">
                <a:solidFill>
                  <a:srgbClr val="000000"/>
                </a:solidFill>
                <a:ea typeface="宋体" panose="02010600030101010101" pitchFamily="2" charset="-122"/>
              </a:rPr>
              <a:t>练习</a:t>
            </a:r>
            <a:r>
              <a:rPr lang="en-US" altLang="zh-CN" b="1" dirty="0">
                <a:solidFill>
                  <a:srgbClr val="000000"/>
                </a:solidFill>
                <a:ea typeface="宋体" panose="02010600030101010101" pitchFamily="2" charset="-122"/>
              </a:rPr>
              <a:t>3</a:t>
            </a:r>
            <a:r>
              <a:rPr lang="zh-CN" altLang="en-US" b="1" dirty="0">
                <a:solidFill>
                  <a:srgbClr val="000000"/>
                </a:solidFill>
                <a:ea typeface="宋体" panose="02010600030101010101" pitchFamily="2" charset="-122"/>
              </a:rPr>
              <a:t>：</a:t>
            </a:r>
            <a:r>
              <a:rPr lang="zh-CN" altLang="en-US" sz="1800" b="0" i="0" u="none" strike="noStrike" baseline="0" dirty="0">
                <a:ea typeface="宋体" panose="02010600030101010101" pitchFamily="2" charset="-122"/>
              </a:rPr>
              <a:t>请分别用大小为</a:t>
            </a:r>
            <a:r>
              <a:rPr lang="en-US" altLang="zh-CN" sz="1800" b="0" i="0" u="none" strike="noStrike" baseline="0" dirty="0">
                <a:ea typeface="宋体" panose="02010600030101010101" pitchFamily="2" charset="-122"/>
              </a:rPr>
              <a:t>3x3</a:t>
            </a:r>
            <a:r>
              <a:rPr lang="zh-CN" altLang="en-US" sz="1800" b="0" i="0" u="none" strike="noStrike" baseline="0" dirty="0">
                <a:ea typeface="宋体" panose="02010600030101010101" pitchFamily="2" charset="-122"/>
              </a:rPr>
              <a:t>的均值滤波器、最小值滤波器、中值滤波器对其进行滤波的结果（只处理灰色区域）</a:t>
            </a:r>
            <a:r>
              <a:rPr lang="zh-CN" altLang="en-US" sz="1800" b="0" i="0" u="none" strike="noStrike" baseline="0" dirty="0">
                <a:solidFill>
                  <a:srgbClr val="000000"/>
                </a:solidFill>
                <a:ea typeface="宋体" panose="02010600030101010101" pitchFamily="2" charset="-122"/>
              </a:rPr>
              <a:t>。</a:t>
            </a:r>
            <a:endParaRPr lang="en-US" altLang="zh-CN" sz="1800" b="0" i="0" u="none" strike="noStrike" baseline="0" dirty="0">
              <a:solidFill>
                <a:srgbClr val="000000"/>
              </a:solidFill>
              <a:ea typeface="宋体" panose="02010600030101010101" pitchFamily="2" charset="-122"/>
            </a:endParaRPr>
          </a:p>
          <a:p>
            <a:pPr algn="l"/>
            <a:r>
              <a:rPr lang="zh-CN" altLang="en-US" dirty="0">
                <a:solidFill>
                  <a:srgbClr val="00B0F0"/>
                </a:solidFill>
                <a:ea typeface="宋体" panose="02010600030101010101" pitchFamily="2" charset="-122"/>
              </a:rPr>
              <a:t>说明：灰色区域外有值，因此不用在外面补零</a:t>
            </a:r>
            <a:r>
              <a:rPr lang="zh-CN" altLang="en-US" dirty="0">
                <a:solidFill>
                  <a:srgbClr val="000000"/>
                </a:solidFill>
                <a:ea typeface="宋体" panose="02010600030101010101" pitchFamily="2" charset="-122"/>
              </a:rPr>
              <a:t>。</a:t>
            </a:r>
            <a:endParaRPr lang="en-US" altLang="zh-CN" sz="1800" b="0" i="0" u="none" strike="noStrike" baseline="0" dirty="0">
              <a:solidFill>
                <a:srgbClr val="000000"/>
              </a:solidFill>
              <a:ea typeface="宋体" panose="02010600030101010101" pitchFamily="2" charset="-122"/>
            </a:endParaRPr>
          </a:p>
        </p:txBody>
      </p:sp>
    </p:spTree>
    <p:extLst>
      <p:ext uri="{BB962C8B-B14F-4D97-AF65-F5344CB8AC3E}">
        <p14:creationId xmlns:p14="http://schemas.microsoft.com/office/powerpoint/2010/main" val="30563043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graphicFrame>
        <p:nvGraphicFramePr>
          <p:cNvPr id="4" name="内容占位符 3">
            <a:extLst>
              <a:ext uri="{FF2B5EF4-FFF2-40B4-BE49-F238E27FC236}">
                <a16:creationId xmlns:a16="http://schemas.microsoft.com/office/drawing/2014/main" id="{5775B211-4E65-22BF-5B8E-A368BDB73745}"/>
              </a:ext>
            </a:extLst>
          </p:cNvPr>
          <p:cNvGraphicFramePr>
            <a:graphicFrameLocks noGrp="1"/>
          </p:cNvGraphicFramePr>
          <p:nvPr>
            <p:ph idx="1"/>
            <p:extLst>
              <p:ext uri="{D42A27DB-BD31-4B8C-83A1-F6EECF244321}">
                <p14:modId xmlns:p14="http://schemas.microsoft.com/office/powerpoint/2010/main" val="1471023643"/>
              </p:ext>
            </p:extLst>
          </p:nvPr>
        </p:nvGraphicFramePr>
        <p:xfrm>
          <a:off x="4627479" y="2771181"/>
          <a:ext cx="2880003" cy="2880003"/>
        </p:xfrm>
        <a:graphic>
          <a:graphicData uri="http://schemas.openxmlformats.org/drawingml/2006/table">
            <a:tbl>
              <a:tblPr firstRow="1" bandRow="1">
                <a:tableStyleId>{22838BEF-8BB2-4498-84A7-C5851F593DF1}</a:tableStyleId>
              </a:tblPr>
              <a:tblGrid>
                <a:gridCol w="411429">
                  <a:extLst>
                    <a:ext uri="{9D8B030D-6E8A-4147-A177-3AD203B41FA5}">
                      <a16:colId xmlns:a16="http://schemas.microsoft.com/office/drawing/2014/main" val="2170588951"/>
                    </a:ext>
                  </a:extLst>
                </a:gridCol>
                <a:gridCol w="411429">
                  <a:extLst>
                    <a:ext uri="{9D8B030D-6E8A-4147-A177-3AD203B41FA5}">
                      <a16:colId xmlns:a16="http://schemas.microsoft.com/office/drawing/2014/main" val="3525422381"/>
                    </a:ext>
                  </a:extLst>
                </a:gridCol>
                <a:gridCol w="411429">
                  <a:extLst>
                    <a:ext uri="{9D8B030D-6E8A-4147-A177-3AD203B41FA5}">
                      <a16:colId xmlns:a16="http://schemas.microsoft.com/office/drawing/2014/main" val="629853343"/>
                    </a:ext>
                  </a:extLst>
                </a:gridCol>
                <a:gridCol w="411429">
                  <a:extLst>
                    <a:ext uri="{9D8B030D-6E8A-4147-A177-3AD203B41FA5}">
                      <a16:colId xmlns:a16="http://schemas.microsoft.com/office/drawing/2014/main" val="1997616642"/>
                    </a:ext>
                  </a:extLst>
                </a:gridCol>
                <a:gridCol w="411429">
                  <a:extLst>
                    <a:ext uri="{9D8B030D-6E8A-4147-A177-3AD203B41FA5}">
                      <a16:colId xmlns:a16="http://schemas.microsoft.com/office/drawing/2014/main" val="3210588738"/>
                    </a:ext>
                  </a:extLst>
                </a:gridCol>
                <a:gridCol w="411429">
                  <a:extLst>
                    <a:ext uri="{9D8B030D-6E8A-4147-A177-3AD203B41FA5}">
                      <a16:colId xmlns:a16="http://schemas.microsoft.com/office/drawing/2014/main" val="1465800"/>
                    </a:ext>
                  </a:extLst>
                </a:gridCol>
                <a:gridCol w="411429">
                  <a:extLst>
                    <a:ext uri="{9D8B030D-6E8A-4147-A177-3AD203B41FA5}">
                      <a16:colId xmlns:a16="http://schemas.microsoft.com/office/drawing/2014/main" val="3285853411"/>
                    </a:ext>
                  </a:extLst>
                </a:gridCol>
              </a:tblGrid>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467372610"/>
                  </a:ext>
                </a:extLst>
              </a:tr>
              <a:tr h="411429">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661223599"/>
                  </a:ext>
                </a:extLst>
              </a:tr>
              <a:tr h="411429">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841623104"/>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6</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612585937"/>
                  </a:ext>
                </a:extLst>
              </a:tr>
              <a:tr h="411429">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628258052"/>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4</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lumMod val="65000"/>
                      </a:schemeClr>
                    </a:solidFill>
                  </a:tcPr>
                </a:tc>
                <a:tc>
                  <a:txBody>
                    <a:bodyPr/>
                    <a:lstStyle/>
                    <a:p>
                      <a:pPr algn="ctr"/>
                      <a:r>
                        <a:rPr lang="en-US" altLang="zh-CN" sz="1500" b="1" dirty="0">
                          <a:solidFill>
                            <a:schemeClr val="tx1"/>
                          </a:solidFill>
                        </a:rPr>
                        <a:t>3</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2492089430"/>
                  </a:ext>
                </a:extLst>
              </a:tr>
              <a:tr h="411429">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5</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2</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7</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0</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500" b="1" dirty="0">
                          <a:solidFill>
                            <a:schemeClr val="tx1"/>
                          </a:solidFill>
                        </a:rPr>
                        <a:t>1</a:t>
                      </a:r>
                      <a:endParaRPr lang="zh-CN" altLang="en-US" sz="1500" b="1" dirty="0">
                        <a:solidFill>
                          <a:schemeClr val="tx1"/>
                        </a:solidFill>
                      </a:endParaRPr>
                    </a:p>
                  </a:txBody>
                  <a:tcPr marL="79417" marR="79417" marT="39708" marB="39708"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3375612556"/>
                  </a:ext>
                </a:extLst>
              </a:tr>
            </a:tbl>
          </a:graphicData>
        </a:graphic>
      </p:graphicFrame>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223258" cy="923330"/>
          </a:xfrm>
          <a:prstGeom prst="rect">
            <a:avLst/>
          </a:prstGeom>
          <a:noFill/>
        </p:spPr>
        <p:txBody>
          <a:bodyPr wrap="square" rtlCol="0">
            <a:spAutoFit/>
          </a:bodyPr>
          <a:lstStyle/>
          <a:p>
            <a:r>
              <a:rPr lang="zh-CN" altLang="en-US" b="1" dirty="0">
                <a:solidFill>
                  <a:srgbClr val="000000"/>
                </a:solidFill>
                <a:latin typeface="宋体" panose="02010600030101010101" pitchFamily="2" charset="-122"/>
                <a:ea typeface="宋体" panose="02010600030101010101" pitchFamily="2" charset="-122"/>
              </a:rPr>
              <a:t>第四次课后作业</a:t>
            </a:r>
            <a:endParaRPr lang="en-US" altLang="zh-CN" b="1" dirty="0">
              <a:solidFill>
                <a:srgbClr val="000000"/>
              </a:solidFill>
              <a:ea typeface="宋体" panose="02010600030101010101" pitchFamily="2" charset="-122"/>
            </a:endParaRPr>
          </a:p>
          <a:p>
            <a:pPr algn="l"/>
            <a:r>
              <a:rPr lang="zh-CN" altLang="en-US" b="1" dirty="0">
                <a:solidFill>
                  <a:srgbClr val="000000"/>
                </a:solidFill>
                <a:ea typeface="宋体" panose="02010600030101010101" pitchFamily="2" charset="-122"/>
              </a:rPr>
              <a:t>练习</a:t>
            </a:r>
            <a:r>
              <a:rPr lang="en-US" altLang="zh-CN" b="1" dirty="0">
                <a:solidFill>
                  <a:srgbClr val="000000"/>
                </a:solidFill>
                <a:ea typeface="宋体" panose="02010600030101010101" pitchFamily="2" charset="-122"/>
              </a:rPr>
              <a:t>4</a:t>
            </a:r>
            <a:r>
              <a:rPr lang="zh-CN" altLang="en-US" b="1" dirty="0">
                <a:solidFill>
                  <a:srgbClr val="000000"/>
                </a:solidFill>
                <a:ea typeface="宋体" panose="02010600030101010101" pitchFamily="2" charset="-122"/>
              </a:rPr>
              <a:t>：</a:t>
            </a:r>
            <a:r>
              <a:rPr lang="zh-CN" altLang="en-US" sz="1800" b="0" i="0" u="none" strike="noStrike" baseline="0" dirty="0">
                <a:ea typeface="宋体" panose="02010600030101010101" pitchFamily="2" charset="-122"/>
              </a:rPr>
              <a:t>请用下列</a:t>
            </a:r>
            <a:r>
              <a:rPr lang="en-US" altLang="zh-CN" sz="1800" b="0" i="0" u="none" strike="noStrike" baseline="0" dirty="0">
                <a:ea typeface="宋体" panose="02010600030101010101" pitchFamily="2" charset="-122"/>
              </a:rPr>
              <a:t>2</a:t>
            </a:r>
            <a:r>
              <a:rPr lang="zh-CN" altLang="en-US" sz="1800" b="0" i="0" u="none" strike="noStrike" baseline="0" dirty="0">
                <a:ea typeface="宋体" panose="02010600030101010101" pitchFamily="2" charset="-122"/>
              </a:rPr>
              <a:t>个模版</a:t>
            </a:r>
            <a:r>
              <a:rPr lang="en-US" altLang="zh-CN" sz="1800" b="0" i="1" u="none" strike="noStrike" baseline="0" dirty="0">
                <a:ea typeface="宋体" panose="02010600030101010101" pitchFamily="2" charset="-122"/>
              </a:rPr>
              <a:t>H</a:t>
            </a:r>
            <a:r>
              <a:rPr lang="zh-CN" altLang="en-US" sz="1800" b="0" i="0" u="none" strike="noStrike" baseline="0" dirty="0">
                <a:ea typeface="宋体" panose="02010600030101010101" pitchFamily="2" charset="-122"/>
              </a:rPr>
              <a:t>，分别对图像</a:t>
            </a:r>
            <a:r>
              <a:rPr lang="en-US" altLang="zh-CN" sz="1800" b="0" i="1" u="none" strike="noStrike" baseline="0" dirty="0">
                <a:ea typeface="宋体" panose="02010600030101010101" pitchFamily="2" charset="-122"/>
              </a:rPr>
              <a:t>I</a:t>
            </a:r>
            <a:r>
              <a:rPr lang="zh-CN" altLang="en-US" sz="1800" b="0" i="0" u="none" strike="noStrike" baseline="0" dirty="0">
                <a:ea typeface="宋体" panose="02010600030101010101" pitchFamily="2" charset="-122"/>
              </a:rPr>
              <a:t>的灰度区域进行锐化处理</a:t>
            </a:r>
            <a:r>
              <a:rPr lang="zh-CN" altLang="en-US" sz="1800" b="0" i="0" u="none" strike="noStrike" baseline="0" dirty="0">
                <a:solidFill>
                  <a:srgbClr val="000000"/>
                </a:solidFill>
                <a:ea typeface="宋体" panose="02010600030101010101" pitchFamily="2" charset="-122"/>
              </a:rPr>
              <a:t>。</a:t>
            </a:r>
            <a:endParaRPr lang="en-US" altLang="zh-CN" sz="1800" b="0" i="0" u="none" strike="noStrike" baseline="0" dirty="0">
              <a:solidFill>
                <a:srgbClr val="000000"/>
              </a:solidFill>
              <a:ea typeface="宋体" panose="02010600030101010101" pitchFamily="2" charset="-122"/>
            </a:endParaRPr>
          </a:p>
          <a:p>
            <a:pPr algn="l"/>
            <a:r>
              <a:rPr lang="zh-CN" altLang="en-US" dirty="0">
                <a:solidFill>
                  <a:srgbClr val="00B0F0"/>
                </a:solidFill>
                <a:ea typeface="宋体" panose="02010600030101010101" pitchFamily="2" charset="-122"/>
              </a:rPr>
              <a:t>说明：灰色区域外有值，因此不用在外面补零</a:t>
            </a:r>
            <a:r>
              <a:rPr lang="zh-CN" altLang="en-US" dirty="0">
                <a:solidFill>
                  <a:srgbClr val="000000"/>
                </a:solidFill>
                <a:ea typeface="宋体" panose="02010600030101010101" pitchFamily="2" charset="-122"/>
              </a:rPr>
              <a:t>。</a:t>
            </a:r>
            <a:endParaRPr lang="en-US" altLang="zh-CN" sz="1800" b="0" i="0" u="none" strike="noStrike" baseline="0" dirty="0">
              <a:solidFill>
                <a:srgbClr val="000000"/>
              </a:solidFill>
              <a:ea typeface="宋体" panose="02010600030101010101" pitchFamily="2" charset="-122"/>
            </a:endParaRPr>
          </a:p>
        </p:txBody>
      </p:sp>
      <p:sp>
        <p:nvSpPr>
          <p:cNvPr id="7" name="文本框 6">
            <a:extLst>
              <a:ext uri="{FF2B5EF4-FFF2-40B4-BE49-F238E27FC236}">
                <a16:creationId xmlns:a16="http://schemas.microsoft.com/office/drawing/2014/main" id="{3C0F2840-FF3C-470F-969F-28D7CCC4F903}"/>
              </a:ext>
            </a:extLst>
          </p:cNvPr>
          <p:cNvSpPr txBox="1"/>
          <p:nvPr/>
        </p:nvSpPr>
        <p:spPr>
          <a:xfrm>
            <a:off x="4094534" y="3878893"/>
            <a:ext cx="515198" cy="369332"/>
          </a:xfrm>
          <a:prstGeom prst="rect">
            <a:avLst/>
          </a:prstGeom>
          <a:noFill/>
        </p:spPr>
        <p:txBody>
          <a:bodyPr wrap="square">
            <a:spAutoFit/>
          </a:bodyPr>
          <a:lstStyle/>
          <a:p>
            <a:r>
              <a:rPr lang="en-US" altLang="zh-CN" b="1" i="1" dirty="0">
                <a:solidFill>
                  <a:srgbClr val="000000"/>
                </a:solidFill>
                <a:ea typeface="宋体" panose="02010600030101010101" pitchFamily="2" charset="-122"/>
              </a:rPr>
              <a:t>I =</a:t>
            </a:r>
            <a:endParaRPr lang="zh-CN" altLang="en-US" b="1" i="1" dirty="0"/>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0D689FB-00F1-F397-D161-0802C169B87A}"/>
                  </a:ext>
                </a:extLst>
              </p:cNvPr>
              <p:cNvSpPr txBox="1"/>
              <p:nvPr/>
            </p:nvSpPr>
            <p:spPr>
              <a:xfrm>
                <a:off x="906810" y="3145425"/>
                <a:ext cx="2197845" cy="730777"/>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𝐻</m:t>
                          </m:r>
                        </m:e>
                        <m:sub>
                          <m:r>
                            <a:rPr lang="en-US" altLang="zh-CN" b="0" i="0" dirty="0" smtClean="0">
                              <a:latin typeface="Cambria Math" panose="02040503050406030204" pitchFamily="18" charset="0"/>
                            </a:rPr>
                            <m:t>1</m:t>
                          </m:r>
                        </m:sub>
                      </m:sSub>
                      <m:r>
                        <a:rPr lang="en-US" altLang="zh-CN" b="0"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m>
                            <m:mPr>
                              <m:mcs>
                                <m:mc>
                                  <m:mcPr>
                                    <m:count m:val="3"/>
                                    <m:mcJc m:val="center"/>
                                  </m:mcPr>
                                </m:mc>
                              </m:mcs>
                              <m:ctrlPr>
                                <a:rPr lang="en-US" altLang="zh-CN" i="1" smtClean="0">
                                  <a:latin typeface="Cambria Math" panose="02040503050406030204" pitchFamily="18" charset="0"/>
                                </a:rPr>
                              </m:ctrlPr>
                            </m:mPr>
                            <m:mr>
                              <m:e>
                                <m:r>
                                  <m:rPr>
                                    <m:brk m:alnAt="7"/>
                                  </m:rPr>
                                  <a:rPr lang="en-US" altLang="zh-CN" b="0" i="1" smtClean="0">
                                    <a:latin typeface="Cambria Math" panose="02040503050406030204" pitchFamily="18" charset="0"/>
                                  </a:rPr>
                                  <m:t> </m:t>
                                </m:r>
                                <m:r>
                                  <a:rPr lang="en-US" altLang="zh-CN" b="0" i="1" smtClean="0">
                                    <a:latin typeface="Cambria Math" panose="02040503050406030204" pitchFamily="18" charset="0"/>
                                  </a:rPr>
                                  <m:t>  1</m:t>
                                </m:r>
                              </m:e>
                              <m:e>
                                <m:r>
                                  <a:rPr lang="en-US" altLang="zh-CN" b="0" i="1" smtClean="0">
                                    <a:latin typeface="Cambria Math" panose="02040503050406030204" pitchFamily="18" charset="0"/>
                                  </a:rPr>
                                  <m:t>   2</m:t>
                                </m:r>
                              </m:e>
                              <m:e>
                                <m:r>
                                  <a:rPr lang="en-US" altLang="zh-CN" b="0" i="1" smtClean="0">
                                    <a:latin typeface="Cambria Math" panose="02040503050406030204" pitchFamily="18" charset="0"/>
                                  </a:rPr>
                                  <m:t>   1</m:t>
                                </m:r>
                              </m:e>
                            </m:mr>
                            <m:mr>
                              <m:e>
                                <m:r>
                                  <a:rPr lang="en-US" altLang="zh-CN" b="0" i="1" smtClean="0">
                                    <a:latin typeface="Cambria Math" panose="02040503050406030204" pitchFamily="18" charset="0"/>
                                  </a:rPr>
                                  <m:t>   0</m:t>
                                </m:r>
                              </m:e>
                              <m:e>
                                <m:r>
                                  <a:rPr lang="en-US" altLang="zh-CN" b="0" i="1" smtClean="0">
                                    <a:latin typeface="Cambria Math" panose="02040503050406030204" pitchFamily="18" charset="0"/>
                                  </a:rPr>
                                  <m:t>   0</m:t>
                                </m:r>
                              </m:e>
                              <m:e>
                                <m:r>
                                  <a:rPr lang="en-US" altLang="zh-CN" b="0" i="1" smtClean="0">
                                    <a:latin typeface="Cambria Math" panose="02040503050406030204" pitchFamily="18" charset="0"/>
                                  </a:rPr>
                                  <m:t>   0</m:t>
                                </m:r>
                              </m:e>
                            </m:m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−2</m:t>
                                </m:r>
                              </m:e>
                              <m:e>
                                <m:r>
                                  <a:rPr lang="en-US" altLang="zh-CN" b="0" i="1" smtClean="0">
                                    <a:latin typeface="Cambria Math" panose="02040503050406030204" pitchFamily="18" charset="0"/>
                                  </a:rPr>
                                  <m:t>−1</m:t>
                                </m:r>
                              </m:e>
                            </m:mr>
                          </m:m>
                        </m:e>
                      </m:d>
                    </m:oMath>
                  </m:oMathPara>
                </a14:m>
                <a:endParaRPr lang="zh-CN" altLang="en-US" dirty="0"/>
              </a:p>
            </p:txBody>
          </p:sp>
        </mc:Choice>
        <mc:Fallback xmlns="">
          <p:sp>
            <p:nvSpPr>
              <p:cNvPr id="3" name="文本框 2">
                <a:extLst>
                  <a:ext uri="{FF2B5EF4-FFF2-40B4-BE49-F238E27FC236}">
                    <a16:creationId xmlns:a16="http://schemas.microsoft.com/office/drawing/2014/main" id="{D0D689FB-00F1-F397-D161-0802C169B87A}"/>
                  </a:ext>
                </a:extLst>
              </p:cNvPr>
              <p:cNvSpPr txBox="1">
                <a:spLocks noRot="1" noChangeAspect="1" noMove="1" noResize="1" noEditPoints="1" noAdjustHandles="1" noChangeArrowheads="1" noChangeShapeType="1" noTextEdit="1"/>
              </p:cNvSpPr>
              <p:nvPr/>
            </p:nvSpPr>
            <p:spPr>
              <a:xfrm>
                <a:off x="906810" y="3145425"/>
                <a:ext cx="2197845" cy="730777"/>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D9ED364E-ED52-D532-7858-B0B9CE61DF17}"/>
                  </a:ext>
                </a:extLst>
              </p:cNvPr>
              <p:cNvSpPr txBox="1"/>
              <p:nvPr/>
            </p:nvSpPr>
            <p:spPr>
              <a:xfrm>
                <a:off x="927798" y="4332540"/>
                <a:ext cx="1856919" cy="732573"/>
              </a:xfrm>
              <a:prstGeom prst="rect">
                <a:avLst/>
              </a:prstGeom>
              <a:noFill/>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sSub>
                        <m:sSubPr>
                          <m:ctrlPr>
                            <a:rPr lang="en-US" altLang="zh-CN" b="0" i="1" dirty="0" smtClean="0">
                              <a:latin typeface="Cambria Math" panose="02040503050406030204" pitchFamily="18" charset="0"/>
                            </a:rPr>
                          </m:ctrlPr>
                        </m:sSubPr>
                        <m:e>
                          <m:r>
                            <a:rPr lang="en-US" altLang="zh-CN" b="0" i="1" dirty="0" smtClean="0">
                              <a:latin typeface="Cambria Math" panose="02040503050406030204" pitchFamily="18" charset="0"/>
                            </a:rPr>
                            <m:t>𝐻</m:t>
                          </m:r>
                        </m:e>
                        <m:sub>
                          <m:r>
                            <a:rPr lang="en-US" altLang="zh-CN" b="0" i="0" dirty="0" smtClean="0">
                              <a:latin typeface="Cambria Math" panose="02040503050406030204" pitchFamily="18" charset="0"/>
                            </a:rPr>
                            <m:t>2</m:t>
                          </m:r>
                        </m:sub>
                      </m:sSub>
                      <m:r>
                        <a:rPr lang="en-US" altLang="zh-CN" b="0" i="1" smtClean="0">
                          <a:latin typeface="Cambria Math" panose="02040503050406030204" pitchFamily="18" charset="0"/>
                        </a:rPr>
                        <m:t>=</m:t>
                      </m:r>
                      <m:d>
                        <m:dPr>
                          <m:begChr m:val="["/>
                          <m:endChr m:val="]"/>
                          <m:ctrlPr>
                            <a:rPr lang="en-US" altLang="zh-CN" i="1" smtClean="0">
                              <a:latin typeface="Cambria Math" panose="02040503050406030204" pitchFamily="18" charset="0"/>
                            </a:rPr>
                          </m:ctrlPr>
                        </m:dPr>
                        <m:e>
                          <m:m>
                            <m:mPr>
                              <m:mcs>
                                <m:mc>
                                  <m:mcPr>
                                    <m:count m:val="3"/>
                                    <m:mcJc m:val="center"/>
                                  </m:mcPr>
                                </m:mc>
                              </m:mcs>
                              <m:ctrlPr>
                                <a:rPr lang="en-US" altLang="zh-CN" i="1" smtClean="0">
                                  <a:latin typeface="Cambria Math" panose="02040503050406030204" pitchFamily="18" charset="0"/>
                                </a:rPr>
                              </m:ctrlPr>
                            </m:mP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   1</m:t>
                                </m:r>
                              </m:e>
                              <m:e>
                                <m:r>
                                  <a:rPr lang="en-US" altLang="zh-CN" b="0" i="1" smtClean="0">
                                    <a:latin typeface="Cambria Math" panose="02040503050406030204" pitchFamily="18" charset="0"/>
                                  </a:rPr>
                                  <m:t>0</m:t>
                                </m:r>
                              </m:e>
                            </m:mr>
                            <m:mr>
                              <m:e>
                                <m:r>
                                  <a:rPr lang="en-US" altLang="zh-CN" b="0" i="1" smtClean="0">
                                    <a:latin typeface="Cambria Math" panose="02040503050406030204" pitchFamily="18" charset="0"/>
                                  </a:rPr>
                                  <m:t>1</m:t>
                                </m:r>
                              </m:e>
                              <m:e>
                                <m:r>
                                  <a:rPr lang="en-US" altLang="zh-CN" b="0" i="1" smtClean="0">
                                    <a:latin typeface="Cambria Math" panose="02040503050406030204" pitchFamily="18" charset="0"/>
                                  </a:rPr>
                                  <m:t>−4</m:t>
                                </m:r>
                              </m:e>
                              <m:e>
                                <m:r>
                                  <a:rPr lang="en-US" altLang="zh-CN" b="0" i="1" smtClean="0">
                                    <a:latin typeface="Cambria Math" panose="02040503050406030204" pitchFamily="18" charset="0"/>
                                  </a:rPr>
                                  <m:t>1</m:t>
                                </m:r>
                              </m:e>
                            </m:mr>
                            <m:mr>
                              <m:e>
                                <m:r>
                                  <a:rPr lang="en-US" altLang="zh-CN" b="0" i="1" smtClean="0">
                                    <a:latin typeface="Cambria Math" panose="02040503050406030204" pitchFamily="18" charset="0"/>
                                  </a:rPr>
                                  <m:t>0</m:t>
                                </m:r>
                              </m:e>
                              <m:e>
                                <m:r>
                                  <a:rPr lang="en-US" altLang="zh-CN" b="0" i="1" smtClean="0">
                                    <a:latin typeface="Cambria Math" panose="02040503050406030204" pitchFamily="18" charset="0"/>
                                  </a:rPr>
                                  <m:t>   1</m:t>
                                </m:r>
                              </m:e>
                              <m:e>
                                <m:r>
                                  <a:rPr lang="en-US" altLang="zh-CN" b="0" i="1" smtClean="0">
                                    <a:latin typeface="Cambria Math" panose="02040503050406030204" pitchFamily="18" charset="0"/>
                                  </a:rPr>
                                  <m:t>0</m:t>
                                </m:r>
                              </m:e>
                            </m:mr>
                          </m:m>
                        </m:e>
                      </m:d>
                    </m:oMath>
                  </m:oMathPara>
                </a14:m>
                <a:endParaRPr lang="zh-CN" altLang="en-US" dirty="0"/>
              </a:p>
            </p:txBody>
          </p:sp>
        </mc:Choice>
        <mc:Fallback xmlns="">
          <p:sp>
            <p:nvSpPr>
              <p:cNvPr id="6" name="文本框 5">
                <a:extLst>
                  <a:ext uri="{FF2B5EF4-FFF2-40B4-BE49-F238E27FC236}">
                    <a16:creationId xmlns:a16="http://schemas.microsoft.com/office/drawing/2014/main" id="{D9ED364E-ED52-D532-7858-B0B9CE61DF17}"/>
                  </a:ext>
                </a:extLst>
              </p:cNvPr>
              <p:cNvSpPr txBox="1">
                <a:spLocks noRot="1" noChangeAspect="1" noMove="1" noResize="1" noEditPoints="1" noAdjustHandles="1" noChangeArrowheads="1" noChangeShapeType="1" noTextEdit="1"/>
              </p:cNvSpPr>
              <p:nvPr/>
            </p:nvSpPr>
            <p:spPr>
              <a:xfrm>
                <a:off x="927798" y="4332540"/>
                <a:ext cx="1856919" cy="732573"/>
              </a:xfrm>
              <a:prstGeom prst="rect">
                <a:avLst/>
              </a:prstGeom>
              <a:blipFill>
                <a:blip r:embed="rId3"/>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4107384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28685236-B527-FD06-0BD4-DE740DB508B2}"/>
              </a:ext>
            </a:extLst>
          </p:cNvPr>
          <p:cNvSpPr>
            <a:spLocks noGrp="1"/>
          </p:cNvSpPr>
          <p:nvPr>
            <p:ph type="title"/>
          </p:nvPr>
        </p:nvSpPr>
        <p:spPr/>
        <p:txBody>
          <a:bodyPr/>
          <a:lstStyle/>
          <a:p>
            <a:r>
              <a:rPr lang="zh-CN" altLang="en-US" dirty="0"/>
              <a:t>课后习题</a:t>
            </a:r>
          </a:p>
        </p:txBody>
      </p:sp>
      <p:sp>
        <p:nvSpPr>
          <p:cNvPr id="5" name="文本框 4">
            <a:extLst>
              <a:ext uri="{FF2B5EF4-FFF2-40B4-BE49-F238E27FC236}">
                <a16:creationId xmlns:a16="http://schemas.microsoft.com/office/drawing/2014/main" id="{DEBB5A1B-8E2B-90CF-12F1-7EDB2BB7AED2}"/>
              </a:ext>
            </a:extLst>
          </p:cNvPr>
          <p:cNvSpPr txBox="1"/>
          <p:nvPr/>
        </p:nvSpPr>
        <p:spPr>
          <a:xfrm>
            <a:off x="366175" y="1435100"/>
            <a:ext cx="8671992" cy="923330"/>
          </a:xfrm>
          <a:prstGeom prst="rect">
            <a:avLst/>
          </a:prstGeom>
          <a:noFill/>
        </p:spPr>
        <p:txBody>
          <a:bodyPr wrap="square" rtlCol="0">
            <a:spAutoFit/>
          </a:bodyPr>
          <a:lstStyle/>
          <a:p>
            <a:r>
              <a:rPr lang="zh-CN" altLang="en-US" b="1">
                <a:solidFill>
                  <a:srgbClr val="000000"/>
                </a:solidFill>
                <a:latin typeface="宋体" panose="02010600030101010101" pitchFamily="2" charset="-122"/>
                <a:ea typeface="宋体" panose="02010600030101010101" pitchFamily="2" charset="-122"/>
              </a:rPr>
              <a:t>第五次课后作业</a:t>
            </a:r>
            <a:endParaRPr lang="en-US" altLang="zh-CN" b="1">
              <a:solidFill>
                <a:srgbClr val="000000"/>
              </a:solidFill>
              <a:latin typeface="宋体" panose="02010600030101010101" pitchFamily="2" charset="-122"/>
              <a:ea typeface="宋体" panose="02010600030101010101" pitchFamily="2" charset="-122"/>
            </a:endParaRPr>
          </a:p>
          <a:p>
            <a:r>
              <a:rPr lang="zh-CN" altLang="en-US" b="1">
                <a:solidFill>
                  <a:srgbClr val="000000"/>
                </a:solidFill>
                <a:latin typeface="宋体" panose="02010600030101010101" pitchFamily="2" charset="-122"/>
                <a:ea typeface="宋体" panose="02010600030101010101" pitchFamily="2" charset="-122"/>
              </a:rPr>
              <a:t>练习</a:t>
            </a:r>
            <a:r>
              <a:rPr lang="en-US" altLang="zh-CN" b="1">
                <a:solidFill>
                  <a:srgbClr val="000000"/>
                </a:solidFill>
                <a:latin typeface="宋体" panose="02010600030101010101" pitchFamily="2" charset="-122"/>
                <a:ea typeface="宋体" panose="02010600030101010101" pitchFamily="2" charset="-122"/>
              </a:rPr>
              <a:t>5</a:t>
            </a:r>
            <a:r>
              <a:rPr lang="zh-CN" altLang="en-US" b="1">
                <a:solidFill>
                  <a:srgbClr val="000000"/>
                </a:solidFill>
                <a:latin typeface="宋体" panose="02010600030101010101" pitchFamily="2" charset="-122"/>
                <a:ea typeface="宋体" panose="02010600030101010101" pitchFamily="2" charset="-122"/>
              </a:rPr>
              <a:t>：</a:t>
            </a:r>
            <a:r>
              <a:rPr lang="zh-CN" altLang="en-US" sz="1800" b="0" i="0" u="none" strike="noStrike" baseline="0" dirty="0">
                <a:solidFill>
                  <a:srgbClr val="000000"/>
                </a:solidFill>
                <a:latin typeface="宋体" panose="02010600030101010101" pitchFamily="2" charset="-122"/>
                <a:ea typeface="宋体" panose="02010600030101010101" pitchFamily="2" charset="-122"/>
              </a:rPr>
              <a:t>定义</a:t>
            </a:r>
            <a:r>
              <a:rPr lang="en-US" altLang="zh-CN" sz="1800" b="0" i="0" u="none" strike="noStrike" baseline="0" dirty="0">
                <a:solidFill>
                  <a:srgbClr val="000000"/>
                </a:solidFill>
                <a:latin typeface="宋体" panose="02010600030101010101" pitchFamily="2" charset="-122"/>
                <a:ea typeface="宋体" panose="02010600030101010101" pitchFamily="2" charset="-122"/>
              </a:rPr>
              <a:t>V</a:t>
            </a:r>
            <a:r>
              <a:rPr lang="en-US" altLang="zh-CN" dirty="0">
                <a:solidFill>
                  <a:srgbClr val="000000"/>
                </a:solidFill>
                <a:latin typeface="宋体" panose="02010600030101010101" pitchFamily="2" charset="-122"/>
                <a:ea typeface="宋体" panose="02010600030101010101" pitchFamily="2" charset="-122"/>
              </a:rPr>
              <a:t>{   ,   }</a:t>
            </a:r>
            <a:r>
              <a:rPr lang="zh-CN" altLang="en-US" dirty="0">
                <a:solidFill>
                  <a:srgbClr val="000000"/>
                </a:solidFill>
                <a:latin typeface="宋体" panose="02010600030101010101" pitchFamily="2" charset="-122"/>
                <a:ea typeface="宋体" panose="02010600030101010101" pitchFamily="2" charset="-122"/>
              </a:rPr>
              <a:t>满足相似性准则的邻接灰度值集合，判断</a:t>
            </a:r>
            <a:r>
              <a:rPr lang="en-US" altLang="zh-CN" dirty="0">
                <a:solidFill>
                  <a:srgbClr val="000000"/>
                </a:solidFill>
                <a:latin typeface="宋体" panose="02010600030101010101" pitchFamily="2" charset="-122"/>
                <a:ea typeface="宋体" panose="02010600030101010101" pitchFamily="2" charset="-122"/>
              </a:rPr>
              <a:t>A</a:t>
            </a:r>
            <a:r>
              <a:rPr lang="zh-CN" altLang="en-US" dirty="0">
                <a:solidFill>
                  <a:srgbClr val="000000"/>
                </a:solidFill>
                <a:latin typeface="宋体" panose="02010600030101010101" pitchFamily="2" charset="-122"/>
                <a:ea typeface="宋体" panose="02010600030101010101" pitchFamily="2" charset="-122"/>
              </a:rPr>
              <a:t>和</a:t>
            </a:r>
            <a:r>
              <a:rPr lang="en-US" altLang="zh-CN" dirty="0">
                <a:solidFill>
                  <a:srgbClr val="000000"/>
                </a:solidFill>
                <a:latin typeface="宋体" panose="02010600030101010101" pitchFamily="2" charset="-122"/>
                <a:ea typeface="宋体" panose="02010600030101010101" pitchFamily="2" charset="-122"/>
              </a:rPr>
              <a:t>B</a:t>
            </a:r>
            <a:r>
              <a:rPr lang="zh-CN" altLang="en-US" dirty="0">
                <a:solidFill>
                  <a:srgbClr val="000000"/>
                </a:solidFill>
                <a:latin typeface="宋体" panose="02010600030101010101" pitchFamily="2" charset="-122"/>
                <a:ea typeface="宋体" panose="02010600030101010101" pitchFamily="2" charset="-122"/>
              </a:rPr>
              <a:t>像素间是否存在</a:t>
            </a:r>
            <a:r>
              <a:rPr lang="en-US" altLang="zh-CN" dirty="0">
                <a:solidFill>
                  <a:srgbClr val="000000"/>
                </a:solidFill>
                <a:latin typeface="宋体" panose="02010600030101010101" pitchFamily="2" charset="-122"/>
                <a:ea typeface="宋体" panose="02010600030101010101" pitchFamily="2" charset="-122"/>
              </a:rPr>
              <a:t>4</a:t>
            </a:r>
            <a:r>
              <a:rPr lang="zh-CN" altLang="en-US" dirty="0">
                <a:solidFill>
                  <a:srgbClr val="000000"/>
                </a:solidFill>
                <a:latin typeface="宋体" panose="02010600030101010101" pitchFamily="2" charset="-122"/>
                <a:ea typeface="宋体" panose="02010600030101010101" pitchFamily="2" charset="-122"/>
              </a:rPr>
              <a:t>通路，</a:t>
            </a:r>
            <a:r>
              <a:rPr lang="en-US" altLang="zh-CN" dirty="0">
                <a:solidFill>
                  <a:srgbClr val="000000"/>
                </a:solidFill>
                <a:latin typeface="宋体" panose="02010600030101010101" pitchFamily="2" charset="-122"/>
                <a:ea typeface="宋体" panose="02010600030101010101" pitchFamily="2" charset="-122"/>
              </a:rPr>
              <a:t>8</a:t>
            </a:r>
            <a:r>
              <a:rPr lang="zh-CN" altLang="en-US" dirty="0">
                <a:solidFill>
                  <a:srgbClr val="000000"/>
                </a:solidFill>
                <a:latin typeface="宋体" panose="02010600030101010101" pitchFamily="2" charset="-122"/>
                <a:ea typeface="宋体" panose="02010600030101010101" pitchFamily="2" charset="-122"/>
              </a:rPr>
              <a:t>通路，</a:t>
            </a:r>
            <a:r>
              <a:rPr lang="en-US" altLang="zh-CN" dirty="0">
                <a:solidFill>
                  <a:srgbClr val="000000"/>
                </a:solidFill>
                <a:latin typeface="宋体" panose="02010600030101010101" pitchFamily="2" charset="-122"/>
                <a:ea typeface="宋体" panose="02010600030101010101" pitchFamily="2" charset="-122"/>
              </a:rPr>
              <a:t>m</a:t>
            </a:r>
            <a:r>
              <a:rPr lang="zh-CN" altLang="en-US" dirty="0">
                <a:solidFill>
                  <a:srgbClr val="000000"/>
                </a:solidFill>
                <a:latin typeface="宋体" panose="02010600030101010101" pitchFamily="2" charset="-122"/>
                <a:ea typeface="宋体" panose="02010600030101010101" pitchFamily="2" charset="-122"/>
              </a:rPr>
              <a:t>通路，并画出最短路径</a:t>
            </a:r>
            <a:endParaRPr lang="en-US" altLang="zh-CN" sz="1800" b="0" i="0" u="none" strike="noStrike" baseline="0" dirty="0">
              <a:solidFill>
                <a:srgbClr val="000000"/>
              </a:solidFill>
              <a:latin typeface="宋体" panose="02010600030101010101" pitchFamily="2" charset="-122"/>
              <a:ea typeface="宋体" panose="02010600030101010101" pitchFamily="2" charset="-122"/>
            </a:endParaRPr>
          </a:p>
        </p:txBody>
      </p:sp>
      <p:sp>
        <p:nvSpPr>
          <p:cNvPr id="564" name="Rectangle 35">
            <a:extLst>
              <a:ext uri="{FF2B5EF4-FFF2-40B4-BE49-F238E27FC236}">
                <a16:creationId xmlns:a16="http://schemas.microsoft.com/office/drawing/2014/main" id="{F01DF691-D44F-EF3E-7660-0D485C12A165}"/>
              </a:ext>
            </a:extLst>
          </p:cNvPr>
          <p:cNvSpPr/>
          <p:nvPr/>
        </p:nvSpPr>
        <p:spPr bwMode="auto">
          <a:xfrm>
            <a:off x="1990814" y="1777793"/>
            <a:ext cx="236531" cy="236536"/>
          </a:xfrm>
          <a:prstGeom prst="rect">
            <a:avLst/>
          </a:prstGeom>
          <a:solidFill>
            <a:srgbClr val="00B050"/>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65" name="Rectangle 35">
            <a:extLst>
              <a:ext uri="{FF2B5EF4-FFF2-40B4-BE49-F238E27FC236}">
                <a16:creationId xmlns:a16="http://schemas.microsoft.com/office/drawing/2014/main" id="{0EC1DA52-BF52-C3E1-F279-69FB8D83087A}"/>
              </a:ext>
            </a:extLst>
          </p:cNvPr>
          <p:cNvSpPr/>
          <p:nvPr/>
        </p:nvSpPr>
        <p:spPr bwMode="auto">
          <a:xfrm>
            <a:off x="2502616" y="1773731"/>
            <a:ext cx="236531" cy="236536"/>
          </a:xfrm>
          <a:prstGeom prst="rect">
            <a:avLst/>
          </a:prstGeom>
          <a:solidFill>
            <a:srgbClr val="92D050"/>
          </a:solidFill>
          <a:ln w="12700" cap="flat" cmpd="sng" algn="ctr">
            <a:no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grpSp>
        <p:nvGrpSpPr>
          <p:cNvPr id="568" name="组合 567">
            <a:extLst>
              <a:ext uri="{FF2B5EF4-FFF2-40B4-BE49-F238E27FC236}">
                <a16:creationId xmlns:a16="http://schemas.microsoft.com/office/drawing/2014/main" id="{85DCDF64-E59B-53D6-3A55-FD89BB14E4E9}"/>
              </a:ext>
            </a:extLst>
          </p:cNvPr>
          <p:cNvGrpSpPr/>
          <p:nvPr/>
        </p:nvGrpSpPr>
        <p:grpSpPr>
          <a:xfrm>
            <a:off x="756521" y="2752874"/>
            <a:ext cx="3492190" cy="3425348"/>
            <a:chOff x="686729" y="2858470"/>
            <a:chExt cx="3492190" cy="3425348"/>
          </a:xfrm>
        </p:grpSpPr>
        <p:sp>
          <p:nvSpPr>
            <p:cNvPr id="4" name="文本框 188">
              <a:extLst>
                <a:ext uri="{FF2B5EF4-FFF2-40B4-BE49-F238E27FC236}">
                  <a16:creationId xmlns:a16="http://schemas.microsoft.com/office/drawing/2014/main" id="{0164927B-1727-7A52-1D8B-0E8CCF4557ED}"/>
                </a:ext>
              </a:extLst>
            </p:cNvPr>
            <p:cNvSpPr txBox="1"/>
            <p:nvPr/>
          </p:nvSpPr>
          <p:spPr>
            <a:xfrm>
              <a:off x="1300918"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6" name="文本框 190">
              <a:extLst>
                <a:ext uri="{FF2B5EF4-FFF2-40B4-BE49-F238E27FC236}">
                  <a16:creationId xmlns:a16="http://schemas.microsoft.com/office/drawing/2014/main" id="{3E9F2F49-ABF5-C1EC-3ECC-7C3740B4816B}"/>
                </a:ext>
              </a:extLst>
            </p:cNvPr>
            <p:cNvSpPr txBox="1"/>
            <p:nvPr/>
          </p:nvSpPr>
          <p:spPr>
            <a:xfrm>
              <a:off x="1537032"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7" name="文本框 191">
              <a:extLst>
                <a:ext uri="{FF2B5EF4-FFF2-40B4-BE49-F238E27FC236}">
                  <a16:creationId xmlns:a16="http://schemas.microsoft.com/office/drawing/2014/main" id="{30E3F51E-BE9C-8589-7E96-7E102EAEB134}"/>
                </a:ext>
              </a:extLst>
            </p:cNvPr>
            <p:cNvSpPr txBox="1"/>
            <p:nvPr/>
          </p:nvSpPr>
          <p:spPr>
            <a:xfrm>
              <a:off x="1773563"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8" name="文本框 192">
              <a:extLst>
                <a:ext uri="{FF2B5EF4-FFF2-40B4-BE49-F238E27FC236}">
                  <a16:creationId xmlns:a16="http://schemas.microsoft.com/office/drawing/2014/main" id="{B3D1D29B-FC80-03A1-20C0-ACFBB6120DCB}"/>
                </a:ext>
              </a:extLst>
            </p:cNvPr>
            <p:cNvSpPr txBox="1"/>
            <p:nvPr/>
          </p:nvSpPr>
          <p:spPr>
            <a:xfrm>
              <a:off x="2009259"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9" name="文本框 193">
              <a:extLst>
                <a:ext uri="{FF2B5EF4-FFF2-40B4-BE49-F238E27FC236}">
                  <a16:creationId xmlns:a16="http://schemas.microsoft.com/office/drawing/2014/main" id="{A0ABFB2F-A0AC-E1F0-7AA0-255F26E9CF25}"/>
                </a:ext>
              </a:extLst>
            </p:cNvPr>
            <p:cNvSpPr txBox="1"/>
            <p:nvPr/>
          </p:nvSpPr>
          <p:spPr>
            <a:xfrm>
              <a:off x="2245373"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10" name="文本框 194">
              <a:extLst>
                <a:ext uri="{FF2B5EF4-FFF2-40B4-BE49-F238E27FC236}">
                  <a16:creationId xmlns:a16="http://schemas.microsoft.com/office/drawing/2014/main" id="{3D45D2AF-1CF7-39A7-9F15-D2DABC655B7D}"/>
                </a:ext>
              </a:extLst>
            </p:cNvPr>
            <p:cNvSpPr txBox="1"/>
            <p:nvPr/>
          </p:nvSpPr>
          <p:spPr>
            <a:xfrm>
              <a:off x="2482321"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11" name="文本框 195">
              <a:extLst>
                <a:ext uri="{FF2B5EF4-FFF2-40B4-BE49-F238E27FC236}">
                  <a16:creationId xmlns:a16="http://schemas.microsoft.com/office/drawing/2014/main" id="{1A01F5DB-BDAE-757F-ACCC-12BE65CBFB62}"/>
                </a:ext>
              </a:extLst>
            </p:cNvPr>
            <p:cNvSpPr txBox="1"/>
            <p:nvPr/>
          </p:nvSpPr>
          <p:spPr>
            <a:xfrm>
              <a:off x="2718435"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12" name="文本框 196">
              <a:extLst>
                <a:ext uri="{FF2B5EF4-FFF2-40B4-BE49-F238E27FC236}">
                  <a16:creationId xmlns:a16="http://schemas.microsoft.com/office/drawing/2014/main" id="{0947F710-079A-2B5A-22B8-7FE91CF60246}"/>
                </a:ext>
              </a:extLst>
            </p:cNvPr>
            <p:cNvSpPr txBox="1"/>
            <p:nvPr/>
          </p:nvSpPr>
          <p:spPr>
            <a:xfrm>
              <a:off x="2950794"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p>
          </p:txBody>
        </p:sp>
        <p:sp>
          <p:nvSpPr>
            <p:cNvPr id="13" name="文本框 197">
              <a:extLst>
                <a:ext uri="{FF2B5EF4-FFF2-40B4-BE49-F238E27FC236}">
                  <a16:creationId xmlns:a16="http://schemas.microsoft.com/office/drawing/2014/main" id="{F38565C1-AD73-D1BD-7FBB-CFD7BCBE9B09}"/>
                </a:ext>
              </a:extLst>
            </p:cNvPr>
            <p:cNvSpPr txBox="1"/>
            <p:nvPr/>
          </p:nvSpPr>
          <p:spPr>
            <a:xfrm>
              <a:off x="3191496"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p>
          </p:txBody>
        </p:sp>
        <p:sp>
          <p:nvSpPr>
            <p:cNvPr id="14" name="文本框 198">
              <a:extLst>
                <a:ext uri="{FF2B5EF4-FFF2-40B4-BE49-F238E27FC236}">
                  <a16:creationId xmlns:a16="http://schemas.microsoft.com/office/drawing/2014/main" id="{54F78ED9-59C1-5705-0D5B-27D611CAA400}"/>
                </a:ext>
              </a:extLst>
            </p:cNvPr>
            <p:cNvSpPr txBox="1"/>
            <p:nvPr/>
          </p:nvSpPr>
          <p:spPr>
            <a:xfrm>
              <a:off x="3541078" y="3139189"/>
              <a:ext cx="425505"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15" name="文本框 199">
              <a:extLst>
                <a:ext uri="{FF2B5EF4-FFF2-40B4-BE49-F238E27FC236}">
                  <a16:creationId xmlns:a16="http://schemas.microsoft.com/office/drawing/2014/main" id="{AAD6FA45-AE4F-1D9A-05E7-C15B3491CEE8}"/>
                </a:ext>
              </a:extLst>
            </p:cNvPr>
            <p:cNvSpPr txBox="1"/>
            <p:nvPr/>
          </p:nvSpPr>
          <p:spPr>
            <a:xfrm>
              <a:off x="3801805" y="3139189"/>
              <a:ext cx="377114"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11</a:t>
              </a:r>
            </a:p>
          </p:txBody>
        </p:sp>
        <p:sp>
          <p:nvSpPr>
            <p:cNvPr id="16" name="文本框 200">
              <a:extLst>
                <a:ext uri="{FF2B5EF4-FFF2-40B4-BE49-F238E27FC236}">
                  <a16:creationId xmlns:a16="http://schemas.microsoft.com/office/drawing/2014/main" id="{E922102B-6F88-60D5-856B-7BB94FBD04AE}"/>
                </a:ext>
              </a:extLst>
            </p:cNvPr>
            <p:cNvSpPr txBox="1"/>
            <p:nvPr/>
          </p:nvSpPr>
          <p:spPr>
            <a:xfrm>
              <a:off x="3427193" y="313918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9</a:t>
              </a:r>
            </a:p>
          </p:txBody>
        </p:sp>
        <p:sp>
          <p:nvSpPr>
            <p:cNvPr id="30" name="Rectangle 35">
              <a:extLst>
                <a:ext uri="{FF2B5EF4-FFF2-40B4-BE49-F238E27FC236}">
                  <a16:creationId xmlns:a16="http://schemas.microsoft.com/office/drawing/2014/main" id="{14B53B8E-F5F7-D34C-0AB5-2D61860AF1D7}"/>
                </a:ext>
              </a:extLst>
            </p:cNvPr>
            <p:cNvSpPr/>
            <p:nvPr/>
          </p:nvSpPr>
          <p:spPr bwMode="auto">
            <a:xfrm>
              <a:off x="3636609" y="3617684"/>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1" name="Rectangle 35">
              <a:extLst>
                <a:ext uri="{FF2B5EF4-FFF2-40B4-BE49-F238E27FC236}">
                  <a16:creationId xmlns:a16="http://schemas.microsoft.com/office/drawing/2014/main" id="{C74AF482-2836-FF80-0114-A01C008F3F3D}"/>
                </a:ext>
              </a:extLst>
            </p:cNvPr>
            <p:cNvSpPr/>
            <p:nvPr/>
          </p:nvSpPr>
          <p:spPr bwMode="auto">
            <a:xfrm>
              <a:off x="3636609" y="3854219"/>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2" name="Rectangle 35">
              <a:extLst>
                <a:ext uri="{FF2B5EF4-FFF2-40B4-BE49-F238E27FC236}">
                  <a16:creationId xmlns:a16="http://schemas.microsoft.com/office/drawing/2014/main" id="{0E314C04-AEEB-9158-7B2C-7E869BD92614}"/>
                </a:ext>
              </a:extLst>
            </p:cNvPr>
            <p:cNvSpPr/>
            <p:nvPr/>
          </p:nvSpPr>
          <p:spPr bwMode="auto">
            <a:xfrm>
              <a:off x="3636609" y="4090755"/>
              <a:ext cx="236531" cy="236536"/>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3" name="Rectangle 35">
              <a:extLst>
                <a:ext uri="{FF2B5EF4-FFF2-40B4-BE49-F238E27FC236}">
                  <a16:creationId xmlns:a16="http://schemas.microsoft.com/office/drawing/2014/main" id="{76CCFF3C-E903-110D-D577-E5AC59C55368}"/>
                </a:ext>
              </a:extLst>
            </p:cNvPr>
            <p:cNvSpPr/>
            <p:nvPr/>
          </p:nvSpPr>
          <p:spPr bwMode="auto">
            <a:xfrm>
              <a:off x="3163547" y="4800361"/>
              <a:ext cx="236531" cy="236536"/>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4" name="Rectangle 35">
              <a:extLst>
                <a:ext uri="{FF2B5EF4-FFF2-40B4-BE49-F238E27FC236}">
                  <a16:creationId xmlns:a16="http://schemas.microsoft.com/office/drawing/2014/main" id="{A7BD1750-F535-7A55-CC90-C62D50D064CA}"/>
                </a:ext>
              </a:extLst>
            </p:cNvPr>
            <p:cNvSpPr/>
            <p:nvPr/>
          </p:nvSpPr>
          <p:spPr bwMode="auto">
            <a:xfrm>
              <a:off x="3400078" y="4563826"/>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5" name="Rectangle 35">
              <a:extLst>
                <a:ext uri="{FF2B5EF4-FFF2-40B4-BE49-F238E27FC236}">
                  <a16:creationId xmlns:a16="http://schemas.microsoft.com/office/drawing/2014/main" id="{D8983860-C0CD-EFFF-A101-B57C591EAE04}"/>
                </a:ext>
              </a:extLst>
            </p:cNvPr>
            <p:cNvSpPr/>
            <p:nvPr/>
          </p:nvSpPr>
          <p:spPr bwMode="auto">
            <a:xfrm>
              <a:off x="3400078" y="4327290"/>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6" name="Rectangle 35">
              <a:extLst>
                <a:ext uri="{FF2B5EF4-FFF2-40B4-BE49-F238E27FC236}">
                  <a16:creationId xmlns:a16="http://schemas.microsoft.com/office/drawing/2014/main" id="{20FA1133-B9E7-CF41-C714-6474FACE7497}"/>
                </a:ext>
              </a:extLst>
            </p:cNvPr>
            <p:cNvSpPr/>
            <p:nvPr/>
          </p:nvSpPr>
          <p:spPr bwMode="auto">
            <a:xfrm>
              <a:off x="2927016" y="5036897"/>
              <a:ext cx="236531" cy="236536"/>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7" name="Rectangle 35">
              <a:extLst>
                <a:ext uri="{FF2B5EF4-FFF2-40B4-BE49-F238E27FC236}">
                  <a16:creationId xmlns:a16="http://schemas.microsoft.com/office/drawing/2014/main" id="{30DCE699-4065-A51C-FD7D-9D5E0516BF6E}"/>
                </a:ext>
              </a:extLst>
            </p:cNvPr>
            <p:cNvSpPr/>
            <p:nvPr/>
          </p:nvSpPr>
          <p:spPr bwMode="auto">
            <a:xfrm>
              <a:off x="3636609" y="3381148"/>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8" name="Rectangle 35">
              <a:extLst>
                <a:ext uri="{FF2B5EF4-FFF2-40B4-BE49-F238E27FC236}">
                  <a16:creationId xmlns:a16="http://schemas.microsoft.com/office/drawing/2014/main" id="{1C08B87A-0F32-907D-B89D-A3FAA5293C03}"/>
                </a:ext>
              </a:extLst>
            </p:cNvPr>
            <p:cNvSpPr/>
            <p:nvPr/>
          </p:nvSpPr>
          <p:spPr bwMode="auto">
            <a:xfrm>
              <a:off x="2690485" y="5273432"/>
              <a:ext cx="236531" cy="236536"/>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39" name="Rectangle 35">
              <a:extLst>
                <a:ext uri="{FF2B5EF4-FFF2-40B4-BE49-F238E27FC236}">
                  <a16:creationId xmlns:a16="http://schemas.microsoft.com/office/drawing/2014/main" id="{75B44BFC-0B23-E7A3-6757-D1EA33C3100D}"/>
                </a:ext>
              </a:extLst>
            </p:cNvPr>
            <p:cNvSpPr/>
            <p:nvPr/>
          </p:nvSpPr>
          <p:spPr bwMode="auto">
            <a:xfrm>
              <a:off x="2217424" y="5509968"/>
              <a:ext cx="236531" cy="236536"/>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40" name="Rectangle 35">
              <a:extLst>
                <a:ext uri="{FF2B5EF4-FFF2-40B4-BE49-F238E27FC236}">
                  <a16:creationId xmlns:a16="http://schemas.microsoft.com/office/drawing/2014/main" id="{C632FC59-DAA9-6CD3-87DB-A09244D76DBD}"/>
                </a:ext>
              </a:extLst>
            </p:cNvPr>
            <p:cNvSpPr/>
            <p:nvPr/>
          </p:nvSpPr>
          <p:spPr bwMode="auto">
            <a:xfrm>
              <a:off x="2453954" y="5509968"/>
              <a:ext cx="236531" cy="236536"/>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41" name="Rectangle 35">
              <a:extLst>
                <a:ext uri="{FF2B5EF4-FFF2-40B4-BE49-F238E27FC236}">
                  <a16:creationId xmlns:a16="http://schemas.microsoft.com/office/drawing/2014/main" id="{286E5022-89B3-C03A-5149-34A0A23A4BA5}"/>
                </a:ext>
              </a:extLst>
            </p:cNvPr>
            <p:cNvSpPr/>
            <p:nvPr/>
          </p:nvSpPr>
          <p:spPr bwMode="auto">
            <a:xfrm>
              <a:off x="1271300" y="5746503"/>
              <a:ext cx="237365"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42" name="Rectangle 35">
              <a:extLst>
                <a:ext uri="{FF2B5EF4-FFF2-40B4-BE49-F238E27FC236}">
                  <a16:creationId xmlns:a16="http://schemas.microsoft.com/office/drawing/2014/main" id="{50A47B4D-F03B-FA5A-32A7-04CF76B0C22D}"/>
                </a:ext>
              </a:extLst>
            </p:cNvPr>
            <p:cNvSpPr/>
            <p:nvPr/>
          </p:nvSpPr>
          <p:spPr bwMode="auto">
            <a:xfrm>
              <a:off x="1507831" y="5746503"/>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43" name="Rectangle 35">
              <a:extLst>
                <a:ext uri="{FF2B5EF4-FFF2-40B4-BE49-F238E27FC236}">
                  <a16:creationId xmlns:a16="http://schemas.microsoft.com/office/drawing/2014/main" id="{386652CD-A3B6-17EF-FB3D-298EF932BA57}"/>
                </a:ext>
              </a:extLst>
            </p:cNvPr>
            <p:cNvSpPr/>
            <p:nvPr/>
          </p:nvSpPr>
          <p:spPr bwMode="auto">
            <a:xfrm>
              <a:off x="1744362" y="5746503"/>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44" name="Rectangle 35">
              <a:extLst>
                <a:ext uri="{FF2B5EF4-FFF2-40B4-BE49-F238E27FC236}">
                  <a16:creationId xmlns:a16="http://schemas.microsoft.com/office/drawing/2014/main" id="{0CFA2A76-32D6-A37B-280C-803B929B6E52}"/>
                </a:ext>
              </a:extLst>
            </p:cNvPr>
            <p:cNvSpPr/>
            <p:nvPr/>
          </p:nvSpPr>
          <p:spPr bwMode="auto">
            <a:xfrm>
              <a:off x="1980893" y="5746503"/>
              <a:ext cx="236531" cy="236536"/>
            </a:xfrm>
            <a:prstGeom prst="rect">
              <a:avLst/>
            </a:prstGeom>
            <a:solidFill>
              <a:srgbClr val="92D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2" name="Rectangle 35">
              <a:extLst>
                <a:ext uri="{FF2B5EF4-FFF2-40B4-BE49-F238E27FC236}">
                  <a16:creationId xmlns:a16="http://schemas.microsoft.com/office/drawing/2014/main" id="{0C8608C7-78AF-7D3A-603B-6E268BA2A72C}"/>
                </a:ext>
              </a:extLst>
            </p:cNvPr>
            <p:cNvSpPr/>
            <p:nvPr/>
          </p:nvSpPr>
          <p:spPr bwMode="auto">
            <a:xfrm>
              <a:off x="1271717" y="5983456"/>
              <a:ext cx="236114" cy="236118"/>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3" name="Rectangle 35">
              <a:extLst>
                <a:ext uri="{FF2B5EF4-FFF2-40B4-BE49-F238E27FC236}">
                  <a16:creationId xmlns:a16="http://schemas.microsoft.com/office/drawing/2014/main" id="{753B7FA8-4D52-D80A-DB9B-74F16EDC565A}"/>
                </a:ext>
              </a:extLst>
            </p:cNvPr>
            <p:cNvSpPr/>
            <p:nvPr/>
          </p:nvSpPr>
          <p:spPr bwMode="auto">
            <a:xfrm>
              <a:off x="2217841" y="598345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4" name="Rectangle 35">
              <a:extLst>
                <a:ext uri="{FF2B5EF4-FFF2-40B4-BE49-F238E27FC236}">
                  <a16:creationId xmlns:a16="http://schemas.microsoft.com/office/drawing/2014/main" id="{EB6C3B21-4389-E4F4-9152-DD3A350BC3D2}"/>
                </a:ext>
              </a:extLst>
            </p:cNvPr>
            <p:cNvSpPr/>
            <p:nvPr/>
          </p:nvSpPr>
          <p:spPr bwMode="auto">
            <a:xfrm>
              <a:off x="1981310" y="5983456"/>
              <a:ext cx="236114" cy="236118"/>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5" name="Rectangle 35">
              <a:extLst>
                <a:ext uri="{FF2B5EF4-FFF2-40B4-BE49-F238E27FC236}">
                  <a16:creationId xmlns:a16="http://schemas.microsoft.com/office/drawing/2014/main" id="{0E853D9B-45C9-4071-8661-2223703A2252}"/>
                </a:ext>
              </a:extLst>
            </p:cNvPr>
            <p:cNvSpPr/>
            <p:nvPr/>
          </p:nvSpPr>
          <p:spPr bwMode="auto">
            <a:xfrm>
              <a:off x="1744779" y="5983456"/>
              <a:ext cx="236114" cy="236118"/>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6" name="Rectangle 35">
              <a:extLst>
                <a:ext uri="{FF2B5EF4-FFF2-40B4-BE49-F238E27FC236}">
                  <a16:creationId xmlns:a16="http://schemas.microsoft.com/office/drawing/2014/main" id="{576F136C-DC2D-5718-2E88-08D5162C4662}"/>
                </a:ext>
              </a:extLst>
            </p:cNvPr>
            <p:cNvSpPr/>
            <p:nvPr/>
          </p:nvSpPr>
          <p:spPr bwMode="auto">
            <a:xfrm>
              <a:off x="1507831" y="5983456"/>
              <a:ext cx="236531" cy="236118"/>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7" name="Rectangle 35">
              <a:extLst>
                <a:ext uri="{FF2B5EF4-FFF2-40B4-BE49-F238E27FC236}">
                  <a16:creationId xmlns:a16="http://schemas.microsoft.com/office/drawing/2014/main" id="{EB4F9590-46B9-37F2-4494-1928EB75BC75}"/>
                </a:ext>
              </a:extLst>
            </p:cNvPr>
            <p:cNvSpPr/>
            <p:nvPr/>
          </p:nvSpPr>
          <p:spPr bwMode="auto">
            <a:xfrm>
              <a:off x="3163964" y="598345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8" name="Rectangle 35">
              <a:extLst>
                <a:ext uri="{FF2B5EF4-FFF2-40B4-BE49-F238E27FC236}">
                  <a16:creationId xmlns:a16="http://schemas.microsoft.com/office/drawing/2014/main" id="{5F639AB8-D5A9-C7FC-BACE-EBE0E987D425}"/>
                </a:ext>
              </a:extLst>
            </p:cNvPr>
            <p:cNvSpPr/>
            <p:nvPr/>
          </p:nvSpPr>
          <p:spPr bwMode="auto">
            <a:xfrm>
              <a:off x="2927433" y="598345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59" name="Rectangle 35">
              <a:extLst>
                <a:ext uri="{FF2B5EF4-FFF2-40B4-BE49-F238E27FC236}">
                  <a16:creationId xmlns:a16="http://schemas.microsoft.com/office/drawing/2014/main" id="{92D7B81C-61E9-F692-5193-4BCE3F198137}"/>
                </a:ext>
              </a:extLst>
            </p:cNvPr>
            <p:cNvSpPr/>
            <p:nvPr/>
          </p:nvSpPr>
          <p:spPr bwMode="auto">
            <a:xfrm>
              <a:off x="2690903" y="598345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0" name="Rectangle 35">
              <a:extLst>
                <a:ext uri="{FF2B5EF4-FFF2-40B4-BE49-F238E27FC236}">
                  <a16:creationId xmlns:a16="http://schemas.microsoft.com/office/drawing/2014/main" id="{B34F8D2E-9F8C-DBD1-495A-C980B8AE00C3}"/>
                </a:ext>
              </a:extLst>
            </p:cNvPr>
            <p:cNvSpPr/>
            <p:nvPr/>
          </p:nvSpPr>
          <p:spPr bwMode="auto">
            <a:xfrm>
              <a:off x="2454372" y="598345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1" name="Rectangle 35">
              <a:extLst>
                <a:ext uri="{FF2B5EF4-FFF2-40B4-BE49-F238E27FC236}">
                  <a16:creationId xmlns:a16="http://schemas.microsoft.com/office/drawing/2014/main" id="{F1B7B2E1-2F3C-D58E-8CBF-76220B63102F}"/>
                </a:ext>
              </a:extLst>
            </p:cNvPr>
            <p:cNvSpPr/>
            <p:nvPr/>
          </p:nvSpPr>
          <p:spPr bwMode="auto">
            <a:xfrm>
              <a:off x="3636192" y="598345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2" name="Rectangle 35">
              <a:extLst>
                <a:ext uri="{FF2B5EF4-FFF2-40B4-BE49-F238E27FC236}">
                  <a16:creationId xmlns:a16="http://schemas.microsoft.com/office/drawing/2014/main" id="{4F5D519E-F5C8-6C1E-B6C9-68BF18646070}"/>
                </a:ext>
              </a:extLst>
            </p:cNvPr>
            <p:cNvSpPr/>
            <p:nvPr/>
          </p:nvSpPr>
          <p:spPr bwMode="auto">
            <a:xfrm>
              <a:off x="3398409" y="5983456"/>
              <a:ext cx="237365"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3" name="Rectangle 35">
              <a:extLst>
                <a:ext uri="{FF2B5EF4-FFF2-40B4-BE49-F238E27FC236}">
                  <a16:creationId xmlns:a16="http://schemas.microsoft.com/office/drawing/2014/main" id="{D6253304-4AF0-1EDE-FB20-82146DB4F253}"/>
                </a:ext>
              </a:extLst>
            </p:cNvPr>
            <p:cNvSpPr/>
            <p:nvPr/>
          </p:nvSpPr>
          <p:spPr bwMode="auto">
            <a:xfrm>
              <a:off x="1271717" y="3381148"/>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4" name="Rectangle 35">
              <a:extLst>
                <a:ext uri="{FF2B5EF4-FFF2-40B4-BE49-F238E27FC236}">
                  <a16:creationId xmlns:a16="http://schemas.microsoft.com/office/drawing/2014/main" id="{B9DFE360-37BC-805D-E718-9B3F2C9C276F}"/>
                </a:ext>
              </a:extLst>
            </p:cNvPr>
            <p:cNvSpPr/>
            <p:nvPr/>
          </p:nvSpPr>
          <p:spPr bwMode="auto">
            <a:xfrm>
              <a:off x="2217841" y="3381148"/>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5" name="Rectangle 35">
              <a:extLst>
                <a:ext uri="{FF2B5EF4-FFF2-40B4-BE49-F238E27FC236}">
                  <a16:creationId xmlns:a16="http://schemas.microsoft.com/office/drawing/2014/main" id="{DD0D8288-31FD-6C7E-C5D0-E7BDD8E77C51}"/>
                </a:ext>
              </a:extLst>
            </p:cNvPr>
            <p:cNvSpPr/>
            <p:nvPr/>
          </p:nvSpPr>
          <p:spPr bwMode="auto">
            <a:xfrm>
              <a:off x="1981310" y="3381148"/>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6" name="Rectangle 35">
              <a:extLst>
                <a:ext uri="{FF2B5EF4-FFF2-40B4-BE49-F238E27FC236}">
                  <a16:creationId xmlns:a16="http://schemas.microsoft.com/office/drawing/2014/main" id="{0000020A-7A3A-FCC6-9B84-968D406396CE}"/>
                </a:ext>
              </a:extLst>
            </p:cNvPr>
            <p:cNvSpPr/>
            <p:nvPr/>
          </p:nvSpPr>
          <p:spPr bwMode="auto">
            <a:xfrm>
              <a:off x="1744779" y="3381148"/>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7" name="Rectangle 35">
              <a:extLst>
                <a:ext uri="{FF2B5EF4-FFF2-40B4-BE49-F238E27FC236}">
                  <a16:creationId xmlns:a16="http://schemas.microsoft.com/office/drawing/2014/main" id="{6DF8F4AC-0BB0-30D9-AEE7-E3970C03B8A5}"/>
                </a:ext>
              </a:extLst>
            </p:cNvPr>
            <p:cNvSpPr/>
            <p:nvPr/>
          </p:nvSpPr>
          <p:spPr bwMode="auto">
            <a:xfrm>
              <a:off x="1508248" y="3381148"/>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8" name="Rectangle 35">
              <a:extLst>
                <a:ext uri="{FF2B5EF4-FFF2-40B4-BE49-F238E27FC236}">
                  <a16:creationId xmlns:a16="http://schemas.microsoft.com/office/drawing/2014/main" id="{A494240C-C678-EF3E-AD04-4808EA6826C9}"/>
                </a:ext>
              </a:extLst>
            </p:cNvPr>
            <p:cNvSpPr/>
            <p:nvPr/>
          </p:nvSpPr>
          <p:spPr bwMode="auto">
            <a:xfrm>
              <a:off x="3163964" y="3381148"/>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69" name="Rectangle 35">
              <a:extLst>
                <a:ext uri="{FF2B5EF4-FFF2-40B4-BE49-F238E27FC236}">
                  <a16:creationId xmlns:a16="http://schemas.microsoft.com/office/drawing/2014/main" id="{2E41DC34-FEBD-4B29-7337-D5F66FAA5BE9}"/>
                </a:ext>
              </a:extLst>
            </p:cNvPr>
            <p:cNvSpPr/>
            <p:nvPr/>
          </p:nvSpPr>
          <p:spPr bwMode="auto">
            <a:xfrm>
              <a:off x="2927433" y="3381148"/>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0" name="Rectangle 35">
              <a:extLst>
                <a:ext uri="{FF2B5EF4-FFF2-40B4-BE49-F238E27FC236}">
                  <a16:creationId xmlns:a16="http://schemas.microsoft.com/office/drawing/2014/main" id="{DF95D73F-AF7D-8855-3907-29318C59A44A}"/>
                </a:ext>
              </a:extLst>
            </p:cNvPr>
            <p:cNvSpPr/>
            <p:nvPr/>
          </p:nvSpPr>
          <p:spPr bwMode="auto">
            <a:xfrm>
              <a:off x="2690903" y="3381148"/>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1" name="Rectangle 35">
              <a:extLst>
                <a:ext uri="{FF2B5EF4-FFF2-40B4-BE49-F238E27FC236}">
                  <a16:creationId xmlns:a16="http://schemas.microsoft.com/office/drawing/2014/main" id="{CCA3C2A5-830C-87D0-C113-264D944DF48A}"/>
                </a:ext>
              </a:extLst>
            </p:cNvPr>
            <p:cNvSpPr/>
            <p:nvPr/>
          </p:nvSpPr>
          <p:spPr bwMode="auto">
            <a:xfrm>
              <a:off x="2454372" y="3381148"/>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2" name="Rectangle 35">
              <a:extLst>
                <a:ext uri="{FF2B5EF4-FFF2-40B4-BE49-F238E27FC236}">
                  <a16:creationId xmlns:a16="http://schemas.microsoft.com/office/drawing/2014/main" id="{02B32271-6A2C-5235-F709-7234D97F34FC}"/>
                </a:ext>
              </a:extLst>
            </p:cNvPr>
            <p:cNvSpPr/>
            <p:nvPr/>
          </p:nvSpPr>
          <p:spPr bwMode="auto">
            <a:xfrm>
              <a:off x="3400495" y="3381148"/>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3" name="Rectangle 35">
              <a:extLst>
                <a:ext uri="{FF2B5EF4-FFF2-40B4-BE49-F238E27FC236}">
                  <a16:creationId xmlns:a16="http://schemas.microsoft.com/office/drawing/2014/main" id="{242E5187-DA85-C948-5572-FF4D7BE6C08B}"/>
                </a:ext>
              </a:extLst>
            </p:cNvPr>
            <p:cNvSpPr/>
            <p:nvPr/>
          </p:nvSpPr>
          <p:spPr bwMode="auto">
            <a:xfrm>
              <a:off x="1271717"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4" name="Rectangle 35">
              <a:extLst>
                <a:ext uri="{FF2B5EF4-FFF2-40B4-BE49-F238E27FC236}">
                  <a16:creationId xmlns:a16="http://schemas.microsoft.com/office/drawing/2014/main" id="{E6E8234F-0D43-8835-631C-7462E34B0472}"/>
                </a:ext>
              </a:extLst>
            </p:cNvPr>
            <p:cNvSpPr/>
            <p:nvPr/>
          </p:nvSpPr>
          <p:spPr bwMode="auto">
            <a:xfrm>
              <a:off x="2217841"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5" name="Rectangle 35">
              <a:extLst>
                <a:ext uri="{FF2B5EF4-FFF2-40B4-BE49-F238E27FC236}">
                  <a16:creationId xmlns:a16="http://schemas.microsoft.com/office/drawing/2014/main" id="{319AE1D6-1D44-0D84-CD36-08A5040BC25C}"/>
                </a:ext>
              </a:extLst>
            </p:cNvPr>
            <p:cNvSpPr/>
            <p:nvPr/>
          </p:nvSpPr>
          <p:spPr bwMode="auto">
            <a:xfrm>
              <a:off x="1981310"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6" name="Rectangle 35">
              <a:extLst>
                <a:ext uri="{FF2B5EF4-FFF2-40B4-BE49-F238E27FC236}">
                  <a16:creationId xmlns:a16="http://schemas.microsoft.com/office/drawing/2014/main" id="{A8E58990-F1BE-84D2-0891-194D1B0350D9}"/>
                </a:ext>
              </a:extLst>
            </p:cNvPr>
            <p:cNvSpPr/>
            <p:nvPr/>
          </p:nvSpPr>
          <p:spPr bwMode="auto">
            <a:xfrm>
              <a:off x="1744779"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7" name="Rectangle 35">
              <a:extLst>
                <a:ext uri="{FF2B5EF4-FFF2-40B4-BE49-F238E27FC236}">
                  <a16:creationId xmlns:a16="http://schemas.microsoft.com/office/drawing/2014/main" id="{C3E477B6-6840-C9FF-3F2D-ED6E44E8A76E}"/>
                </a:ext>
              </a:extLst>
            </p:cNvPr>
            <p:cNvSpPr/>
            <p:nvPr/>
          </p:nvSpPr>
          <p:spPr bwMode="auto">
            <a:xfrm>
              <a:off x="1508248"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8" name="Rectangle 35">
              <a:extLst>
                <a:ext uri="{FF2B5EF4-FFF2-40B4-BE49-F238E27FC236}">
                  <a16:creationId xmlns:a16="http://schemas.microsoft.com/office/drawing/2014/main" id="{E28F8F79-5837-6712-5284-0849AA51696D}"/>
                </a:ext>
              </a:extLst>
            </p:cNvPr>
            <p:cNvSpPr/>
            <p:nvPr/>
          </p:nvSpPr>
          <p:spPr bwMode="auto">
            <a:xfrm>
              <a:off x="3163964"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79" name="Rectangle 35">
              <a:extLst>
                <a:ext uri="{FF2B5EF4-FFF2-40B4-BE49-F238E27FC236}">
                  <a16:creationId xmlns:a16="http://schemas.microsoft.com/office/drawing/2014/main" id="{046FFAAB-4AF4-A82B-FBB5-1FCAF98D3B9C}"/>
                </a:ext>
              </a:extLst>
            </p:cNvPr>
            <p:cNvSpPr/>
            <p:nvPr/>
          </p:nvSpPr>
          <p:spPr bwMode="auto">
            <a:xfrm>
              <a:off x="2927433"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0" name="Rectangle 35">
              <a:extLst>
                <a:ext uri="{FF2B5EF4-FFF2-40B4-BE49-F238E27FC236}">
                  <a16:creationId xmlns:a16="http://schemas.microsoft.com/office/drawing/2014/main" id="{EAC2194C-6E6F-59D7-1174-FEB517DE2E87}"/>
                </a:ext>
              </a:extLst>
            </p:cNvPr>
            <p:cNvSpPr/>
            <p:nvPr/>
          </p:nvSpPr>
          <p:spPr bwMode="auto">
            <a:xfrm>
              <a:off x="2690903"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1" name="Rectangle 35">
              <a:extLst>
                <a:ext uri="{FF2B5EF4-FFF2-40B4-BE49-F238E27FC236}">
                  <a16:creationId xmlns:a16="http://schemas.microsoft.com/office/drawing/2014/main" id="{BBFA53D8-2787-AEDA-04E4-AED435C3266A}"/>
                </a:ext>
              </a:extLst>
            </p:cNvPr>
            <p:cNvSpPr/>
            <p:nvPr/>
          </p:nvSpPr>
          <p:spPr bwMode="auto">
            <a:xfrm>
              <a:off x="2454372" y="3617684"/>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2" name="Rectangle 35">
              <a:extLst>
                <a:ext uri="{FF2B5EF4-FFF2-40B4-BE49-F238E27FC236}">
                  <a16:creationId xmlns:a16="http://schemas.microsoft.com/office/drawing/2014/main" id="{A38558DC-ABCF-C7CA-D03C-54774BE9803C}"/>
                </a:ext>
              </a:extLst>
            </p:cNvPr>
            <p:cNvSpPr/>
            <p:nvPr/>
          </p:nvSpPr>
          <p:spPr bwMode="auto">
            <a:xfrm>
              <a:off x="3400495" y="3617684"/>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3" name="Rectangle 35">
              <a:extLst>
                <a:ext uri="{FF2B5EF4-FFF2-40B4-BE49-F238E27FC236}">
                  <a16:creationId xmlns:a16="http://schemas.microsoft.com/office/drawing/2014/main" id="{FBB8C04F-0881-E360-2DDA-23F70D006B5B}"/>
                </a:ext>
              </a:extLst>
            </p:cNvPr>
            <p:cNvSpPr/>
            <p:nvPr/>
          </p:nvSpPr>
          <p:spPr bwMode="auto">
            <a:xfrm>
              <a:off x="1271717" y="3854219"/>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4" name="Rectangle 35">
              <a:extLst>
                <a:ext uri="{FF2B5EF4-FFF2-40B4-BE49-F238E27FC236}">
                  <a16:creationId xmlns:a16="http://schemas.microsoft.com/office/drawing/2014/main" id="{E147F575-E67F-9633-563B-B6C309196020}"/>
                </a:ext>
              </a:extLst>
            </p:cNvPr>
            <p:cNvSpPr/>
            <p:nvPr/>
          </p:nvSpPr>
          <p:spPr bwMode="auto">
            <a:xfrm>
              <a:off x="2217841" y="3854219"/>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5" name="Rectangle 35">
              <a:extLst>
                <a:ext uri="{FF2B5EF4-FFF2-40B4-BE49-F238E27FC236}">
                  <a16:creationId xmlns:a16="http://schemas.microsoft.com/office/drawing/2014/main" id="{8F1457E2-A245-7688-4C30-0A86AA830151}"/>
                </a:ext>
              </a:extLst>
            </p:cNvPr>
            <p:cNvSpPr/>
            <p:nvPr/>
          </p:nvSpPr>
          <p:spPr bwMode="auto">
            <a:xfrm>
              <a:off x="1981310" y="3854219"/>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6" name="Rectangle 35">
              <a:extLst>
                <a:ext uri="{FF2B5EF4-FFF2-40B4-BE49-F238E27FC236}">
                  <a16:creationId xmlns:a16="http://schemas.microsoft.com/office/drawing/2014/main" id="{E5BD1DDA-21C2-B972-170F-7C6AFEC89872}"/>
                </a:ext>
              </a:extLst>
            </p:cNvPr>
            <p:cNvSpPr/>
            <p:nvPr/>
          </p:nvSpPr>
          <p:spPr bwMode="auto">
            <a:xfrm>
              <a:off x="1744779" y="3854219"/>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7" name="Rectangle 35">
              <a:extLst>
                <a:ext uri="{FF2B5EF4-FFF2-40B4-BE49-F238E27FC236}">
                  <a16:creationId xmlns:a16="http://schemas.microsoft.com/office/drawing/2014/main" id="{0B792586-9E1D-8DAD-63D8-B26C11A52D36}"/>
                </a:ext>
              </a:extLst>
            </p:cNvPr>
            <p:cNvSpPr/>
            <p:nvPr/>
          </p:nvSpPr>
          <p:spPr bwMode="auto">
            <a:xfrm>
              <a:off x="1508248" y="3854219"/>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8" name="Rectangle 35">
              <a:extLst>
                <a:ext uri="{FF2B5EF4-FFF2-40B4-BE49-F238E27FC236}">
                  <a16:creationId xmlns:a16="http://schemas.microsoft.com/office/drawing/2014/main" id="{7B80BDF9-A7E7-C482-A9B3-BA23FB661B84}"/>
                </a:ext>
              </a:extLst>
            </p:cNvPr>
            <p:cNvSpPr/>
            <p:nvPr/>
          </p:nvSpPr>
          <p:spPr bwMode="auto">
            <a:xfrm>
              <a:off x="3163964" y="3854219"/>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89" name="Rectangle 35">
              <a:extLst>
                <a:ext uri="{FF2B5EF4-FFF2-40B4-BE49-F238E27FC236}">
                  <a16:creationId xmlns:a16="http://schemas.microsoft.com/office/drawing/2014/main" id="{B0BD4394-CE6A-DFB8-8CAB-B7FB73D20FD0}"/>
                </a:ext>
              </a:extLst>
            </p:cNvPr>
            <p:cNvSpPr/>
            <p:nvPr/>
          </p:nvSpPr>
          <p:spPr bwMode="auto">
            <a:xfrm>
              <a:off x="2927433" y="3854219"/>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0" name="Rectangle 35">
              <a:extLst>
                <a:ext uri="{FF2B5EF4-FFF2-40B4-BE49-F238E27FC236}">
                  <a16:creationId xmlns:a16="http://schemas.microsoft.com/office/drawing/2014/main" id="{0302AB88-3F83-62E3-DF40-45F1AA677282}"/>
                </a:ext>
              </a:extLst>
            </p:cNvPr>
            <p:cNvSpPr/>
            <p:nvPr/>
          </p:nvSpPr>
          <p:spPr bwMode="auto">
            <a:xfrm>
              <a:off x="2690903" y="3854219"/>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1" name="Rectangle 35">
              <a:extLst>
                <a:ext uri="{FF2B5EF4-FFF2-40B4-BE49-F238E27FC236}">
                  <a16:creationId xmlns:a16="http://schemas.microsoft.com/office/drawing/2014/main" id="{C04ADEF0-4446-73F4-F064-3B99719E95E7}"/>
                </a:ext>
              </a:extLst>
            </p:cNvPr>
            <p:cNvSpPr/>
            <p:nvPr/>
          </p:nvSpPr>
          <p:spPr bwMode="auto">
            <a:xfrm>
              <a:off x="2454372" y="3854219"/>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2" name="Rectangle 35">
              <a:extLst>
                <a:ext uri="{FF2B5EF4-FFF2-40B4-BE49-F238E27FC236}">
                  <a16:creationId xmlns:a16="http://schemas.microsoft.com/office/drawing/2014/main" id="{5F90AC29-35A5-9AC4-9A12-0CF6DAC07292}"/>
                </a:ext>
              </a:extLst>
            </p:cNvPr>
            <p:cNvSpPr/>
            <p:nvPr/>
          </p:nvSpPr>
          <p:spPr bwMode="auto">
            <a:xfrm>
              <a:off x="3400495" y="3854219"/>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3" name="Rectangle 35">
              <a:extLst>
                <a:ext uri="{FF2B5EF4-FFF2-40B4-BE49-F238E27FC236}">
                  <a16:creationId xmlns:a16="http://schemas.microsoft.com/office/drawing/2014/main" id="{11ECA755-F351-DD3E-DCA2-CCE7A5E6B38B}"/>
                </a:ext>
              </a:extLst>
            </p:cNvPr>
            <p:cNvSpPr/>
            <p:nvPr/>
          </p:nvSpPr>
          <p:spPr bwMode="auto">
            <a:xfrm>
              <a:off x="1271717" y="4090755"/>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4" name="Rectangle 35">
              <a:extLst>
                <a:ext uri="{FF2B5EF4-FFF2-40B4-BE49-F238E27FC236}">
                  <a16:creationId xmlns:a16="http://schemas.microsoft.com/office/drawing/2014/main" id="{69DAAF17-DCCB-AB20-7E6D-BD4592D19D67}"/>
                </a:ext>
              </a:extLst>
            </p:cNvPr>
            <p:cNvSpPr/>
            <p:nvPr/>
          </p:nvSpPr>
          <p:spPr bwMode="auto">
            <a:xfrm>
              <a:off x="2217841" y="4090755"/>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5" name="Rectangle 35">
              <a:extLst>
                <a:ext uri="{FF2B5EF4-FFF2-40B4-BE49-F238E27FC236}">
                  <a16:creationId xmlns:a16="http://schemas.microsoft.com/office/drawing/2014/main" id="{AB5DC14F-1706-75D1-81DB-3E445F79C579}"/>
                </a:ext>
              </a:extLst>
            </p:cNvPr>
            <p:cNvSpPr/>
            <p:nvPr/>
          </p:nvSpPr>
          <p:spPr bwMode="auto">
            <a:xfrm>
              <a:off x="1981310" y="4090755"/>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6" name="Rectangle 35">
              <a:extLst>
                <a:ext uri="{FF2B5EF4-FFF2-40B4-BE49-F238E27FC236}">
                  <a16:creationId xmlns:a16="http://schemas.microsoft.com/office/drawing/2014/main" id="{23F2083C-7EEE-F74D-F419-2F9CB441EAA2}"/>
                </a:ext>
              </a:extLst>
            </p:cNvPr>
            <p:cNvSpPr/>
            <p:nvPr/>
          </p:nvSpPr>
          <p:spPr bwMode="auto">
            <a:xfrm>
              <a:off x="1744779" y="4090755"/>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7" name="Rectangle 35">
              <a:extLst>
                <a:ext uri="{FF2B5EF4-FFF2-40B4-BE49-F238E27FC236}">
                  <a16:creationId xmlns:a16="http://schemas.microsoft.com/office/drawing/2014/main" id="{738EAB21-2BBE-60FD-13C3-46E9EF3404FA}"/>
                </a:ext>
              </a:extLst>
            </p:cNvPr>
            <p:cNvSpPr/>
            <p:nvPr/>
          </p:nvSpPr>
          <p:spPr bwMode="auto">
            <a:xfrm>
              <a:off x="1508248" y="4090755"/>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8" name="Rectangle 35">
              <a:extLst>
                <a:ext uri="{FF2B5EF4-FFF2-40B4-BE49-F238E27FC236}">
                  <a16:creationId xmlns:a16="http://schemas.microsoft.com/office/drawing/2014/main" id="{BFDD7A04-4F75-8721-EF82-EFF6F336AE7C}"/>
                </a:ext>
              </a:extLst>
            </p:cNvPr>
            <p:cNvSpPr/>
            <p:nvPr/>
          </p:nvSpPr>
          <p:spPr bwMode="auto">
            <a:xfrm>
              <a:off x="3163964" y="4090755"/>
              <a:ext cx="236531" cy="236536"/>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99" name="Rectangle 35">
              <a:extLst>
                <a:ext uri="{FF2B5EF4-FFF2-40B4-BE49-F238E27FC236}">
                  <a16:creationId xmlns:a16="http://schemas.microsoft.com/office/drawing/2014/main" id="{930B894C-C1CF-B04E-23BB-6FFBA147E48B}"/>
                </a:ext>
              </a:extLst>
            </p:cNvPr>
            <p:cNvSpPr/>
            <p:nvPr/>
          </p:nvSpPr>
          <p:spPr bwMode="auto">
            <a:xfrm>
              <a:off x="2927433" y="4090755"/>
              <a:ext cx="236531" cy="236536"/>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00FF00"/>
                  </a:solidFill>
                </a14:hiddenFill>
              </a:ext>
            </a:ex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0" name="Rectangle 35">
              <a:extLst>
                <a:ext uri="{FF2B5EF4-FFF2-40B4-BE49-F238E27FC236}">
                  <a16:creationId xmlns:a16="http://schemas.microsoft.com/office/drawing/2014/main" id="{26A234BF-DAC0-F447-4786-9DB8EA6F8D38}"/>
                </a:ext>
              </a:extLst>
            </p:cNvPr>
            <p:cNvSpPr/>
            <p:nvPr/>
          </p:nvSpPr>
          <p:spPr bwMode="auto">
            <a:xfrm>
              <a:off x="2690903" y="4090755"/>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1" name="Rectangle 35">
              <a:extLst>
                <a:ext uri="{FF2B5EF4-FFF2-40B4-BE49-F238E27FC236}">
                  <a16:creationId xmlns:a16="http://schemas.microsoft.com/office/drawing/2014/main" id="{720098A8-5C91-F1FF-5245-847F353CE064}"/>
                </a:ext>
              </a:extLst>
            </p:cNvPr>
            <p:cNvSpPr/>
            <p:nvPr/>
          </p:nvSpPr>
          <p:spPr bwMode="auto">
            <a:xfrm>
              <a:off x="2454372" y="4090755"/>
              <a:ext cx="236531" cy="236536"/>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00FF00"/>
                  </a:solidFill>
                </a14:hiddenFill>
              </a:ext>
            </a:ex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2" name="Rectangle 35">
              <a:extLst>
                <a:ext uri="{FF2B5EF4-FFF2-40B4-BE49-F238E27FC236}">
                  <a16:creationId xmlns:a16="http://schemas.microsoft.com/office/drawing/2014/main" id="{A7726B20-49D7-A5B9-1B0B-9221BB41A077}"/>
                </a:ext>
              </a:extLst>
            </p:cNvPr>
            <p:cNvSpPr/>
            <p:nvPr/>
          </p:nvSpPr>
          <p:spPr bwMode="auto">
            <a:xfrm>
              <a:off x="3400495" y="4090755"/>
              <a:ext cx="236531" cy="236536"/>
            </a:xfrm>
            <a:prstGeom prst="rect">
              <a:avLst/>
            </a:prstGeom>
            <a:noFill/>
            <a:ln w="12700" cap="flat" cmpd="sng" algn="ctr">
              <a:solidFill>
                <a:schemeClr val="tx1"/>
              </a:solidFill>
              <a:prstDash val="solid"/>
              <a:round/>
              <a:headEnd type="none" w="med" len="med"/>
              <a:tailEnd type="none" w="med" len="med"/>
            </a:ln>
            <a:effectLst/>
            <a:extLst>
              <a:ext uri="{909E8E84-426E-40DD-AFC4-6F175D3DCCD1}">
                <a14:hiddenFill xmlns:a14="http://schemas.microsoft.com/office/drawing/2010/main">
                  <a:solidFill>
                    <a:srgbClr val="00FF00"/>
                  </a:solidFill>
                </a14:hiddenFill>
              </a:ext>
            </a:ex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3" name="Rectangle 35">
              <a:extLst>
                <a:ext uri="{FF2B5EF4-FFF2-40B4-BE49-F238E27FC236}">
                  <a16:creationId xmlns:a16="http://schemas.microsoft.com/office/drawing/2014/main" id="{4F450711-229A-1C46-389C-BCFF6DB4BA1A}"/>
                </a:ext>
              </a:extLst>
            </p:cNvPr>
            <p:cNvSpPr/>
            <p:nvPr/>
          </p:nvSpPr>
          <p:spPr bwMode="auto">
            <a:xfrm>
              <a:off x="1272134"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4" name="Rectangle 35">
              <a:extLst>
                <a:ext uri="{FF2B5EF4-FFF2-40B4-BE49-F238E27FC236}">
                  <a16:creationId xmlns:a16="http://schemas.microsoft.com/office/drawing/2014/main" id="{4AD52A1C-019F-B9A8-CA24-5FEA59B4F783}"/>
                </a:ext>
              </a:extLst>
            </p:cNvPr>
            <p:cNvSpPr/>
            <p:nvPr/>
          </p:nvSpPr>
          <p:spPr bwMode="auto">
            <a:xfrm>
              <a:off x="2217424"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5" name="Rectangle 35">
              <a:extLst>
                <a:ext uri="{FF2B5EF4-FFF2-40B4-BE49-F238E27FC236}">
                  <a16:creationId xmlns:a16="http://schemas.microsoft.com/office/drawing/2014/main" id="{E97C01EB-648E-2098-AD53-5DF645CEAA76}"/>
                </a:ext>
              </a:extLst>
            </p:cNvPr>
            <p:cNvSpPr/>
            <p:nvPr/>
          </p:nvSpPr>
          <p:spPr bwMode="auto">
            <a:xfrm>
              <a:off x="1981310"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6" name="Rectangle 35">
              <a:extLst>
                <a:ext uri="{FF2B5EF4-FFF2-40B4-BE49-F238E27FC236}">
                  <a16:creationId xmlns:a16="http://schemas.microsoft.com/office/drawing/2014/main" id="{0237A6A2-4EF7-7AD8-6A72-AA9BAE889465}"/>
                </a:ext>
              </a:extLst>
            </p:cNvPr>
            <p:cNvSpPr/>
            <p:nvPr/>
          </p:nvSpPr>
          <p:spPr bwMode="auto">
            <a:xfrm>
              <a:off x="1744779"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7" name="Rectangle 35">
              <a:extLst>
                <a:ext uri="{FF2B5EF4-FFF2-40B4-BE49-F238E27FC236}">
                  <a16:creationId xmlns:a16="http://schemas.microsoft.com/office/drawing/2014/main" id="{8FDACCDB-23BD-8D9A-55F7-B61B9B43AAD4}"/>
                </a:ext>
              </a:extLst>
            </p:cNvPr>
            <p:cNvSpPr/>
            <p:nvPr/>
          </p:nvSpPr>
          <p:spPr bwMode="auto">
            <a:xfrm>
              <a:off x="1508248"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8" name="Rectangle 35">
              <a:extLst>
                <a:ext uri="{FF2B5EF4-FFF2-40B4-BE49-F238E27FC236}">
                  <a16:creationId xmlns:a16="http://schemas.microsoft.com/office/drawing/2014/main" id="{D6CD715B-66FD-3E79-70B9-FF7BF12AAFDD}"/>
                </a:ext>
              </a:extLst>
            </p:cNvPr>
            <p:cNvSpPr/>
            <p:nvPr/>
          </p:nvSpPr>
          <p:spPr bwMode="auto">
            <a:xfrm>
              <a:off x="3163964" y="4327290"/>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09" name="Rectangle 35">
              <a:extLst>
                <a:ext uri="{FF2B5EF4-FFF2-40B4-BE49-F238E27FC236}">
                  <a16:creationId xmlns:a16="http://schemas.microsoft.com/office/drawing/2014/main" id="{E94ACA97-F226-ED3F-13FF-84A482B34B96}"/>
                </a:ext>
              </a:extLst>
            </p:cNvPr>
            <p:cNvSpPr/>
            <p:nvPr/>
          </p:nvSpPr>
          <p:spPr bwMode="auto">
            <a:xfrm>
              <a:off x="2929102" y="4327290"/>
              <a:ext cx="234445"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0" name="Rectangle 35">
              <a:extLst>
                <a:ext uri="{FF2B5EF4-FFF2-40B4-BE49-F238E27FC236}">
                  <a16:creationId xmlns:a16="http://schemas.microsoft.com/office/drawing/2014/main" id="{F592AF51-8805-0D85-4C77-84CB1ED4DB6A}"/>
                </a:ext>
              </a:extLst>
            </p:cNvPr>
            <p:cNvSpPr/>
            <p:nvPr/>
          </p:nvSpPr>
          <p:spPr bwMode="auto">
            <a:xfrm>
              <a:off x="2690903" y="4327290"/>
              <a:ext cx="236114" cy="236118"/>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1" name="Rectangle 35">
              <a:extLst>
                <a:ext uri="{FF2B5EF4-FFF2-40B4-BE49-F238E27FC236}">
                  <a16:creationId xmlns:a16="http://schemas.microsoft.com/office/drawing/2014/main" id="{D0996117-427D-00B0-CF18-93855F986B32}"/>
                </a:ext>
              </a:extLst>
            </p:cNvPr>
            <p:cNvSpPr/>
            <p:nvPr/>
          </p:nvSpPr>
          <p:spPr bwMode="auto">
            <a:xfrm>
              <a:off x="2453537" y="4327290"/>
              <a:ext cx="237782" cy="236118"/>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2" name="Rectangle 35">
              <a:extLst>
                <a:ext uri="{FF2B5EF4-FFF2-40B4-BE49-F238E27FC236}">
                  <a16:creationId xmlns:a16="http://schemas.microsoft.com/office/drawing/2014/main" id="{567A0AB4-B75F-557F-C7ED-A51BF4B2B36C}"/>
                </a:ext>
              </a:extLst>
            </p:cNvPr>
            <p:cNvSpPr/>
            <p:nvPr/>
          </p:nvSpPr>
          <p:spPr bwMode="auto">
            <a:xfrm>
              <a:off x="3637026"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3" name="Rectangle 35">
              <a:extLst>
                <a:ext uri="{FF2B5EF4-FFF2-40B4-BE49-F238E27FC236}">
                  <a16:creationId xmlns:a16="http://schemas.microsoft.com/office/drawing/2014/main" id="{CA965B2F-1E95-1670-8F34-C486E45B533E}"/>
                </a:ext>
              </a:extLst>
            </p:cNvPr>
            <p:cNvSpPr/>
            <p:nvPr/>
          </p:nvSpPr>
          <p:spPr bwMode="auto">
            <a:xfrm>
              <a:off x="1271300" y="4564243"/>
              <a:ext cx="236948"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4" name="Rectangle 35">
              <a:extLst>
                <a:ext uri="{FF2B5EF4-FFF2-40B4-BE49-F238E27FC236}">
                  <a16:creationId xmlns:a16="http://schemas.microsoft.com/office/drawing/2014/main" id="{54FFD5BE-118B-3835-32C5-9A15B6B60439}"/>
                </a:ext>
              </a:extLst>
            </p:cNvPr>
            <p:cNvSpPr/>
            <p:nvPr/>
          </p:nvSpPr>
          <p:spPr bwMode="auto">
            <a:xfrm>
              <a:off x="2217424" y="4564243"/>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5" name="Rectangle 35">
              <a:extLst>
                <a:ext uri="{FF2B5EF4-FFF2-40B4-BE49-F238E27FC236}">
                  <a16:creationId xmlns:a16="http://schemas.microsoft.com/office/drawing/2014/main" id="{7D4F8E94-5452-E6DA-336B-B8A44E0353E1}"/>
                </a:ext>
              </a:extLst>
            </p:cNvPr>
            <p:cNvSpPr/>
            <p:nvPr/>
          </p:nvSpPr>
          <p:spPr bwMode="auto">
            <a:xfrm>
              <a:off x="1981727" y="4564243"/>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6" name="Rectangle 35">
              <a:extLst>
                <a:ext uri="{FF2B5EF4-FFF2-40B4-BE49-F238E27FC236}">
                  <a16:creationId xmlns:a16="http://schemas.microsoft.com/office/drawing/2014/main" id="{7089390D-2A80-58E2-E09C-4C3CB65025C3}"/>
                </a:ext>
              </a:extLst>
            </p:cNvPr>
            <p:cNvSpPr/>
            <p:nvPr/>
          </p:nvSpPr>
          <p:spPr bwMode="auto">
            <a:xfrm>
              <a:off x="1744362" y="4564243"/>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7" name="Rectangle 35">
              <a:extLst>
                <a:ext uri="{FF2B5EF4-FFF2-40B4-BE49-F238E27FC236}">
                  <a16:creationId xmlns:a16="http://schemas.microsoft.com/office/drawing/2014/main" id="{3829F397-E1A0-1F01-DCF1-2BE391308D24}"/>
                </a:ext>
              </a:extLst>
            </p:cNvPr>
            <p:cNvSpPr/>
            <p:nvPr/>
          </p:nvSpPr>
          <p:spPr bwMode="auto">
            <a:xfrm>
              <a:off x="1508248" y="4564243"/>
              <a:ext cx="235697"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8" name="Rectangle 35">
              <a:extLst>
                <a:ext uri="{FF2B5EF4-FFF2-40B4-BE49-F238E27FC236}">
                  <a16:creationId xmlns:a16="http://schemas.microsoft.com/office/drawing/2014/main" id="{1AB2AA7C-62E0-CAE2-2E8E-937EBB086429}"/>
                </a:ext>
              </a:extLst>
            </p:cNvPr>
            <p:cNvSpPr/>
            <p:nvPr/>
          </p:nvSpPr>
          <p:spPr bwMode="auto">
            <a:xfrm>
              <a:off x="3163547" y="4564243"/>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19" name="Rectangle 35">
              <a:extLst>
                <a:ext uri="{FF2B5EF4-FFF2-40B4-BE49-F238E27FC236}">
                  <a16:creationId xmlns:a16="http://schemas.microsoft.com/office/drawing/2014/main" id="{A69D84CF-49A4-C376-4B56-2A24F2EE3B0A}"/>
                </a:ext>
              </a:extLst>
            </p:cNvPr>
            <p:cNvSpPr/>
            <p:nvPr/>
          </p:nvSpPr>
          <p:spPr bwMode="auto">
            <a:xfrm>
              <a:off x="2927016" y="4564243"/>
              <a:ext cx="236114" cy="236118"/>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0" name="Rectangle 35">
              <a:extLst>
                <a:ext uri="{FF2B5EF4-FFF2-40B4-BE49-F238E27FC236}">
                  <a16:creationId xmlns:a16="http://schemas.microsoft.com/office/drawing/2014/main" id="{9718072D-5EA1-9AC4-0028-3AFACB86CF28}"/>
                </a:ext>
              </a:extLst>
            </p:cNvPr>
            <p:cNvSpPr/>
            <p:nvPr/>
          </p:nvSpPr>
          <p:spPr bwMode="auto">
            <a:xfrm>
              <a:off x="2690485" y="4564243"/>
              <a:ext cx="236114" cy="236118"/>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1" name="Rectangle 35">
              <a:extLst>
                <a:ext uri="{FF2B5EF4-FFF2-40B4-BE49-F238E27FC236}">
                  <a16:creationId xmlns:a16="http://schemas.microsoft.com/office/drawing/2014/main" id="{B587C5D2-9486-AFA6-DDF6-7F90BC5C7B5A}"/>
                </a:ext>
              </a:extLst>
            </p:cNvPr>
            <p:cNvSpPr/>
            <p:nvPr/>
          </p:nvSpPr>
          <p:spPr bwMode="auto">
            <a:xfrm>
              <a:off x="2453954" y="4564243"/>
              <a:ext cx="238200" cy="236118"/>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2" name="Rectangle 35">
              <a:extLst>
                <a:ext uri="{FF2B5EF4-FFF2-40B4-BE49-F238E27FC236}">
                  <a16:creationId xmlns:a16="http://schemas.microsoft.com/office/drawing/2014/main" id="{C31B852C-1C6B-D82C-406F-06C5150D639D}"/>
                </a:ext>
              </a:extLst>
            </p:cNvPr>
            <p:cNvSpPr/>
            <p:nvPr/>
          </p:nvSpPr>
          <p:spPr bwMode="auto">
            <a:xfrm>
              <a:off x="3636609" y="4564243"/>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3" name="Rectangle 35">
              <a:extLst>
                <a:ext uri="{FF2B5EF4-FFF2-40B4-BE49-F238E27FC236}">
                  <a16:creationId xmlns:a16="http://schemas.microsoft.com/office/drawing/2014/main" id="{7F0C912B-0656-F6F9-DDBE-251AC82DA9DF}"/>
                </a:ext>
              </a:extLst>
            </p:cNvPr>
            <p:cNvSpPr/>
            <p:nvPr/>
          </p:nvSpPr>
          <p:spPr bwMode="auto">
            <a:xfrm>
              <a:off x="1271717" y="4800361"/>
              <a:ext cx="236531" cy="240707"/>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4" name="Rectangle 35">
              <a:extLst>
                <a:ext uri="{FF2B5EF4-FFF2-40B4-BE49-F238E27FC236}">
                  <a16:creationId xmlns:a16="http://schemas.microsoft.com/office/drawing/2014/main" id="{F8972AFD-7D34-C4BB-4A43-C8A95E5256E1}"/>
                </a:ext>
              </a:extLst>
            </p:cNvPr>
            <p:cNvSpPr/>
            <p:nvPr/>
          </p:nvSpPr>
          <p:spPr bwMode="auto">
            <a:xfrm>
              <a:off x="2217841" y="4800361"/>
              <a:ext cx="236114" cy="240707"/>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5" name="Rectangle 35">
              <a:extLst>
                <a:ext uri="{FF2B5EF4-FFF2-40B4-BE49-F238E27FC236}">
                  <a16:creationId xmlns:a16="http://schemas.microsoft.com/office/drawing/2014/main" id="{3914377A-C0F2-E173-E50B-ECAB7A8FDA80}"/>
                </a:ext>
              </a:extLst>
            </p:cNvPr>
            <p:cNvSpPr/>
            <p:nvPr/>
          </p:nvSpPr>
          <p:spPr bwMode="auto">
            <a:xfrm>
              <a:off x="1981310" y="4800361"/>
              <a:ext cx="236114" cy="240707"/>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6" name="Rectangle 35">
              <a:extLst>
                <a:ext uri="{FF2B5EF4-FFF2-40B4-BE49-F238E27FC236}">
                  <a16:creationId xmlns:a16="http://schemas.microsoft.com/office/drawing/2014/main" id="{972AD27C-311E-B873-01F7-0247DE92B3C2}"/>
                </a:ext>
              </a:extLst>
            </p:cNvPr>
            <p:cNvSpPr/>
            <p:nvPr/>
          </p:nvSpPr>
          <p:spPr bwMode="auto">
            <a:xfrm>
              <a:off x="1744779" y="4800361"/>
              <a:ext cx="236948" cy="240707"/>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7" name="Rectangle 35">
              <a:extLst>
                <a:ext uri="{FF2B5EF4-FFF2-40B4-BE49-F238E27FC236}">
                  <a16:creationId xmlns:a16="http://schemas.microsoft.com/office/drawing/2014/main" id="{C6FE041C-1976-7F17-ED3C-B90C84AA0040}"/>
                </a:ext>
              </a:extLst>
            </p:cNvPr>
            <p:cNvSpPr/>
            <p:nvPr/>
          </p:nvSpPr>
          <p:spPr bwMode="auto">
            <a:xfrm>
              <a:off x="1508248" y="4800361"/>
              <a:ext cx="236114" cy="240707"/>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8" name="Rectangle 35">
              <a:extLst>
                <a:ext uri="{FF2B5EF4-FFF2-40B4-BE49-F238E27FC236}">
                  <a16:creationId xmlns:a16="http://schemas.microsoft.com/office/drawing/2014/main" id="{6379140C-34ED-4D2A-1C26-BFA4A3FB0F2C}"/>
                </a:ext>
              </a:extLst>
            </p:cNvPr>
            <p:cNvSpPr/>
            <p:nvPr/>
          </p:nvSpPr>
          <p:spPr bwMode="auto">
            <a:xfrm>
              <a:off x="2927433" y="4800361"/>
              <a:ext cx="236114" cy="240707"/>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29" name="Rectangle 35">
              <a:extLst>
                <a:ext uri="{FF2B5EF4-FFF2-40B4-BE49-F238E27FC236}">
                  <a16:creationId xmlns:a16="http://schemas.microsoft.com/office/drawing/2014/main" id="{1CC602F8-1B05-DB90-E1FE-3CF101E4859B}"/>
                </a:ext>
              </a:extLst>
            </p:cNvPr>
            <p:cNvSpPr/>
            <p:nvPr/>
          </p:nvSpPr>
          <p:spPr bwMode="auto">
            <a:xfrm>
              <a:off x="2690903" y="4800361"/>
              <a:ext cx="236114" cy="240707"/>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0" name="Rectangle 35">
              <a:extLst>
                <a:ext uri="{FF2B5EF4-FFF2-40B4-BE49-F238E27FC236}">
                  <a16:creationId xmlns:a16="http://schemas.microsoft.com/office/drawing/2014/main" id="{5D99EBCD-AA9A-3337-3C68-278561F08B57}"/>
                </a:ext>
              </a:extLst>
            </p:cNvPr>
            <p:cNvSpPr/>
            <p:nvPr/>
          </p:nvSpPr>
          <p:spPr bwMode="auto">
            <a:xfrm>
              <a:off x="2454372" y="4800361"/>
              <a:ext cx="236114" cy="240707"/>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1" name="Rectangle 35">
              <a:extLst>
                <a:ext uri="{FF2B5EF4-FFF2-40B4-BE49-F238E27FC236}">
                  <a16:creationId xmlns:a16="http://schemas.microsoft.com/office/drawing/2014/main" id="{63DF01CA-31AD-1CA1-9DD0-4F6C6D49F9C9}"/>
                </a:ext>
              </a:extLst>
            </p:cNvPr>
            <p:cNvSpPr/>
            <p:nvPr/>
          </p:nvSpPr>
          <p:spPr bwMode="auto">
            <a:xfrm>
              <a:off x="3637026" y="4800361"/>
              <a:ext cx="236114" cy="240707"/>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2" name="Rectangle 35">
              <a:extLst>
                <a:ext uri="{FF2B5EF4-FFF2-40B4-BE49-F238E27FC236}">
                  <a16:creationId xmlns:a16="http://schemas.microsoft.com/office/drawing/2014/main" id="{37F506B0-1AC9-4CF8-0AA6-54AFA21DF323}"/>
                </a:ext>
              </a:extLst>
            </p:cNvPr>
            <p:cNvSpPr/>
            <p:nvPr/>
          </p:nvSpPr>
          <p:spPr bwMode="auto">
            <a:xfrm>
              <a:off x="3400495" y="4800361"/>
              <a:ext cx="236114" cy="240707"/>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3" name="Rectangle 35">
              <a:extLst>
                <a:ext uri="{FF2B5EF4-FFF2-40B4-BE49-F238E27FC236}">
                  <a16:creationId xmlns:a16="http://schemas.microsoft.com/office/drawing/2014/main" id="{1F5ED6B8-3B3E-583D-DB1A-EE411924AA65}"/>
                </a:ext>
              </a:extLst>
            </p:cNvPr>
            <p:cNvSpPr/>
            <p:nvPr/>
          </p:nvSpPr>
          <p:spPr bwMode="auto">
            <a:xfrm>
              <a:off x="1270883" y="5041068"/>
              <a:ext cx="237365"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4" name="Rectangle 35">
              <a:extLst>
                <a:ext uri="{FF2B5EF4-FFF2-40B4-BE49-F238E27FC236}">
                  <a16:creationId xmlns:a16="http://schemas.microsoft.com/office/drawing/2014/main" id="{EF818A23-0155-7AEE-9C98-3FA6328C7B19}"/>
                </a:ext>
              </a:extLst>
            </p:cNvPr>
            <p:cNvSpPr/>
            <p:nvPr/>
          </p:nvSpPr>
          <p:spPr bwMode="auto">
            <a:xfrm>
              <a:off x="2217006" y="5041068"/>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5" name="Rectangle 35">
              <a:extLst>
                <a:ext uri="{FF2B5EF4-FFF2-40B4-BE49-F238E27FC236}">
                  <a16:creationId xmlns:a16="http://schemas.microsoft.com/office/drawing/2014/main" id="{7B843D49-6DD1-6903-7A50-B6E55D4325A4}"/>
                </a:ext>
              </a:extLst>
            </p:cNvPr>
            <p:cNvSpPr/>
            <p:nvPr/>
          </p:nvSpPr>
          <p:spPr bwMode="auto">
            <a:xfrm>
              <a:off x="1980476" y="5041068"/>
              <a:ext cx="238200"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6" name="Rectangle 35">
              <a:extLst>
                <a:ext uri="{FF2B5EF4-FFF2-40B4-BE49-F238E27FC236}">
                  <a16:creationId xmlns:a16="http://schemas.microsoft.com/office/drawing/2014/main" id="{E5F49951-15F2-B790-2C6A-8A0CED2B2F6E}"/>
                </a:ext>
              </a:extLst>
            </p:cNvPr>
            <p:cNvSpPr/>
            <p:nvPr/>
          </p:nvSpPr>
          <p:spPr bwMode="auto">
            <a:xfrm>
              <a:off x="1743945" y="5041068"/>
              <a:ext cx="238200"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7" name="Rectangle 35">
              <a:extLst>
                <a:ext uri="{FF2B5EF4-FFF2-40B4-BE49-F238E27FC236}">
                  <a16:creationId xmlns:a16="http://schemas.microsoft.com/office/drawing/2014/main" id="{5734F974-2DE7-993F-9480-2631C8EE79E3}"/>
                </a:ext>
              </a:extLst>
            </p:cNvPr>
            <p:cNvSpPr/>
            <p:nvPr/>
          </p:nvSpPr>
          <p:spPr bwMode="auto">
            <a:xfrm>
              <a:off x="1508248" y="5041068"/>
              <a:ext cx="236531"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8" name="Rectangle 35">
              <a:extLst>
                <a:ext uri="{FF2B5EF4-FFF2-40B4-BE49-F238E27FC236}">
                  <a16:creationId xmlns:a16="http://schemas.microsoft.com/office/drawing/2014/main" id="{D576B539-D253-6663-9CEC-85B13E0A24A7}"/>
                </a:ext>
              </a:extLst>
            </p:cNvPr>
            <p:cNvSpPr/>
            <p:nvPr/>
          </p:nvSpPr>
          <p:spPr bwMode="auto">
            <a:xfrm>
              <a:off x="3163130" y="5041068"/>
              <a:ext cx="236114" cy="232364"/>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39" name="Rectangle 35">
              <a:extLst>
                <a:ext uri="{FF2B5EF4-FFF2-40B4-BE49-F238E27FC236}">
                  <a16:creationId xmlns:a16="http://schemas.microsoft.com/office/drawing/2014/main" id="{229AC2C2-F512-66A6-ED8F-79832D2C6E0F}"/>
                </a:ext>
              </a:extLst>
            </p:cNvPr>
            <p:cNvSpPr/>
            <p:nvPr/>
          </p:nvSpPr>
          <p:spPr bwMode="auto">
            <a:xfrm>
              <a:off x="2690068" y="5041068"/>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0" name="Rectangle 35">
              <a:extLst>
                <a:ext uri="{FF2B5EF4-FFF2-40B4-BE49-F238E27FC236}">
                  <a16:creationId xmlns:a16="http://schemas.microsoft.com/office/drawing/2014/main" id="{7F0BD772-63B5-051A-04EA-537EDA1C0893}"/>
                </a:ext>
              </a:extLst>
            </p:cNvPr>
            <p:cNvSpPr/>
            <p:nvPr/>
          </p:nvSpPr>
          <p:spPr bwMode="auto">
            <a:xfrm>
              <a:off x="2453537" y="5041068"/>
              <a:ext cx="238200"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1" name="Rectangle 35">
              <a:extLst>
                <a:ext uri="{FF2B5EF4-FFF2-40B4-BE49-F238E27FC236}">
                  <a16:creationId xmlns:a16="http://schemas.microsoft.com/office/drawing/2014/main" id="{AFDDB7AF-1BC7-532D-100A-50F350C25696}"/>
                </a:ext>
              </a:extLst>
            </p:cNvPr>
            <p:cNvSpPr/>
            <p:nvPr/>
          </p:nvSpPr>
          <p:spPr bwMode="auto">
            <a:xfrm>
              <a:off x="3636192" y="5041068"/>
              <a:ext cx="236114" cy="231529"/>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2" name="Rectangle 35">
              <a:extLst>
                <a:ext uri="{FF2B5EF4-FFF2-40B4-BE49-F238E27FC236}">
                  <a16:creationId xmlns:a16="http://schemas.microsoft.com/office/drawing/2014/main" id="{9EBBF4EC-05BB-46A6-F0DC-5EC4DBF9B72A}"/>
                </a:ext>
              </a:extLst>
            </p:cNvPr>
            <p:cNvSpPr/>
            <p:nvPr/>
          </p:nvSpPr>
          <p:spPr bwMode="auto">
            <a:xfrm>
              <a:off x="3399661" y="5041068"/>
              <a:ext cx="237782" cy="231947"/>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3" name="Rectangle 35">
              <a:extLst>
                <a:ext uri="{FF2B5EF4-FFF2-40B4-BE49-F238E27FC236}">
                  <a16:creationId xmlns:a16="http://schemas.microsoft.com/office/drawing/2014/main" id="{0162E12A-72F6-F525-DEFE-B3B3388A95E6}"/>
                </a:ext>
              </a:extLst>
            </p:cNvPr>
            <p:cNvSpPr/>
            <p:nvPr/>
          </p:nvSpPr>
          <p:spPr bwMode="auto">
            <a:xfrm>
              <a:off x="1272134" y="5277187"/>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4" name="Rectangle 35">
              <a:extLst>
                <a:ext uri="{FF2B5EF4-FFF2-40B4-BE49-F238E27FC236}">
                  <a16:creationId xmlns:a16="http://schemas.microsoft.com/office/drawing/2014/main" id="{55C0021C-834B-8D37-9675-E6E43E3BE59A}"/>
                </a:ext>
              </a:extLst>
            </p:cNvPr>
            <p:cNvSpPr/>
            <p:nvPr/>
          </p:nvSpPr>
          <p:spPr bwMode="auto">
            <a:xfrm>
              <a:off x="2218258" y="5277187"/>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5" name="Rectangle 35">
              <a:extLst>
                <a:ext uri="{FF2B5EF4-FFF2-40B4-BE49-F238E27FC236}">
                  <a16:creationId xmlns:a16="http://schemas.microsoft.com/office/drawing/2014/main" id="{2E8AB86B-CA7B-F8BF-FAA2-70ACC2A27A42}"/>
                </a:ext>
              </a:extLst>
            </p:cNvPr>
            <p:cNvSpPr/>
            <p:nvPr/>
          </p:nvSpPr>
          <p:spPr bwMode="auto">
            <a:xfrm>
              <a:off x="1981727" y="5277187"/>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6" name="Rectangle 35">
              <a:extLst>
                <a:ext uri="{FF2B5EF4-FFF2-40B4-BE49-F238E27FC236}">
                  <a16:creationId xmlns:a16="http://schemas.microsoft.com/office/drawing/2014/main" id="{9AB3CEEB-B103-A458-C8CF-7054AE44C884}"/>
                </a:ext>
              </a:extLst>
            </p:cNvPr>
            <p:cNvSpPr/>
            <p:nvPr/>
          </p:nvSpPr>
          <p:spPr bwMode="auto">
            <a:xfrm>
              <a:off x="1745196" y="5277187"/>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7" name="Rectangle 35">
              <a:extLst>
                <a:ext uri="{FF2B5EF4-FFF2-40B4-BE49-F238E27FC236}">
                  <a16:creationId xmlns:a16="http://schemas.microsoft.com/office/drawing/2014/main" id="{C20EBF89-F7F0-6FC1-0381-75FADFA6D377}"/>
                </a:ext>
              </a:extLst>
            </p:cNvPr>
            <p:cNvSpPr/>
            <p:nvPr/>
          </p:nvSpPr>
          <p:spPr bwMode="auto">
            <a:xfrm>
              <a:off x="1508665" y="5277187"/>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48" name="Rectangle 35">
              <a:extLst>
                <a:ext uri="{FF2B5EF4-FFF2-40B4-BE49-F238E27FC236}">
                  <a16:creationId xmlns:a16="http://schemas.microsoft.com/office/drawing/2014/main" id="{C7217BCC-875E-319B-46E2-BCF684AEB287}"/>
                </a:ext>
              </a:extLst>
            </p:cNvPr>
            <p:cNvSpPr/>
            <p:nvPr/>
          </p:nvSpPr>
          <p:spPr bwMode="auto">
            <a:xfrm>
              <a:off x="3164381" y="5272598"/>
              <a:ext cx="236114" cy="240707"/>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49" name="Rectangle 35">
              <a:extLst>
                <a:ext uri="{FF2B5EF4-FFF2-40B4-BE49-F238E27FC236}">
                  <a16:creationId xmlns:a16="http://schemas.microsoft.com/office/drawing/2014/main" id="{BDEB6615-98AF-AC7D-289B-D20C12BAED10}"/>
                </a:ext>
              </a:extLst>
            </p:cNvPr>
            <p:cNvSpPr/>
            <p:nvPr/>
          </p:nvSpPr>
          <p:spPr bwMode="auto">
            <a:xfrm>
              <a:off x="2927851" y="5277187"/>
              <a:ext cx="236114" cy="236118"/>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50" name="Rectangle 35">
              <a:extLst>
                <a:ext uri="{FF2B5EF4-FFF2-40B4-BE49-F238E27FC236}">
                  <a16:creationId xmlns:a16="http://schemas.microsoft.com/office/drawing/2014/main" id="{55C48250-AEFC-75DF-25DC-623A491B49A2}"/>
                </a:ext>
              </a:extLst>
            </p:cNvPr>
            <p:cNvSpPr/>
            <p:nvPr/>
          </p:nvSpPr>
          <p:spPr bwMode="auto">
            <a:xfrm>
              <a:off x="2454789" y="5277187"/>
              <a:ext cx="236114" cy="236118"/>
            </a:xfrm>
            <a:prstGeom prst="rect">
              <a:avLst/>
            </a:prstGeom>
            <a:solidFill>
              <a:srgbClr val="1D4E79"/>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51" name="Rectangle 35">
              <a:extLst>
                <a:ext uri="{FF2B5EF4-FFF2-40B4-BE49-F238E27FC236}">
                  <a16:creationId xmlns:a16="http://schemas.microsoft.com/office/drawing/2014/main" id="{FE411F3D-4660-8CF4-BE60-F2BF2ECBB29B}"/>
                </a:ext>
              </a:extLst>
            </p:cNvPr>
            <p:cNvSpPr/>
            <p:nvPr/>
          </p:nvSpPr>
          <p:spPr bwMode="auto">
            <a:xfrm>
              <a:off x="3636192" y="5272598"/>
              <a:ext cx="235697" cy="241124"/>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52" name="Rectangle 35">
              <a:extLst>
                <a:ext uri="{FF2B5EF4-FFF2-40B4-BE49-F238E27FC236}">
                  <a16:creationId xmlns:a16="http://schemas.microsoft.com/office/drawing/2014/main" id="{6D7FEB5C-8554-5DEE-9087-FF9918E12373}"/>
                </a:ext>
              </a:extLst>
            </p:cNvPr>
            <p:cNvSpPr/>
            <p:nvPr/>
          </p:nvSpPr>
          <p:spPr bwMode="auto">
            <a:xfrm>
              <a:off x="3400912" y="5272598"/>
              <a:ext cx="236114" cy="240707"/>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53" name="Rectangle 35">
              <a:extLst>
                <a:ext uri="{FF2B5EF4-FFF2-40B4-BE49-F238E27FC236}">
                  <a16:creationId xmlns:a16="http://schemas.microsoft.com/office/drawing/2014/main" id="{03BA04E8-950B-5B1E-5262-DAF77C805AB2}"/>
                </a:ext>
              </a:extLst>
            </p:cNvPr>
            <p:cNvSpPr/>
            <p:nvPr/>
          </p:nvSpPr>
          <p:spPr bwMode="auto">
            <a:xfrm>
              <a:off x="1270883" y="5509968"/>
              <a:ext cx="237782"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54" name="Rectangle 35">
              <a:extLst>
                <a:ext uri="{FF2B5EF4-FFF2-40B4-BE49-F238E27FC236}">
                  <a16:creationId xmlns:a16="http://schemas.microsoft.com/office/drawing/2014/main" id="{689253E1-14AA-2A37-05B2-695188AA25E3}"/>
                </a:ext>
              </a:extLst>
            </p:cNvPr>
            <p:cNvSpPr/>
            <p:nvPr/>
          </p:nvSpPr>
          <p:spPr bwMode="auto">
            <a:xfrm>
              <a:off x="1982144" y="5509968"/>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55" name="Rectangle 35">
              <a:extLst>
                <a:ext uri="{FF2B5EF4-FFF2-40B4-BE49-F238E27FC236}">
                  <a16:creationId xmlns:a16="http://schemas.microsoft.com/office/drawing/2014/main" id="{2913EF6D-9CD0-40A1-43E6-7C9169093B07}"/>
                </a:ext>
              </a:extLst>
            </p:cNvPr>
            <p:cNvSpPr/>
            <p:nvPr/>
          </p:nvSpPr>
          <p:spPr bwMode="auto">
            <a:xfrm>
              <a:off x="1743528" y="5509968"/>
              <a:ext cx="238200"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56" name="Rectangle 35">
              <a:extLst>
                <a:ext uri="{FF2B5EF4-FFF2-40B4-BE49-F238E27FC236}">
                  <a16:creationId xmlns:a16="http://schemas.microsoft.com/office/drawing/2014/main" id="{A7147172-297E-EC69-F6E7-DB952E5E9EF5}"/>
                </a:ext>
              </a:extLst>
            </p:cNvPr>
            <p:cNvSpPr/>
            <p:nvPr/>
          </p:nvSpPr>
          <p:spPr bwMode="auto">
            <a:xfrm>
              <a:off x="1509083" y="5509968"/>
              <a:ext cx="234445"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57" name="Rectangle 35">
              <a:extLst>
                <a:ext uri="{FF2B5EF4-FFF2-40B4-BE49-F238E27FC236}">
                  <a16:creationId xmlns:a16="http://schemas.microsoft.com/office/drawing/2014/main" id="{3F647109-9556-1548-6A7F-3A6CE4343397}"/>
                </a:ext>
              </a:extLst>
            </p:cNvPr>
            <p:cNvSpPr/>
            <p:nvPr/>
          </p:nvSpPr>
          <p:spPr bwMode="auto">
            <a:xfrm>
              <a:off x="3163130" y="5514556"/>
              <a:ext cx="237782" cy="231529"/>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58" name="Rectangle 35">
              <a:extLst>
                <a:ext uri="{FF2B5EF4-FFF2-40B4-BE49-F238E27FC236}">
                  <a16:creationId xmlns:a16="http://schemas.microsoft.com/office/drawing/2014/main" id="{3394B256-F45C-3DBA-B89F-DE317E9C0C6C}"/>
                </a:ext>
              </a:extLst>
            </p:cNvPr>
            <p:cNvSpPr/>
            <p:nvPr/>
          </p:nvSpPr>
          <p:spPr bwMode="auto">
            <a:xfrm>
              <a:off x="2928268" y="5514556"/>
              <a:ext cx="235279" cy="231529"/>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59" name="Rectangle 35">
              <a:extLst>
                <a:ext uri="{FF2B5EF4-FFF2-40B4-BE49-F238E27FC236}">
                  <a16:creationId xmlns:a16="http://schemas.microsoft.com/office/drawing/2014/main" id="{1C8F73BF-6ABD-1482-84B9-142CD46D1930}"/>
                </a:ext>
              </a:extLst>
            </p:cNvPr>
            <p:cNvSpPr/>
            <p:nvPr/>
          </p:nvSpPr>
          <p:spPr bwMode="auto">
            <a:xfrm>
              <a:off x="2691737" y="5509968"/>
              <a:ext cx="236114" cy="236118"/>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0" name="Rectangle 35">
              <a:extLst>
                <a:ext uri="{FF2B5EF4-FFF2-40B4-BE49-F238E27FC236}">
                  <a16:creationId xmlns:a16="http://schemas.microsoft.com/office/drawing/2014/main" id="{B6E9FB00-429B-B8F5-E4B4-F4F74161F5BD}"/>
                </a:ext>
              </a:extLst>
            </p:cNvPr>
            <p:cNvSpPr/>
            <p:nvPr/>
          </p:nvSpPr>
          <p:spPr bwMode="auto">
            <a:xfrm>
              <a:off x="3636192" y="5514139"/>
              <a:ext cx="236114" cy="231947"/>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61" name="Rectangle 35">
              <a:extLst>
                <a:ext uri="{FF2B5EF4-FFF2-40B4-BE49-F238E27FC236}">
                  <a16:creationId xmlns:a16="http://schemas.microsoft.com/office/drawing/2014/main" id="{42B8D90D-5E60-C159-A034-95EA300C9557}"/>
                </a:ext>
              </a:extLst>
            </p:cNvPr>
            <p:cNvSpPr/>
            <p:nvPr/>
          </p:nvSpPr>
          <p:spPr bwMode="auto">
            <a:xfrm>
              <a:off x="3398409" y="5514556"/>
              <a:ext cx="239034" cy="231529"/>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62" name="Rectangle 35">
              <a:extLst>
                <a:ext uri="{FF2B5EF4-FFF2-40B4-BE49-F238E27FC236}">
                  <a16:creationId xmlns:a16="http://schemas.microsoft.com/office/drawing/2014/main" id="{E1D89D45-B757-DDA5-318A-5FF22E0D6795}"/>
                </a:ext>
              </a:extLst>
            </p:cNvPr>
            <p:cNvSpPr/>
            <p:nvPr/>
          </p:nvSpPr>
          <p:spPr bwMode="auto">
            <a:xfrm>
              <a:off x="2219092" y="574608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3" name="Rectangle 35">
              <a:extLst>
                <a:ext uri="{FF2B5EF4-FFF2-40B4-BE49-F238E27FC236}">
                  <a16:creationId xmlns:a16="http://schemas.microsoft.com/office/drawing/2014/main" id="{4A1357B4-2F9D-14B4-45B7-93CB84469E22}"/>
                </a:ext>
              </a:extLst>
            </p:cNvPr>
            <p:cNvSpPr/>
            <p:nvPr/>
          </p:nvSpPr>
          <p:spPr bwMode="auto">
            <a:xfrm>
              <a:off x="3163130" y="5746086"/>
              <a:ext cx="238617"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4" name="Rectangle 35">
              <a:extLst>
                <a:ext uri="{FF2B5EF4-FFF2-40B4-BE49-F238E27FC236}">
                  <a16:creationId xmlns:a16="http://schemas.microsoft.com/office/drawing/2014/main" id="{040026A4-51DA-350B-6172-1CE33E2C8D23}"/>
                </a:ext>
              </a:extLst>
            </p:cNvPr>
            <p:cNvSpPr/>
            <p:nvPr/>
          </p:nvSpPr>
          <p:spPr bwMode="auto">
            <a:xfrm>
              <a:off x="2929102" y="5746086"/>
              <a:ext cx="234028"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5" name="Rectangle 35">
              <a:extLst>
                <a:ext uri="{FF2B5EF4-FFF2-40B4-BE49-F238E27FC236}">
                  <a16:creationId xmlns:a16="http://schemas.microsoft.com/office/drawing/2014/main" id="{E6EC81B8-945D-C04E-B1C2-CA9EF59DB266}"/>
                </a:ext>
              </a:extLst>
            </p:cNvPr>
            <p:cNvSpPr/>
            <p:nvPr/>
          </p:nvSpPr>
          <p:spPr bwMode="auto">
            <a:xfrm>
              <a:off x="2692154" y="5746086"/>
              <a:ext cx="236531"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6" name="Rectangle 35">
              <a:extLst>
                <a:ext uri="{FF2B5EF4-FFF2-40B4-BE49-F238E27FC236}">
                  <a16:creationId xmlns:a16="http://schemas.microsoft.com/office/drawing/2014/main" id="{53DEFB39-DA81-3397-5854-D7F7763A59B8}"/>
                </a:ext>
              </a:extLst>
            </p:cNvPr>
            <p:cNvSpPr/>
            <p:nvPr/>
          </p:nvSpPr>
          <p:spPr bwMode="auto">
            <a:xfrm>
              <a:off x="2455623" y="574608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7" name="Rectangle 35">
              <a:extLst>
                <a:ext uri="{FF2B5EF4-FFF2-40B4-BE49-F238E27FC236}">
                  <a16:creationId xmlns:a16="http://schemas.microsoft.com/office/drawing/2014/main" id="{F18873B8-612F-5F5D-5DFF-60B32DEFBE41}"/>
                </a:ext>
              </a:extLst>
            </p:cNvPr>
            <p:cNvSpPr/>
            <p:nvPr/>
          </p:nvSpPr>
          <p:spPr bwMode="auto">
            <a:xfrm>
              <a:off x="3636192" y="5746086"/>
              <a:ext cx="23611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8" name="Rectangle 35">
              <a:extLst>
                <a:ext uri="{FF2B5EF4-FFF2-40B4-BE49-F238E27FC236}">
                  <a16:creationId xmlns:a16="http://schemas.microsoft.com/office/drawing/2014/main" id="{DADE66F5-A289-2055-DC25-A9A896DAD2DB}"/>
                </a:ext>
              </a:extLst>
            </p:cNvPr>
            <p:cNvSpPr/>
            <p:nvPr/>
          </p:nvSpPr>
          <p:spPr bwMode="auto">
            <a:xfrm>
              <a:off x="3398826" y="5746086"/>
              <a:ext cx="239034"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69" name="Rectangle 35">
              <a:extLst>
                <a:ext uri="{FF2B5EF4-FFF2-40B4-BE49-F238E27FC236}">
                  <a16:creationId xmlns:a16="http://schemas.microsoft.com/office/drawing/2014/main" id="{5DC9A223-A09F-2C64-E2BB-9CB4E31C41C3}"/>
                </a:ext>
              </a:extLst>
            </p:cNvPr>
            <p:cNvSpPr/>
            <p:nvPr/>
          </p:nvSpPr>
          <p:spPr bwMode="auto">
            <a:xfrm>
              <a:off x="1981310" y="4090755"/>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0" name="Rectangle 35">
              <a:extLst>
                <a:ext uri="{FF2B5EF4-FFF2-40B4-BE49-F238E27FC236}">
                  <a16:creationId xmlns:a16="http://schemas.microsoft.com/office/drawing/2014/main" id="{CA186CF9-A493-09F9-5B59-B50F4983E3F1}"/>
                </a:ext>
              </a:extLst>
            </p:cNvPr>
            <p:cNvSpPr/>
            <p:nvPr/>
          </p:nvSpPr>
          <p:spPr bwMode="auto">
            <a:xfrm>
              <a:off x="1508248" y="4090755"/>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1" name="Rectangle 35">
              <a:extLst>
                <a:ext uri="{FF2B5EF4-FFF2-40B4-BE49-F238E27FC236}">
                  <a16:creationId xmlns:a16="http://schemas.microsoft.com/office/drawing/2014/main" id="{EAB2A59B-9C35-9106-4558-42338B05BF12}"/>
                </a:ext>
              </a:extLst>
            </p:cNvPr>
            <p:cNvSpPr/>
            <p:nvPr/>
          </p:nvSpPr>
          <p:spPr bwMode="auto">
            <a:xfrm>
              <a:off x="2927433" y="4090755"/>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2" name="Rectangle 35">
              <a:extLst>
                <a:ext uri="{FF2B5EF4-FFF2-40B4-BE49-F238E27FC236}">
                  <a16:creationId xmlns:a16="http://schemas.microsoft.com/office/drawing/2014/main" id="{E417A238-2F9A-466C-37FA-7A3B84BB7B3E}"/>
                </a:ext>
              </a:extLst>
            </p:cNvPr>
            <p:cNvSpPr/>
            <p:nvPr/>
          </p:nvSpPr>
          <p:spPr bwMode="auto">
            <a:xfrm>
              <a:off x="2454372" y="4090755"/>
              <a:ext cx="236531" cy="236536"/>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3" name="Rectangle 35">
              <a:extLst>
                <a:ext uri="{FF2B5EF4-FFF2-40B4-BE49-F238E27FC236}">
                  <a16:creationId xmlns:a16="http://schemas.microsoft.com/office/drawing/2014/main" id="{4476B0FF-070B-2F1E-2D4F-31642273ED20}"/>
                </a:ext>
              </a:extLst>
            </p:cNvPr>
            <p:cNvSpPr/>
            <p:nvPr/>
          </p:nvSpPr>
          <p:spPr bwMode="auto">
            <a:xfrm>
              <a:off x="3400495" y="4090755"/>
              <a:ext cx="236531" cy="236536"/>
            </a:xfrm>
            <a:prstGeom prst="rect">
              <a:avLst/>
            </a:prstGeom>
            <a:solidFill>
              <a:srgbClr val="00B05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4" name="Rectangle 35">
              <a:extLst>
                <a:ext uri="{FF2B5EF4-FFF2-40B4-BE49-F238E27FC236}">
                  <a16:creationId xmlns:a16="http://schemas.microsoft.com/office/drawing/2014/main" id="{33B1C7EF-E9E9-03C4-BB78-F0EA9987B7FE}"/>
                </a:ext>
              </a:extLst>
            </p:cNvPr>
            <p:cNvSpPr/>
            <p:nvPr/>
          </p:nvSpPr>
          <p:spPr bwMode="auto">
            <a:xfrm>
              <a:off x="2217424"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5" name="Rectangle 35">
              <a:extLst>
                <a:ext uri="{FF2B5EF4-FFF2-40B4-BE49-F238E27FC236}">
                  <a16:creationId xmlns:a16="http://schemas.microsoft.com/office/drawing/2014/main" id="{0EA63103-CCD9-5D80-59DB-41F33B06078B}"/>
                </a:ext>
              </a:extLst>
            </p:cNvPr>
            <p:cNvSpPr/>
            <p:nvPr/>
          </p:nvSpPr>
          <p:spPr bwMode="auto">
            <a:xfrm>
              <a:off x="1744779" y="4327290"/>
              <a:ext cx="236114"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6" name="Rectangle 35">
              <a:extLst>
                <a:ext uri="{FF2B5EF4-FFF2-40B4-BE49-F238E27FC236}">
                  <a16:creationId xmlns:a16="http://schemas.microsoft.com/office/drawing/2014/main" id="{34C89BA8-8384-EEC6-8409-58A7CF979257}"/>
                </a:ext>
              </a:extLst>
            </p:cNvPr>
            <p:cNvSpPr/>
            <p:nvPr/>
          </p:nvSpPr>
          <p:spPr bwMode="auto">
            <a:xfrm>
              <a:off x="2690903" y="4327290"/>
              <a:ext cx="238200" cy="236118"/>
            </a:xfrm>
            <a:prstGeom prst="rect">
              <a:avLst/>
            </a:prstGeom>
            <a:solidFill>
              <a:srgbClr val="0070C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7" name="Rectangle 35">
              <a:extLst>
                <a:ext uri="{FF2B5EF4-FFF2-40B4-BE49-F238E27FC236}">
                  <a16:creationId xmlns:a16="http://schemas.microsoft.com/office/drawing/2014/main" id="{E9595EB8-A3F3-F91F-3E89-3C3C2472EF39}"/>
                </a:ext>
              </a:extLst>
            </p:cNvPr>
            <p:cNvSpPr/>
            <p:nvPr/>
          </p:nvSpPr>
          <p:spPr bwMode="auto">
            <a:xfrm>
              <a:off x="3871888" y="5982204"/>
              <a:ext cx="237782" cy="236953"/>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8" name="Rectangle 35">
              <a:extLst>
                <a:ext uri="{FF2B5EF4-FFF2-40B4-BE49-F238E27FC236}">
                  <a16:creationId xmlns:a16="http://schemas.microsoft.com/office/drawing/2014/main" id="{37D3DB38-4231-A5B5-CF0B-90BE92E1342E}"/>
                </a:ext>
              </a:extLst>
            </p:cNvPr>
            <p:cNvSpPr/>
            <p:nvPr/>
          </p:nvSpPr>
          <p:spPr bwMode="auto">
            <a:xfrm>
              <a:off x="3873140" y="3381148"/>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79" name="Rectangle 35">
              <a:extLst>
                <a:ext uri="{FF2B5EF4-FFF2-40B4-BE49-F238E27FC236}">
                  <a16:creationId xmlns:a16="http://schemas.microsoft.com/office/drawing/2014/main" id="{331ACBB1-CC94-4A8E-305A-A8B0D8F9444A}"/>
                </a:ext>
              </a:extLst>
            </p:cNvPr>
            <p:cNvSpPr/>
            <p:nvPr/>
          </p:nvSpPr>
          <p:spPr bwMode="auto">
            <a:xfrm>
              <a:off x="3873140" y="3617684"/>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0" name="Rectangle 35">
              <a:extLst>
                <a:ext uri="{FF2B5EF4-FFF2-40B4-BE49-F238E27FC236}">
                  <a16:creationId xmlns:a16="http://schemas.microsoft.com/office/drawing/2014/main" id="{47D702EE-2A2C-BB82-E9BC-933E5AA4BD01}"/>
                </a:ext>
              </a:extLst>
            </p:cNvPr>
            <p:cNvSpPr/>
            <p:nvPr/>
          </p:nvSpPr>
          <p:spPr bwMode="auto">
            <a:xfrm>
              <a:off x="3873140" y="3854219"/>
              <a:ext cx="236531"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1" name="Rectangle 35">
              <a:extLst>
                <a:ext uri="{FF2B5EF4-FFF2-40B4-BE49-F238E27FC236}">
                  <a16:creationId xmlns:a16="http://schemas.microsoft.com/office/drawing/2014/main" id="{0060266B-B4ED-73E1-BB67-5CCD337F75B4}"/>
                </a:ext>
              </a:extLst>
            </p:cNvPr>
            <p:cNvSpPr/>
            <p:nvPr/>
          </p:nvSpPr>
          <p:spPr bwMode="auto">
            <a:xfrm>
              <a:off x="3873140" y="4090337"/>
              <a:ext cx="236531" cy="236953"/>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2" name="Rectangle 35">
              <a:extLst>
                <a:ext uri="{FF2B5EF4-FFF2-40B4-BE49-F238E27FC236}">
                  <a16:creationId xmlns:a16="http://schemas.microsoft.com/office/drawing/2014/main" id="{F892FF1B-4CF4-7F00-5FB6-6EA86DCF7CAB}"/>
                </a:ext>
              </a:extLst>
            </p:cNvPr>
            <p:cNvSpPr/>
            <p:nvPr/>
          </p:nvSpPr>
          <p:spPr bwMode="auto">
            <a:xfrm>
              <a:off x="3873557" y="4327707"/>
              <a:ext cx="236114"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3" name="Rectangle 35">
              <a:extLst>
                <a:ext uri="{FF2B5EF4-FFF2-40B4-BE49-F238E27FC236}">
                  <a16:creationId xmlns:a16="http://schemas.microsoft.com/office/drawing/2014/main" id="{D66EDEF1-6CDC-8A5A-4B83-DBEEB66DF2B2}"/>
                </a:ext>
              </a:extLst>
            </p:cNvPr>
            <p:cNvSpPr/>
            <p:nvPr/>
          </p:nvSpPr>
          <p:spPr bwMode="auto">
            <a:xfrm>
              <a:off x="3873974" y="4563826"/>
              <a:ext cx="235697"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4" name="Rectangle 35">
              <a:extLst>
                <a:ext uri="{FF2B5EF4-FFF2-40B4-BE49-F238E27FC236}">
                  <a16:creationId xmlns:a16="http://schemas.microsoft.com/office/drawing/2014/main" id="{11868432-9993-F632-9713-427A47DC74F9}"/>
                </a:ext>
              </a:extLst>
            </p:cNvPr>
            <p:cNvSpPr/>
            <p:nvPr/>
          </p:nvSpPr>
          <p:spPr bwMode="auto">
            <a:xfrm>
              <a:off x="3874391" y="4799944"/>
              <a:ext cx="235279" cy="236536"/>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5" name="Rectangle 35">
              <a:extLst>
                <a:ext uri="{FF2B5EF4-FFF2-40B4-BE49-F238E27FC236}">
                  <a16:creationId xmlns:a16="http://schemas.microsoft.com/office/drawing/2014/main" id="{67E14E92-962C-39E7-DCF3-89E27241D4C2}"/>
                </a:ext>
              </a:extLst>
            </p:cNvPr>
            <p:cNvSpPr/>
            <p:nvPr/>
          </p:nvSpPr>
          <p:spPr bwMode="auto">
            <a:xfrm>
              <a:off x="3872305" y="5036479"/>
              <a:ext cx="238617" cy="236118"/>
            </a:xfrm>
            <a:prstGeom prst="rect">
              <a:avLst/>
            </a:prstGeom>
            <a:solidFill>
              <a:srgbClr val="00B0F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6" name="Rectangle 35">
              <a:extLst>
                <a:ext uri="{FF2B5EF4-FFF2-40B4-BE49-F238E27FC236}">
                  <a16:creationId xmlns:a16="http://schemas.microsoft.com/office/drawing/2014/main" id="{8499F0F7-A5CE-712B-2D89-27F76F74E4A2}"/>
                </a:ext>
              </a:extLst>
            </p:cNvPr>
            <p:cNvSpPr/>
            <p:nvPr/>
          </p:nvSpPr>
          <p:spPr bwMode="auto">
            <a:xfrm>
              <a:off x="3874391" y="5272598"/>
              <a:ext cx="236531" cy="241124"/>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87" name="Rectangle 35">
              <a:extLst>
                <a:ext uri="{FF2B5EF4-FFF2-40B4-BE49-F238E27FC236}">
                  <a16:creationId xmlns:a16="http://schemas.microsoft.com/office/drawing/2014/main" id="{2A4ECE8B-043D-CB12-B7D5-1305792872D0}"/>
                </a:ext>
              </a:extLst>
            </p:cNvPr>
            <p:cNvSpPr/>
            <p:nvPr/>
          </p:nvSpPr>
          <p:spPr bwMode="auto">
            <a:xfrm>
              <a:off x="3871888" y="5512888"/>
              <a:ext cx="237782" cy="233198"/>
            </a:xfrm>
            <a:prstGeom prst="rect">
              <a:avLst/>
            </a:prstGeom>
            <a:solidFill>
              <a:srgbClr val="FF0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FF0000"/>
                </a:solidFill>
                <a:effectLst/>
                <a:uLnTx/>
                <a:uFillTx/>
                <a:latin typeface="Times New Roman" panose="02020603050405020304" pitchFamily="18" charset="0"/>
                <a:ea typeface="+mn-ea"/>
                <a:cs typeface="Times New Roman" panose="02020603050405020304" pitchFamily="18" charset="0"/>
              </a:endParaRPr>
            </a:p>
          </p:txBody>
        </p:sp>
        <p:sp>
          <p:nvSpPr>
            <p:cNvPr id="188" name="Rectangle 35">
              <a:extLst>
                <a:ext uri="{FF2B5EF4-FFF2-40B4-BE49-F238E27FC236}">
                  <a16:creationId xmlns:a16="http://schemas.microsoft.com/office/drawing/2014/main" id="{33337268-47A1-8A2A-04B3-4DCD926DEB23}"/>
                </a:ext>
              </a:extLst>
            </p:cNvPr>
            <p:cNvSpPr/>
            <p:nvPr/>
          </p:nvSpPr>
          <p:spPr bwMode="auto">
            <a:xfrm>
              <a:off x="3871888" y="5747337"/>
              <a:ext cx="237782" cy="236118"/>
            </a:xfrm>
            <a:prstGeom prst="rect">
              <a:avLst/>
            </a:prstGeom>
            <a:solidFill>
              <a:srgbClr val="FFC000"/>
            </a:solidFill>
            <a:ln w="12700" cap="flat" cmpd="sng" algn="ctr">
              <a:solidFill>
                <a:schemeClr val="tx1"/>
              </a:solidFill>
              <a:prstDash val="solid"/>
              <a:round/>
              <a:headEnd type="none" w="med" len="med"/>
              <a:tailEnd type="none" w="med" len="med"/>
            </a:ln>
            <a:effectLst/>
          </p:spPr>
          <p:txBody>
            <a:bodyPr vert="horz" wrap="none" lIns="91440" tIns="45720" rIns="91440" bIns="45720" numCol="1" rtlCol="0" anchor="ctr" anchorCtr="0" compatLnSpc="1"/>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1800" b="1" i="0" u="none" strike="noStrike" kern="1200" cap="none" spc="0" normalizeH="0" baseline="0" noProof="0" dirty="0">
                <a:ln>
                  <a:noFill/>
                </a:ln>
                <a:solidFill>
                  <a:srgbClr val="000000"/>
                </a:solidFill>
                <a:effectLst/>
                <a:uLnTx/>
                <a:uFillTx/>
                <a:latin typeface="Times New Roman" panose="02020603050405020304" pitchFamily="18" charset="0"/>
                <a:ea typeface="+mn-ea"/>
                <a:cs typeface="Times New Roman" panose="02020603050405020304" pitchFamily="18" charset="0"/>
              </a:endParaRPr>
            </a:p>
          </p:txBody>
        </p:sp>
        <p:sp>
          <p:nvSpPr>
            <p:cNvPr id="18" name="文本框 215">
              <a:extLst>
                <a:ext uri="{FF2B5EF4-FFF2-40B4-BE49-F238E27FC236}">
                  <a16:creationId xmlns:a16="http://schemas.microsoft.com/office/drawing/2014/main" id="{818CB1DA-688F-C05D-5B4B-CA70D7D4EC2B}"/>
                </a:ext>
              </a:extLst>
            </p:cNvPr>
            <p:cNvSpPr txBox="1"/>
            <p:nvPr/>
          </p:nvSpPr>
          <p:spPr>
            <a:xfrm>
              <a:off x="945913" y="5977198"/>
              <a:ext cx="436769"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11</a:t>
              </a:r>
            </a:p>
          </p:txBody>
        </p:sp>
        <p:sp>
          <p:nvSpPr>
            <p:cNvPr id="19" name="文本框 216">
              <a:extLst>
                <a:ext uri="{FF2B5EF4-FFF2-40B4-BE49-F238E27FC236}">
                  <a16:creationId xmlns:a16="http://schemas.microsoft.com/office/drawing/2014/main" id="{2CBB8970-3483-59C9-2757-C75A96A05C6E}"/>
                </a:ext>
              </a:extLst>
            </p:cNvPr>
            <p:cNvSpPr txBox="1"/>
            <p:nvPr/>
          </p:nvSpPr>
          <p:spPr>
            <a:xfrm>
              <a:off x="1067215" y="3381148"/>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0</a:t>
              </a:r>
            </a:p>
          </p:txBody>
        </p:sp>
        <p:sp>
          <p:nvSpPr>
            <p:cNvPr id="20" name="文本框 217">
              <a:extLst>
                <a:ext uri="{FF2B5EF4-FFF2-40B4-BE49-F238E27FC236}">
                  <a16:creationId xmlns:a16="http://schemas.microsoft.com/office/drawing/2014/main" id="{9A3565E3-AB37-1F35-C8D5-821DE89DE359}"/>
                </a:ext>
              </a:extLst>
            </p:cNvPr>
            <p:cNvSpPr txBox="1"/>
            <p:nvPr/>
          </p:nvSpPr>
          <p:spPr>
            <a:xfrm>
              <a:off x="1067215" y="3614763"/>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a:t>
              </a:r>
            </a:p>
          </p:txBody>
        </p:sp>
        <p:sp>
          <p:nvSpPr>
            <p:cNvPr id="21" name="文本框 218">
              <a:extLst>
                <a:ext uri="{FF2B5EF4-FFF2-40B4-BE49-F238E27FC236}">
                  <a16:creationId xmlns:a16="http://schemas.microsoft.com/office/drawing/2014/main" id="{FEC4F4A4-FA95-949D-77D3-BBCBCD936B92}"/>
                </a:ext>
              </a:extLst>
            </p:cNvPr>
            <p:cNvSpPr txBox="1"/>
            <p:nvPr/>
          </p:nvSpPr>
          <p:spPr>
            <a:xfrm>
              <a:off x="1067215" y="3848378"/>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2</a:t>
              </a:r>
            </a:p>
          </p:txBody>
        </p:sp>
        <p:sp>
          <p:nvSpPr>
            <p:cNvPr id="22" name="文本框 219">
              <a:extLst>
                <a:ext uri="{FF2B5EF4-FFF2-40B4-BE49-F238E27FC236}">
                  <a16:creationId xmlns:a16="http://schemas.microsoft.com/office/drawing/2014/main" id="{11880732-1339-5650-8E2B-7B41831FE5A9}"/>
                </a:ext>
              </a:extLst>
            </p:cNvPr>
            <p:cNvSpPr txBox="1"/>
            <p:nvPr/>
          </p:nvSpPr>
          <p:spPr>
            <a:xfrm>
              <a:off x="1067215" y="4085331"/>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3</a:t>
              </a:r>
            </a:p>
          </p:txBody>
        </p:sp>
        <p:sp>
          <p:nvSpPr>
            <p:cNvPr id="23" name="文本框 220">
              <a:extLst>
                <a:ext uri="{FF2B5EF4-FFF2-40B4-BE49-F238E27FC236}">
                  <a16:creationId xmlns:a16="http://schemas.microsoft.com/office/drawing/2014/main" id="{31F8AA7B-7C1F-3739-7F70-6579897F600A}"/>
                </a:ext>
              </a:extLst>
            </p:cNvPr>
            <p:cNvSpPr txBox="1"/>
            <p:nvPr/>
          </p:nvSpPr>
          <p:spPr>
            <a:xfrm>
              <a:off x="1067215" y="4327707"/>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4</a:t>
              </a:r>
            </a:p>
          </p:txBody>
        </p:sp>
        <p:sp>
          <p:nvSpPr>
            <p:cNvPr id="24" name="文本框 221">
              <a:extLst>
                <a:ext uri="{FF2B5EF4-FFF2-40B4-BE49-F238E27FC236}">
                  <a16:creationId xmlns:a16="http://schemas.microsoft.com/office/drawing/2014/main" id="{E8A7ABE4-5FF8-0EA8-DF1E-6540636FDB14}"/>
                </a:ext>
              </a:extLst>
            </p:cNvPr>
            <p:cNvSpPr txBox="1"/>
            <p:nvPr/>
          </p:nvSpPr>
          <p:spPr>
            <a:xfrm>
              <a:off x="1067215" y="4557985"/>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5</a:t>
              </a:r>
            </a:p>
          </p:txBody>
        </p:sp>
        <p:sp>
          <p:nvSpPr>
            <p:cNvPr id="25" name="文本框 222">
              <a:extLst>
                <a:ext uri="{FF2B5EF4-FFF2-40B4-BE49-F238E27FC236}">
                  <a16:creationId xmlns:a16="http://schemas.microsoft.com/office/drawing/2014/main" id="{28C402DA-E3E0-76BA-41E2-FB849CF72C41}"/>
                </a:ext>
              </a:extLst>
            </p:cNvPr>
            <p:cNvSpPr txBox="1"/>
            <p:nvPr/>
          </p:nvSpPr>
          <p:spPr>
            <a:xfrm>
              <a:off x="1067215" y="4794520"/>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6</a:t>
              </a:r>
            </a:p>
          </p:txBody>
        </p:sp>
        <p:sp>
          <p:nvSpPr>
            <p:cNvPr id="26" name="文本框 223">
              <a:extLst>
                <a:ext uri="{FF2B5EF4-FFF2-40B4-BE49-F238E27FC236}">
                  <a16:creationId xmlns:a16="http://schemas.microsoft.com/office/drawing/2014/main" id="{0DDD4D5C-0293-E136-C9FC-97103DF17D4A}"/>
                </a:ext>
              </a:extLst>
            </p:cNvPr>
            <p:cNvSpPr txBox="1"/>
            <p:nvPr/>
          </p:nvSpPr>
          <p:spPr>
            <a:xfrm>
              <a:off x="1067215" y="5041068"/>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7</a:t>
              </a:r>
            </a:p>
          </p:txBody>
        </p:sp>
        <p:sp>
          <p:nvSpPr>
            <p:cNvPr id="27" name="文本框 224">
              <a:extLst>
                <a:ext uri="{FF2B5EF4-FFF2-40B4-BE49-F238E27FC236}">
                  <a16:creationId xmlns:a16="http://schemas.microsoft.com/office/drawing/2014/main" id="{87E37076-EE5B-3958-8942-2A2AEE1F3E2F}"/>
                </a:ext>
              </a:extLst>
            </p:cNvPr>
            <p:cNvSpPr txBox="1"/>
            <p:nvPr/>
          </p:nvSpPr>
          <p:spPr>
            <a:xfrm>
              <a:off x="1067215" y="5268009"/>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8</a:t>
              </a:r>
            </a:p>
          </p:txBody>
        </p:sp>
        <p:sp>
          <p:nvSpPr>
            <p:cNvPr id="28" name="文本框 225">
              <a:extLst>
                <a:ext uri="{FF2B5EF4-FFF2-40B4-BE49-F238E27FC236}">
                  <a16:creationId xmlns:a16="http://schemas.microsoft.com/office/drawing/2014/main" id="{2134CE2A-6277-10F3-3648-3B866015CF9B}"/>
                </a:ext>
              </a:extLst>
            </p:cNvPr>
            <p:cNvSpPr txBox="1"/>
            <p:nvPr/>
          </p:nvSpPr>
          <p:spPr>
            <a:xfrm>
              <a:off x="1067215" y="5504127"/>
              <a:ext cx="179380"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dirty="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9</a:t>
              </a:r>
            </a:p>
          </p:txBody>
        </p:sp>
        <p:sp>
          <p:nvSpPr>
            <p:cNvPr id="29" name="文本框 226">
              <a:extLst>
                <a:ext uri="{FF2B5EF4-FFF2-40B4-BE49-F238E27FC236}">
                  <a16:creationId xmlns:a16="http://schemas.microsoft.com/office/drawing/2014/main" id="{73781210-C68F-5C89-A24D-24F0A8AAAD0C}"/>
                </a:ext>
              </a:extLst>
            </p:cNvPr>
            <p:cNvSpPr txBox="1"/>
            <p:nvPr/>
          </p:nvSpPr>
          <p:spPr>
            <a:xfrm>
              <a:off x="945079" y="5746086"/>
              <a:ext cx="435517" cy="306620"/>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sz="14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Times New Roman" panose="02020603050405020304" pitchFamily="18" charset="0"/>
                </a:rPr>
                <a:t>10</a:t>
              </a:r>
            </a:p>
          </p:txBody>
        </p:sp>
        <p:sp>
          <p:nvSpPr>
            <p:cNvPr id="566" name="文本框 565">
              <a:extLst>
                <a:ext uri="{FF2B5EF4-FFF2-40B4-BE49-F238E27FC236}">
                  <a16:creationId xmlns:a16="http://schemas.microsoft.com/office/drawing/2014/main" id="{62631B14-DD20-A342-1650-2C3619771183}"/>
                </a:ext>
              </a:extLst>
            </p:cNvPr>
            <p:cNvSpPr txBox="1"/>
            <p:nvPr/>
          </p:nvSpPr>
          <p:spPr>
            <a:xfrm>
              <a:off x="3595663" y="2858470"/>
              <a:ext cx="351378" cy="369332"/>
            </a:xfrm>
            <a:prstGeom prst="rect">
              <a:avLst/>
            </a:prstGeom>
            <a:noFill/>
          </p:spPr>
          <p:txBody>
            <a:bodyPr wrap="none" rtlCol="0">
              <a:spAutoFit/>
            </a:bodyPr>
            <a:lstStyle/>
            <a:p>
              <a:r>
                <a:rPr kumimoji="1" lang="en-US" altLang="zh-CN" dirty="0"/>
                <a:t>A</a:t>
              </a:r>
              <a:endParaRPr kumimoji="1" lang="zh-CN" altLang="en-US" dirty="0"/>
            </a:p>
          </p:txBody>
        </p:sp>
        <p:sp>
          <p:nvSpPr>
            <p:cNvPr id="567" name="文本框 566">
              <a:extLst>
                <a:ext uri="{FF2B5EF4-FFF2-40B4-BE49-F238E27FC236}">
                  <a16:creationId xmlns:a16="http://schemas.microsoft.com/office/drawing/2014/main" id="{B452DC2D-8DC5-3FA6-8C67-997F7E00035F}"/>
                </a:ext>
              </a:extLst>
            </p:cNvPr>
            <p:cNvSpPr txBox="1"/>
            <p:nvPr/>
          </p:nvSpPr>
          <p:spPr>
            <a:xfrm>
              <a:off x="686729" y="5676976"/>
              <a:ext cx="351378" cy="369332"/>
            </a:xfrm>
            <a:prstGeom prst="rect">
              <a:avLst/>
            </a:prstGeom>
            <a:noFill/>
          </p:spPr>
          <p:txBody>
            <a:bodyPr wrap="none" rtlCol="0">
              <a:spAutoFit/>
            </a:bodyPr>
            <a:lstStyle/>
            <a:p>
              <a:r>
                <a:rPr kumimoji="1" lang="en-US" altLang="zh-CN" dirty="0"/>
                <a:t>B</a:t>
              </a:r>
              <a:endParaRPr kumimoji="1" lang="zh-CN" altLang="en-US" dirty="0"/>
            </a:p>
          </p:txBody>
        </p:sp>
      </p:grpSp>
    </p:spTree>
    <p:extLst>
      <p:ext uri="{BB962C8B-B14F-4D97-AF65-F5344CB8AC3E}">
        <p14:creationId xmlns:p14="http://schemas.microsoft.com/office/powerpoint/2010/main" val="113124066"/>
      </p:ext>
    </p:extLst>
  </p:cSld>
  <p:clrMapOvr>
    <a:masterClrMapping/>
  </p:clrMapOvr>
</p:sld>
</file>

<file path=ppt/theme/theme1.xml><?xml version="1.0" encoding="utf-8"?>
<a:theme xmlns:a="http://schemas.openxmlformats.org/drawingml/2006/main" name="1_BriansTemplate">
  <a:themeElements>
    <a:clrScheme name="Brian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经典">
      <a:majorFont>
        <a:latin typeface="Arial"/>
        <a:ea typeface=""/>
        <a:cs typeface=""/>
        <a:font script="Jpan" typeface="ＭＳ Ｐゴシック"/>
        <a:font script="Hang" typeface="돋움"/>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Times New Roman"/>
        <a:ea typeface=""/>
        <a:cs typeface=""/>
        <a:font script="Jpan" typeface="ＭＳ Ｐ明朝"/>
        <a:font script="Hang" typeface="바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defRPr>
        </a:defPPr>
      </a:lstStyle>
    </a:spDef>
    <a:lnDef>
      <a:spPr bwMode="auto">
        <a:xfrm>
          <a:off x="0" y="0"/>
          <a:ext cx="1" cy="1"/>
        </a:xfrm>
        <a:custGeom>
          <a:avLst/>
          <a:gdLst/>
          <a:ahLst/>
          <a:cxnLst/>
          <a:rect l="0" t="0" r="0" b="0"/>
          <a:pathLst/>
        </a:custGeom>
        <a:solidFill>
          <a:schemeClr val="accent1"/>
        </a:solidFill>
        <a:ln w="127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non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0" lang="en-US" altLang="zh-CN" sz="1800" b="0" i="0" u="none" strike="noStrike" cap="none" normalizeH="0" baseline="0" smtClean="0">
            <a:ln>
              <a:noFill/>
            </a:ln>
            <a:solidFill>
              <a:schemeClr val="tx1"/>
            </a:solidFill>
            <a:effectLst/>
            <a:latin typeface="Arial" panose="020B0604020202020204" pitchFamily="34" charset="0"/>
          </a:defRPr>
        </a:defPPr>
      </a:lstStyle>
    </a:lnDef>
  </a:objectDefaults>
  <a:extraClrSchemeLst>
    <a:extraClrScheme>
      <a:clrScheme name="BriansTemplate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riansTemplate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riansTemplate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riansTemplate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riansTemplate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riansTemplate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riansTemplate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riansTemplate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riansTemplate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riansTemplate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riansTemplate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riansTemplate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487</TotalTime>
  <Words>1346</Words>
  <Application>Microsoft Office PowerPoint</Application>
  <PresentationFormat>全屏显示(4:3)</PresentationFormat>
  <Paragraphs>333</Paragraphs>
  <Slides>12</Slides>
  <Notes>0</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12</vt:i4>
      </vt:variant>
    </vt:vector>
  </HeadingPairs>
  <TitlesOfParts>
    <vt:vector size="21" baseType="lpstr">
      <vt:lpstr>等线</vt:lpstr>
      <vt:lpstr>宋体</vt:lpstr>
      <vt:lpstr>Arial</vt:lpstr>
      <vt:lpstr>Bell MT</vt:lpstr>
      <vt:lpstr>Cambria Math</vt:lpstr>
      <vt:lpstr>Centaur</vt:lpstr>
      <vt:lpstr>Times New Roman</vt:lpstr>
      <vt:lpstr>Wingdings 2</vt:lpstr>
      <vt:lpstr>1_BriansTemplate</vt:lpstr>
      <vt:lpstr>课后习题</vt:lpstr>
      <vt:lpstr>课后习题</vt:lpstr>
      <vt:lpstr>课后习题</vt:lpstr>
      <vt:lpstr>课后习题</vt:lpstr>
      <vt:lpstr>课后习题</vt:lpstr>
      <vt:lpstr>课后习题</vt:lpstr>
      <vt:lpstr>课后习题</vt:lpstr>
      <vt:lpstr>课后习题</vt:lpstr>
      <vt:lpstr>课后习题</vt:lpstr>
      <vt:lpstr>课后习题</vt:lpstr>
      <vt:lpstr>课后习题</vt:lpstr>
      <vt:lpstr>课后习题</vt:lpstr>
    </vt:vector>
  </TitlesOfParts>
  <Company>user</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Yoyo Liu</dc:creator>
  <cp:lastModifiedBy>考 张</cp:lastModifiedBy>
  <cp:revision>1049</cp:revision>
  <dcterms:created xsi:type="dcterms:W3CDTF">2021-03-04T11:35:40Z</dcterms:created>
  <dcterms:modified xsi:type="dcterms:W3CDTF">2024-04-24T03:25:25Z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2052-2.8.1.4649</vt:lpwstr>
  </property>
</Properties>
</file>