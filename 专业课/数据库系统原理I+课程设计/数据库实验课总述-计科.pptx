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66" r:id="rId4"/>
    <p:sldId id="26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4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FE741-9DF2-4484-8516-5C9333A76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F1CBE-620D-4AE3-A40A-F650EE994A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26"/>
          <p:cNvSpPr>
            <a:spLocks noChangeArrowheads="1"/>
          </p:cNvSpPr>
          <p:nvPr/>
        </p:nvSpPr>
        <p:spPr bwMode="auto">
          <a:xfrm>
            <a:off x="1543396" y="1241252"/>
            <a:ext cx="9587820" cy="685800"/>
          </a:xfrm>
          <a:prstGeom prst="bevel">
            <a:avLst>
              <a:gd name="adj" fmla="val 12500"/>
            </a:avLst>
          </a:prstGeom>
          <a:noFill/>
          <a:ln w="25400">
            <a:noFill/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CN" sz="6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1" lang="zh-CN" altLang="en-US" sz="6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数据库系统原理</a:t>
            </a:r>
            <a:r>
              <a:rPr kumimoji="1" lang="en-US" altLang="zh-CN" sz="6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kumimoji="1" lang="zh-CN" altLang="en-US" sz="6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实验课</a:t>
            </a:r>
            <a:endParaRPr kumimoji="1" lang="zh-CN" altLang="en-US" sz="60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89614" y="2585258"/>
            <a:ext cx="5735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课程性质：必修</a:t>
            </a:r>
            <a:endParaRPr kumimoji="1" lang="en-US" altLang="zh-CN" sz="24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kumimoji="1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课程类别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：课程实验</a:t>
            </a:r>
            <a:endParaRPr kumimoji="1" lang="en-US" altLang="zh-CN" sz="24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kumimoji="1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学   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时：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16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学时</a:t>
            </a:r>
            <a:endParaRPr kumimoji="1" lang="zh-CN" altLang="en-US" sz="24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81436" y="4954496"/>
            <a:ext cx="87117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任课教师：孙亚杰</a:t>
            </a:r>
            <a:r>
              <a:rPr kumimoji="1"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 </a:t>
            </a:r>
            <a:r>
              <a:rPr kumimoji="1"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2024-2025</a:t>
            </a:r>
            <a:r>
              <a:rPr kumimoji="1"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学年第</a:t>
            </a:r>
            <a:r>
              <a:rPr kumimoji="1"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学期</a:t>
            </a:r>
            <a:endParaRPr kumimoji="1" lang="zh-CN" altLang="en-US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558925" y="1196975"/>
          <a:ext cx="9217025" cy="4535487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655170"/>
                <a:gridCol w="1655170"/>
                <a:gridCol w="1655170"/>
                <a:gridCol w="1655170"/>
                <a:gridCol w="2596345"/>
              </a:tblGrid>
              <a:tr h="50394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上课周次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28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日期</a:t>
                      </a:r>
                      <a:endParaRPr lang="zh-CN" altLang="en-US" sz="2800" b="1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星期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节次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教室名称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b"/>
                </a:tc>
              </a:tr>
              <a:tr h="503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周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2024.4.07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星期一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3-4</a:t>
                      </a:r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节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长望楼</a:t>
                      </a:r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</a:t>
                      </a:r>
                      <a:endParaRPr lang="en-US" altLang="zh-C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</a:tr>
              <a:tr h="503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周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2024.4.14</a:t>
                      </a:r>
                      <a:endParaRPr lang="zh-CN" altLang="en-US" sz="2800" b="1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星期一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3-4</a:t>
                      </a:r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节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长望楼</a:t>
                      </a:r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</a:t>
                      </a:r>
                      <a:endParaRPr lang="en-US" altLang="zh-C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</a:tr>
              <a:tr h="503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周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2024.4.21</a:t>
                      </a:r>
                      <a:endParaRPr lang="zh-CN" altLang="en-US" sz="2800" b="1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星期一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3-4</a:t>
                      </a:r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节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长望楼</a:t>
                      </a:r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</a:t>
                      </a:r>
                      <a:endParaRPr lang="en-US" altLang="zh-C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</a:tr>
              <a:tr h="503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周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2024.4.28</a:t>
                      </a:r>
                      <a:endParaRPr lang="zh-CN" altLang="en-US" sz="2800" b="1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星期一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3-4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节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长望楼</a:t>
                      </a:r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</a:t>
                      </a:r>
                      <a:endParaRPr lang="en-US" altLang="zh-C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</a:tr>
              <a:tr h="503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周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2024.5.05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星期一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3-4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节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长望楼</a:t>
                      </a:r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</a:t>
                      </a:r>
                      <a:endParaRPr lang="en-US" altLang="zh-C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</a:tr>
              <a:tr h="503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周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2024.5.12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星期一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3-4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节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长望楼</a:t>
                      </a:r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</a:t>
                      </a:r>
                      <a:endParaRPr lang="en-US" altLang="zh-C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</a:tr>
              <a:tr h="503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周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2024.5.19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星期一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3-4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节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长望楼</a:t>
                      </a:r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302</a:t>
                      </a:r>
                      <a:endParaRPr lang="en-US" altLang="zh-C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</a:tr>
              <a:tr h="5039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周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2024.5.26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星期一</a:t>
                      </a:r>
                      <a:endParaRPr lang="zh-CN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3-4</a:t>
                      </a:r>
                      <a:r>
                        <a:rPr lang="zh-CN" alt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节</a:t>
                      </a:r>
                      <a:endParaRPr lang="zh-CN" altLang="en-US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长望楼</a:t>
                      </a:r>
                      <a:r>
                        <a:rPr lang="en-US" altLang="zh-C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</a:t>
                      </a:r>
                      <a:endParaRPr lang="en-US" altLang="zh-C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2" marB="0" anchor="ctr"/>
                </a:tc>
              </a:tr>
            </a:tbl>
          </a:graphicData>
        </a:graphic>
      </p:graphicFrame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4711700" y="188913"/>
            <a:ext cx="32718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>
                <a:solidFill>
                  <a:srgbClr val="0033CC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课程实验安排</a:t>
            </a:r>
            <a:endParaRPr lang="zh-CN" altLang="en-US" sz="4000" b="1">
              <a:solidFill>
                <a:srgbClr val="0033CC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008" y="844781"/>
            <a:ext cx="6172200" cy="5629275"/>
          </a:xfrm>
          <a:prstGeom prst="rect">
            <a:avLst/>
          </a:prstGeom>
        </p:spPr>
      </p:pic>
      <p:sp>
        <p:nvSpPr>
          <p:cNvPr id="3" name="AutoShape 1026"/>
          <p:cNvSpPr>
            <a:spLocks noChangeArrowheads="1"/>
          </p:cNvSpPr>
          <p:nvPr/>
        </p:nvSpPr>
        <p:spPr bwMode="auto">
          <a:xfrm>
            <a:off x="309937" y="119224"/>
            <a:ext cx="4218520" cy="685800"/>
          </a:xfrm>
          <a:prstGeom prst="bevel">
            <a:avLst>
              <a:gd name="adj" fmla="val 12500"/>
            </a:avLst>
          </a:prstGeom>
          <a:noFill/>
          <a:ln w="25400">
            <a:noFill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实验课内容安排</a:t>
            </a:r>
            <a:endParaRPr kumimoji="1" lang="zh-CN" altLang="en-US" sz="36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5799" y="786750"/>
            <a:ext cx="5400675" cy="575519"/>
          </a:xfrm>
          <a:prstGeom prst="rect">
            <a:avLst/>
          </a:prstGeom>
          <a:noFill/>
          <a:ln w="412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6086474" y="1076538"/>
            <a:ext cx="873126" cy="5583"/>
          </a:xfrm>
          <a:prstGeom prst="line">
            <a:avLst/>
          </a:prstGeom>
          <a:ln w="412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959601" y="696686"/>
            <a:ext cx="4342882" cy="62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参考</a:t>
            </a:r>
            <a:r>
              <a:rPr lang="en-US" altLang="zh-CN" sz="2000" b="1" dirty="0" smtClean="0"/>
              <a:t>PPT</a:t>
            </a:r>
            <a:r>
              <a:rPr lang="zh-CN" altLang="en-US" sz="2000" b="1" dirty="0" smtClean="0"/>
              <a:t>和线上课程，根据要求自行完成，无须提交实验报告</a:t>
            </a:r>
            <a:endParaRPr lang="zh-CN" altLang="en-US" sz="2000" b="1" dirty="0"/>
          </a:p>
        </p:txBody>
      </p:sp>
      <p:sp>
        <p:nvSpPr>
          <p:cNvPr id="8" name="右大括号 7"/>
          <p:cNvSpPr/>
          <p:nvPr/>
        </p:nvSpPr>
        <p:spPr>
          <a:xfrm>
            <a:off x="6429749" y="1499948"/>
            <a:ext cx="354459" cy="2680166"/>
          </a:xfrm>
          <a:prstGeom prst="rightBrace">
            <a:avLst/>
          </a:prstGeom>
          <a:ln w="349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5735627" y="5486065"/>
            <a:ext cx="1266492" cy="4764"/>
          </a:xfrm>
          <a:prstGeom prst="line">
            <a:avLst/>
          </a:prstGeom>
          <a:ln w="412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006974" y="2280719"/>
            <a:ext cx="4505218" cy="34047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 smtClean="0"/>
              <a:t>提交实验报告</a:t>
            </a:r>
            <a:endParaRPr lang="zh-CN" altLang="en-US" sz="3600" b="1" dirty="0"/>
          </a:p>
        </p:txBody>
      </p:sp>
      <p:sp>
        <p:nvSpPr>
          <p:cNvPr id="11" name="矩形 10"/>
          <p:cNvSpPr/>
          <p:nvPr/>
        </p:nvSpPr>
        <p:spPr>
          <a:xfrm>
            <a:off x="685799" y="1490894"/>
            <a:ext cx="5400675" cy="2689220"/>
          </a:xfrm>
          <a:prstGeom prst="rect">
            <a:avLst/>
          </a:prstGeom>
          <a:noFill/>
          <a:ln w="412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53127" y="5324666"/>
            <a:ext cx="5090781" cy="571284"/>
          </a:xfrm>
          <a:prstGeom prst="rect">
            <a:avLst/>
          </a:prstGeom>
          <a:noFill/>
          <a:ln w="412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WPS 演示</Application>
  <PresentationFormat>宽屏</PresentationFormat>
  <Paragraphs>106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华文中宋</vt:lpstr>
      <vt:lpstr>楷体</vt:lpstr>
      <vt:lpstr>Times New Roman</vt:lpstr>
      <vt:lpstr>等线</vt:lpstr>
      <vt:lpstr>Verdana</vt:lpstr>
      <vt:lpstr>黑体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yhgu</dc:creator>
  <cp:lastModifiedBy>孙亚杰</cp:lastModifiedBy>
  <cp:revision>36</cp:revision>
  <dcterms:created xsi:type="dcterms:W3CDTF">2023-03-15T02:21:00Z</dcterms:created>
  <dcterms:modified xsi:type="dcterms:W3CDTF">2025-04-06T14:37:27Z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2F40C340A9304F12BF6341AB0C8A2903_12</vt:lpwstr>
  </property>
  <property fmtid="{D5CDD505-2E9C-101B-9397-08002B2CF9AE}" pid="3" name="KSOProductBuildVer">
    <vt:lpwstr>2052-12.1.0.20784</vt:lpwstr>
  </property>
</Properties>
</file>