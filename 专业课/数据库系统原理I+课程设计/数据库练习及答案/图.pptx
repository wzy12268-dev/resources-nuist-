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DEFCA-EB25-471D-9C05-82C4D7E6149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3432F-1CF2-4598-9C13-9BCA5E7EF7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29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3432F-1CF2-4598-9C13-9BCA5E7EF7B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777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3432F-1CF2-4598-9C13-9BCA5E7EF7B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728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42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3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585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47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149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04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002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151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01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20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82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2CEF1-4F06-4B6D-B0A6-A9C0C2991C32}" type="datetimeFigureOut">
              <a:rPr lang="zh-CN" altLang="en-US" smtClean="0"/>
              <a:t>2017/6/19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D969F-26A9-4CE6-9B1F-D792DAB11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70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组合 115"/>
          <p:cNvGrpSpPr/>
          <p:nvPr/>
        </p:nvGrpSpPr>
        <p:grpSpPr>
          <a:xfrm>
            <a:off x="788127" y="684514"/>
            <a:ext cx="10651992" cy="5007624"/>
            <a:chOff x="788127" y="684514"/>
            <a:chExt cx="10651992" cy="5007624"/>
          </a:xfrm>
        </p:grpSpPr>
        <p:sp>
          <p:nvSpPr>
            <p:cNvPr id="4" name="矩形 3"/>
            <p:cNvSpPr/>
            <p:nvPr/>
          </p:nvSpPr>
          <p:spPr>
            <a:xfrm>
              <a:off x="2142308" y="1227907"/>
              <a:ext cx="836022" cy="4963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学生</a:t>
              </a:r>
            </a:p>
          </p:txBody>
        </p:sp>
        <p:sp>
          <p:nvSpPr>
            <p:cNvPr id="5" name="椭圆 4"/>
            <p:cNvSpPr/>
            <p:nvPr/>
          </p:nvSpPr>
          <p:spPr>
            <a:xfrm>
              <a:off x="788127" y="684514"/>
              <a:ext cx="944879" cy="4223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学号</a:t>
              </a:r>
              <a:endParaRPr lang="zh-CN" altLang="en-US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788127" y="1733897"/>
              <a:ext cx="944879" cy="6124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学生姓名</a:t>
              </a:r>
              <a:endParaRPr lang="zh-CN" altLang="en-US" dirty="0"/>
            </a:p>
          </p:txBody>
        </p:sp>
        <p:cxnSp>
          <p:nvCxnSpPr>
            <p:cNvPr id="8" name="直接连接符 7"/>
            <p:cNvCxnSpPr>
              <a:stCxn id="5" idx="5"/>
              <a:endCxn id="4" idx="1"/>
            </p:cNvCxnSpPr>
            <p:nvPr/>
          </p:nvCxnSpPr>
          <p:spPr>
            <a:xfrm>
              <a:off x="1594632" y="1045026"/>
              <a:ext cx="547676" cy="4310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>
              <a:stCxn id="6" idx="7"/>
              <a:endCxn id="4" idx="1"/>
            </p:cNvCxnSpPr>
            <p:nvPr/>
          </p:nvCxnSpPr>
          <p:spPr>
            <a:xfrm flipV="1">
              <a:off x="1594632" y="1476102"/>
              <a:ext cx="547676" cy="3474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4" idx="3"/>
              <a:endCxn id="15" idx="1"/>
            </p:cNvCxnSpPr>
            <p:nvPr/>
          </p:nvCxnSpPr>
          <p:spPr>
            <a:xfrm>
              <a:off x="2978330" y="1476102"/>
              <a:ext cx="749238" cy="756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 rot="2990077">
              <a:off x="3359446" y="1526449"/>
              <a:ext cx="409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m</a:t>
              </a:r>
              <a:endParaRPr lang="zh-CN" altLang="en-US" dirty="0"/>
            </a:p>
          </p:txBody>
        </p:sp>
        <p:sp>
          <p:nvSpPr>
            <p:cNvPr id="15" name="菱形 14"/>
            <p:cNvSpPr/>
            <p:nvPr/>
          </p:nvSpPr>
          <p:spPr>
            <a:xfrm rot="2986942">
              <a:off x="3477642" y="2349126"/>
              <a:ext cx="1410788" cy="844732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选课</a:t>
              </a:r>
              <a:endParaRPr lang="zh-CN" altLang="en-US" dirty="0"/>
            </a:p>
          </p:txBody>
        </p:sp>
        <p:sp>
          <p:nvSpPr>
            <p:cNvPr id="20" name="文本框 19"/>
            <p:cNvSpPr txBox="1"/>
            <p:nvPr/>
          </p:nvSpPr>
          <p:spPr>
            <a:xfrm rot="2986942">
              <a:off x="5101178" y="3482275"/>
              <a:ext cx="409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</a:t>
              </a:r>
              <a:endParaRPr lang="zh-CN" altLang="en-US" dirty="0"/>
            </a:p>
          </p:txBody>
        </p:sp>
        <p:cxnSp>
          <p:nvCxnSpPr>
            <p:cNvPr id="21" name="直接连接符 20"/>
            <p:cNvCxnSpPr>
              <a:stCxn id="15" idx="3"/>
              <a:endCxn id="31" idx="1"/>
            </p:cNvCxnSpPr>
            <p:nvPr/>
          </p:nvCxnSpPr>
          <p:spPr>
            <a:xfrm>
              <a:off x="4638504" y="3310129"/>
              <a:ext cx="757828" cy="8805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 rot="20057691">
              <a:off x="2194277" y="3497478"/>
              <a:ext cx="944879" cy="4223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成绩</a:t>
              </a:r>
            </a:p>
          </p:txBody>
        </p:sp>
        <p:cxnSp>
          <p:nvCxnSpPr>
            <p:cNvPr id="25" name="直接连接符 24"/>
            <p:cNvCxnSpPr>
              <a:stCxn id="24" idx="6"/>
              <a:endCxn id="15" idx="2"/>
            </p:cNvCxnSpPr>
            <p:nvPr/>
          </p:nvCxnSpPr>
          <p:spPr>
            <a:xfrm flipV="1">
              <a:off x="3092402" y="3044211"/>
              <a:ext cx="768116" cy="4595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/>
            <p:cNvSpPr/>
            <p:nvPr/>
          </p:nvSpPr>
          <p:spPr>
            <a:xfrm>
              <a:off x="5396332" y="3942449"/>
              <a:ext cx="836022" cy="4963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课程</a:t>
              </a:r>
            </a:p>
          </p:txBody>
        </p:sp>
        <p:sp>
          <p:nvSpPr>
            <p:cNvPr id="32" name="椭圆 31"/>
            <p:cNvSpPr/>
            <p:nvPr/>
          </p:nvSpPr>
          <p:spPr>
            <a:xfrm>
              <a:off x="6464695" y="5110393"/>
              <a:ext cx="1301427" cy="5817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课程号</a:t>
              </a:r>
              <a:endParaRPr lang="zh-CN" altLang="en-US" dirty="0"/>
            </a:p>
          </p:txBody>
        </p:sp>
        <p:sp>
          <p:nvSpPr>
            <p:cNvPr id="33" name="椭圆 32"/>
            <p:cNvSpPr/>
            <p:nvPr/>
          </p:nvSpPr>
          <p:spPr>
            <a:xfrm>
              <a:off x="4512916" y="5106090"/>
              <a:ext cx="1301427" cy="5858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课程名</a:t>
              </a:r>
              <a:endParaRPr lang="zh-CN" altLang="en-US" dirty="0"/>
            </a:p>
          </p:txBody>
        </p:sp>
        <p:cxnSp>
          <p:nvCxnSpPr>
            <p:cNvPr id="34" name="直接连接符 33"/>
            <p:cNvCxnSpPr>
              <a:stCxn id="32" idx="1"/>
              <a:endCxn id="31" idx="2"/>
            </p:cNvCxnSpPr>
            <p:nvPr/>
          </p:nvCxnSpPr>
          <p:spPr>
            <a:xfrm flipH="1" flipV="1">
              <a:off x="5814343" y="4438838"/>
              <a:ext cx="840942" cy="7567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33" idx="0"/>
              <a:endCxn id="31" idx="2"/>
            </p:cNvCxnSpPr>
            <p:nvPr/>
          </p:nvCxnSpPr>
          <p:spPr>
            <a:xfrm flipV="1">
              <a:off x="5163630" y="4438838"/>
              <a:ext cx="650713" cy="6672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菱形 80"/>
            <p:cNvSpPr/>
            <p:nvPr/>
          </p:nvSpPr>
          <p:spPr>
            <a:xfrm rot="19078129">
              <a:off x="6653239" y="2692534"/>
              <a:ext cx="1410788" cy="844732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讲授</a:t>
              </a:r>
              <a:endParaRPr lang="zh-CN" altLang="en-US" dirty="0"/>
            </a:p>
          </p:txBody>
        </p:sp>
        <p:cxnSp>
          <p:nvCxnSpPr>
            <p:cNvPr id="82" name="直接连接符 81"/>
            <p:cNvCxnSpPr>
              <a:stCxn id="81" idx="1"/>
              <a:endCxn id="31" idx="3"/>
            </p:cNvCxnSpPr>
            <p:nvPr/>
          </p:nvCxnSpPr>
          <p:spPr>
            <a:xfrm flipH="1">
              <a:off x="6232354" y="3587186"/>
              <a:ext cx="602326" cy="6034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本框 92"/>
            <p:cNvSpPr txBox="1"/>
            <p:nvPr/>
          </p:nvSpPr>
          <p:spPr>
            <a:xfrm rot="18908790">
              <a:off x="6177481" y="3428740"/>
              <a:ext cx="409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</a:t>
              </a:r>
              <a:endParaRPr lang="zh-CN" altLang="en-US" dirty="0"/>
            </a:p>
          </p:txBody>
        </p:sp>
        <p:cxnSp>
          <p:nvCxnSpPr>
            <p:cNvPr id="94" name="直接连接符 93"/>
            <p:cNvCxnSpPr>
              <a:stCxn id="97" idx="1"/>
              <a:endCxn id="81" idx="3"/>
            </p:cNvCxnSpPr>
            <p:nvPr/>
          </p:nvCxnSpPr>
          <p:spPr>
            <a:xfrm flipH="1">
              <a:off x="7882586" y="1795752"/>
              <a:ext cx="888316" cy="8468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矩形 96"/>
            <p:cNvSpPr/>
            <p:nvPr/>
          </p:nvSpPr>
          <p:spPr>
            <a:xfrm>
              <a:off x="8770902" y="1547557"/>
              <a:ext cx="836022" cy="4963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教师</a:t>
              </a:r>
              <a:endParaRPr lang="zh-CN" altLang="en-US" dirty="0"/>
            </a:p>
          </p:txBody>
        </p:sp>
        <p:sp>
          <p:nvSpPr>
            <p:cNvPr id="100" name="文本框 99"/>
            <p:cNvSpPr txBox="1"/>
            <p:nvPr/>
          </p:nvSpPr>
          <p:spPr>
            <a:xfrm rot="18907952">
              <a:off x="7990335" y="1886455"/>
              <a:ext cx="409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10495240" y="1053736"/>
              <a:ext cx="944879" cy="4223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编</a:t>
              </a:r>
              <a:r>
                <a:rPr lang="zh-CN" altLang="en-US" dirty="0" smtClean="0"/>
                <a:t>号</a:t>
              </a:r>
              <a:endParaRPr lang="zh-CN" altLang="en-US" dirty="0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10495240" y="2103119"/>
              <a:ext cx="944879" cy="64878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教师姓名</a:t>
              </a:r>
              <a:endParaRPr lang="zh-CN" altLang="en-US" dirty="0"/>
            </a:p>
          </p:txBody>
        </p:sp>
        <p:cxnSp>
          <p:nvCxnSpPr>
            <p:cNvPr id="103" name="直接连接符 102"/>
            <p:cNvCxnSpPr>
              <a:stCxn id="101" idx="2"/>
              <a:endCxn id="97" idx="3"/>
            </p:cNvCxnSpPr>
            <p:nvPr/>
          </p:nvCxnSpPr>
          <p:spPr>
            <a:xfrm flipH="1">
              <a:off x="9606924" y="1264919"/>
              <a:ext cx="888316" cy="530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>
              <a:stCxn id="102" idx="2"/>
              <a:endCxn id="97" idx="3"/>
            </p:cNvCxnSpPr>
            <p:nvPr/>
          </p:nvCxnSpPr>
          <p:spPr>
            <a:xfrm flipH="1" flipV="1">
              <a:off x="9606924" y="1795752"/>
              <a:ext cx="888316" cy="631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9508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组合 76"/>
          <p:cNvGrpSpPr/>
          <p:nvPr/>
        </p:nvGrpSpPr>
        <p:grpSpPr>
          <a:xfrm>
            <a:off x="796836" y="431600"/>
            <a:ext cx="10942319" cy="6016831"/>
            <a:chOff x="788127" y="4880"/>
            <a:chExt cx="10942319" cy="6016831"/>
          </a:xfrm>
        </p:grpSpPr>
        <p:sp>
          <p:nvSpPr>
            <p:cNvPr id="3" name="矩形 2"/>
            <p:cNvSpPr/>
            <p:nvPr/>
          </p:nvSpPr>
          <p:spPr>
            <a:xfrm>
              <a:off x="2142308" y="1227907"/>
              <a:ext cx="836022" cy="4963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演员</a:t>
              </a:r>
              <a:endParaRPr lang="zh-CN" altLang="en-US" dirty="0"/>
            </a:p>
          </p:txBody>
        </p:sp>
        <p:sp>
          <p:nvSpPr>
            <p:cNvPr id="4" name="椭圆 3"/>
            <p:cNvSpPr/>
            <p:nvPr/>
          </p:nvSpPr>
          <p:spPr>
            <a:xfrm>
              <a:off x="788127" y="470263"/>
              <a:ext cx="944879" cy="63661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工作编号</a:t>
              </a:r>
              <a:endParaRPr lang="zh-CN" altLang="en-US" dirty="0"/>
            </a:p>
          </p:txBody>
        </p:sp>
        <p:sp>
          <p:nvSpPr>
            <p:cNvPr id="5" name="椭圆 4"/>
            <p:cNvSpPr/>
            <p:nvPr/>
          </p:nvSpPr>
          <p:spPr>
            <a:xfrm>
              <a:off x="788127" y="1733897"/>
              <a:ext cx="944879" cy="6124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姓名</a:t>
              </a:r>
              <a:endParaRPr lang="zh-CN" altLang="en-US" dirty="0"/>
            </a:p>
          </p:txBody>
        </p:sp>
        <p:cxnSp>
          <p:nvCxnSpPr>
            <p:cNvPr id="6" name="直接连接符 5"/>
            <p:cNvCxnSpPr>
              <a:stCxn id="4" idx="5"/>
              <a:endCxn id="3" idx="1"/>
            </p:cNvCxnSpPr>
            <p:nvPr/>
          </p:nvCxnSpPr>
          <p:spPr>
            <a:xfrm>
              <a:off x="1594632" y="1013650"/>
              <a:ext cx="547676" cy="4624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>
              <a:stCxn id="5" idx="7"/>
              <a:endCxn id="3" idx="1"/>
            </p:cNvCxnSpPr>
            <p:nvPr/>
          </p:nvCxnSpPr>
          <p:spPr>
            <a:xfrm flipV="1">
              <a:off x="1594632" y="1476102"/>
              <a:ext cx="547676" cy="3474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3" idx="3"/>
              <a:endCxn id="10" idx="1"/>
            </p:cNvCxnSpPr>
            <p:nvPr/>
          </p:nvCxnSpPr>
          <p:spPr>
            <a:xfrm>
              <a:off x="2978330" y="1476102"/>
              <a:ext cx="749238" cy="756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 rot="2990077">
              <a:off x="3359446" y="1526449"/>
              <a:ext cx="409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m</a:t>
              </a:r>
              <a:endParaRPr lang="zh-CN" altLang="en-US" dirty="0"/>
            </a:p>
          </p:txBody>
        </p:sp>
        <p:sp>
          <p:nvSpPr>
            <p:cNvPr id="10" name="菱形 9"/>
            <p:cNvSpPr/>
            <p:nvPr/>
          </p:nvSpPr>
          <p:spPr>
            <a:xfrm rot="2986942">
              <a:off x="3477642" y="2349126"/>
              <a:ext cx="1410788" cy="844732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参演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 rot="2986942">
              <a:off x="5101178" y="3482275"/>
              <a:ext cx="409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</a:t>
              </a:r>
              <a:endParaRPr lang="zh-CN" altLang="en-US" dirty="0"/>
            </a:p>
          </p:txBody>
        </p:sp>
        <p:cxnSp>
          <p:nvCxnSpPr>
            <p:cNvPr id="12" name="直接连接符 11"/>
            <p:cNvCxnSpPr>
              <a:stCxn id="10" idx="3"/>
              <a:endCxn id="15" idx="1"/>
            </p:cNvCxnSpPr>
            <p:nvPr/>
          </p:nvCxnSpPr>
          <p:spPr>
            <a:xfrm>
              <a:off x="4638504" y="3310129"/>
              <a:ext cx="757828" cy="8805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5396332" y="3942449"/>
              <a:ext cx="836022" cy="4963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电影</a:t>
              </a:r>
            </a:p>
          </p:txBody>
        </p:sp>
        <p:sp>
          <p:nvSpPr>
            <p:cNvPr id="16" name="椭圆 15"/>
            <p:cNvSpPr/>
            <p:nvPr/>
          </p:nvSpPr>
          <p:spPr>
            <a:xfrm>
              <a:off x="4136545" y="5384165"/>
              <a:ext cx="1242391" cy="5817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电影名</a:t>
              </a:r>
              <a:endParaRPr lang="zh-CN" altLang="en-US" dirty="0"/>
            </a:p>
          </p:txBody>
        </p:sp>
        <p:sp>
          <p:nvSpPr>
            <p:cNvPr id="17" name="椭圆 16"/>
            <p:cNvSpPr/>
            <p:nvPr/>
          </p:nvSpPr>
          <p:spPr>
            <a:xfrm>
              <a:off x="3894956" y="4590567"/>
              <a:ext cx="1066066" cy="68454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影片</a:t>
              </a:r>
              <a:r>
                <a:rPr lang="zh-CN" altLang="en-US" dirty="0" smtClean="0"/>
                <a:t>编号</a:t>
              </a:r>
              <a:endParaRPr lang="zh-CN" altLang="en-US" dirty="0"/>
            </a:p>
          </p:txBody>
        </p:sp>
        <p:cxnSp>
          <p:nvCxnSpPr>
            <p:cNvPr id="18" name="直接连接符 17"/>
            <p:cNvCxnSpPr>
              <a:stCxn id="16" idx="0"/>
              <a:endCxn id="15" idx="2"/>
            </p:cNvCxnSpPr>
            <p:nvPr/>
          </p:nvCxnSpPr>
          <p:spPr>
            <a:xfrm flipV="1">
              <a:off x="4757741" y="4438838"/>
              <a:ext cx="1056602" cy="9453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7" idx="7"/>
              <a:endCxn id="15" idx="2"/>
            </p:cNvCxnSpPr>
            <p:nvPr/>
          </p:nvCxnSpPr>
          <p:spPr>
            <a:xfrm flipV="1">
              <a:off x="4804900" y="4438838"/>
              <a:ext cx="1009443" cy="2519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菱形 19"/>
            <p:cNvSpPr/>
            <p:nvPr/>
          </p:nvSpPr>
          <p:spPr>
            <a:xfrm rot="19078129">
              <a:off x="6653239" y="2692534"/>
              <a:ext cx="1410788" cy="844732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制作</a:t>
              </a:r>
              <a:endParaRPr lang="zh-CN" altLang="en-US" dirty="0"/>
            </a:p>
          </p:txBody>
        </p:sp>
        <p:cxnSp>
          <p:nvCxnSpPr>
            <p:cNvPr id="21" name="直接连接符 20"/>
            <p:cNvCxnSpPr>
              <a:stCxn id="20" idx="1"/>
              <a:endCxn id="15" idx="3"/>
            </p:cNvCxnSpPr>
            <p:nvPr/>
          </p:nvCxnSpPr>
          <p:spPr>
            <a:xfrm flipH="1">
              <a:off x="6232354" y="3587186"/>
              <a:ext cx="602326" cy="6034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 rot="18908790">
              <a:off x="6177481" y="3428740"/>
              <a:ext cx="409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</a:t>
              </a:r>
              <a:endParaRPr lang="zh-CN" altLang="en-US" dirty="0"/>
            </a:p>
          </p:txBody>
        </p:sp>
        <p:cxnSp>
          <p:nvCxnSpPr>
            <p:cNvPr id="23" name="直接连接符 22"/>
            <p:cNvCxnSpPr>
              <a:stCxn id="24" idx="1"/>
              <a:endCxn id="20" idx="3"/>
            </p:cNvCxnSpPr>
            <p:nvPr/>
          </p:nvCxnSpPr>
          <p:spPr>
            <a:xfrm flipH="1">
              <a:off x="7882586" y="1739781"/>
              <a:ext cx="888315" cy="902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8770901" y="1435615"/>
              <a:ext cx="843361" cy="608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制片公司</a:t>
              </a:r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 rot="18907952">
              <a:off x="7990335" y="1886455"/>
              <a:ext cx="409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6" name="椭圆 25"/>
            <p:cNvSpPr/>
            <p:nvPr/>
          </p:nvSpPr>
          <p:spPr>
            <a:xfrm>
              <a:off x="10495240" y="870857"/>
              <a:ext cx="1235206" cy="6052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公司名</a:t>
              </a:r>
              <a:endParaRPr lang="zh-CN" altLang="en-US" dirty="0"/>
            </a:p>
          </p:txBody>
        </p:sp>
        <p:sp>
          <p:nvSpPr>
            <p:cNvPr id="27" name="椭圆 26"/>
            <p:cNvSpPr/>
            <p:nvPr/>
          </p:nvSpPr>
          <p:spPr>
            <a:xfrm>
              <a:off x="10495240" y="2232855"/>
              <a:ext cx="944879" cy="5190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地址</a:t>
              </a:r>
              <a:endParaRPr lang="zh-CN" altLang="en-US" dirty="0"/>
            </a:p>
          </p:txBody>
        </p:sp>
        <p:cxnSp>
          <p:nvCxnSpPr>
            <p:cNvPr id="28" name="直接连接符 27"/>
            <p:cNvCxnSpPr>
              <a:stCxn id="26" idx="2"/>
              <a:endCxn id="24" idx="3"/>
            </p:cNvCxnSpPr>
            <p:nvPr/>
          </p:nvCxnSpPr>
          <p:spPr>
            <a:xfrm flipH="1">
              <a:off x="9614262" y="1173480"/>
              <a:ext cx="880978" cy="5663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>
              <a:stCxn id="27" idx="2"/>
              <a:endCxn id="24" idx="3"/>
            </p:cNvCxnSpPr>
            <p:nvPr/>
          </p:nvCxnSpPr>
          <p:spPr>
            <a:xfrm flipH="1" flipV="1">
              <a:off x="9614262" y="1739781"/>
              <a:ext cx="880978" cy="7526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/>
            <p:cNvSpPr/>
            <p:nvPr/>
          </p:nvSpPr>
          <p:spPr>
            <a:xfrm>
              <a:off x="1230926" y="2556708"/>
              <a:ext cx="944879" cy="6124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性</a:t>
              </a:r>
              <a:r>
                <a:rPr lang="zh-CN" altLang="en-US" dirty="0" smtClean="0"/>
                <a:t>别</a:t>
              </a:r>
              <a:endParaRPr lang="zh-CN" altLang="en-US" dirty="0"/>
            </a:p>
          </p:txBody>
        </p:sp>
        <p:sp>
          <p:nvSpPr>
            <p:cNvPr id="32" name="椭圆 31"/>
            <p:cNvSpPr/>
            <p:nvPr/>
          </p:nvSpPr>
          <p:spPr>
            <a:xfrm>
              <a:off x="3352949" y="70317"/>
              <a:ext cx="944879" cy="6124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年龄</a:t>
              </a:r>
            </a:p>
          </p:txBody>
        </p:sp>
        <p:sp>
          <p:nvSpPr>
            <p:cNvPr id="33" name="椭圆 32"/>
            <p:cNvSpPr/>
            <p:nvPr/>
          </p:nvSpPr>
          <p:spPr>
            <a:xfrm>
              <a:off x="1868470" y="4880"/>
              <a:ext cx="944879" cy="6124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住址</a:t>
              </a:r>
              <a:endParaRPr lang="zh-CN" altLang="en-US" dirty="0"/>
            </a:p>
          </p:txBody>
        </p:sp>
        <p:cxnSp>
          <p:nvCxnSpPr>
            <p:cNvPr id="34" name="直接连接符 33"/>
            <p:cNvCxnSpPr>
              <a:stCxn id="33" idx="4"/>
              <a:endCxn id="3" idx="0"/>
            </p:cNvCxnSpPr>
            <p:nvPr/>
          </p:nvCxnSpPr>
          <p:spPr>
            <a:xfrm>
              <a:off x="2340910" y="617359"/>
              <a:ext cx="219409" cy="6105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>
              <a:stCxn id="32" idx="3"/>
              <a:endCxn id="3" idx="0"/>
            </p:cNvCxnSpPr>
            <p:nvPr/>
          </p:nvCxnSpPr>
          <p:spPr>
            <a:xfrm flipH="1">
              <a:off x="2560319" y="593101"/>
              <a:ext cx="931004" cy="6348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>
              <a:stCxn id="31" idx="7"/>
              <a:endCxn id="3" idx="2"/>
            </p:cNvCxnSpPr>
            <p:nvPr/>
          </p:nvCxnSpPr>
          <p:spPr>
            <a:xfrm flipV="1">
              <a:off x="2037431" y="1724296"/>
              <a:ext cx="522888" cy="9221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椭圆 52"/>
            <p:cNvSpPr/>
            <p:nvPr/>
          </p:nvSpPr>
          <p:spPr>
            <a:xfrm>
              <a:off x="5436892" y="5439966"/>
              <a:ext cx="1017682" cy="5817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制作日期</a:t>
              </a:r>
            </a:p>
          </p:txBody>
        </p:sp>
        <p:cxnSp>
          <p:nvCxnSpPr>
            <p:cNvPr id="54" name="直接连接符 53"/>
            <p:cNvCxnSpPr>
              <a:stCxn id="53" idx="1"/>
              <a:endCxn id="15" idx="2"/>
            </p:cNvCxnSpPr>
            <p:nvPr/>
          </p:nvCxnSpPr>
          <p:spPr>
            <a:xfrm flipV="1">
              <a:off x="5585928" y="4438838"/>
              <a:ext cx="228415" cy="10863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6382132" y="5146957"/>
              <a:ext cx="1017682" cy="5817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放映时间</a:t>
              </a:r>
              <a:endParaRPr lang="zh-CN" altLang="en-US" dirty="0"/>
            </a:p>
          </p:txBody>
        </p:sp>
        <p:cxnSp>
          <p:nvCxnSpPr>
            <p:cNvPr id="58" name="直接连接符 57"/>
            <p:cNvCxnSpPr>
              <a:stCxn id="57" idx="1"/>
              <a:endCxn id="15" idx="2"/>
            </p:cNvCxnSpPr>
            <p:nvPr/>
          </p:nvCxnSpPr>
          <p:spPr>
            <a:xfrm flipH="1" flipV="1">
              <a:off x="5814343" y="4438838"/>
              <a:ext cx="716825" cy="7933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椭圆 63"/>
            <p:cNvSpPr/>
            <p:nvPr/>
          </p:nvSpPr>
          <p:spPr>
            <a:xfrm>
              <a:off x="7187904" y="4565212"/>
              <a:ext cx="1017682" cy="5817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影片类别</a:t>
              </a:r>
              <a:endParaRPr lang="zh-CN" altLang="en-US" dirty="0"/>
            </a:p>
          </p:txBody>
        </p:sp>
        <p:cxnSp>
          <p:nvCxnSpPr>
            <p:cNvPr id="65" name="直接连接符 64"/>
            <p:cNvCxnSpPr>
              <a:stCxn id="64" idx="2"/>
              <a:endCxn id="15" idx="2"/>
            </p:cNvCxnSpPr>
            <p:nvPr/>
          </p:nvCxnSpPr>
          <p:spPr>
            <a:xfrm flipH="1" flipV="1">
              <a:off x="5814343" y="4438838"/>
              <a:ext cx="1373561" cy="4172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1362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923109" y="0"/>
            <a:ext cx="7759337" cy="6008911"/>
            <a:chOff x="923109" y="0"/>
            <a:chExt cx="7759337" cy="6008911"/>
          </a:xfrm>
        </p:grpSpPr>
        <p:sp>
          <p:nvSpPr>
            <p:cNvPr id="2" name="矩形 1"/>
            <p:cNvSpPr/>
            <p:nvPr/>
          </p:nvSpPr>
          <p:spPr>
            <a:xfrm>
              <a:off x="923109" y="1"/>
              <a:ext cx="862149" cy="55734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作者</a:t>
              </a:r>
              <a:endParaRPr lang="zh-CN" altLang="en-US" dirty="0"/>
            </a:p>
          </p:txBody>
        </p:sp>
        <p:sp>
          <p:nvSpPr>
            <p:cNvPr id="3" name="菱形 2"/>
            <p:cNvSpPr/>
            <p:nvPr/>
          </p:nvSpPr>
          <p:spPr>
            <a:xfrm>
              <a:off x="1680753" y="1314997"/>
              <a:ext cx="1332411" cy="740227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mtClean="0"/>
                <a:t>编著</a:t>
              </a:r>
              <a:endParaRPr lang="zh-CN" altLang="en-US"/>
            </a:p>
          </p:txBody>
        </p:sp>
        <p:cxnSp>
          <p:nvCxnSpPr>
            <p:cNvPr id="5" name="直接连接符 4"/>
            <p:cNvCxnSpPr>
              <a:stCxn id="2" idx="2"/>
              <a:endCxn id="3" idx="0"/>
            </p:cNvCxnSpPr>
            <p:nvPr/>
          </p:nvCxnSpPr>
          <p:spPr>
            <a:xfrm>
              <a:off x="1354184" y="557350"/>
              <a:ext cx="992775" cy="7576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1924594" y="666991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</a:t>
              </a:r>
              <a:endParaRPr lang="zh-CN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3783875" y="2677886"/>
              <a:ext cx="862149" cy="55734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图书</a:t>
              </a:r>
              <a:endParaRPr lang="en-US" altLang="zh-CN" dirty="0" smtClean="0"/>
            </a:p>
          </p:txBody>
        </p:sp>
        <p:cxnSp>
          <p:nvCxnSpPr>
            <p:cNvPr id="8" name="直接连接符 7"/>
            <p:cNvCxnSpPr>
              <a:stCxn id="3" idx="2"/>
              <a:endCxn id="7" idx="1"/>
            </p:cNvCxnSpPr>
            <p:nvPr/>
          </p:nvCxnSpPr>
          <p:spPr>
            <a:xfrm>
              <a:off x="2346959" y="2055224"/>
              <a:ext cx="1436916" cy="901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3065417" y="2204443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</a:t>
              </a:r>
              <a:endParaRPr lang="zh-CN" altLang="en-US" dirty="0"/>
            </a:p>
          </p:txBody>
        </p:sp>
        <p:cxnSp>
          <p:nvCxnSpPr>
            <p:cNvPr id="14" name="直接连接符 13"/>
            <p:cNvCxnSpPr>
              <a:stCxn id="15" idx="2"/>
              <a:endCxn id="7" idx="0"/>
            </p:cNvCxnSpPr>
            <p:nvPr/>
          </p:nvCxnSpPr>
          <p:spPr>
            <a:xfrm>
              <a:off x="4214950" y="2055224"/>
              <a:ext cx="0" cy="622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菱形 14"/>
            <p:cNvSpPr/>
            <p:nvPr/>
          </p:nvSpPr>
          <p:spPr>
            <a:xfrm>
              <a:off x="3548744" y="1314997"/>
              <a:ext cx="1332411" cy="740227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开印</a:t>
              </a:r>
              <a:endParaRPr lang="zh-CN" altLang="en-US" dirty="0"/>
            </a:p>
          </p:txBody>
        </p:sp>
        <p:cxnSp>
          <p:nvCxnSpPr>
            <p:cNvPr id="18" name="直接连接符 17"/>
            <p:cNvCxnSpPr>
              <a:stCxn id="22" idx="2"/>
              <a:endCxn id="15" idx="0"/>
            </p:cNvCxnSpPr>
            <p:nvPr/>
          </p:nvCxnSpPr>
          <p:spPr>
            <a:xfrm>
              <a:off x="4214949" y="557350"/>
              <a:ext cx="1" cy="7576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3720738" y="1"/>
              <a:ext cx="988422" cy="55734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开印单</a:t>
              </a:r>
              <a:endParaRPr lang="en-US" altLang="zh-CN" dirty="0" smtClean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286796" y="666991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</a:t>
              </a:r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286796" y="2219682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6" name="菱形 25"/>
            <p:cNvSpPr/>
            <p:nvPr/>
          </p:nvSpPr>
          <p:spPr>
            <a:xfrm>
              <a:off x="5416735" y="1314997"/>
              <a:ext cx="1332411" cy="740227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入库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220791" y="2589014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891753" y="751507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</a:t>
              </a:r>
              <a:endParaRPr lang="zh-CN" altLang="en-US" dirty="0"/>
            </a:p>
          </p:txBody>
        </p:sp>
        <p:cxnSp>
          <p:nvCxnSpPr>
            <p:cNvPr id="29" name="直接连接符 28"/>
            <p:cNvCxnSpPr>
              <a:stCxn id="26" idx="2"/>
              <a:endCxn id="7" idx="3"/>
            </p:cNvCxnSpPr>
            <p:nvPr/>
          </p:nvCxnSpPr>
          <p:spPr>
            <a:xfrm flipH="1">
              <a:off x="4646024" y="2055224"/>
              <a:ext cx="1436917" cy="901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6749146" y="0"/>
              <a:ext cx="988422" cy="55734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入库单</a:t>
              </a:r>
              <a:endParaRPr lang="en-US" altLang="zh-CN" dirty="0" smtClean="0"/>
            </a:p>
          </p:txBody>
        </p:sp>
        <p:cxnSp>
          <p:nvCxnSpPr>
            <p:cNvPr id="34" name="直接连接符 33"/>
            <p:cNvCxnSpPr>
              <a:stCxn id="33" idx="2"/>
              <a:endCxn id="26" idx="0"/>
            </p:cNvCxnSpPr>
            <p:nvPr/>
          </p:nvCxnSpPr>
          <p:spPr>
            <a:xfrm flipH="1">
              <a:off x="6082941" y="557349"/>
              <a:ext cx="1160416" cy="7576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菱形 37"/>
            <p:cNvSpPr/>
            <p:nvPr/>
          </p:nvSpPr>
          <p:spPr>
            <a:xfrm>
              <a:off x="1680752" y="4019008"/>
              <a:ext cx="1332411" cy="740227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出库</a:t>
              </a:r>
              <a:endParaRPr lang="zh-CN" altLang="en-US" dirty="0"/>
            </a:p>
          </p:txBody>
        </p:sp>
        <p:cxnSp>
          <p:nvCxnSpPr>
            <p:cNvPr id="39" name="直接连接符 38"/>
            <p:cNvCxnSpPr>
              <a:stCxn id="38" idx="0"/>
              <a:endCxn id="7" idx="2"/>
            </p:cNvCxnSpPr>
            <p:nvPr/>
          </p:nvCxnSpPr>
          <p:spPr>
            <a:xfrm flipV="1">
              <a:off x="2346958" y="3235235"/>
              <a:ext cx="1867992" cy="7837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>
              <a:stCxn id="45" idx="0"/>
              <a:endCxn id="7" idx="2"/>
            </p:cNvCxnSpPr>
            <p:nvPr/>
          </p:nvCxnSpPr>
          <p:spPr>
            <a:xfrm flipV="1">
              <a:off x="4214950" y="3235235"/>
              <a:ext cx="0" cy="7837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菱形 44"/>
            <p:cNvSpPr/>
            <p:nvPr/>
          </p:nvSpPr>
          <p:spPr>
            <a:xfrm>
              <a:off x="3548744" y="4019007"/>
              <a:ext cx="1332411" cy="740227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收款</a:t>
              </a:r>
            </a:p>
          </p:txBody>
        </p:sp>
        <p:sp>
          <p:nvSpPr>
            <p:cNvPr id="48" name="菱形 47"/>
            <p:cNvSpPr/>
            <p:nvPr/>
          </p:nvSpPr>
          <p:spPr>
            <a:xfrm>
              <a:off x="5547361" y="4019007"/>
              <a:ext cx="1332411" cy="740227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订购</a:t>
              </a:r>
              <a:endParaRPr lang="zh-CN" altLang="en-US" dirty="0"/>
            </a:p>
          </p:txBody>
        </p:sp>
        <p:cxnSp>
          <p:nvCxnSpPr>
            <p:cNvPr id="49" name="直接连接符 48"/>
            <p:cNvCxnSpPr>
              <a:stCxn id="48" idx="0"/>
              <a:endCxn id="7" idx="2"/>
            </p:cNvCxnSpPr>
            <p:nvPr/>
          </p:nvCxnSpPr>
          <p:spPr>
            <a:xfrm flipH="1" flipV="1">
              <a:off x="4214950" y="3235235"/>
              <a:ext cx="1998617" cy="7837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5077099" y="3233450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</a:t>
              </a:r>
              <a:endParaRPr lang="zh-CN" altLang="en-US" dirty="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4374970" y="3562593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</a:t>
              </a:r>
              <a:endParaRPr lang="zh-CN" altLang="en-US" dirty="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076848" y="3193261"/>
              <a:ext cx="3581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</a:t>
              </a:r>
              <a:endParaRPr lang="zh-CN" altLang="en-US" dirty="0"/>
            </a:p>
          </p:txBody>
        </p:sp>
        <p:cxnSp>
          <p:nvCxnSpPr>
            <p:cNvPr id="55" name="直接连接符 54"/>
            <p:cNvCxnSpPr>
              <a:stCxn id="38" idx="2"/>
              <a:endCxn id="56" idx="1"/>
            </p:cNvCxnSpPr>
            <p:nvPr/>
          </p:nvCxnSpPr>
          <p:spPr>
            <a:xfrm>
              <a:off x="2346958" y="4759235"/>
              <a:ext cx="1436917" cy="9710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/>
            <p:cNvSpPr/>
            <p:nvPr/>
          </p:nvSpPr>
          <p:spPr>
            <a:xfrm>
              <a:off x="3783875" y="5451562"/>
              <a:ext cx="862149" cy="55734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客户</a:t>
              </a:r>
              <a:endParaRPr lang="en-US" altLang="zh-CN" dirty="0" smtClean="0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3255917" y="5014353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</a:t>
              </a:r>
              <a:endParaRPr lang="zh-CN" altLang="en-US" dirty="0"/>
            </a:p>
          </p:txBody>
        </p:sp>
        <p:cxnSp>
          <p:nvCxnSpPr>
            <p:cNvPr id="60" name="直接连接符 59"/>
            <p:cNvCxnSpPr>
              <a:stCxn id="56" idx="0"/>
              <a:endCxn id="45" idx="2"/>
            </p:cNvCxnSpPr>
            <p:nvPr/>
          </p:nvCxnSpPr>
          <p:spPr>
            <a:xfrm flipV="1">
              <a:off x="4214950" y="4759234"/>
              <a:ext cx="0" cy="6923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/>
            <p:cNvSpPr txBox="1"/>
            <p:nvPr/>
          </p:nvSpPr>
          <p:spPr>
            <a:xfrm>
              <a:off x="4355374" y="5014352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</a:t>
              </a:r>
              <a:endParaRPr lang="zh-CN" altLang="en-US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5220791" y="5583983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</a:t>
              </a:r>
              <a:endParaRPr lang="zh-CN" altLang="en-US" dirty="0"/>
            </a:p>
          </p:txBody>
        </p:sp>
        <p:cxnSp>
          <p:nvCxnSpPr>
            <p:cNvPr id="67" name="直接连接符 66"/>
            <p:cNvCxnSpPr>
              <a:stCxn id="56" idx="3"/>
              <a:endCxn id="48" idx="2"/>
            </p:cNvCxnSpPr>
            <p:nvPr/>
          </p:nvCxnSpPr>
          <p:spPr>
            <a:xfrm flipV="1">
              <a:off x="4646024" y="4759234"/>
              <a:ext cx="1567543" cy="9710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>
              <a:stCxn id="73" idx="1"/>
              <a:endCxn id="48" idx="3"/>
            </p:cNvCxnSpPr>
            <p:nvPr/>
          </p:nvCxnSpPr>
          <p:spPr>
            <a:xfrm flipH="1">
              <a:off x="6879772" y="4386554"/>
              <a:ext cx="837114" cy="25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矩形 72"/>
            <p:cNvSpPr/>
            <p:nvPr/>
          </p:nvSpPr>
          <p:spPr>
            <a:xfrm>
              <a:off x="7716886" y="4107879"/>
              <a:ext cx="965560" cy="55734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发行员</a:t>
              </a:r>
              <a:endParaRPr lang="en-US" altLang="zh-CN" dirty="0" smtClean="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7270575" y="3877885"/>
              <a:ext cx="422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4221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205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648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8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237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583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495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85</Words>
  <Application>Microsoft Office PowerPoint</Application>
  <PresentationFormat>宽屏</PresentationFormat>
  <Paragraphs>66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Jc</dc:creator>
  <cp:lastModifiedBy>Jc</cp:lastModifiedBy>
  <cp:revision>31</cp:revision>
  <dcterms:created xsi:type="dcterms:W3CDTF">2017-06-19T05:36:13Z</dcterms:created>
  <dcterms:modified xsi:type="dcterms:W3CDTF">2017-06-19T12:02:05Z</dcterms:modified>
</cp:coreProperties>
</file>